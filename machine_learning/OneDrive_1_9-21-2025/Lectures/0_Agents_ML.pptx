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media/image373.jpg" ContentType="application/octet-stream"/>
  <Override PartName="/ppt/media/image374.jpg" ContentType="application/octet-stream"/>
  <Override PartName="/ppt/media/image375.jpg" ContentType="application/octet-stream"/>
  <Override PartName="/ppt/media/image376.jpg" ContentType="application/octet-stream"/>
  <Override PartName="/ppt/media/image377.jpg" ContentType="application/octet-stream"/>
  <Override PartName="/ppt/media/image378.jpg" ContentType="application/octet-stream"/>
  <Override PartName="/ppt/media/image379.jpg" ContentType="application/octet-stream"/>
  <Override PartName="/ppt/media/image380.jpg" ContentType="application/octet-stream"/>
  <Override PartName="/ppt/media/image381.jpg" ContentType="application/octet-stream"/>
  <Override PartName="/ppt/media/image382.jpg" ContentType="application/octet-stream"/>
  <Override PartName="/ppt/media/image383.jpg" ContentType="application/octet-stream"/>
  <Override PartName="/ppt/media/image384.jpg" ContentType="application/octet-stream"/>
  <Override PartName="/ppt/media/image385.jpg" ContentType="application/octet-stream"/>
  <Override PartName="/ppt/media/image386.jpg" ContentType="application/octet-stream"/>
  <Override PartName="/ppt/media/image387.jpg" ContentType="application/octet-stream"/>
  <Override PartName="/ppt/media/image388.jpg" ContentType="application/octet-stream"/>
  <Override PartName="/ppt/media/image389.jpg" ContentType="application/octet-stream"/>
  <Override PartName="/ppt/media/image390.jpg" ContentType="application/octet-stream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23" r:id="rId2"/>
    <p:sldId id="256" r:id="rId3"/>
    <p:sldId id="257" r:id="rId4"/>
    <p:sldId id="258" r:id="rId5"/>
    <p:sldId id="259" r:id="rId6"/>
    <p:sldId id="260" r:id="rId7"/>
    <p:sldId id="324" r:id="rId8"/>
    <p:sldId id="270" r:id="rId9"/>
    <p:sldId id="340" r:id="rId10"/>
    <p:sldId id="261" r:id="rId11"/>
    <p:sldId id="262" r:id="rId12"/>
    <p:sldId id="266" r:id="rId13"/>
    <p:sldId id="326" r:id="rId14"/>
    <p:sldId id="327" r:id="rId15"/>
    <p:sldId id="331" r:id="rId16"/>
    <p:sldId id="334" r:id="rId17"/>
    <p:sldId id="335" r:id="rId18"/>
    <p:sldId id="337" r:id="rId19"/>
    <p:sldId id="339" r:id="rId20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552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845C5A-020D-4051-BB91-D3B297009C91}" type="datetimeFigureOut">
              <a:rPr lang="en-PK" smtClean="0"/>
              <a:t>08/09/2025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9EC43-A6F0-451D-9A79-713F484980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4554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164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7882" y="1766316"/>
            <a:ext cx="9130252" cy="9753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03491" y="1793176"/>
            <a:ext cx="9062720" cy="1905"/>
          </a:xfrm>
          <a:custGeom>
            <a:avLst/>
            <a:gdLst/>
            <a:ahLst/>
            <a:cxnLst/>
            <a:rect l="l" t="t" r="r" b="b"/>
            <a:pathLst>
              <a:path w="9062720" h="1905">
                <a:moveTo>
                  <a:pt x="0" y="0"/>
                </a:moveTo>
                <a:lnTo>
                  <a:pt x="9062465" y="1524"/>
                </a:lnTo>
              </a:path>
            </a:pathLst>
          </a:custGeom>
          <a:ln w="28984">
            <a:solidFill>
              <a:srgbClr val="4F80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7882" y="6969252"/>
            <a:ext cx="9130252" cy="9753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03491" y="6997255"/>
            <a:ext cx="9062720" cy="1905"/>
          </a:xfrm>
          <a:custGeom>
            <a:avLst/>
            <a:gdLst/>
            <a:ahLst/>
            <a:cxnLst/>
            <a:rect l="l" t="t" r="r" b="b"/>
            <a:pathLst>
              <a:path w="9062720" h="1904">
                <a:moveTo>
                  <a:pt x="0" y="0"/>
                </a:moveTo>
                <a:lnTo>
                  <a:pt x="9062465" y="1524"/>
                </a:lnTo>
              </a:path>
            </a:pathLst>
          </a:custGeom>
          <a:ln w="28984">
            <a:solidFill>
              <a:srgbClr val="4F80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51874" y="2827690"/>
            <a:ext cx="2350144" cy="402921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4151" y="393191"/>
            <a:ext cx="9160764" cy="151333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jp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jp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6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5.jp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7.jp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9" Type="http://schemas.openxmlformats.org/officeDocument/2006/relationships/image" Target="../media/image80.png"/><Relationship Id="rId21" Type="http://schemas.openxmlformats.org/officeDocument/2006/relationships/image" Target="../media/image62.png"/><Relationship Id="rId34" Type="http://schemas.openxmlformats.org/officeDocument/2006/relationships/image" Target="../media/image75.png"/><Relationship Id="rId42" Type="http://schemas.openxmlformats.org/officeDocument/2006/relationships/image" Target="../media/image83.png"/><Relationship Id="rId47" Type="http://schemas.openxmlformats.org/officeDocument/2006/relationships/image" Target="../media/image88.png"/><Relationship Id="rId50" Type="http://schemas.openxmlformats.org/officeDocument/2006/relationships/image" Target="../media/image91.png"/><Relationship Id="rId55" Type="http://schemas.openxmlformats.org/officeDocument/2006/relationships/image" Target="../media/image96.png"/><Relationship Id="rId63" Type="http://schemas.openxmlformats.org/officeDocument/2006/relationships/image" Target="../media/image104.png"/><Relationship Id="rId7" Type="http://schemas.openxmlformats.org/officeDocument/2006/relationships/image" Target="../media/image48.png"/><Relationship Id="rId2" Type="http://schemas.openxmlformats.org/officeDocument/2006/relationships/image" Target="../media/image5.jpg"/><Relationship Id="rId16" Type="http://schemas.openxmlformats.org/officeDocument/2006/relationships/image" Target="../media/image57.png"/><Relationship Id="rId29" Type="http://schemas.openxmlformats.org/officeDocument/2006/relationships/image" Target="../media/image70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32" Type="http://schemas.openxmlformats.org/officeDocument/2006/relationships/image" Target="../media/image73.png"/><Relationship Id="rId37" Type="http://schemas.openxmlformats.org/officeDocument/2006/relationships/image" Target="../media/image78.png"/><Relationship Id="rId40" Type="http://schemas.openxmlformats.org/officeDocument/2006/relationships/image" Target="../media/image81.png"/><Relationship Id="rId45" Type="http://schemas.openxmlformats.org/officeDocument/2006/relationships/image" Target="../media/image86.png"/><Relationship Id="rId53" Type="http://schemas.openxmlformats.org/officeDocument/2006/relationships/image" Target="../media/image94.png"/><Relationship Id="rId58" Type="http://schemas.openxmlformats.org/officeDocument/2006/relationships/image" Target="../media/image99.png"/><Relationship Id="rId5" Type="http://schemas.openxmlformats.org/officeDocument/2006/relationships/image" Target="../media/image46.png"/><Relationship Id="rId61" Type="http://schemas.openxmlformats.org/officeDocument/2006/relationships/image" Target="../media/image102.png"/><Relationship Id="rId19" Type="http://schemas.openxmlformats.org/officeDocument/2006/relationships/image" Target="../media/image6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43" Type="http://schemas.openxmlformats.org/officeDocument/2006/relationships/image" Target="../media/image84.png"/><Relationship Id="rId48" Type="http://schemas.openxmlformats.org/officeDocument/2006/relationships/image" Target="../media/image89.png"/><Relationship Id="rId56" Type="http://schemas.openxmlformats.org/officeDocument/2006/relationships/image" Target="../media/image97.png"/><Relationship Id="rId8" Type="http://schemas.openxmlformats.org/officeDocument/2006/relationships/image" Target="../media/image49.png"/><Relationship Id="rId51" Type="http://schemas.openxmlformats.org/officeDocument/2006/relationships/image" Target="../media/image92.png"/><Relationship Id="rId3" Type="http://schemas.openxmlformats.org/officeDocument/2006/relationships/image" Target="../media/image6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33" Type="http://schemas.openxmlformats.org/officeDocument/2006/relationships/image" Target="../media/image74.png"/><Relationship Id="rId38" Type="http://schemas.openxmlformats.org/officeDocument/2006/relationships/image" Target="../media/image79.png"/><Relationship Id="rId46" Type="http://schemas.openxmlformats.org/officeDocument/2006/relationships/image" Target="../media/image87.png"/><Relationship Id="rId59" Type="http://schemas.openxmlformats.org/officeDocument/2006/relationships/image" Target="../media/image100.png"/><Relationship Id="rId20" Type="http://schemas.openxmlformats.org/officeDocument/2006/relationships/image" Target="../media/image61.png"/><Relationship Id="rId41" Type="http://schemas.openxmlformats.org/officeDocument/2006/relationships/image" Target="../media/image82.png"/><Relationship Id="rId54" Type="http://schemas.openxmlformats.org/officeDocument/2006/relationships/image" Target="../media/image95.png"/><Relationship Id="rId6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36" Type="http://schemas.openxmlformats.org/officeDocument/2006/relationships/image" Target="../media/image77.png"/><Relationship Id="rId49" Type="http://schemas.openxmlformats.org/officeDocument/2006/relationships/image" Target="../media/image90.png"/><Relationship Id="rId57" Type="http://schemas.openxmlformats.org/officeDocument/2006/relationships/image" Target="../media/image98.png"/><Relationship Id="rId10" Type="http://schemas.openxmlformats.org/officeDocument/2006/relationships/image" Target="../media/image51.png"/><Relationship Id="rId31" Type="http://schemas.openxmlformats.org/officeDocument/2006/relationships/image" Target="../media/image72.png"/><Relationship Id="rId44" Type="http://schemas.openxmlformats.org/officeDocument/2006/relationships/image" Target="../media/image85.png"/><Relationship Id="rId52" Type="http://schemas.openxmlformats.org/officeDocument/2006/relationships/image" Target="../media/image93.png"/><Relationship Id="rId60" Type="http://schemas.openxmlformats.org/officeDocument/2006/relationships/image" Target="../media/image101.png"/><Relationship Id="rId4" Type="http://schemas.openxmlformats.org/officeDocument/2006/relationships/image" Target="../media/image7.jpg"/><Relationship Id="rId9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6.png"/><Relationship Id="rId21" Type="http://schemas.openxmlformats.org/officeDocument/2006/relationships/image" Target="../media/image121.png"/><Relationship Id="rId42" Type="http://schemas.openxmlformats.org/officeDocument/2006/relationships/image" Target="../media/image142.png"/><Relationship Id="rId47" Type="http://schemas.openxmlformats.org/officeDocument/2006/relationships/image" Target="../media/image147.png"/><Relationship Id="rId63" Type="http://schemas.openxmlformats.org/officeDocument/2006/relationships/image" Target="../media/image163.png"/><Relationship Id="rId68" Type="http://schemas.openxmlformats.org/officeDocument/2006/relationships/image" Target="../media/image168.png"/><Relationship Id="rId84" Type="http://schemas.openxmlformats.org/officeDocument/2006/relationships/image" Target="../media/image184.png"/><Relationship Id="rId16" Type="http://schemas.openxmlformats.org/officeDocument/2006/relationships/image" Target="../media/image116.png"/><Relationship Id="rId11" Type="http://schemas.openxmlformats.org/officeDocument/2006/relationships/image" Target="../media/image111.png"/><Relationship Id="rId32" Type="http://schemas.openxmlformats.org/officeDocument/2006/relationships/image" Target="../media/image132.png"/><Relationship Id="rId37" Type="http://schemas.openxmlformats.org/officeDocument/2006/relationships/image" Target="../media/image137.png"/><Relationship Id="rId53" Type="http://schemas.openxmlformats.org/officeDocument/2006/relationships/image" Target="../media/image153.png"/><Relationship Id="rId58" Type="http://schemas.openxmlformats.org/officeDocument/2006/relationships/image" Target="../media/image158.png"/><Relationship Id="rId74" Type="http://schemas.openxmlformats.org/officeDocument/2006/relationships/image" Target="../media/image174.png"/><Relationship Id="rId79" Type="http://schemas.openxmlformats.org/officeDocument/2006/relationships/image" Target="../media/image179.png"/><Relationship Id="rId5" Type="http://schemas.openxmlformats.org/officeDocument/2006/relationships/image" Target="../media/image105.png"/><Relationship Id="rId61" Type="http://schemas.openxmlformats.org/officeDocument/2006/relationships/image" Target="../media/image161.png"/><Relationship Id="rId82" Type="http://schemas.openxmlformats.org/officeDocument/2006/relationships/image" Target="../media/image182.png"/><Relationship Id="rId19" Type="http://schemas.openxmlformats.org/officeDocument/2006/relationships/image" Target="../media/image119.png"/><Relationship Id="rId14" Type="http://schemas.openxmlformats.org/officeDocument/2006/relationships/image" Target="../media/image114.png"/><Relationship Id="rId22" Type="http://schemas.openxmlformats.org/officeDocument/2006/relationships/image" Target="../media/image122.png"/><Relationship Id="rId27" Type="http://schemas.openxmlformats.org/officeDocument/2006/relationships/image" Target="../media/image127.png"/><Relationship Id="rId30" Type="http://schemas.openxmlformats.org/officeDocument/2006/relationships/image" Target="../media/image130.png"/><Relationship Id="rId35" Type="http://schemas.openxmlformats.org/officeDocument/2006/relationships/image" Target="../media/image135.png"/><Relationship Id="rId43" Type="http://schemas.openxmlformats.org/officeDocument/2006/relationships/image" Target="../media/image143.png"/><Relationship Id="rId48" Type="http://schemas.openxmlformats.org/officeDocument/2006/relationships/image" Target="../media/image148.png"/><Relationship Id="rId56" Type="http://schemas.openxmlformats.org/officeDocument/2006/relationships/image" Target="../media/image156.png"/><Relationship Id="rId64" Type="http://schemas.openxmlformats.org/officeDocument/2006/relationships/image" Target="../media/image164.png"/><Relationship Id="rId69" Type="http://schemas.openxmlformats.org/officeDocument/2006/relationships/image" Target="../media/image169.png"/><Relationship Id="rId77" Type="http://schemas.openxmlformats.org/officeDocument/2006/relationships/image" Target="../media/image177.png"/><Relationship Id="rId8" Type="http://schemas.openxmlformats.org/officeDocument/2006/relationships/image" Target="../media/image108.png"/><Relationship Id="rId51" Type="http://schemas.openxmlformats.org/officeDocument/2006/relationships/image" Target="../media/image151.png"/><Relationship Id="rId72" Type="http://schemas.openxmlformats.org/officeDocument/2006/relationships/image" Target="../media/image172.png"/><Relationship Id="rId80" Type="http://schemas.openxmlformats.org/officeDocument/2006/relationships/image" Target="../media/image180.png"/><Relationship Id="rId3" Type="http://schemas.openxmlformats.org/officeDocument/2006/relationships/image" Target="../media/image6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33" Type="http://schemas.openxmlformats.org/officeDocument/2006/relationships/image" Target="../media/image133.png"/><Relationship Id="rId38" Type="http://schemas.openxmlformats.org/officeDocument/2006/relationships/image" Target="../media/image138.png"/><Relationship Id="rId46" Type="http://schemas.openxmlformats.org/officeDocument/2006/relationships/image" Target="../media/image146.png"/><Relationship Id="rId59" Type="http://schemas.openxmlformats.org/officeDocument/2006/relationships/image" Target="../media/image159.png"/><Relationship Id="rId67" Type="http://schemas.openxmlformats.org/officeDocument/2006/relationships/image" Target="../media/image167.png"/><Relationship Id="rId20" Type="http://schemas.openxmlformats.org/officeDocument/2006/relationships/image" Target="../media/image120.png"/><Relationship Id="rId41" Type="http://schemas.openxmlformats.org/officeDocument/2006/relationships/image" Target="../media/image141.png"/><Relationship Id="rId54" Type="http://schemas.openxmlformats.org/officeDocument/2006/relationships/image" Target="../media/image154.png"/><Relationship Id="rId62" Type="http://schemas.openxmlformats.org/officeDocument/2006/relationships/image" Target="../media/image162.png"/><Relationship Id="rId70" Type="http://schemas.openxmlformats.org/officeDocument/2006/relationships/image" Target="../media/image170.png"/><Relationship Id="rId75" Type="http://schemas.openxmlformats.org/officeDocument/2006/relationships/image" Target="../media/image175.png"/><Relationship Id="rId83" Type="http://schemas.openxmlformats.org/officeDocument/2006/relationships/image" Target="../media/image18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6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28" Type="http://schemas.openxmlformats.org/officeDocument/2006/relationships/image" Target="../media/image128.png"/><Relationship Id="rId36" Type="http://schemas.openxmlformats.org/officeDocument/2006/relationships/image" Target="../media/image136.png"/><Relationship Id="rId49" Type="http://schemas.openxmlformats.org/officeDocument/2006/relationships/image" Target="../media/image149.png"/><Relationship Id="rId57" Type="http://schemas.openxmlformats.org/officeDocument/2006/relationships/image" Target="../media/image157.png"/><Relationship Id="rId10" Type="http://schemas.openxmlformats.org/officeDocument/2006/relationships/image" Target="../media/image110.png"/><Relationship Id="rId31" Type="http://schemas.openxmlformats.org/officeDocument/2006/relationships/image" Target="../media/image131.png"/><Relationship Id="rId44" Type="http://schemas.openxmlformats.org/officeDocument/2006/relationships/image" Target="../media/image144.png"/><Relationship Id="rId52" Type="http://schemas.openxmlformats.org/officeDocument/2006/relationships/image" Target="../media/image152.png"/><Relationship Id="rId60" Type="http://schemas.openxmlformats.org/officeDocument/2006/relationships/image" Target="../media/image160.png"/><Relationship Id="rId65" Type="http://schemas.openxmlformats.org/officeDocument/2006/relationships/image" Target="../media/image165.png"/><Relationship Id="rId73" Type="http://schemas.openxmlformats.org/officeDocument/2006/relationships/image" Target="../media/image173.png"/><Relationship Id="rId78" Type="http://schemas.openxmlformats.org/officeDocument/2006/relationships/image" Target="../media/image178.png"/><Relationship Id="rId81" Type="http://schemas.openxmlformats.org/officeDocument/2006/relationships/image" Target="../media/image181.png"/><Relationship Id="rId4" Type="http://schemas.openxmlformats.org/officeDocument/2006/relationships/image" Target="../media/image7.jpg"/><Relationship Id="rId9" Type="http://schemas.openxmlformats.org/officeDocument/2006/relationships/image" Target="../media/image109.png"/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39" Type="http://schemas.openxmlformats.org/officeDocument/2006/relationships/image" Target="../media/image139.png"/><Relationship Id="rId34" Type="http://schemas.openxmlformats.org/officeDocument/2006/relationships/image" Target="../media/image134.png"/><Relationship Id="rId50" Type="http://schemas.openxmlformats.org/officeDocument/2006/relationships/image" Target="../media/image150.png"/><Relationship Id="rId55" Type="http://schemas.openxmlformats.org/officeDocument/2006/relationships/image" Target="../media/image155.png"/><Relationship Id="rId76" Type="http://schemas.openxmlformats.org/officeDocument/2006/relationships/image" Target="../media/image176.png"/><Relationship Id="rId7" Type="http://schemas.openxmlformats.org/officeDocument/2006/relationships/image" Target="../media/image107.png"/><Relationship Id="rId71" Type="http://schemas.openxmlformats.org/officeDocument/2006/relationships/image" Target="../media/image171.png"/><Relationship Id="rId2" Type="http://schemas.openxmlformats.org/officeDocument/2006/relationships/image" Target="../media/image5.jpg"/><Relationship Id="rId29" Type="http://schemas.openxmlformats.org/officeDocument/2006/relationships/image" Target="../media/image129.png"/><Relationship Id="rId24" Type="http://schemas.openxmlformats.org/officeDocument/2006/relationships/image" Target="../media/image124.png"/><Relationship Id="rId40" Type="http://schemas.openxmlformats.org/officeDocument/2006/relationships/image" Target="../media/image140.png"/><Relationship Id="rId45" Type="http://schemas.openxmlformats.org/officeDocument/2006/relationships/image" Target="../media/image145.png"/><Relationship Id="rId66" Type="http://schemas.openxmlformats.org/officeDocument/2006/relationships/image" Target="../media/image166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3.png"/><Relationship Id="rId18" Type="http://schemas.openxmlformats.org/officeDocument/2006/relationships/image" Target="../media/image198.png"/><Relationship Id="rId26" Type="http://schemas.openxmlformats.org/officeDocument/2006/relationships/image" Target="../media/image206.png"/><Relationship Id="rId39" Type="http://schemas.openxmlformats.org/officeDocument/2006/relationships/image" Target="../media/image218.png"/><Relationship Id="rId21" Type="http://schemas.openxmlformats.org/officeDocument/2006/relationships/image" Target="../media/image201.png"/><Relationship Id="rId34" Type="http://schemas.openxmlformats.org/officeDocument/2006/relationships/image" Target="../media/image213.png"/><Relationship Id="rId42" Type="http://schemas.openxmlformats.org/officeDocument/2006/relationships/image" Target="../media/image221.png"/><Relationship Id="rId47" Type="http://schemas.openxmlformats.org/officeDocument/2006/relationships/image" Target="../media/image226.png"/><Relationship Id="rId50" Type="http://schemas.openxmlformats.org/officeDocument/2006/relationships/image" Target="../media/image229.png"/><Relationship Id="rId7" Type="http://schemas.openxmlformats.org/officeDocument/2006/relationships/image" Target="../media/image187.png"/><Relationship Id="rId2" Type="http://schemas.openxmlformats.org/officeDocument/2006/relationships/image" Target="../media/image5.jpg"/><Relationship Id="rId16" Type="http://schemas.openxmlformats.org/officeDocument/2006/relationships/image" Target="../media/image196.png"/><Relationship Id="rId29" Type="http://schemas.openxmlformats.org/officeDocument/2006/relationships/image" Target="../media/image209.png"/><Relationship Id="rId11" Type="http://schemas.openxmlformats.org/officeDocument/2006/relationships/image" Target="../media/image191.png"/><Relationship Id="rId24" Type="http://schemas.openxmlformats.org/officeDocument/2006/relationships/image" Target="../media/image204.png"/><Relationship Id="rId32" Type="http://schemas.openxmlformats.org/officeDocument/2006/relationships/image" Target="../media/image211.png"/><Relationship Id="rId37" Type="http://schemas.openxmlformats.org/officeDocument/2006/relationships/image" Target="../media/image216.png"/><Relationship Id="rId40" Type="http://schemas.openxmlformats.org/officeDocument/2006/relationships/image" Target="../media/image219.png"/><Relationship Id="rId45" Type="http://schemas.openxmlformats.org/officeDocument/2006/relationships/image" Target="../media/image224.png"/><Relationship Id="rId5" Type="http://schemas.openxmlformats.org/officeDocument/2006/relationships/image" Target="../media/image185.png"/><Relationship Id="rId15" Type="http://schemas.openxmlformats.org/officeDocument/2006/relationships/image" Target="../media/image195.png"/><Relationship Id="rId23" Type="http://schemas.openxmlformats.org/officeDocument/2006/relationships/image" Target="../media/image203.png"/><Relationship Id="rId28" Type="http://schemas.openxmlformats.org/officeDocument/2006/relationships/image" Target="../media/image208.png"/><Relationship Id="rId36" Type="http://schemas.openxmlformats.org/officeDocument/2006/relationships/image" Target="../media/image215.png"/><Relationship Id="rId49" Type="http://schemas.openxmlformats.org/officeDocument/2006/relationships/image" Target="../media/image228.png"/><Relationship Id="rId10" Type="http://schemas.openxmlformats.org/officeDocument/2006/relationships/image" Target="../media/image190.png"/><Relationship Id="rId19" Type="http://schemas.openxmlformats.org/officeDocument/2006/relationships/image" Target="../media/image199.png"/><Relationship Id="rId31" Type="http://schemas.openxmlformats.org/officeDocument/2006/relationships/image" Target="../media/image210.png"/><Relationship Id="rId44" Type="http://schemas.openxmlformats.org/officeDocument/2006/relationships/image" Target="../media/image223.png"/><Relationship Id="rId4" Type="http://schemas.openxmlformats.org/officeDocument/2006/relationships/image" Target="../media/image7.jpg"/><Relationship Id="rId9" Type="http://schemas.openxmlformats.org/officeDocument/2006/relationships/image" Target="../media/image189.png"/><Relationship Id="rId14" Type="http://schemas.openxmlformats.org/officeDocument/2006/relationships/image" Target="../media/image194.png"/><Relationship Id="rId22" Type="http://schemas.openxmlformats.org/officeDocument/2006/relationships/image" Target="../media/image202.png"/><Relationship Id="rId27" Type="http://schemas.openxmlformats.org/officeDocument/2006/relationships/image" Target="../media/image207.png"/><Relationship Id="rId30" Type="http://schemas.openxmlformats.org/officeDocument/2006/relationships/image" Target="../media/image14.png"/><Relationship Id="rId35" Type="http://schemas.openxmlformats.org/officeDocument/2006/relationships/image" Target="../media/image214.png"/><Relationship Id="rId43" Type="http://schemas.openxmlformats.org/officeDocument/2006/relationships/image" Target="../media/image222.png"/><Relationship Id="rId48" Type="http://schemas.openxmlformats.org/officeDocument/2006/relationships/image" Target="../media/image227.png"/><Relationship Id="rId8" Type="http://schemas.openxmlformats.org/officeDocument/2006/relationships/image" Target="../media/image188.png"/><Relationship Id="rId51" Type="http://schemas.openxmlformats.org/officeDocument/2006/relationships/image" Target="../media/image230.png"/><Relationship Id="rId3" Type="http://schemas.openxmlformats.org/officeDocument/2006/relationships/image" Target="../media/image6.png"/><Relationship Id="rId12" Type="http://schemas.openxmlformats.org/officeDocument/2006/relationships/image" Target="../media/image192.png"/><Relationship Id="rId17" Type="http://schemas.openxmlformats.org/officeDocument/2006/relationships/image" Target="../media/image197.png"/><Relationship Id="rId25" Type="http://schemas.openxmlformats.org/officeDocument/2006/relationships/image" Target="../media/image205.png"/><Relationship Id="rId33" Type="http://schemas.openxmlformats.org/officeDocument/2006/relationships/image" Target="../media/image212.png"/><Relationship Id="rId38" Type="http://schemas.openxmlformats.org/officeDocument/2006/relationships/image" Target="../media/image217.png"/><Relationship Id="rId46" Type="http://schemas.openxmlformats.org/officeDocument/2006/relationships/image" Target="../media/image225.png"/><Relationship Id="rId20" Type="http://schemas.openxmlformats.org/officeDocument/2006/relationships/image" Target="../media/image200.png"/><Relationship Id="rId41" Type="http://schemas.openxmlformats.org/officeDocument/2006/relationships/image" Target="../media/image2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jpeg"/><Relationship Id="rId13" Type="http://schemas.openxmlformats.org/officeDocument/2006/relationships/image" Target="../media/image243.svg"/><Relationship Id="rId3" Type="http://schemas.openxmlformats.org/officeDocument/2006/relationships/image" Target="../media/image233.jpeg"/><Relationship Id="rId7" Type="http://schemas.openxmlformats.org/officeDocument/2006/relationships/image" Target="../media/image237.jpeg"/><Relationship Id="rId12" Type="http://schemas.openxmlformats.org/officeDocument/2006/relationships/image" Target="../media/image242.png"/><Relationship Id="rId2" Type="http://schemas.openxmlformats.org/officeDocument/2006/relationships/image" Target="../media/image232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6.svg"/><Relationship Id="rId11" Type="http://schemas.openxmlformats.org/officeDocument/2006/relationships/image" Target="../media/image241.jpeg"/><Relationship Id="rId5" Type="http://schemas.openxmlformats.org/officeDocument/2006/relationships/image" Target="../media/image235.svg"/><Relationship Id="rId10" Type="http://schemas.openxmlformats.org/officeDocument/2006/relationships/image" Target="../media/image240.svg"/><Relationship Id="rId4" Type="http://schemas.openxmlformats.org/officeDocument/2006/relationships/image" Target="../media/image234.png"/><Relationship Id="rId9" Type="http://schemas.openxmlformats.org/officeDocument/2006/relationships/image" Target="../media/image2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jpeg"/><Relationship Id="rId13" Type="http://schemas.openxmlformats.org/officeDocument/2006/relationships/image" Target="../media/image245.svg"/><Relationship Id="rId3" Type="http://schemas.openxmlformats.org/officeDocument/2006/relationships/image" Target="../media/image233.jpeg"/><Relationship Id="rId7" Type="http://schemas.openxmlformats.org/officeDocument/2006/relationships/image" Target="../media/image237.jpeg"/><Relationship Id="rId12" Type="http://schemas.openxmlformats.org/officeDocument/2006/relationships/image" Target="../media/image244.png"/><Relationship Id="rId2" Type="http://schemas.openxmlformats.org/officeDocument/2006/relationships/image" Target="../media/image232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6.svg"/><Relationship Id="rId11" Type="http://schemas.openxmlformats.org/officeDocument/2006/relationships/image" Target="../media/image241.jpeg"/><Relationship Id="rId5" Type="http://schemas.openxmlformats.org/officeDocument/2006/relationships/image" Target="../media/image235.svg"/><Relationship Id="rId15" Type="http://schemas.openxmlformats.org/officeDocument/2006/relationships/image" Target="../media/image247.svg"/><Relationship Id="rId10" Type="http://schemas.openxmlformats.org/officeDocument/2006/relationships/image" Target="../media/image240.svg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image" Target="../media/image2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13" Type="http://schemas.openxmlformats.org/officeDocument/2006/relationships/image" Target="../media/image258.png"/><Relationship Id="rId18" Type="http://schemas.openxmlformats.org/officeDocument/2006/relationships/image" Target="../media/image263.png"/><Relationship Id="rId26" Type="http://schemas.openxmlformats.org/officeDocument/2006/relationships/image" Target="../media/image271.png"/><Relationship Id="rId3" Type="http://schemas.openxmlformats.org/officeDocument/2006/relationships/image" Target="../media/image249.png"/><Relationship Id="rId21" Type="http://schemas.openxmlformats.org/officeDocument/2006/relationships/image" Target="../media/image266.png"/><Relationship Id="rId7" Type="http://schemas.openxmlformats.org/officeDocument/2006/relationships/image" Target="../media/image252.png"/><Relationship Id="rId12" Type="http://schemas.openxmlformats.org/officeDocument/2006/relationships/image" Target="../media/image257.png"/><Relationship Id="rId17" Type="http://schemas.openxmlformats.org/officeDocument/2006/relationships/image" Target="../media/image262.png"/><Relationship Id="rId25" Type="http://schemas.openxmlformats.org/officeDocument/2006/relationships/image" Target="../media/image270.png"/><Relationship Id="rId2" Type="http://schemas.openxmlformats.org/officeDocument/2006/relationships/image" Target="../media/image248.jpg"/><Relationship Id="rId16" Type="http://schemas.openxmlformats.org/officeDocument/2006/relationships/image" Target="../media/image261.png"/><Relationship Id="rId20" Type="http://schemas.openxmlformats.org/officeDocument/2006/relationships/image" Target="../media/image265.png"/><Relationship Id="rId29" Type="http://schemas.openxmlformats.org/officeDocument/2006/relationships/image" Target="../media/image2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4.png"/><Relationship Id="rId11" Type="http://schemas.openxmlformats.org/officeDocument/2006/relationships/image" Target="../media/image256.png"/><Relationship Id="rId24" Type="http://schemas.openxmlformats.org/officeDocument/2006/relationships/image" Target="../media/image269.png"/><Relationship Id="rId5" Type="http://schemas.openxmlformats.org/officeDocument/2006/relationships/image" Target="../media/image251.png"/><Relationship Id="rId15" Type="http://schemas.openxmlformats.org/officeDocument/2006/relationships/image" Target="../media/image260.png"/><Relationship Id="rId23" Type="http://schemas.openxmlformats.org/officeDocument/2006/relationships/image" Target="../media/image268.png"/><Relationship Id="rId28" Type="http://schemas.openxmlformats.org/officeDocument/2006/relationships/image" Target="../media/image273.png"/><Relationship Id="rId10" Type="http://schemas.openxmlformats.org/officeDocument/2006/relationships/image" Target="../media/image255.png"/><Relationship Id="rId19" Type="http://schemas.openxmlformats.org/officeDocument/2006/relationships/image" Target="../media/image264.png"/><Relationship Id="rId4" Type="http://schemas.openxmlformats.org/officeDocument/2006/relationships/image" Target="../media/image250.jpg"/><Relationship Id="rId9" Type="http://schemas.openxmlformats.org/officeDocument/2006/relationships/image" Target="../media/image254.png"/><Relationship Id="rId14" Type="http://schemas.openxmlformats.org/officeDocument/2006/relationships/image" Target="../media/image259.png"/><Relationship Id="rId22" Type="http://schemas.openxmlformats.org/officeDocument/2006/relationships/image" Target="../media/image267.png"/><Relationship Id="rId27" Type="http://schemas.openxmlformats.org/officeDocument/2006/relationships/image" Target="../media/image272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3.png"/><Relationship Id="rId18" Type="http://schemas.openxmlformats.org/officeDocument/2006/relationships/image" Target="../media/image288.png"/><Relationship Id="rId26" Type="http://schemas.openxmlformats.org/officeDocument/2006/relationships/image" Target="../media/image296.png"/><Relationship Id="rId39" Type="http://schemas.openxmlformats.org/officeDocument/2006/relationships/image" Target="../media/image309.png"/><Relationship Id="rId21" Type="http://schemas.openxmlformats.org/officeDocument/2006/relationships/image" Target="../media/image291.png"/><Relationship Id="rId34" Type="http://schemas.openxmlformats.org/officeDocument/2006/relationships/image" Target="../media/image304.png"/><Relationship Id="rId42" Type="http://schemas.openxmlformats.org/officeDocument/2006/relationships/image" Target="../media/image312.png"/><Relationship Id="rId47" Type="http://schemas.openxmlformats.org/officeDocument/2006/relationships/image" Target="../media/image317.png"/><Relationship Id="rId7" Type="http://schemas.openxmlformats.org/officeDocument/2006/relationships/image" Target="../media/image277.png"/><Relationship Id="rId2" Type="http://schemas.openxmlformats.org/officeDocument/2006/relationships/image" Target="../media/image248.jpg"/><Relationship Id="rId16" Type="http://schemas.openxmlformats.org/officeDocument/2006/relationships/image" Target="../media/image286.png"/><Relationship Id="rId29" Type="http://schemas.openxmlformats.org/officeDocument/2006/relationships/image" Target="../media/image2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6.png"/><Relationship Id="rId11" Type="http://schemas.openxmlformats.org/officeDocument/2006/relationships/image" Target="../media/image281.png"/><Relationship Id="rId24" Type="http://schemas.openxmlformats.org/officeDocument/2006/relationships/image" Target="../media/image294.png"/><Relationship Id="rId32" Type="http://schemas.openxmlformats.org/officeDocument/2006/relationships/image" Target="../media/image302.png"/><Relationship Id="rId37" Type="http://schemas.openxmlformats.org/officeDocument/2006/relationships/image" Target="../media/image307.png"/><Relationship Id="rId40" Type="http://schemas.openxmlformats.org/officeDocument/2006/relationships/image" Target="../media/image310.png"/><Relationship Id="rId45" Type="http://schemas.openxmlformats.org/officeDocument/2006/relationships/image" Target="../media/image315.png"/><Relationship Id="rId5" Type="http://schemas.openxmlformats.org/officeDocument/2006/relationships/image" Target="../media/image275.png"/><Relationship Id="rId15" Type="http://schemas.openxmlformats.org/officeDocument/2006/relationships/image" Target="../media/image285.png"/><Relationship Id="rId23" Type="http://schemas.openxmlformats.org/officeDocument/2006/relationships/image" Target="../media/image293.png"/><Relationship Id="rId28" Type="http://schemas.openxmlformats.org/officeDocument/2006/relationships/image" Target="../media/image298.png"/><Relationship Id="rId36" Type="http://schemas.openxmlformats.org/officeDocument/2006/relationships/image" Target="../media/image306.png"/><Relationship Id="rId10" Type="http://schemas.openxmlformats.org/officeDocument/2006/relationships/image" Target="../media/image280.png"/><Relationship Id="rId19" Type="http://schemas.openxmlformats.org/officeDocument/2006/relationships/image" Target="../media/image289.png"/><Relationship Id="rId31" Type="http://schemas.openxmlformats.org/officeDocument/2006/relationships/image" Target="../media/image301.png"/><Relationship Id="rId44" Type="http://schemas.openxmlformats.org/officeDocument/2006/relationships/image" Target="../media/image314.png"/><Relationship Id="rId4" Type="http://schemas.openxmlformats.org/officeDocument/2006/relationships/image" Target="../media/image250.jpg"/><Relationship Id="rId9" Type="http://schemas.openxmlformats.org/officeDocument/2006/relationships/image" Target="../media/image279.png"/><Relationship Id="rId14" Type="http://schemas.openxmlformats.org/officeDocument/2006/relationships/image" Target="../media/image284.png"/><Relationship Id="rId22" Type="http://schemas.openxmlformats.org/officeDocument/2006/relationships/image" Target="../media/image292.png"/><Relationship Id="rId27" Type="http://schemas.openxmlformats.org/officeDocument/2006/relationships/image" Target="../media/image297.png"/><Relationship Id="rId30" Type="http://schemas.openxmlformats.org/officeDocument/2006/relationships/image" Target="../media/image300.png"/><Relationship Id="rId35" Type="http://schemas.openxmlformats.org/officeDocument/2006/relationships/image" Target="../media/image305.png"/><Relationship Id="rId43" Type="http://schemas.openxmlformats.org/officeDocument/2006/relationships/image" Target="../media/image313.png"/><Relationship Id="rId8" Type="http://schemas.openxmlformats.org/officeDocument/2006/relationships/image" Target="../media/image278.png"/><Relationship Id="rId3" Type="http://schemas.openxmlformats.org/officeDocument/2006/relationships/image" Target="../media/image249.png"/><Relationship Id="rId12" Type="http://schemas.openxmlformats.org/officeDocument/2006/relationships/image" Target="../media/image282.png"/><Relationship Id="rId17" Type="http://schemas.openxmlformats.org/officeDocument/2006/relationships/image" Target="../media/image287.png"/><Relationship Id="rId25" Type="http://schemas.openxmlformats.org/officeDocument/2006/relationships/image" Target="../media/image295.png"/><Relationship Id="rId33" Type="http://schemas.openxmlformats.org/officeDocument/2006/relationships/image" Target="../media/image303.png"/><Relationship Id="rId38" Type="http://schemas.openxmlformats.org/officeDocument/2006/relationships/image" Target="../media/image308.png"/><Relationship Id="rId46" Type="http://schemas.openxmlformats.org/officeDocument/2006/relationships/image" Target="../media/image316.png"/><Relationship Id="rId20" Type="http://schemas.openxmlformats.org/officeDocument/2006/relationships/image" Target="../media/image290.png"/><Relationship Id="rId41" Type="http://schemas.openxmlformats.org/officeDocument/2006/relationships/image" Target="../media/image311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8.png"/><Relationship Id="rId18" Type="http://schemas.openxmlformats.org/officeDocument/2006/relationships/image" Target="../media/image333.png"/><Relationship Id="rId26" Type="http://schemas.openxmlformats.org/officeDocument/2006/relationships/image" Target="../media/image341.png"/><Relationship Id="rId39" Type="http://schemas.openxmlformats.org/officeDocument/2006/relationships/image" Target="../media/image354.png"/><Relationship Id="rId21" Type="http://schemas.openxmlformats.org/officeDocument/2006/relationships/image" Target="../media/image336.png"/><Relationship Id="rId34" Type="http://schemas.openxmlformats.org/officeDocument/2006/relationships/image" Target="../media/image349.png"/><Relationship Id="rId42" Type="http://schemas.openxmlformats.org/officeDocument/2006/relationships/image" Target="../media/image357.png"/><Relationship Id="rId47" Type="http://schemas.openxmlformats.org/officeDocument/2006/relationships/image" Target="../media/image362.png"/><Relationship Id="rId50" Type="http://schemas.openxmlformats.org/officeDocument/2006/relationships/image" Target="../media/image365.png"/><Relationship Id="rId55" Type="http://schemas.openxmlformats.org/officeDocument/2006/relationships/image" Target="../media/image370.png"/><Relationship Id="rId7" Type="http://schemas.openxmlformats.org/officeDocument/2006/relationships/image" Target="../media/image323.png"/><Relationship Id="rId2" Type="http://schemas.openxmlformats.org/officeDocument/2006/relationships/image" Target="../media/image318.jpg"/><Relationship Id="rId16" Type="http://schemas.openxmlformats.org/officeDocument/2006/relationships/image" Target="../media/image331.png"/><Relationship Id="rId29" Type="http://schemas.openxmlformats.org/officeDocument/2006/relationships/image" Target="../media/image344.png"/><Relationship Id="rId11" Type="http://schemas.openxmlformats.org/officeDocument/2006/relationships/image" Target="../media/image198.png"/><Relationship Id="rId24" Type="http://schemas.openxmlformats.org/officeDocument/2006/relationships/image" Target="../media/image339.png"/><Relationship Id="rId32" Type="http://schemas.openxmlformats.org/officeDocument/2006/relationships/image" Target="../media/image347.png"/><Relationship Id="rId37" Type="http://schemas.openxmlformats.org/officeDocument/2006/relationships/image" Target="../media/image352.png"/><Relationship Id="rId40" Type="http://schemas.openxmlformats.org/officeDocument/2006/relationships/image" Target="../media/image355.png"/><Relationship Id="rId45" Type="http://schemas.openxmlformats.org/officeDocument/2006/relationships/image" Target="../media/image360.png"/><Relationship Id="rId53" Type="http://schemas.openxmlformats.org/officeDocument/2006/relationships/image" Target="../media/image368.png"/><Relationship Id="rId5" Type="http://schemas.openxmlformats.org/officeDocument/2006/relationships/image" Target="../media/image321.png"/><Relationship Id="rId19" Type="http://schemas.openxmlformats.org/officeDocument/2006/relationships/image" Target="../media/image334.png"/><Relationship Id="rId4" Type="http://schemas.openxmlformats.org/officeDocument/2006/relationships/image" Target="../media/image320.jpg"/><Relationship Id="rId9" Type="http://schemas.openxmlformats.org/officeDocument/2006/relationships/image" Target="../media/image325.png"/><Relationship Id="rId14" Type="http://schemas.openxmlformats.org/officeDocument/2006/relationships/image" Target="../media/image329.png"/><Relationship Id="rId22" Type="http://schemas.openxmlformats.org/officeDocument/2006/relationships/image" Target="../media/image337.png"/><Relationship Id="rId27" Type="http://schemas.openxmlformats.org/officeDocument/2006/relationships/image" Target="../media/image342.png"/><Relationship Id="rId30" Type="http://schemas.openxmlformats.org/officeDocument/2006/relationships/image" Target="../media/image345.png"/><Relationship Id="rId35" Type="http://schemas.openxmlformats.org/officeDocument/2006/relationships/image" Target="../media/image350.png"/><Relationship Id="rId43" Type="http://schemas.openxmlformats.org/officeDocument/2006/relationships/image" Target="../media/image358.png"/><Relationship Id="rId48" Type="http://schemas.openxmlformats.org/officeDocument/2006/relationships/image" Target="../media/image363.png"/><Relationship Id="rId56" Type="http://schemas.openxmlformats.org/officeDocument/2006/relationships/image" Target="../media/image371.png"/><Relationship Id="rId8" Type="http://schemas.openxmlformats.org/officeDocument/2006/relationships/image" Target="../media/image324.png"/><Relationship Id="rId51" Type="http://schemas.openxmlformats.org/officeDocument/2006/relationships/image" Target="../media/image366.png"/><Relationship Id="rId3" Type="http://schemas.openxmlformats.org/officeDocument/2006/relationships/image" Target="../media/image319.png"/><Relationship Id="rId12" Type="http://schemas.openxmlformats.org/officeDocument/2006/relationships/image" Target="../media/image327.png"/><Relationship Id="rId17" Type="http://schemas.openxmlformats.org/officeDocument/2006/relationships/image" Target="../media/image332.png"/><Relationship Id="rId25" Type="http://schemas.openxmlformats.org/officeDocument/2006/relationships/image" Target="../media/image340.png"/><Relationship Id="rId33" Type="http://schemas.openxmlformats.org/officeDocument/2006/relationships/image" Target="../media/image348.png"/><Relationship Id="rId38" Type="http://schemas.openxmlformats.org/officeDocument/2006/relationships/image" Target="../media/image353.png"/><Relationship Id="rId46" Type="http://schemas.openxmlformats.org/officeDocument/2006/relationships/image" Target="../media/image361.png"/><Relationship Id="rId20" Type="http://schemas.openxmlformats.org/officeDocument/2006/relationships/image" Target="../media/image335.png"/><Relationship Id="rId41" Type="http://schemas.openxmlformats.org/officeDocument/2006/relationships/image" Target="../media/image356.png"/><Relationship Id="rId54" Type="http://schemas.openxmlformats.org/officeDocument/2006/relationships/image" Target="../media/image3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2.png"/><Relationship Id="rId15" Type="http://schemas.openxmlformats.org/officeDocument/2006/relationships/image" Target="../media/image330.png"/><Relationship Id="rId23" Type="http://schemas.openxmlformats.org/officeDocument/2006/relationships/image" Target="../media/image338.png"/><Relationship Id="rId28" Type="http://schemas.openxmlformats.org/officeDocument/2006/relationships/image" Target="../media/image343.png"/><Relationship Id="rId36" Type="http://schemas.openxmlformats.org/officeDocument/2006/relationships/image" Target="../media/image351.png"/><Relationship Id="rId49" Type="http://schemas.openxmlformats.org/officeDocument/2006/relationships/image" Target="../media/image364.png"/><Relationship Id="rId57" Type="http://schemas.openxmlformats.org/officeDocument/2006/relationships/image" Target="../media/image372.png"/><Relationship Id="rId10" Type="http://schemas.openxmlformats.org/officeDocument/2006/relationships/image" Target="../media/image326.png"/><Relationship Id="rId31" Type="http://schemas.openxmlformats.org/officeDocument/2006/relationships/image" Target="../media/image346.png"/><Relationship Id="rId44" Type="http://schemas.openxmlformats.org/officeDocument/2006/relationships/image" Target="../media/image359.png"/><Relationship Id="rId52" Type="http://schemas.openxmlformats.org/officeDocument/2006/relationships/image" Target="../media/image36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4.jpg"/><Relationship Id="rId2" Type="http://schemas.openxmlformats.org/officeDocument/2006/relationships/image" Target="../media/image373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4.jpg"/><Relationship Id="rId2" Type="http://schemas.openxmlformats.org/officeDocument/2006/relationships/image" Target="../media/image376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8.jpg"/><Relationship Id="rId4" Type="http://schemas.openxmlformats.org/officeDocument/2006/relationships/image" Target="../media/image37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jpg"/><Relationship Id="rId2" Type="http://schemas.openxmlformats.org/officeDocument/2006/relationships/image" Target="../media/image379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3.jpg"/><Relationship Id="rId2" Type="http://schemas.openxmlformats.org/officeDocument/2006/relationships/image" Target="../media/image382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3.jpg"/><Relationship Id="rId2" Type="http://schemas.openxmlformats.org/officeDocument/2006/relationships/image" Target="../media/image385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jpg"/><Relationship Id="rId2" Type="http://schemas.openxmlformats.org/officeDocument/2006/relationships/image" Target="../media/image387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jpg"/><Relationship Id="rId2" Type="http://schemas.openxmlformats.org/officeDocument/2006/relationships/image" Target="../media/image389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13D13992-344B-47B9-D7E8-EAB93746BA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8610600" y="6375401"/>
            <a:ext cx="2819400" cy="34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7719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fld id="{FFF8634A-65CB-4B14-8375-3DA83D8B2338}" type="slidenum">
              <a:rPr lang="fr-FR" altLang="ar-EG" smtClean="0"/>
              <a:pPr defTabSz="377190" rtl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1</a:t>
            </a:fld>
            <a:endParaRPr lang="en-US" altLang="ar-EG" sz="825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E15DDBF-8949-9207-C27E-455E2E20B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2836" y="2173130"/>
            <a:ext cx="7722890" cy="1107996"/>
          </a:xfrm>
        </p:spPr>
        <p:txBody>
          <a:bodyPr/>
          <a:lstStyle/>
          <a:p>
            <a:pPr eaLnBrk="1" hangingPunct="1"/>
            <a:r>
              <a:rPr lang="en-US" altLang="ar-EG" dirty="0"/>
              <a:t>An </a:t>
            </a:r>
            <a:r>
              <a:rPr lang="en-US" altLang="ar-EG" dirty="0">
                <a:solidFill>
                  <a:srgbClr val="FF0000"/>
                </a:solidFill>
              </a:rPr>
              <a:t>agent</a:t>
            </a:r>
            <a:r>
              <a:rPr lang="en-US" altLang="ar-EG" dirty="0"/>
              <a:t> is anything that can be viewed as </a:t>
            </a:r>
            <a:r>
              <a:rPr lang="en-US" altLang="ar-EG" dirty="0">
                <a:solidFill>
                  <a:srgbClr val="FF0000"/>
                </a:solidFill>
              </a:rPr>
              <a:t>perceiving</a:t>
            </a:r>
            <a:r>
              <a:rPr lang="en-US" altLang="ar-EG" dirty="0"/>
              <a:t> its </a:t>
            </a:r>
            <a:r>
              <a:rPr lang="en-US" altLang="ar-EG" dirty="0">
                <a:solidFill>
                  <a:srgbClr val="FF0000"/>
                </a:solidFill>
              </a:rPr>
              <a:t>environment</a:t>
            </a:r>
            <a:r>
              <a:rPr lang="en-US" altLang="ar-EG" dirty="0"/>
              <a:t> through </a:t>
            </a:r>
            <a:r>
              <a:rPr lang="en-US" altLang="ar-EG" dirty="0">
                <a:solidFill>
                  <a:srgbClr val="FF0000"/>
                </a:solidFill>
              </a:rPr>
              <a:t>sensors</a:t>
            </a:r>
            <a:r>
              <a:rPr lang="en-US" altLang="ar-EG" dirty="0"/>
              <a:t> and </a:t>
            </a:r>
            <a:r>
              <a:rPr lang="en-US" altLang="ar-EG" dirty="0">
                <a:solidFill>
                  <a:srgbClr val="FF0000"/>
                </a:solidFill>
              </a:rPr>
              <a:t>acting</a:t>
            </a:r>
            <a:r>
              <a:rPr lang="en-US" altLang="ar-EG" dirty="0"/>
              <a:t> upon that environment through </a:t>
            </a:r>
            <a:r>
              <a:rPr lang="en-US" altLang="ar-EG" dirty="0">
                <a:solidFill>
                  <a:srgbClr val="FF0000"/>
                </a:solidFill>
              </a:rPr>
              <a:t>actuators</a:t>
            </a:r>
          </a:p>
          <a:p>
            <a:pPr eaLnBrk="1" hangingPunct="1"/>
            <a:r>
              <a:rPr lang="en-US" altLang="ar-EG" dirty="0">
                <a:solidFill>
                  <a:srgbClr val="FF0000"/>
                </a:solidFill>
              </a:rPr>
              <a:t>We can view any AI program as an agent.</a:t>
            </a:r>
            <a:endParaRPr lang="en-US" altLang="ar-EG" dirty="0"/>
          </a:p>
          <a:p>
            <a:pPr eaLnBrk="1" hangingPunct="1"/>
            <a:endParaRPr lang="en-US" altLang="ar-EG" dirty="0"/>
          </a:p>
        </p:txBody>
      </p:sp>
      <p:pic>
        <p:nvPicPr>
          <p:cNvPr id="9221" name="Picture 4" descr="agent-environment">
            <a:extLst>
              <a:ext uri="{FF2B5EF4-FFF2-40B4-BE49-F238E27FC236}">
                <a16:creationId xmlns:a16="http://schemas.microsoft.com/office/drawing/2014/main" id="{3E18D839-E046-1FB9-6C8E-8C3F0B67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704" y="4042349"/>
            <a:ext cx="5122569" cy="2540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DEBF4C-80D6-9E42-F271-7715B1971967}"/>
              </a:ext>
            </a:extLst>
          </p:cNvPr>
          <p:cNvSpPr txBox="1"/>
          <p:nvPr/>
        </p:nvSpPr>
        <p:spPr>
          <a:xfrm>
            <a:off x="1600200" y="76200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Agent</a:t>
            </a:r>
            <a:endParaRPr lang="en-PK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4151" y="393191"/>
            <a:ext cx="9161145" cy="1513840"/>
            <a:chOff x="454151" y="393191"/>
            <a:chExt cx="9161145" cy="1513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8112" y="440436"/>
              <a:ext cx="6748271" cy="13959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3392" y="821045"/>
              <a:ext cx="5898184" cy="55246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65135" y="440436"/>
              <a:ext cx="981456" cy="1395983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8982" y="7267385"/>
            <a:ext cx="67056" cy="108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5125" y="2728721"/>
            <a:ext cx="1075563" cy="34332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25939" y="2800445"/>
            <a:ext cx="207549" cy="13125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50932" y="2687478"/>
            <a:ext cx="2231993" cy="3098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00464" y="2760725"/>
            <a:ext cx="204406" cy="21059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04026" y="2777489"/>
            <a:ext cx="1612677" cy="29460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8554" y="4068603"/>
            <a:ext cx="109823" cy="11144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97743" y="3977068"/>
            <a:ext cx="2334291" cy="309753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3632644" y="3996880"/>
            <a:ext cx="244475" cy="287020"/>
          </a:xfrm>
          <a:custGeom>
            <a:avLst/>
            <a:gdLst/>
            <a:ahLst/>
            <a:cxnLst/>
            <a:rect l="l" t="t" r="r" b="b"/>
            <a:pathLst>
              <a:path w="244475" h="287020">
                <a:moveTo>
                  <a:pt x="137255" y="1523"/>
                </a:moveTo>
                <a:lnTo>
                  <a:pt x="108299" y="1523"/>
                </a:lnTo>
                <a:lnTo>
                  <a:pt x="111347" y="0"/>
                </a:lnTo>
                <a:lnTo>
                  <a:pt x="134207" y="0"/>
                </a:lnTo>
                <a:lnTo>
                  <a:pt x="137255" y="1523"/>
                </a:lnTo>
                <a:close/>
              </a:path>
              <a:path w="244475" h="287020">
                <a:moveTo>
                  <a:pt x="143351" y="3047"/>
                </a:moveTo>
                <a:lnTo>
                  <a:pt x="102203" y="3047"/>
                </a:lnTo>
                <a:lnTo>
                  <a:pt x="103727" y="1523"/>
                </a:lnTo>
                <a:lnTo>
                  <a:pt x="140303" y="1523"/>
                </a:lnTo>
                <a:lnTo>
                  <a:pt x="143351" y="3047"/>
                </a:lnTo>
                <a:close/>
              </a:path>
              <a:path w="244475" h="287020">
                <a:moveTo>
                  <a:pt x="33527" y="285369"/>
                </a:moveTo>
                <a:lnTo>
                  <a:pt x="3048" y="285369"/>
                </a:lnTo>
                <a:lnTo>
                  <a:pt x="3048" y="283845"/>
                </a:lnTo>
                <a:lnTo>
                  <a:pt x="0" y="280797"/>
                </a:lnTo>
                <a:lnTo>
                  <a:pt x="1524" y="279273"/>
                </a:lnTo>
                <a:lnTo>
                  <a:pt x="1524" y="274701"/>
                </a:lnTo>
                <a:lnTo>
                  <a:pt x="3048" y="271653"/>
                </a:lnTo>
                <a:lnTo>
                  <a:pt x="97631" y="7620"/>
                </a:lnTo>
                <a:lnTo>
                  <a:pt x="97631" y="6096"/>
                </a:lnTo>
                <a:lnTo>
                  <a:pt x="99155" y="6096"/>
                </a:lnTo>
                <a:lnTo>
                  <a:pt x="100679" y="4571"/>
                </a:lnTo>
                <a:lnTo>
                  <a:pt x="100679" y="3047"/>
                </a:lnTo>
                <a:lnTo>
                  <a:pt x="144875" y="3047"/>
                </a:lnTo>
                <a:lnTo>
                  <a:pt x="144875" y="4571"/>
                </a:lnTo>
                <a:lnTo>
                  <a:pt x="146399" y="6096"/>
                </a:lnTo>
                <a:lnTo>
                  <a:pt x="146399" y="7620"/>
                </a:lnTo>
                <a:lnTo>
                  <a:pt x="147923" y="9144"/>
                </a:lnTo>
                <a:lnTo>
                  <a:pt x="158939" y="39719"/>
                </a:lnTo>
                <a:lnTo>
                  <a:pt x="120491" y="39719"/>
                </a:lnTo>
                <a:lnTo>
                  <a:pt x="71627" y="180117"/>
                </a:lnTo>
                <a:lnTo>
                  <a:pt x="209525" y="180117"/>
                </a:lnTo>
                <a:lnTo>
                  <a:pt x="220507" y="210597"/>
                </a:lnTo>
                <a:lnTo>
                  <a:pt x="62483" y="210597"/>
                </a:lnTo>
                <a:lnTo>
                  <a:pt x="39624" y="279273"/>
                </a:lnTo>
                <a:lnTo>
                  <a:pt x="38100" y="280797"/>
                </a:lnTo>
                <a:lnTo>
                  <a:pt x="38100" y="282321"/>
                </a:lnTo>
                <a:lnTo>
                  <a:pt x="36575" y="282321"/>
                </a:lnTo>
                <a:lnTo>
                  <a:pt x="33527" y="285369"/>
                </a:lnTo>
                <a:close/>
              </a:path>
              <a:path w="244475" h="287020">
                <a:moveTo>
                  <a:pt x="209525" y="180117"/>
                </a:moveTo>
                <a:lnTo>
                  <a:pt x="170878" y="180117"/>
                </a:lnTo>
                <a:lnTo>
                  <a:pt x="120491" y="39719"/>
                </a:lnTo>
                <a:lnTo>
                  <a:pt x="158939" y="39719"/>
                </a:lnTo>
                <a:lnTo>
                  <a:pt x="209525" y="180117"/>
                </a:lnTo>
                <a:close/>
              </a:path>
              <a:path w="244475" h="287020">
                <a:moveTo>
                  <a:pt x="242506" y="285369"/>
                </a:moveTo>
                <a:lnTo>
                  <a:pt x="208978" y="285369"/>
                </a:lnTo>
                <a:lnTo>
                  <a:pt x="205930" y="282321"/>
                </a:lnTo>
                <a:lnTo>
                  <a:pt x="205930" y="280797"/>
                </a:lnTo>
                <a:lnTo>
                  <a:pt x="204406" y="279273"/>
                </a:lnTo>
                <a:lnTo>
                  <a:pt x="180022" y="210597"/>
                </a:lnTo>
                <a:lnTo>
                  <a:pt x="220507" y="210597"/>
                </a:lnTo>
                <a:lnTo>
                  <a:pt x="242506" y="271653"/>
                </a:lnTo>
                <a:lnTo>
                  <a:pt x="244030" y="274701"/>
                </a:lnTo>
                <a:lnTo>
                  <a:pt x="244030" y="282321"/>
                </a:lnTo>
                <a:lnTo>
                  <a:pt x="242506" y="283845"/>
                </a:lnTo>
                <a:lnTo>
                  <a:pt x="242506" y="285369"/>
                </a:lnTo>
                <a:close/>
              </a:path>
              <a:path w="244475" h="287020">
                <a:moveTo>
                  <a:pt x="25907" y="286893"/>
                </a:moveTo>
                <a:lnTo>
                  <a:pt x="10667" y="286893"/>
                </a:lnTo>
                <a:lnTo>
                  <a:pt x="7619" y="285369"/>
                </a:lnTo>
                <a:lnTo>
                  <a:pt x="28955" y="285369"/>
                </a:lnTo>
                <a:lnTo>
                  <a:pt x="25907" y="286893"/>
                </a:lnTo>
                <a:close/>
              </a:path>
              <a:path w="244475" h="287020">
                <a:moveTo>
                  <a:pt x="234886" y="286893"/>
                </a:moveTo>
                <a:lnTo>
                  <a:pt x="218122" y="286893"/>
                </a:lnTo>
                <a:lnTo>
                  <a:pt x="215074" y="285369"/>
                </a:lnTo>
                <a:lnTo>
                  <a:pt x="237934" y="285369"/>
                </a:lnTo>
                <a:lnTo>
                  <a:pt x="234886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4007929" y="3995356"/>
            <a:ext cx="434975" cy="291465"/>
            <a:chOff x="4007929" y="3995356"/>
            <a:chExt cx="434975" cy="291465"/>
          </a:xfrm>
        </p:grpSpPr>
        <p:sp>
          <p:nvSpPr>
            <p:cNvPr id="16" name="object 16"/>
            <p:cNvSpPr/>
            <p:nvPr/>
          </p:nvSpPr>
          <p:spPr>
            <a:xfrm>
              <a:off x="4007929" y="3995356"/>
              <a:ext cx="206375" cy="290195"/>
            </a:xfrm>
            <a:custGeom>
              <a:avLst/>
              <a:gdLst/>
              <a:ahLst/>
              <a:cxnLst/>
              <a:rect l="l" t="t" r="r" b="b"/>
              <a:pathLst>
                <a:path w="206375" h="290195">
                  <a:moveTo>
                    <a:pt x="120491" y="289940"/>
                  </a:moveTo>
                  <a:lnTo>
                    <a:pt x="81915" y="284797"/>
                  </a:lnTo>
                  <a:lnTo>
                    <a:pt x="40329" y="261937"/>
                  </a:lnTo>
                  <a:lnTo>
                    <a:pt x="13144" y="221995"/>
                  </a:lnTo>
                  <a:lnTo>
                    <a:pt x="2286" y="180867"/>
                  </a:lnTo>
                  <a:lnTo>
                    <a:pt x="0" y="148018"/>
                  </a:lnTo>
                  <a:lnTo>
                    <a:pt x="499" y="133300"/>
                  </a:lnTo>
                  <a:lnTo>
                    <a:pt x="9144" y="85439"/>
                  </a:lnTo>
                  <a:lnTo>
                    <a:pt x="26717" y="49434"/>
                  </a:lnTo>
                  <a:lnTo>
                    <a:pt x="62350" y="15193"/>
                  </a:lnTo>
                  <a:lnTo>
                    <a:pt x="110751" y="571"/>
                  </a:lnTo>
                  <a:lnTo>
                    <a:pt x="125063" y="0"/>
                  </a:lnTo>
                  <a:lnTo>
                    <a:pt x="140398" y="0"/>
                  </a:lnTo>
                  <a:lnTo>
                    <a:pt x="155638" y="3048"/>
                  </a:lnTo>
                  <a:lnTo>
                    <a:pt x="163258" y="6095"/>
                  </a:lnTo>
                  <a:lnTo>
                    <a:pt x="169354" y="7619"/>
                  </a:lnTo>
                  <a:lnTo>
                    <a:pt x="176974" y="10667"/>
                  </a:lnTo>
                  <a:lnTo>
                    <a:pt x="181546" y="12191"/>
                  </a:lnTo>
                  <a:lnTo>
                    <a:pt x="187550" y="15193"/>
                  </a:lnTo>
                  <a:lnTo>
                    <a:pt x="196786" y="21336"/>
                  </a:lnTo>
                  <a:lnTo>
                    <a:pt x="198310" y="22860"/>
                  </a:lnTo>
                  <a:lnTo>
                    <a:pt x="199834" y="25907"/>
                  </a:lnTo>
                  <a:lnTo>
                    <a:pt x="202882" y="28955"/>
                  </a:lnTo>
                  <a:lnTo>
                    <a:pt x="202882" y="32003"/>
                  </a:lnTo>
                  <a:lnTo>
                    <a:pt x="125063" y="32003"/>
                  </a:lnTo>
                  <a:lnTo>
                    <a:pt x="115300" y="32566"/>
                  </a:lnTo>
                  <a:lnTo>
                    <a:pt x="75914" y="49434"/>
                  </a:lnTo>
                  <a:lnTo>
                    <a:pt x="50132" y="87653"/>
                  </a:lnTo>
                  <a:lnTo>
                    <a:pt x="41457" y="133300"/>
                  </a:lnTo>
                  <a:lnTo>
                    <a:pt x="41148" y="146494"/>
                  </a:lnTo>
                  <a:lnTo>
                    <a:pt x="41433" y="159677"/>
                  </a:lnTo>
                  <a:lnTo>
                    <a:pt x="49466" y="203811"/>
                  </a:lnTo>
                  <a:lnTo>
                    <a:pt x="75152" y="241315"/>
                  </a:lnTo>
                  <a:lnTo>
                    <a:pt x="115300" y="256103"/>
                  </a:lnTo>
                  <a:lnTo>
                    <a:pt x="125063" y="256412"/>
                  </a:lnTo>
                  <a:lnTo>
                    <a:pt x="204406" y="256412"/>
                  </a:lnTo>
                  <a:lnTo>
                    <a:pt x="204406" y="259460"/>
                  </a:lnTo>
                  <a:lnTo>
                    <a:pt x="202882" y="260984"/>
                  </a:lnTo>
                  <a:lnTo>
                    <a:pt x="202882" y="262508"/>
                  </a:lnTo>
                  <a:lnTo>
                    <a:pt x="201358" y="262508"/>
                  </a:lnTo>
                  <a:lnTo>
                    <a:pt x="195262" y="268604"/>
                  </a:lnTo>
                  <a:lnTo>
                    <a:pt x="186118" y="274700"/>
                  </a:lnTo>
                  <a:lnTo>
                    <a:pt x="180022" y="277748"/>
                  </a:lnTo>
                  <a:lnTo>
                    <a:pt x="173926" y="279272"/>
                  </a:lnTo>
                  <a:lnTo>
                    <a:pt x="168187" y="281535"/>
                  </a:lnTo>
                  <a:lnTo>
                    <a:pt x="128245" y="289679"/>
                  </a:lnTo>
                  <a:lnTo>
                    <a:pt x="120491" y="289940"/>
                  </a:lnTo>
                  <a:close/>
                </a:path>
                <a:path w="206375" h="290195">
                  <a:moveTo>
                    <a:pt x="201358" y="59531"/>
                  </a:moveTo>
                  <a:lnTo>
                    <a:pt x="195262" y="59531"/>
                  </a:lnTo>
                  <a:lnTo>
                    <a:pt x="189166" y="56483"/>
                  </a:lnTo>
                  <a:lnTo>
                    <a:pt x="186118" y="53435"/>
                  </a:lnTo>
                  <a:lnTo>
                    <a:pt x="181546" y="50387"/>
                  </a:lnTo>
                  <a:lnTo>
                    <a:pt x="140731" y="33194"/>
                  </a:lnTo>
                  <a:lnTo>
                    <a:pt x="125063" y="32003"/>
                  </a:lnTo>
                  <a:lnTo>
                    <a:pt x="202882" y="32003"/>
                  </a:lnTo>
                  <a:lnTo>
                    <a:pt x="202882" y="33623"/>
                  </a:lnTo>
                  <a:lnTo>
                    <a:pt x="204406" y="35147"/>
                  </a:lnTo>
                  <a:lnTo>
                    <a:pt x="204406" y="53435"/>
                  </a:lnTo>
                  <a:lnTo>
                    <a:pt x="202882" y="54959"/>
                  </a:lnTo>
                  <a:lnTo>
                    <a:pt x="202882" y="58007"/>
                  </a:lnTo>
                  <a:lnTo>
                    <a:pt x="201358" y="58007"/>
                  </a:lnTo>
                  <a:lnTo>
                    <a:pt x="201358" y="59531"/>
                  </a:lnTo>
                  <a:close/>
                </a:path>
                <a:path w="206375" h="290195">
                  <a:moveTo>
                    <a:pt x="204406" y="256412"/>
                  </a:moveTo>
                  <a:lnTo>
                    <a:pt x="125063" y="256412"/>
                  </a:lnTo>
                  <a:lnTo>
                    <a:pt x="135315" y="256103"/>
                  </a:lnTo>
                  <a:lnTo>
                    <a:pt x="134275" y="256103"/>
                  </a:lnTo>
                  <a:lnTo>
                    <a:pt x="176974" y="242696"/>
                  </a:lnTo>
                  <a:lnTo>
                    <a:pt x="181546" y="239648"/>
                  </a:lnTo>
                  <a:lnTo>
                    <a:pt x="187642" y="236505"/>
                  </a:lnTo>
                  <a:lnTo>
                    <a:pt x="190690" y="233457"/>
                  </a:lnTo>
                  <a:lnTo>
                    <a:pt x="195262" y="231933"/>
                  </a:lnTo>
                  <a:lnTo>
                    <a:pt x="198310" y="230409"/>
                  </a:lnTo>
                  <a:lnTo>
                    <a:pt x="202882" y="230409"/>
                  </a:lnTo>
                  <a:lnTo>
                    <a:pt x="204406" y="231933"/>
                  </a:lnTo>
                  <a:lnTo>
                    <a:pt x="204406" y="236505"/>
                  </a:lnTo>
                  <a:lnTo>
                    <a:pt x="205930" y="238029"/>
                  </a:lnTo>
                  <a:lnTo>
                    <a:pt x="205930" y="254888"/>
                  </a:lnTo>
                  <a:lnTo>
                    <a:pt x="204406" y="2564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46268" y="4070127"/>
              <a:ext cx="196476" cy="216693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4496180" y="4070127"/>
            <a:ext cx="291465" cy="213995"/>
          </a:xfrm>
          <a:custGeom>
            <a:avLst/>
            <a:gdLst/>
            <a:ahLst/>
            <a:cxnLst/>
            <a:rect l="l" t="t" r="r" b="b"/>
            <a:pathLst>
              <a:path w="291464" h="213995">
                <a:moveTo>
                  <a:pt x="70374" y="35147"/>
                </a:moveTo>
                <a:lnTo>
                  <a:pt x="32004" y="35147"/>
                </a:lnTo>
                <a:lnTo>
                  <a:pt x="40004" y="26519"/>
                </a:lnTo>
                <a:lnTo>
                  <a:pt x="72023" y="4500"/>
                </a:lnTo>
                <a:lnTo>
                  <a:pt x="96107" y="0"/>
                </a:lnTo>
                <a:lnTo>
                  <a:pt x="111347" y="0"/>
                </a:lnTo>
                <a:lnTo>
                  <a:pt x="117443" y="1524"/>
                </a:lnTo>
                <a:lnTo>
                  <a:pt x="124884" y="4500"/>
                </a:lnTo>
                <a:lnTo>
                  <a:pt x="129635" y="6095"/>
                </a:lnTo>
                <a:lnTo>
                  <a:pt x="135731" y="10667"/>
                </a:lnTo>
                <a:lnTo>
                  <a:pt x="140303" y="13715"/>
                </a:lnTo>
                <a:lnTo>
                  <a:pt x="144875" y="18288"/>
                </a:lnTo>
                <a:lnTo>
                  <a:pt x="147923" y="22859"/>
                </a:lnTo>
                <a:lnTo>
                  <a:pt x="150971" y="27527"/>
                </a:lnTo>
                <a:lnTo>
                  <a:pt x="153003" y="30575"/>
                </a:lnTo>
                <a:lnTo>
                  <a:pt x="88487" y="30575"/>
                </a:lnTo>
                <a:lnTo>
                  <a:pt x="81812" y="31146"/>
                </a:lnTo>
                <a:lnTo>
                  <a:pt x="75449" y="32861"/>
                </a:lnTo>
                <a:lnTo>
                  <a:pt x="70374" y="35147"/>
                </a:lnTo>
                <a:close/>
              </a:path>
              <a:path w="291464" h="213995">
                <a:moveTo>
                  <a:pt x="193212" y="38195"/>
                </a:moveTo>
                <a:lnTo>
                  <a:pt x="157067" y="38195"/>
                </a:lnTo>
                <a:lnTo>
                  <a:pt x="170838" y="24383"/>
                </a:lnTo>
                <a:lnTo>
                  <a:pt x="175450" y="19812"/>
                </a:lnTo>
                <a:lnTo>
                  <a:pt x="181546" y="15239"/>
                </a:lnTo>
                <a:lnTo>
                  <a:pt x="186118" y="10667"/>
                </a:lnTo>
                <a:lnTo>
                  <a:pt x="195262" y="6095"/>
                </a:lnTo>
                <a:lnTo>
                  <a:pt x="198524" y="4500"/>
                </a:lnTo>
                <a:lnTo>
                  <a:pt x="202882" y="3048"/>
                </a:lnTo>
                <a:lnTo>
                  <a:pt x="208978" y="1524"/>
                </a:lnTo>
                <a:lnTo>
                  <a:pt x="213550" y="0"/>
                </a:lnTo>
                <a:lnTo>
                  <a:pt x="224218" y="0"/>
                </a:lnTo>
                <a:lnTo>
                  <a:pt x="233076" y="309"/>
                </a:lnTo>
                <a:lnTo>
                  <a:pt x="272175" y="18954"/>
                </a:lnTo>
                <a:lnTo>
                  <a:pt x="280374" y="30575"/>
                </a:lnTo>
                <a:lnTo>
                  <a:pt x="216598" y="30575"/>
                </a:lnTo>
                <a:lnTo>
                  <a:pt x="209978" y="31146"/>
                </a:lnTo>
                <a:lnTo>
                  <a:pt x="203644" y="32861"/>
                </a:lnTo>
                <a:lnTo>
                  <a:pt x="197310" y="35718"/>
                </a:lnTo>
                <a:lnTo>
                  <a:pt x="193212" y="38195"/>
                </a:lnTo>
                <a:close/>
              </a:path>
              <a:path w="291464" h="213995">
                <a:moveTo>
                  <a:pt x="28884" y="4500"/>
                </a:moveTo>
                <a:lnTo>
                  <a:pt x="3119" y="4500"/>
                </a:lnTo>
                <a:lnTo>
                  <a:pt x="4571" y="3048"/>
                </a:lnTo>
                <a:lnTo>
                  <a:pt x="27432" y="3048"/>
                </a:lnTo>
                <a:lnTo>
                  <a:pt x="28884" y="4500"/>
                </a:lnTo>
                <a:close/>
              </a:path>
              <a:path w="291464" h="213995">
                <a:moveTo>
                  <a:pt x="32004" y="212121"/>
                </a:moveTo>
                <a:lnTo>
                  <a:pt x="3048" y="212121"/>
                </a:lnTo>
                <a:lnTo>
                  <a:pt x="1524" y="210597"/>
                </a:lnTo>
                <a:lnTo>
                  <a:pt x="0" y="210597"/>
                </a:lnTo>
                <a:lnTo>
                  <a:pt x="0" y="6095"/>
                </a:lnTo>
                <a:lnTo>
                  <a:pt x="1595" y="4500"/>
                </a:lnTo>
                <a:lnTo>
                  <a:pt x="30480" y="4500"/>
                </a:lnTo>
                <a:lnTo>
                  <a:pt x="30480" y="6095"/>
                </a:lnTo>
                <a:lnTo>
                  <a:pt x="32004" y="7619"/>
                </a:lnTo>
                <a:lnTo>
                  <a:pt x="32004" y="35147"/>
                </a:lnTo>
                <a:lnTo>
                  <a:pt x="70374" y="35147"/>
                </a:lnTo>
                <a:lnTo>
                  <a:pt x="69105" y="35718"/>
                </a:lnTo>
                <a:lnTo>
                  <a:pt x="35052" y="68675"/>
                </a:lnTo>
                <a:lnTo>
                  <a:pt x="35052" y="209073"/>
                </a:lnTo>
                <a:lnTo>
                  <a:pt x="32004" y="212121"/>
                </a:lnTo>
                <a:close/>
              </a:path>
              <a:path w="291464" h="213995">
                <a:moveTo>
                  <a:pt x="160115" y="212121"/>
                </a:moveTo>
                <a:lnTo>
                  <a:pt x="131159" y="212121"/>
                </a:lnTo>
                <a:lnTo>
                  <a:pt x="129635" y="210597"/>
                </a:lnTo>
                <a:lnTo>
                  <a:pt x="128111" y="210597"/>
                </a:lnTo>
                <a:lnTo>
                  <a:pt x="128111" y="77819"/>
                </a:lnTo>
                <a:lnTo>
                  <a:pt x="126587" y="70199"/>
                </a:lnTo>
                <a:lnTo>
                  <a:pt x="125063" y="64103"/>
                </a:lnTo>
                <a:lnTo>
                  <a:pt x="123539" y="56483"/>
                </a:lnTo>
                <a:lnTo>
                  <a:pt x="120491" y="51911"/>
                </a:lnTo>
                <a:lnTo>
                  <a:pt x="117395" y="45743"/>
                </a:lnTo>
                <a:lnTo>
                  <a:pt x="114395" y="41243"/>
                </a:lnTo>
                <a:lnTo>
                  <a:pt x="109823" y="36671"/>
                </a:lnTo>
                <a:lnTo>
                  <a:pt x="105251" y="35147"/>
                </a:lnTo>
                <a:lnTo>
                  <a:pt x="100679" y="32099"/>
                </a:lnTo>
                <a:lnTo>
                  <a:pt x="94583" y="30575"/>
                </a:lnTo>
                <a:lnTo>
                  <a:pt x="153003" y="30575"/>
                </a:lnTo>
                <a:lnTo>
                  <a:pt x="154019" y="32099"/>
                </a:lnTo>
                <a:lnTo>
                  <a:pt x="157067" y="38195"/>
                </a:lnTo>
                <a:lnTo>
                  <a:pt x="193212" y="38195"/>
                </a:lnTo>
                <a:lnTo>
                  <a:pt x="163163" y="68675"/>
                </a:lnTo>
                <a:lnTo>
                  <a:pt x="163163" y="209073"/>
                </a:lnTo>
                <a:lnTo>
                  <a:pt x="160115" y="212121"/>
                </a:lnTo>
                <a:close/>
              </a:path>
              <a:path w="291464" h="213995">
                <a:moveTo>
                  <a:pt x="288321" y="212121"/>
                </a:moveTo>
                <a:lnTo>
                  <a:pt x="259365" y="212121"/>
                </a:lnTo>
                <a:lnTo>
                  <a:pt x="257746" y="210597"/>
                </a:lnTo>
                <a:lnTo>
                  <a:pt x="256222" y="210597"/>
                </a:lnTo>
                <a:lnTo>
                  <a:pt x="256222" y="209073"/>
                </a:lnTo>
                <a:lnTo>
                  <a:pt x="254698" y="207549"/>
                </a:lnTo>
                <a:lnTo>
                  <a:pt x="254698" y="70199"/>
                </a:lnTo>
                <a:lnTo>
                  <a:pt x="253174" y="64103"/>
                </a:lnTo>
                <a:lnTo>
                  <a:pt x="251650" y="56483"/>
                </a:lnTo>
                <a:lnTo>
                  <a:pt x="248602" y="51911"/>
                </a:lnTo>
                <a:lnTo>
                  <a:pt x="245506" y="45743"/>
                </a:lnTo>
                <a:lnTo>
                  <a:pt x="239458" y="36671"/>
                </a:lnTo>
                <a:lnTo>
                  <a:pt x="233362" y="35147"/>
                </a:lnTo>
                <a:lnTo>
                  <a:pt x="228790" y="32099"/>
                </a:lnTo>
                <a:lnTo>
                  <a:pt x="222694" y="30575"/>
                </a:lnTo>
                <a:lnTo>
                  <a:pt x="280374" y="30575"/>
                </a:lnTo>
                <a:lnTo>
                  <a:pt x="291107" y="73532"/>
                </a:lnTo>
                <a:lnTo>
                  <a:pt x="291369" y="82391"/>
                </a:lnTo>
                <a:lnTo>
                  <a:pt x="291369" y="209073"/>
                </a:lnTo>
                <a:lnTo>
                  <a:pt x="288321" y="212121"/>
                </a:lnTo>
                <a:close/>
              </a:path>
              <a:path w="291464" h="213995">
                <a:moveTo>
                  <a:pt x="24383" y="213645"/>
                </a:moveTo>
                <a:lnTo>
                  <a:pt x="10668" y="213645"/>
                </a:lnTo>
                <a:lnTo>
                  <a:pt x="9144" y="212121"/>
                </a:lnTo>
                <a:lnTo>
                  <a:pt x="25907" y="212121"/>
                </a:lnTo>
                <a:lnTo>
                  <a:pt x="24383" y="213645"/>
                </a:lnTo>
                <a:close/>
              </a:path>
              <a:path w="291464" h="213995">
                <a:moveTo>
                  <a:pt x="152495" y="213645"/>
                </a:moveTo>
                <a:lnTo>
                  <a:pt x="138779" y="213645"/>
                </a:lnTo>
                <a:lnTo>
                  <a:pt x="137255" y="212121"/>
                </a:lnTo>
                <a:lnTo>
                  <a:pt x="154019" y="212121"/>
                </a:lnTo>
                <a:lnTo>
                  <a:pt x="152495" y="213645"/>
                </a:lnTo>
                <a:close/>
              </a:path>
              <a:path w="291464" h="213995">
                <a:moveTo>
                  <a:pt x="280701" y="213645"/>
                </a:moveTo>
                <a:lnTo>
                  <a:pt x="266985" y="213645"/>
                </a:lnTo>
                <a:lnTo>
                  <a:pt x="265461" y="212121"/>
                </a:lnTo>
                <a:lnTo>
                  <a:pt x="282225" y="212121"/>
                </a:lnTo>
                <a:lnTo>
                  <a:pt x="280701" y="213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853177" y="3990784"/>
            <a:ext cx="1121283" cy="370808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114859" y="3977068"/>
            <a:ext cx="1132046" cy="309753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7379678" y="3990797"/>
            <a:ext cx="548005" cy="294640"/>
          </a:xfrm>
          <a:custGeom>
            <a:avLst/>
            <a:gdLst/>
            <a:ahLst/>
            <a:cxnLst/>
            <a:rect l="l" t="t" r="r" b="b"/>
            <a:pathLst>
              <a:path w="548004" h="294639">
                <a:moveTo>
                  <a:pt x="297472" y="85432"/>
                </a:moveTo>
                <a:lnTo>
                  <a:pt x="295935" y="85432"/>
                </a:lnTo>
                <a:lnTo>
                  <a:pt x="295935" y="83908"/>
                </a:lnTo>
                <a:lnTo>
                  <a:pt x="294411" y="83908"/>
                </a:lnTo>
                <a:lnTo>
                  <a:pt x="292887" y="82384"/>
                </a:lnTo>
                <a:lnTo>
                  <a:pt x="266979" y="82384"/>
                </a:lnTo>
                <a:lnTo>
                  <a:pt x="265455" y="83908"/>
                </a:lnTo>
                <a:lnTo>
                  <a:pt x="262407" y="83908"/>
                </a:lnTo>
                <a:lnTo>
                  <a:pt x="262407" y="86956"/>
                </a:lnTo>
                <a:lnTo>
                  <a:pt x="260883" y="86956"/>
                </a:lnTo>
                <a:lnTo>
                  <a:pt x="260883" y="88480"/>
                </a:lnTo>
                <a:lnTo>
                  <a:pt x="213550" y="251828"/>
                </a:lnTo>
                <a:lnTo>
                  <a:pt x="181254" y="140385"/>
                </a:lnTo>
                <a:lnTo>
                  <a:pt x="166204" y="88480"/>
                </a:lnTo>
                <a:lnTo>
                  <a:pt x="166204" y="86956"/>
                </a:lnTo>
                <a:lnTo>
                  <a:pt x="164680" y="85432"/>
                </a:lnTo>
                <a:lnTo>
                  <a:pt x="164680" y="83908"/>
                </a:lnTo>
                <a:lnTo>
                  <a:pt x="161632" y="83908"/>
                </a:lnTo>
                <a:lnTo>
                  <a:pt x="160108" y="82384"/>
                </a:lnTo>
                <a:lnTo>
                  <a:pt x="135724" y="82384"/>
                </a:lnTo>
                <a:lnTo>
                  <a:pt x="134213" y="83908"/>
                </a:lnTo>
                <a:lnTo>
                  <a:pt x="131165" y="83908"/>
                </a:lnTo>
                <a:lnTo>
                  <a:pt x="131165" y="85432"/>
                </a:lnTo>
                <a:lnTo>
                  <a:pt x="129628" y="86956"/>
                </a:lnTo>
                <a:lnTo>
                  <a:pt x="129628" y="88480"/>
                </a:lnTo>
                <a:lnTo>
                  <a:pt x="85432" y="251828"/>
                </a:lnTo>
                <a:lnTo>
                  <a:pt x="38100" y="88480"/>
                </a:lnTo>
                <a:lnTo>
                  <a:pt x="36576" y="86956"/>
                </a:lnTo>
                <a:lnTo>
                  <a:pt x="36576" y="85432"/>
                </a:lnTo>
                <a:lnTo>
                  <a:pt x="35052" y="83908"/>
                </a:lnTo>
                <a:lnTo>
                  <a:pt x="33528" y="83908"/>
                </a:lnTo>
                <a:lnTo>
                  <a:pt x="32004" y="82384"/>
                </a:lnTo>
                <a:lnTo>
                  <a:pt x="3048" y="82384"/>
                </a:lnTo>
                <a:lnTo>
                  <a:pt x="0" y="85432"/>
                </a:lnTo>
                <a:lnTo>
                  <a:pt x="0" y="93052"/>
                </a:lnTo>
                <a:lnTo>
                  <a:pt x="1524" y="94576"/>
                </a:lnTo>
                <a:lnTo>
                  <a:pt x="1524" y="97624"/>
                </a:lnTo>
                <a:lnTo>
                  <a:pt x="59436" y="285356"/>
                </a:lnTo>
                <a:lnTo>
                  <a:pt x="59436" y="286880"/>
                </a:lnTo>
                <a:lnTo>
                  <a:pt x="60960" y="286880"/>
                </a:lnTo>
                <a:lnTo>
                  <a:pt x="60960" y="288404"/>
                </a:lnTo>
                <a:lnTo>
                  <a:pt x="62484" y="289928"/>
                </a:lnTo>
                <a:lnTo>
                  <a:pt x="64008" y="289928"/>
                </a:lnTo>
                <a:lnTo>
                  <a:pt x="65532" y="291452"/>
                </a:lnTo>
                <a:lnTo>
                  <a:pt x="71628" y="291452"/>
                </a:lnTo>
                <a:lnTo>
                  <a:pt x="74676" y="292976"/>
                </a:lnTo>
                <a:lnTo>
                  <a:pt x="91528" y="292976"/>
                </a:lnTo>
                <a:lnTo>
                  <a:pt x="94589" y="291452"/>
                </a:lnTo>
                <a:lnTo>
                  <a:pt x="102196" y="291452"/>
                </a:lnTo>
                <a:lnTo>
                  <a:pt x="103720" y="289928"/>
                </a:lnTo>
                <a:lnTo>
                  <a:pt x="105244" y="289928"/>
                </a:lnTo>
                <a:lnTo>
                  <a:pt x="106768" y="288404"/>
                </a:lnTo>
                <a:lnTo>
                  <a:pt x="106768" y="286880"/>
                </a:lnTo>
                <a:lnTo>
                  <a:pt x="108292" y="286880"/>
                </a:lnTo>
                <a:lnTo>
                  <a:pt x="108292" y="285356"/>
                </a:lnTo>
                <a:lnTo>
                  <a:pt x="116801" y="253352"/>
                </a:lnTo>
                <a:lnTo>
                  <a:pt x="146392" y="141909"/>
                </a:lnTo>
                <a:lnTo>
                  <a:pt x="146392" y="140385"/>
                </a:lnTo>
                <a:lnTo>
                  <a:pt x="147916" y="141909"/>
                </a:lnTo>
                <a:lnTo>
                  <a:pt x="189166" y="285356"/>
                </a:lnTo>
                <a:lnTo>
                  <a:pt x="189166" y="286880"/>
                </a:lnTo>
                <a:lnTo>
                  <a:pt x="192214" y="289928"/>
                </a:lnTo>
                <a:lnTo>
                  <a:pt x="195262" y="291452"/>
                </a:lnTo>
                <a:lnTo>
                  <a:pt x="201358" y="291452"/>
                </a:lnTo>
                <a:lnTo>
                  <a:pt x="204406" y="292976"/>
                </a:lnTo>
                <a:lnTo>
                  <a:pt x="221170" y="292976"/>
                </a:lnTo>
                <a:lnTo>
                  <a:pt x="224218" y="291452"/>
                </a:lnTo>
                <a:lnTo>
                  <a:pt x="231838" y="291452"/>
                </a:lnTo>
                <a:lnTo>
                  <a:pt x="233362" y="289928"/>
                </a:lnTo>
                <a:lnTo>
                  <a:pt x="234886" y="289928"/>
                </a:lnTo>
                <a:lnTo>
                  <a:pt x="234886" y="288404"/>
                </a:lnTo>
                <a:lnTo>
                  <a:pt x="237934" y="285356"/>
                </a:lnTo>
                <a:lnTo>
                  <a:pt x="247827" y="253352"/>
                </a:lnTo>
                <a:lnTo>
                  <a:pt x="295935" y="97624"/>
                </a:lnTo>
                <a:lnTo>
                  <a:pt x="295935" y="93052"/>
                </a:lnTo>
                <a:lnTo>
                  <a:pt x="297472" y="91528"/>
                </a:lnTo>
                <a:lnTo>
                  <a:pt x="297472" y="85432"/>
                </a:lnTo>
                <a:close/>
              </a:path>
              <a:path w="548004" h="294639">
                <a:moveTo>
                  <a:pt x="378333" y="86956"/>
                </a:moveTo>
                <a:lnTo>
                  <a:pt x="373761" y="82384"/>
                </a:lnTo>
                <a:lnTo>
                  <a:pt x="347853" y="82384"/>
                </a:lnTo>
                <a:lnTo>
                  <a:pt x="346329" y="83908"/>
                </a:lnTo>
                <a:lnTo>
                  <a:pt x="344805" y="83908"/>
                </a:lnTo>
                <a:lnTo>
                  <a:pt x="341757" y="86956"/>
                </a:lnTo>
                <a:lnTo>
                  <a:pt x="341757" y="286893"/>
                </a:lnTo>
                <a:lnTo>
                  <a:pt x="343281" y="288417"/>
                </a:lnTo>
                <a:lnTo>
                  <a:pt x="343281" y="289941"/>
                </a:lnTo>
                <a:lnTo>
                  <a:pt x="344805" y="289941"/>
                </a:lnTo>
                <a:lnTo>
                  <a:pt x="346329" y="291465"/>
                </a:lnTo>
                <a:lnTo>
                  <a:pt x="350901" y="291465"/>
                </a:lnTo>
                <a:lnTo>
                  <a:pt x="353949" y="292989"/>
                </a:lnTo>
                <a:lnTo>
                  <a:pt x="366141" y="292989"/>
                </a:lnTo>
                <a:lnTo>
                  <a:pt x="369189" y="291465"/>
                </a:lnTo>
                <a:lnTo>
                  <a:pt x="375285" y="291465"/>
                </a:lnTo>
                <a:lnTo>
                  <a:pt x="375285" y="289941"/>
                </a:lnTo>
                <a:lnTo>
                  <a:pt x="376809" y="289941"/>
                </a:lnTo>
                <a:lnTo>
                  <a:pt x="376809" y="288417"/>
                </a:lnTo>
                <a:lnTo>
                  <a:pt x="378333" y="288417"/>
                </a:lnTo>
                <a:lnTo>
                  <a:pt x="378333" y="86956"/>
                </a:lnTo>
                <a:close/>
              </a:path>
              <a:path w="548004" h="294639">
                <a:moveTo>
                  <a:pt x="382905" y="13716"/>
                </a:moveTo>
                <a:lnTo>
                  <a:pt x="381381" y="7620"/>
                </a:lnTo>
                <a:lnTo>
                  <a:pt x="375285" y="1524"/>
                </a:lnTo>
                <a:lnTo>
                  <a:pt x="369189" y="0"/>
                </a:lnTo>
                <a:lnTo>
                  <a:pt x="352425" y="0"/>
                </a:lnTo>
                <a:lnTo>
                  <a:pt x="346329" y="1524"/>
                </a:lnTo>
                <a:lnTo>
                  <a:pt x="343281" y="4572"/>
                </a:lnTo>
                <a:lnTo>
                  <a:pt x="338607" y="7620"/>
                </a:lnTo>
                <a:lnTo>
                  <a:pt x="337083" y="13716"/>
                </a:lnTo>
                <a:lnTo>
                  <a:pt x="337083" y="30480"/>
                </a:lnTo>
                <a:lnTo>
                  <a:pt x="340131" y="36576"/>
                </a:lnTo>
                <a:lnTo>
                  <a:pt x="346329" y="42760"/>
                </a:lnTo>
                <a:lnTo>
                  <a:pt x="350901" y="44284"/>
                </a:lnTo>
                <a:lnTo>
                  <a:pt x="369189" y="44284"/>
                </a:lnTo>
                <a:lnTo>
                  <a:pt x="375285" y="42760"/>
                </a:lnTo>
                <a:lnTo>
                  <a:pt x="378333" y="39712"/>
                </a:lnTo>
                <a:lnTo>
                  <a:pt x="381381" y="36576"/>
                </a:lnTo>
                <a:lnTo>
                  <a:pt x="382905" y="30480"/>
                </a:lnTo>
                <a:lnTo>
                  <a:pt x="382905" y="13716"/>
                </a:lnTo>
                <a:close/>
              </a:path>
              <a:path w="548004" h="294639">
                <a:moveTo>
                  <a:pt x="547687" y="88480"/>
                </a:moveTo>
                <a:lnTo>
                  <a:pt x="544639" y="85432"/>
                </a:lnTo>
                <a:lnTo>
                  <a:pt x="544639" y="83908"/>
                </a:lnTo>
                <a:lnTo>
                  <a:pt x="543115" y="83908"/>
                </a:lnTo>
                <a:lnTo>
                  <a:pt x="541591" y="82384"/>
                </a:lnTo>
                <a:lnTo>
                  <a:pt x="489686" y="82384"/>
                </a:lnTo>
                <a:lnTo>
                  <a:pt x="489686" y="33515"/>
                </a:lnTo>
                <a:lnTo>
                  <a:pt x="486638" y="30467"/>
                </a:lnTo>
                <a:lnTo>
                  <a:pt x="485114" y="30467"/>
                </a:lnTo>
                <a:lnTo>
                  <a:pt x="483590" y="28943"/>
                </a:lnTo>
                <a:lnTo>
                  <a:pt x="463778" y="28943"/>
                </a:lnTo>
                <a:lnTo>
                  <a:pt x="460730" y="30467"/>
                </a:lnTo>
                <a:lnTo>
                  <a:pt x="457682" y="30467"/>
                </a:lnTo>
                <a:lnTo>
                  <a:pt x="456158" y="31991"/>
                </a:lnTo>
                <a:lnTo>
                  <a:pt x="454634" y="31991"/>
                </a:lnTo>
                <a:lnTo>
                  <a:pt x="454634" y="82384"/>
                </a:lnTo>
                <a:lnTo>
                  <a:pt x="425577" y="82384"/>
                </a:lnTo>
                <a:lnTo>
                  <a:pt x="424053" y="83908"/>
                </a:lnTo>
                <a:lnTo>
                  <a:pt x="422529" y="83908"/>
                </a:lnTo>
                <a:lnTo>
                  <a:pt x="421005" y="85432"/>
                </a:lnTo>
                <a:lnTo>
                  <a:pt x="421005" y="86956"/>
                </a:lnTo>
                <a:lnTo>
                  <a:pt x="419481" y="88480"/>
                </a:lnTo>
                <a:lnTo>
                  <a:pt x="419481" y="106870"/>
                </a:lnTo>
                <a:lnTo>
                  <a:pt x="421005" y="109905"/>
                </a:lnTo>
                <a:lnTo>
                  <a:pt x="424053" y="112953"/>
                </a:lnTo>
                <a:lnTo>
                  <a:pt x="454634" y="112953"/>
                </a:lnTo>
                <a:lnTo>
                  <a:pt x="454672" y="236842"/>
                </a:lnTo>
                <a:lnTo>
                  <a:pt x="455015" y="244551"/>
                </a:lnTo>
                <a:lnTo>
                  <a:pt x="455917" y="251675"/>
                </a:lnTo>
                <a:lnTo>
                  <a:pt x="457682" y="257924"/>
                </a:lnTo>
                <a:lnTo>
                  <a:pt x="459206" y="265544"/>
                </a:lnTo>
                <a:lnTo>
                  <a:pt x="491083" y="292582"/>
                </a:lnTo>
                <a:lnTo>
                  <a:pt x="511022" y="294513"/>
                </a:lnTo>
                <a:lnTo>
                  <a:pt x="524827" y="294513"/>
                </a:lnTo>
                <a:lnTo>
                  <a:pt x="527875" y="292989"/>
                </a:lnTo>
                <a:lnTo>
                  <a:pt x="530923" y="292989"/>
                </a:lnTo>
                <a:lnTo>
                  <a:pt x="533971" y="291465"/>
                </a:lnTo>
                <a:lnTo>
                  <a:pt x="537019" y="291465"/>
                </a:lnTo>
                <a:lnTo>
                  <a:pt x="538543" y="289941"/>
                </a:lnTo>
                <a:lnTo>
                  <a:pt x="541591" y="288417"/>
                </a:lnTo>
                <a:lnTo>
                  <a:pt x="543115" y="288417"/>
                </a:lnTo>
                <a:lnTo>
                  <a:pt x="546163" y="285369"/>
                </a:lnTo>
                <a:lnTo>
                  <a:pt x="546163" y="283845"/>
                </a:lnTo>
                <a:lnTo>
                  <a:pt x="547687" y="280797"/>
                </a:lnTo>
                <a:lnTo>
                  <a:pt x="547687" y="264020"/>
                </a:lnTo>
                <a:lnTo>
                  <a:pt x="547687" y="262496"/>
                </a:lnTo>
                <a:lnTo>
                  <a:pt x="546163" y="260972"/>
                </a:lnTo>
                <a:lnTo>
                  <a:pt x="546163" y="259448"/>
                </a:lnTo>
                <a:lnTo>
                  <a:pt x="544639" y="257924"/>
                </a:lnTo>
                <a:lnTo>
                  <a:pt x="540067" y="257924"/>
                </a:lnTo>
                <a:lnTo>
                  <a:pt x="538543" y="259448"/>
                </a:lnTo>
                <a:lnTo>
                  <a:pt x="537019" y="259448"/>
                </a:lnTo>
                <a:lnTo>
                  <a:pt x="535495" y="260972"/>
                </a:lnTo>
                <a:lnTo>
                  <a:pt x="533971" y="260972"/>
                </a:lnTo>
                <a:lnTo>
                  <a:pt x="530923" y="262496"/>
                </a:lnTo>
                <a:lnTo>
                  <a:pt x="526351" y="262496"/>
                </a:lnTo>
                <a:lnTo>
                  <a:pt x="523303" y="264020"/>
                </a:lnTo>
                <a:lnTo>
                  <a:pt x="506450" y="264020"/>
                </a:lnTo>
                <a:lnTo>
                  <a:pt x="489686" y="222783"/>
                </a:lnTo>
                <a:lnTo>
                  <a:pt x="489686" y="112953"/>
                </a:lnTo>
                <a:lnTo>
                  <a:pt x="543115" y="112953"/>
                </a:lnTo>
                <a:lnTo>
                  <a:pt x="546163" y="109905"/>
                </a:lnTo>
                <a:lnTo>
                  <a:pt x="547687" y="106870"/>
                </a:lnTo>
                <a:lnTo>
                  <a:pt x="547687" y="88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973091" y="3977068"/>
            <a:ext cx="169545" cy="306705"/>
          </a:xfrm>
          <a:custGeom>
            <a:avLst/>
            <a:gdLst/>
            <a:ahLst/>
            <a:cxnLst/>
            <a:rect l="l" t="t" r="r" b="b"/>
            <a:pathLst>
              <a:path w="169545" h="306704">
                <a:moveTo>
                  <a:pt x="35147" y="4572"/>
                </a:moveTo>
                <a:lnTo>
                  <a:pt x="1524" y="4572"/>
                </a:lnTo>
                <a:lnTo>
                  <a:pt x="1524" y="3048"/>
                </a:lnTo>
                <a:lnTo>
                  <a:pt x="3048" y="3048"/>
                </a:lnTo>
                <a:lnTo>
                  <a:pt x="4572" y="1524"/>
                </a:lnTo>
                <a:lnTo>
                  <a:pt x="7620" y="0"/>
                </a:lnTo>
                <a:lnTo>
                  <a:pt x="29051" y="0"/>
                </a:lnTo>
                <a:lnTo>
                  <a:pt x="32099" y="1524"/>
                </a:lnTo>
                <a:lnTo>
                  <a:pt x="33623" y="1524"/>
                </a:lnTo>
                <a:lnTo>
                  <a:pt x="35147" y="3048"/>
                </a:lnTo>
                <a:lnTo>
                  <a:pt x="35147" y="4572"/>
                </a:lnTo>
                <a:close/>
              </a:path>
              <a:path w="169545" h="306704">
                <a:moveTo>
                  <a:pt x="36671" y="302133"/>
                </a:moveTo>
                <a:lnTo>
                  <a:pt x="0" y="302133"/>
                </a:lnTo>
                <a:lnTo>
                  <a:pt x="0" y="4572"/>
                </a:lnTo>
                <a:lnTo>
                  <a:pt x="36671" y="4572"/>
                </a:lnTo>
                <a:lnTo>
                  <a:pt x="36671" y="125158"/>
                </a:lnTo>
                <a:lnTo>
                  <a:pt x="81396" y="125158"/>
                </a:lnTo>
                <a:lnTo>
                  <a:pt x="43767" y="153138"/>
                </a:lnTo>
                <a:lnTo>
                  <a:pt x="36671" y="161734"/>
                </a:lnTo>
                <a:lnTo>
                  <a:pt x="36671" y="302133"/>
                </a:lnTo>
                <a:close/>
              </a:path>
              <a:path w="169545" h="306704">
                <a:moveTo>
                  <a:pt x="81396" y="125158"/>
                </a:moveTo>
                <a:lnTo>
                  <a:pt x="36671" y="125158"/>
                </a:lnTo>
                <a:lnTo>
                  <a:pt x="44648" y="117435"/>
                </a:lnTo>
                <a:lnTo>
                  <a:pt x="83165" y="94583"/>
                </a:lnTo>
                <a:lnTo>
                  <a:pt x="91355" y="93368"/>
                </a:lnTo>
                <a:lnTo>
                  <a:pt x="91769" y="93368"/>
                </a:lnTo>
                <a:lnTo>
                  <a:pt x="99250" y="93059"/>
                </a:lnTo>
                <a:lnTo>
                  <a:pt x="139326" y="102870"/>
                </a:lnTo>
                <a:lnTo>
                  <a:pt x="158358" y="123634"/>
                </a:lnTo>
                <a:lnTo>
                  <a:pt x="91535" y="123634"/>
                </a:lnTo>
                <a:lnTo>
                  <a:pt x="84915" y="124206"/>
                </a:lnTo>
                <a:lnTo>
                  <a:pt x="81396" y="125158"/>
                </a:lnTo>
                <a:close/>
              </a:path>
              <a:path w="169545" h="306704">
                <a:moveTo>
                  <a:pt x="166306" y="305181"/>
                </a:moveTo>
                <a:lnTo>
                  <a:pt x="137350" y="305181"/>
                </a:lnTo>
                <a:lnTo>
                  <a:pt x="134302" y="302133"/>
                </a:lnTo>
                <a:lnTo>
                  <a:pt x="134302" y="184594"/>
                </a:lnTo>
                <a:lnTo>
                  <a:pt x="134040" y="176022"/>
                </a:lnTo>
                <a:lnTo>
                  <a:pt x="133403" y="169164"/>
                </a:lnTo>
                <a:lnTo>
                  <a:pt x="133350" y="168592"/>
                </a:lnTo>
                <a:lnTo>
                  <a:pt x="132373" y="162306"/>
                </a:lnTo>
                <a:lnTo>
                  <a:pt x="131254" y="157162"/>
                </a:lnTo>
                <a:lnTo>
                  <a:pt x="129730" y="149542"/>
                </a:lnTo>
                <a:lnTo>
                  <a:pt x="126682" y="144970"/>
                </a:lnTo>
                <a:lnTo>
                  <a:pt x="123586" y="138803"/>
                </a:lnTo>
                <a:lnTo>
                  <a:pt x="120586" y="134302"/>
                </a:lnTo>
                <a:lnTo>
                  <a:pt x="116014" y="129730"/>
                </a:lnTo>
                <a:lnTo>
                  <a:pt x="109918" y="128206"/>
                </a:lnTo>
                <a:lnTo>
                  <a:pt x="105346" y="125158"/>
                </a:lnTo>
                <a:lnTo>
                  <a:pt x="99250" y="123634"/>
                </a:lnTo>
                <a:lnTo>
                  <a:pt x="158358" y="123634"/>
                </a:lnTo>
                <a:lnTo>
                  <a:pt x="169287" y="168592"/>
                </a:lnTo>
                <a:lnTo>
                  <a:pt x="169354" y="303657"/>
                </a:lnTo>
                <a:lnTo>
                  <a:pt x="167830" y="303657"/>
                </a:lnTo>
                <a:lnTo>
                  <a:pt x="166306" y="305181"/>
                </a:lnTo>
                <a:close/>
              </a:path>
              <a:path w="169545" h="306704">
                <a:moveTo>
                  <a:pt x="35147" y="303657"/>
                </a:moveTo>
                <a:lnTo>
                  <a:pt x="1524" y="303657"/>
                </a:lnTo>
                <a:lnTo>
                  <a:pt x="1524" y="302133"/>
                </a:lnTo>
                <a:lnTo>
                  <a:pt x="35147" y="302133"/>
                </a:lnTo>
                <a:lnTo>
                  <a:pt x="35147" y="303657"/>
                </a:lnTo>
                <a:close/>
              </a:path>
              <a:path w="169545" h="306704">
                <a:moveTo>
                  <a:pt x="32099" y="305181"/>
                </a:moveTo>
                <a:lnTo>
                  <a:pt x="4572" y="305181"/>
                </a:lnTo>
                <a:lnTo>
                  <a:pt x="3048" y="303657"/>
                </a:lnTo>
                <a:lnTo>
                  <a:pt x="33623" y="303657"/>
                </a:lnTo>
                <a:lnTo>
                  <a:pt x="32099" y="305181"/>
                </a:lnTo>
                <a:close/>
              </a:path>
              <a:path w="169545" h="306704">
                <a:moveTo>
                  <a:pt x="24479" y="306705"/>
                </a:moveTo>
                <a:lnTo>
                  <a:pt x="12287" y="306705"/>
                </a:lnTo>
                <a:lnTo>
                  <a:pt x="9144" y="305181"/>
                </a:lnTo>
                <a:lnTo>
                  <a:pt x="27527" y="305181"/>
                </a:lnTo>
                <a:lnTo>
                  <a:pt x="24479" y="306705"/>
                </a:lnTo>
                <a:close/>
              </a:path>
              <a:path w="169545" h="306704">
                <a:moveTo>
                  <a:pt x="158686" y="306705"/>
                </a:moveTo>
                <a:lnTo>
                  <a:pt x="144970" y="306705"/>
                </a:lnTo>
                <a:lnTo>
                  <a:pt x="143446" y="305181"/>
                </a:lnTo>
                <a:lnTo>
                  <a:pt x="160210" y="305181"/>
                </a:lnTo>
                <a:lnTo>
                  <a:pt x="158686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14602" y="4514278"/>
            <a:ext cx="1273873" cy="384524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2354103" y="4514278"/>
            <a:ext cx="36830" cy="306705"/>
          </a:xfrm>
          <a:custGeom>
            <a:avLst/>
            <a:gdLst/>
            <a:ahLst/>
            <a:cxnLst/>
            <a:rect l="l" t="t" r="r" b="b"/>
            <a:pathLst>
              <a:path w="36830" h="306704">
                <a:moveTo>
                  <a:pt x="28956" y="1524"/>
                </a:moveTo>
                <a:lnTo>
                  <a:pt x="7620" y="1524"/>
                </a:lnTo>
                <a:lnTo>
                  <a:pt x="9144" y="0"/>
                </a:lnTo>
                <a:lnTo>
                  <a:pt x="27432" y="0"/>
                </a:lnTo>
                <a:lnTo>
                  <a:pt x="28956" y="1524"/>
                </a:lnTo>
                <a:close/>
              </a:path>
              <a:path w="36830" h="306704">
                <a:moveTo>
                  <a:pt x="33528" y="3048"/>
                </a:moveTo>
                <a:lnTo>
                  <a:pt x="3048" y="3048"/>
                </a:lnTo>
                <a:lnTo>
                  <a:pt x="4572" y="1524"/>
                </a:lnTo>
                <a:lnTo>
                  <a:pt x="33528" y="1524"/>
                </a:lnTo>
                <a:lnTo>
                  <a:pt x="33528" y="3048"/>
                </a:lnTo>
                <a:close/>
              </a:path>
              <a:path w="36830" h="306704">
                <a:moveTo>
                  <a:pt x="35052" y="4572"/>
                </a:moveTo>
                <a:lnTo>
                  <a:pt x="1524" y="4572"/>
                </a:lnTo>
                <a:lnTo>
                  <a:pt x="1524" y="3048"/>
                </a:lnTo>
                <a:lnTo>
                  <a:pt x="35052" y="3048"/>
                </a:lnTo>
                <a:lnTo>
                  <a:pt x="35052" y="4572"/>
                </a:lnTo>
                <a:close/>
              </a:path>
              <a:path w="36830" h="306704">
                <a:moveTo>
                  <a:pt x="35052" y="303657"/>
                </a:moveTo>
                <a:lnTo>
                  <a:pt x="1524" y="303657"/>
                </a:lnTo>
                <a:lnTo>
                  <a:pt x="1524" y="302133"/>
                </a:lnTo>
                <a:lnTo>
                  <a:pt x="0" y="300609"/>
                </a:lnTo>
                <a:lnTo>
                  <a:pt x="0" y="4572"/>
                </a:lnTo>
                <a:lnTo>
                  <a:pt x="36576" y="4572"/>
                </a:lnTo>
                <a:lnTo>
                  <a:pt x="36576" y="302133"/>
                </a:lnTo>
                <a:lnTo>
                  <a:pt x="35052" y="302133"/>
                </a:lnTo>
                <a:lnTo>
                  <a:pt x="35052" y="303657"/>
                </a:lnTo>
                <a:close/>
              </a:path>
              <a:path w="36830" h="306704">
                <a:moveTo>
                  <a:pt x="33528" y="305181"/>
                </a:moveTo>
                <a:lnTo>
                  <a:pt x="4572" y="305181"/>
                </a:lnTo>
                <a:lnTo>
                  <a:pt x="3048" y="303657"/>
                </a:lnTo>
                <a:lnTo>
                  <a:pt x="33528" y="303657"/>
                </a:lnTo>
                <a:lnTo>
                  <a:pt x="33528" y="305181"/>
                </a:lnTo>
                <a:close/>
              </a:path>
              <a:path w="36830" h="306704">
                <a:moveTo>
                  <a:pt x="24384" y="306705"/>
                </a:moveTo>
                <a:lnTo>
                  <a:pt x="12192" y="306705"/>
                </a:lnTo>
                <a:lnTo>
                  <a:pt x="9144" y="305181"/>
                </a:lnTo>
                <a:lnTo>
                  <a:pt x="27432" y="305181"/>
                </a:lnTo>
                <a:lnTo>
                  <a:pt x="24384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544794" y="4607337"/>
            <a:ext cx="1330356" cy="21669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15610" y="4607337"/>
            <a:ext cx="161673" cy="21669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42911" y="4607337"/>
            <a:ext cx="169354" cy="213645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4464081" y="4515802"/>
            <a:ext cx="181610" cy="308610"/>
          </a:xfrm>
          <a:custGeom>
            <a:avLst/>
            <a:gdLst/>
            <a:ahLst/>
            <a:cxnLst/>
            <a:rect l="l" t="t" r="r" b="b"/>
            <a:pathLst>
              <a:path w="181610" h="308610">
                <a:moveTo>
                  <a:pt x="176974" y="1524"/>
                </a:moveTo>
                <a:lnTo>
                  <a:pt x="151066" y="1524"/>
                </a:lnTo>
                <a:lnTo>
                  <a:pt x="152590" y="0"/>
                </a:lnTo>
                <a:lnTo>
                  <a:pt x="173926" y="0"/>
                </a:lnTo>
                <a:lnTo>
                  <a:pt x="176974" y="1524"/>
                </a:lnTo>
                <a:close/>
              </a:path>
              <a:path w="181610" h="308610">
                <a:moveTo>
                  <a:pt x="181546" y="120491"/>
                </a:moveTo>
                <a:lnTo>
                  <a:pt x="144970" y="120491"/>
                </a:lnTo>
                <a:lnTo>
                  <a:pt x="144970" y="4572"/>
                </a:lnTo>
                <a:lnTo>
                  <a:pt x="148018" y="1524"/>
                </a:lnTo>
                <a:lnTo>
                  <a:pt x="178498" y="1524"/>
                </a:lnTo>
                <a:lnTo>
                  <a:pt x="181546" y="4572"/>
                </a:lnTo>
                <a:lnTo>
                  <a:pt x="181546" y="120491"/>
                </a:lnTo>
                <a:close/>
              </a:path>
              <a:path w="181610" h="308610">
                <a:moveTo>
                  <a:pt x="80867" y="308229"/>
                </a:moveTo>
                <a:lnTo>
                  <a:pt x="36799" y="294227"/>
                </a:lnTo>
                <a:lnTo>
                  <a:pt x="10286" y="261092"/>
                </a:lnTo>
                <a:lnTo>
                  <a:pt x="1142" y="223170"/>
                </a:lnTo>
                <a:lnTo>
                  <a:pt x="0" y="201453"/>
                </a:lnTo>
                <a:lnTo>
                  <a:pt x="424" y="191452"/>
                </a:lnTo>
                <a:lnTo>
                  <a:pt x="523" y="189111"/>
                </a:lnTo>
                <a:lnTo>
                  <a:pt x="1861" y="177736"/>
                </a:lnTo>
                <a:lnTo>
                  <a:pt x="1904" y="177367"/>
                </a:lnTo>
                <a:lnTo>
                  <a:pt x="12763" y="136921"/>
                </a:lnTo>
                <a:lnTo>
                  <a:pt x="41156" y="103131"/>
                </a:lnTo>
                <a:lnTo>
                  <a:pt x="85439" y="91535"/>
                </a:lnTo>
                <a:lnTo>
                  <a:pt x="94084" y="91868"/>
                </a:lnTo>
                <a:lnTo>
                  <a:pt x="131254" y="108108"/>
                </a:lnTo>
                <a:lnTo>
                  <a:pt x="144970" y="120491"/>
                </a:lnTo>
                <a:lnTo>
                  <a:pt x="181546" y="120491"/>
                </a:lnTo>
                <a:lnTo>
                  <a:pt x="181546" y="122015"/>
                </a:lnTo>
                <a:lnTo>
                  <a:pt x="79343" y="122015"/>
                </a:lnTo>
                <a:lnTo>
                  <a:pt x="71723" y="125063"/>
                </a:lnTo>
                <a:lnTo>
                  <a:pt x="44481" y="157543"/>
                </a:lnTo>
                <a:lnTo>
                  <a:pt x="38195" y="198310"/>
                </a:lnTo>
                <a:lnTo>
                  <a:pt x="38219" y="205461"/>
                </a:lnTo>
                <a:lnTo>
                  <a:pt x="45719" y="246006"/>
                </a:lnTo>
                <a:lnTo>
                  <a:pt x="48863" y="251745"/>
                </a:lnTo>
                <a:lnTo>
                  <a:pt x="51911" y="259365"/>
                </a:lnTo>
                <a:lnTo>
                  <a:pt x="56483" y="265461"/>
                </a:lnTo>
                <a:lnTo>
                  <a:pt x="64103" y="270129"/>
                </a:lnTo>
                <a:lnTo>
                  <a:pt x="70199" y="274701"/>
                </a:lnTo>
                <a:lnTo>
                  <a:pt x="77819" y="276225"/>
                </a:lnTo>
                <a:lnTo>
                  <a:pt x="145153" y="276225"/>
                </a:lnTo>
                <a:lnTo>
                  <a:pt x="141541" y="279987"/>
                </a:lnTo>
                <a:lnTo>
                  <a:pt x="109196" y="301799"/>
                </a:lnTo>
                <a:lnTo>
                  <a:pt x="90869" y="307419"/>
                </a:lnTo>
                <a:lnTo>
                  <a:pt x="80867" y="308229"/>
                </a:lnTo>
                <a:close/>
              </a:path>
              <a:path w="181610" h="308610">
                <a:moveTo>
                  <a:pt x="145153" y="276225"/>
                </a:moveTo>
                <a:lnTo>
                  <a:pt x="96107" y="276225"/>
                </a:lnTo>
                <a:lnTo>
                  <a:pt x="109823" y="271653"/>
                </a:lnTo>
                <a:lnTo>
                  <a:pt x="114395" y="268509"/>
                </a:lnTo>
                <a:lnTo>
                  <a:pt x="119062" y="265461"/>
                </a:lnTo>
                <a:lnTo>
                  <a:pt x="123634" y="260889"/>
                </a:lnTo>
                <a:lnTo>
                  <a:pt x="129730" y="256317"/>
                </a:lnTo>
                <a:lnTo>
                  <a:pt x="140398" y="245649"/>
                </a:lnTo>
                <a:lnTo>
                  <a:pt x="144970" y="238029"/>
                </a:lnTo>
                <a:lnTo>
                  <a:pt x="144970" y="158686"/>
                </a:lnTo>
                <a:lnTo>
                  <a:pt x="117538" y="131159"/>
                </a:lnTo>
                <a:lnTo>
                  <a:pt x="88487" y="122015"/>
                </a:lnTo>
                <a:lnTo>
                  <a:pt x="181546" y="122015"/>
                </a:lnTo>
                <a:lnTo>
                  <a:pt x="181546" y="271653"/>
                </a:lnTo>
                <a:lnTo>
                  <a:pt x="149542" y="271653"/>
                </a:lnTo>
                <a:lnTo>
                  <a:pt x="145153" y="276225"/>
                </a:lnTo>
                <a:close/>
              </a:path>
              <a:path w="181610" h="308610">
                <a:moveTo>
                  <a:pt x="178498" y="303657"/>
                </a:moveTo>
                <a:lnTo>
                  <a:pt x="152590" y="303657"/>
                </a:lnTo>
                <a:lnTo>
                  <a:pt x="152590" y="302133"/>
                </a:lnTo>
                <a:lnTo>
                  <a:pt x="151066" y="302133"/>
                </a:lnTo>
                <a:lnTo>
                  <a:pt x="151066" y="300609"/>
                </a:lnTo>
                <a:lnTo>
                  <a:pt x="149542" y="300609"/>
                </a:lnTo>
                <a:lnTo>
                  <a:pt x="149542" y="271653"/>
                </a:lnTo>
                <a:lnTo>
                  <a:pt x="181546" y="271653"/>
                </a:lnTo>
                <a:lnTo>
                  <a:pt x="181546" y="300609"/>
                </a:lnTo>
                <a:lnTo>
                  <a:pt x="178498" y="303657"/>
                </a:lnTo>
                <a:close/>
              </a:path>
              <a:path w="181610" h="308610">
                <a:moveTo>
                  <a:pt x="170878" y="305181"/>
                </a:moveTo>
                <a:lnTo>
                  <a:pt x="160210" y="305181"/>
                </a:lnTo>
                <a:lnTo>
                  <a:pt x="158686" y="303657"/>
                </a:lnTo>
                <a:lnTo>
                  <a:pt x="173926" y="303657"/>
                </a:lnTo>
                <a:lnTo>
                  <a:pt x="170878" y="3051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802851" y="4556950"/>
            <a:ext cx="1665956" cy="267081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609516" y="4607337"/>
            <a:ext cx="196167" cy="21669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859428" y="4607337"/>
            <a:ext cx="169354" cy="213645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7173658" y="4610386"/>
            <a:ext cx="297815" cy="210820"/>
          </a:xfrm>
          <a:custGeom>
            <a:avLst/>
            <a:gdLst/>
            <a:ahLst/>
            <a:cxnLst/>
            <a:rect l="l" t="t" r="r" b="b"/>
            <a:pathLst>
              <a:path w="297815" h="210820">
                <a:moveTo>
                  <a:pt x="33623" y="1524"/>
                </a:moveTo>
                <a:lnTo>
                  <a:pt x="4572" y="1524"/>
                </a:lnTo>
                <a:lnTo>
                  <a:pt x="4572" y="0"/>
                </a:lnTo>
                <a:lnTo>
                  <a:pt x="32099" y="0"/>
                </a:lnTo>
                <a:lnTo>
                  <a:pt x="33623" y="1524"/>
                </a:lnTo>
                <a:close/>
              </a:path>
              <a:path w="297815" h="210820">
                <a:moveTo>
                  <a:pt x="163258" y="1524"/>
                </a:moveTo>
                <a:lnTo>
                  <a:pt x="134302" y="1524"/>
                </a:lnTo>
                <a:lnTo>
                  <a:pt x="135826" y="0"/>
                </a:lnTo>
                <a:lnTo>
                  <a:pt x="161734" y="0"/>
                </a:lnTo>
                <a:lnTo>
                  <a:pt x="163258" y="1524"/>
                </a:lnTo>
                <a:close/>
              </a:path>
              <a:path w="297815" h="210820">
                <a:moveTo>
                  <a:pt x="294513" y="1524"/>
                </a:moveTo>
                <a:lnTo>
                  <a:pt x="265461" y="1524"/>
                </a:lnTo>
                <a:lnTo>
                  <a:pt x="266985" y="0"/>
                </a:lnTo>
                <a:lnTo>
                  <a:pt x="292989" y="0"/>
                </a:lnTo>
                <a:lnTo>
                  <a:pt x="294513" y="1524"/>
                </a:lnTo>
                <a:close/>
              </a:path>
              <a:path w="297815" h="210820">
                <a:moveTo>
                  <a:pt x="108299" y="204501"/>
                </a:moveTo>
                <a:lnTo>
                  <a:pt x="59531" y="204501"/>
                </a:lnTo>
                <a:lnTo>
                  <a:pt x="59531" y="202977"/>
                </a:lnTo>
                <a:lnTo>
                  <a:pt x="1524" y="15240"/>
                </a:lnTo>
                <a:lnTo>
                  <a:pt x="1524" y="10668"/>
                </a:lnTo>
                <a:lnTo>
                  <a:pt x="0" y="9144"/>
                </a:lnTo>
                <a:lnTo>
                  <a:pt x="0" y="3048"/>
                </a:lnTo>
                <a:lnTo>
                  <a:pt x="1524" y="3048"/>
                </a:lnTo>
                <a:lnTo>
                  <a:pt x="1524" y="1524"/>
                </a:lnTo>
                <a:lnTo>
                  <a:pt x="35147" y="1524"/>
                </a:lnTo>
                <a:lnTo>
                  <a:pt x="36671" y="3048"/>
                </a:lnTo>
                <a:lnTo>
                  <a:pt x="36671" y="4572"/>
                </a:lnTo>
                <a:lnTo>
                  <a:pt x="38195" y="4572"/>
                </a:lnTo>
                <a:lnTo>
                  <a:pt x="38195" y="6096"/>
                </a:lnTo>
                <a:lnTo>
                  <a:pt x="85439" y="169354"/>
                </a:lnTo>
                <a:lnTo>
                  <a:pt x="85439" y="170878"/>
                </a:lnTo>
                <a:lnTo>
                  <a:pt x="116846" y="170878"/>
                </a:lnTo>
                <a:lnTo>
                  <a:pt x="108299" y="202977"/>
                </a:lnTo>
                <a:lnTo>
                  <a:pt x="108299" y="204501"/>
                </a:lnTo>
                <a:close/>
              </a:path>
              <a:path w="297815" h="210820">
                <a:moveTo>
                  <a:pt x="116846" y="170878"/>
                </a:moveTo>
                <a:lnTo>
                  <a:pt x="85439" y="170878"/>
                </a:lnTo>
                <a:lnTo>
                  <a:pt x="86963" y="169354"/>
                </a:lnTo>
                <a:lnTo>
                  <a:pt x="129730" y="6096"/>
                </a:lnTo>
                <a:lnTo>
                  <a:pt x="129730" y="4572"/>
                </a:lnTo>
                <a:lnTo>
                  <a:pt x="131254" y="4572"/>
                </a:lnTo>
                <a:lnTo>
                  <a:pt x="131254" y="3048"/>
                </a:lnTo>
                <a:lnTo>
                  <a:pt x="132778" y="3048"/>
                </a:lnTo>
                <a:lnTo>
                  <a:pt x="132778" y="1524"/>
                </a:lnTo>
                <a:lnTo>
                  <a:pt x="164782" y="1524"/>
                </a:lnTo>
                <a:lnTo>
                  <a:pt x="164782" y="3048"/>
                </a:lnTo>
                <a:lnTo>
                  <a:pt x="166306" y="4572"/>
                </a:lnTo>
                <a:lnTo>
                  <a:pt x="166306" y="6096"/>
                </a:lnTo>
                <a:lnTo>
                  <a:pt x="181358" y="58007"/>
                </a:lnTo>
                <a:lnTo>
                  <a:pt x="146494" y="58007"/>
                </a:lnTo>
                <a:lnTo>
                  <a:pt x="146494" y="59531"/>
                </a:lnTo>
                <a:lnTo>
                  <a:pt x="116846" y="170878"/>
                </a:lnTo>
                <a:close/>
              </a:path>
              <a:path w="297815" h="210820">
                <a:moveTo>
                  <a:pt x="296037" y="3048"/>
                </a:moveTo>
                <a:lnTo>
                  <a:pt x="263937" y="3048"/>
                </a:lnTo>
                <a:lnTo>
                  <a:pt x="263937" y="1524"/>
                </a:lnTo>
                <a:lnTo>
                  <a:pt x="296037" y="1524"/>
                </a:lnTo>
                <a:lnTo>
                  <a:pt x="296037" y="3048"/>
                </a:lnTo>
                <a:close/>
              </a:path>
              <a:path w="297815" h="210820">
                <a:moveTo>
                  <a:pt x="247947" y="170878"/>
                </a:moveTo>
                <a:lnTo>
                  <a:pt x="213645" y="170878"/>
                </a:lnTo>
                <a:lnTo>
                  <a:pt x="215169" y="169354"/>
                </a:lnTo>
                <a:lnTo>
                  <a:pt x="260889" y="6096"/>
                </a:lnTo>
                <a:lnTo>
                  <a:pt x="260889" y="4572"/>
                </a:lnTo>
                <a:lnTo>
                  <a:pt x="262413" y="4572"/>
                </a:lnTo>
                <a:lnTo>
                  <a:pt x="262413" y="3048"/>
                </a:lnTo>
                <a:lnTo>
                  <a:pt x="297561" y="3048"/>
                </a:lnTo>
                <a:lnTo>
                  <a:pt x="297561" y="10668"/>
                </a:lnTo>
                <a:lnTo>
                  <a:pt x="296037" y="12192"/>
                </a:lnTo>
                <a:lnTo>
                  <a:pt x="296037" y="15240"/>
                </a:lnTo>
                <a:lnTo>
                  <a:pt x="247947" y="170878"/>
                </a:lnTo>
                <a:close/>
              </a:path>
              <a:path w="297815" h="210820">
                <a:moveTo>
                  <a:pt x="234981" y="207549"/>
                </a:moveTo>
                <a:lnTo>
                  <a:pt x="192214" y="207549"/>
                </a:lnTo>
                <a:lnTo>
                  <a:pt x="190690" y="206025"/>
                </a:lnTo>
                <a:lnTo>
                  <a:pt x="190690" y="204501"/>
                </a:lnTo>
                <a:lnTo>
                  <a:pt x="189166" y="204501"/>
                </a:lnTo>
                <a:lnTo>
                  <a:pt x="189166" y="202977"/>
                </a:lnTo>
                <a:lnTo>
                  <a:pt x="148018" y="59531"/>
                </a:lnTo>
                <a:lnTo>
                  <a:pt x="146494" y="58007"/>
                </a:lnTo>
                <a:lnTo>
                  <a:pt x="181358" y="58007"/>
                </a:lnTo>
                <a:lnTo>
                  <a:pt x="213645" y="169354"/>
                </a:lnTo>
                <a:lnTo>
                  <a:pt x="213645" y="170878"/>
                </a:lnTo>
                <a:lnTo>
                  <a:pt x="247947" y="170878"/>
                </a:lnTo>
                <a:lnTo>
                  <a:pt x="238029" y="202977"/>
                </a:lnTo>
                <a:lnTo>
                  <a:pt x="234981" y="206025"/>
                </a:lnTo>
                <a:lnTo>
                  <a:pt x="234981" y="207549"/>
                </a:lnTo>
                <a:close/>
              </a:path>
              <a:path w="297815" h="210820">
                <a:moveTo>
                  <a:pt x="105251" y="207549"/>
                </a:moveTo>
                <a:lnTo>
                  <a:pt x="62579" y="207549"/>
                </a:lnTo>
                <a:lnTo>
                  <a:pt x="61055" y="206025"/>
                </a:lnTo>
                <a:lnTo>
                  <a:pt x="61055" y="204501"/>
                </a:lnTo>
                <a:lnTo>
                  <a:pt x="106775" y="204501"/>
                </a:lnTo>
                <a:lnTo>
                  <a:pt x="106775" y="206025"/>
                </a:lnTo>
                <a:lnTo>
                  <a:pt x="105251" y="207549"/>
                </a:lnTo>
                <a:close/>
              </a:path>
              <a:path w="297815" h="210820">
                <a:moveTo>
                  <a:pt x="102203" y="209073"/>
                </a:moveTo>
                <a:lnTo>
                  <a:pt x="65627" y="209073"/>
                </a:lnTo>
                <a:lnTo>
                  <a:pt x="64103" y="207549"/>
                </a:lnTo>
                <a:lnTo>
                  <a:pt x="103727" y="207549"/>
                </a:lnTo>
                <a:lnTo>
                  <a:pt x="102203" y="209073"/>
                </a:lnTo>
                <a:close/>
              </a:path>
              <a:path w="297815" h="210820">
                <a:moveTo>
                  <a:pt x="231933" y="209073"/>
                </a:moveTo>
                <a:lnTo>
                  <a:pt x="195262" y="209073"/>
                </a:lnTo>
                <a:lnTo>
                  <a:pt x="193738" y="207549"/>
                </a:lnTo>
                <a:lnTo>
                  <a:pt x="233457" y="207549"/>
                </a:lnTo>
                <a:lnTo>
                  <a:pt x="231933" y="209073"/>
                </a:lnTo>
                <a:close/>
              </a:path>
              <a:path w="297815" h="210820">
                <a:moveTo>
                  <a:pt x="91535" y="210597"/>
                </a:moveTo>
                <a:lnTo>
                  <a:pt x="76295" y="210597"/>
                </a:lnTo>
                <a:lnTo>
                  <a:pt x="73247" y="209073"/>
                </a:lnTo>
                <a:lnTo>
                  <a:pt x="94583" y="209073"/>
                </a:lnTo>
                <a:lnTo>
                  <a:pt x="91535" y="210597"/>
                </a:lnTo>
                <a:close/>
              </a:path>
              <a:path w="297815" h="210820">
                <a:moveTo>
                  <a:pt x="221265" y="210597"/>
                </a:moveTo>
                <a:lnTo>
                  <a:pt x="206025" y="210597"/>
                </a:lnTo>
                <a:lnTo>
                  <a:pt x="202977" y="209073"/>
                </a:lnTo>
                <a:lnTo>
                  <a:pt x="224313" y="209073"/>
                </a:lnTo>
                <a:lnTo>
                  <a:pt x="221265" y="210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16939" y="4514278"/>
            <a:ext cx="169545" cy="306705"/>
          </a:xfrm>
          <a:custGeom>
            <a:avLst/>
            <a:gdLst/>
            <a:ahLst/>
            <a:cxnLst/>
            <a:rect l="l" t="t" r="r" b="b"/>
            <a:pathLst>
              <a:path w="169545" h="306704">
                <a:moveTo>
                  <a:pt x="28956" y="1524"/>
                </a:moveTo>
                <a:lnTo>
                  <a:pt x="6096" y="1524"/>
                </a:lnTo>
                <a:lnTo>
                  <a:pt x="9144" y="0"/>
                </a:lnTo>
                <a:lnTo>
                  <a:pt x="27432" y="0"/>
                </a:lnTo>
                <a:lnTo>
                  <a:pt x="28956" y="1524"/>
                </a:lnTo>
                <a:close/>
              </a:path>
              <a:path w="169545" h="306704">
                <a:moveTo>
                  <a:pt x="36671" y="302133"/>
                </a:moveTo>
                <a:lnTo>
                  <a:pt x="0" y="302133"/>
                </a:lnTo>
                <a:lnTo>
                  <a:pt x="0" y="4572"/>
                </a:lnTo>
                <a:lnTo>
                  <a:pt x="1524" y="4572"/>
                </a:lnTo>
                <a:lnTo>
                  <a:pt x="1524" y="3048"/>
                </a:lnTo>
                <a:lnTo>
                  <a:pt x="3048" y="1524"/>
                </a:lnTo>
                <a:lnTo>
                  <a:pt x="32099" y="1524"/>
                </a:lnTo>
                <a:lnTo>
                  <a:pt x="33623" y="3048"/>
                </a:lnTo>
                <a:lnTo>
                  <a:pt x="35147" y="3048"/>
                </a:lnTo>
                <a:lnTo>
                  <a:pt x="35147" y="4572"/>
                </a:lnTo>
                <a:lnTo>
                  <a:pt x="36671" y="6096"/>
                </a:lnTo>
                <a:lnTo>
                  <a:pt x="36671" y="125063"/>
                </a:lnTo>
                <a:lnTo>
                  <a:pt x="81315" y="125063"/>
                </a:lnTo>
                <a:lnTo>
                  <a:pt x="77819" y="126027"/>
                </a:lnTo>
                <a:lnTo>
                  <a:pt x="71166" y="129266"/>
                </a:lnTo>
                <a:lnTo>
                  <a:pt x="36671" y="161734"/>
                </a:lnTo>
                <a:lnTo>
                  <a:pt x="36671" y="302133"/>
                </a:lnTo>
                <a:close/>
              </a:path>
              <a:path w="169545" h="306704">
                <a:moveTo>
                  <a:pt x="81315" y="125063"/>
                </a:moveTo>
                <a:lnTo>
                  <a:pt x="36671" y="125063"/>
                </a:lnTo>
                <a:lnTo>
                  <a:pt x="43791" y="117395"/>
                </a:lnTo>
                <a:lnTo>
                  <a:pt x="83153" y="95154"/>
                </a:lnTo>
                <a:lnTo>
                  <a:pt x="99155" y="93059"/>
                </a:lnTo>
                <a:lnTo>
                  <a:pt x="108909" y="93368"/>
                </a:lnTo>
                <a:lnTo>
                  <a:pt x="144589" y="107156"/>
                </a:lnTo>
                <a:lnTo>
                  <a:pt x="158337" y="123539"/>
                </a:lnTo>
                <a:lnTo>
                  <a:pt x="91535" y="123539"/>
                </a:lnTo>
                <a:lnTo>
                  <a:pt x="84677" y="124136"/>
                </a:lnTo>
                <a:lnTo>
                  <a:pt x="81315" y="125063"/>
                </a:lnTo>
                <a:close/>
              </a:path>
              <a:path w="169545" h="306704">
                <a:moveTo>
                  <a:pt x="166306" y="305181"/>
                </a:moveTo>
                <a:lnTo>
                  <a:pt x="137350" y="305181"/>
                </a:lnTo>
                <a:lnTo>
                  <a:pt x="134302" y="302133"/>
                </a:lnTo>
                <a:lnTo>
                  <a:pt x="134302" y="184594"/>
                </a:lnTo>
                <a:lnTo>
                  <a:pt x="134162" y="180022"/>
                </a:lnTo>
                <a:lnTo>
                  <a:pt x="134040" y="176022"/>
                </a:lnTo>
                <a:lnTo>
                  <a:pt x="133403" y="169164"/>
                </a:lnTo>
                <a:lnTo>
                  <a:pt x="133350" y="168592"/>
                </a:lnTo>
                <a:lnTo>
                  <a:pt x="132373" y="162306"/>
                </a:lnTo>
                <a:lnTo>
                  <a:pt x="131254" y="157162"/>
                </a:lnTo>
                <a:lnTo>
                  <a:pt x="129730" y="149542"/>
                </a:lnTo>
                <a:lnTo>
                  <a:pt x="126682" y="144970"/>
                </a:lnTo>
                <a:lnTo>
                  <a:pt x="123634" y="138874"/>
                </a:lnTo>
                <a:lnTo>
                  <a:pt x="120586" y="134302"/>
                </a:lnTo>
                <a:lnTo>
                  <a:pt x="115919" y="131159"/>
                </a:lnTo>
                <a:lnTo>
                  <a:pt x="109823" y="128111"/>
                </a:lnTo>
                <a:lnTo>
                  <a:pt x="105251" y="125063"/>
                </a:lnTo>
                <a:lnTo>
                  <a:pt x="99155" y="123539"/>
                </a:lnTo>
                <a:lnTo>
                  <a:pt x="158337" y="123539"/>
                </a:lnTo>
                <a:lnTo>
                  <a:pt x="169051" y="168592"/>
                </a:lnTo>
                <a:lnTo>
                  <a:pt x="169354" y="302133"/>
                </a:lnTo>
                <a:lnTo>
                  <a:pt x="166306" y="305181"/>
                </a:lnTo>
                <a:close/>
              </a:path>
              <a:path w="169545" h="306704">
                <a:moveTo>
                  <a:pt x="35147" y="303657"/>
                </a:moveTo>
                <a:lnTo>
                  <a:pt x="1524" y="303657"/>
                </a:lnTo>
                <a:lnTo>
                  <a:pt x="1524" y="302133"/>
                </a:lnTo>
                <a:lnTo>
                  <a:pt x="35147" y="302133"/>
                </a:lnTo>
                <a:lnTo>
                  <a:pt x="35147" y="303657"/>
                </a:lnTo>
                <a:close/>
              </a:path>
              <a:path w="169545" h="306704">
                <a:moveTo>
                  <a:pt x="32099" y="305181"/>
                </a:moveTo>
                <a:lnTo>
                  <a:pt x="3048" y="305181"/>
                </a:lnTo>
                <a:lnTo>
                  <a:pt x="3048" y="303657"/>
                </a:lnTo>
                <a:lnTo>
                  <a:pt x="33623" y="303657"/>
                </a:lnTo>
                <a:lnTo>
                  <a:pt x="32099" y="305181"/>
                </a:lnTo>
                <a:close/>
              </a:path>
              <a:path w="169545" h="306704">
                <a:moveTo>
                  <a:pt x="24384" y="306705"/>
                </a:moveTo>
                <a:lnTo>
                  <a:pt x="12192" y="306705"/>
                </a:lnTo>
                <a:lnTo>
                  <a:pt x="9144" y="305181"/>
                </a:lnTo>
                <a:lnTo>
                  <a:pt x="27432" y="305181"/>
                </a:lnTo>
                <a:lnTo>
                  <a:pt x="24384" y="306705"/>
                </a:lnTo>
                <a:close/>
              </a:path>
              <a:path w="169545" h="306704">
                <a:moveTo>
                  <a:pt x="158686" y="306705"/>
                </a:moveTo>
                <a:lnTo>
                  <a:pt x="144970" y="306705"/>
                </a:lnTo>
                <a:lnTo>
                  <a:pt x="143446" y="305181"/>
                </a:lnTo>
                <a:lnTo>
                  <a:pt x="160210" y="305181"/>
                </a:lnTo>
                <a:lnTo>
                  <a:pt x="158686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747349" y="4529518"/>
            <a:ext cx="45720" cy="291465"/>
          </a:xfrm>
          <a:custGeom>
            <a:avLst/>
            <a:gdLst/>
            <a:ahLst/>
            <a:cxnLst/>
            <a:rect l="l" t="t" r="r" b="b"/>
            <a:pathLst>
              <a:path w="45720" h="291464">
                <a:moveTo>
                  <a:pt x="36576" y="82391"/>
                </a:moveTo>
                <a:lnTo>
                  <a:pt x="9144" y="82391"/>
                </a:lnTo>
                <a:lnTo>
                  <a:pt x="12192" y="80867"/>
                </a:lnTo>
                <a:lnTo>
                  <a:pt x="36576" y="80867"/>
                </a:lnTo>
                <a:lnTo>
                  <a:pt x="36576" y="82391"/>
                </a:lnTo>
                <a:close/>
              </a:path>
              <a:path w="45720" h="291464">
                <a:moveTo>
                  <a:pt x="41148" y="286892"/>
                </a:moveTo>
                <a:lnTo>
                  <a:pt x="4572" y="286892"/>
                </a:lnTo>
                <a:lnTo>
                  <a:pt x="4572" y="85439"/>
                </a:lnTo>
                <a:lnTo>
                  <a:pt x="7620" y="82391"/>
                </a:lnTo>
                <a:lnTo>
                  <a:pt x="38100" y="82391"/>
                </a:lnTo>
                <a:lnTo>
                  <a:pt x="41148" y="85439"/>
                </a:lnTo>
                <a:lnTo>
                  <a:pt x="41148" y="286892"/>
                </a:lnTo>
                <a:close/>
              </a:path>
              <a:path w="45720" h="291464">
                <a:moveTo>
                  <a:pt x="39624" y="288416"/>
                </a:moveTo>
                <a:lnTo>
                  <a:pt x="6096" y="288416"/>
                </a:lnTo>
                <a:lnTo>
                  <a:pt x="6096" y="286892"/>
                </a:lnTo>
                <a:lnTo>
                  <a:pt x="39624" y="286892"/>
                </a:lnTo>
                <a:lnTo>
                  <a:pt x="39624" y="288416"/>
                </a:lnTo>
                <a:close/>
              </a:path>
              <a:path w="45720" h="291464">
                <a:moveTo>
                  <a:pt x="36576" y="289940"/>
                </a:moveTo>
                <a:lnTo>
                  <a:pt x="9144" y="289940"/>
                </a:lnTo>
                <a:lnTo>
                  <a:pt x="7620" y="288416"/>
                </a:lnTo>
                <a:lnTo>
                  <a:pt x="38100" y="288416"/>
                </a:lnTo>
                <a:lnTo>
                  <a:pt x="36576" y="289940"/>
                </a:lnTo>
                <a:close/>
              </a:path>
              <a:path w="45720" h="291464">
                <a:moveTo>
                  <a:pt x="28956" y="291464"/>
                </a:moveTo>
                <a:lnTo>
                  <a:pt x="16764" y="291464"/>
                </a:lnTo>
                <a:lnTo>
                  <a:pt x="13716" y="289940"/>
                </a:lnTo>
                <a:lnTo>
                  <a:pt x="32004" y="289940"/>
                </a:lnTo>
                <a:lnTo>
                  <a:pt x="28956" y="291464"/>
                </a:lnTo>
                <a:close/>
              </a:path>
              <a:path w="45720" h="291464">
                <a:moveTo>
                  <a:pt x="32004" y="42671"/>
                </a:moveTo>
                <a:lnTo>
                  <a:pt x="13716" y="42671"/>
                </a:lnTo>
                <a:lnTo>
                  <a:pt x="9144" y="41147"/>
                </a:lnTo>
                <a:lnTo>
                  <a:pt x="4572" y="38100"/>
                </a:lnTo>
                <a:lnTo>
                  <a:pt x="1524" y="35051"/>
                </a:lnTo>
                <a:lnTo>
                  <a:pt x="0" y="28955"/>
                </a:lnTo>
                <a:lnTo>
                  <a:pt x="0" y="12191"/>
                </a:lnTo>
                <a:lnTo>
                  <a:pt x="1524" y="7619"/>
                </a:lnTo>
                <a:lnTo>
                  <a:pt x="6096" y="4571"/>
                </a:lnTo>
                <a:lnTo>
                  <a:pt x="9144" y="1524"/>
                </a:lnTo>
                <a:lnTo>
                  <a:pt x="13716" y="0"/>
                </a:lnTo>
                <a:lnTo>
                  <a:pt x="36576" y="0"/>
                </a:lnTo>
                <a:lnTo>
                  <a:pt x="41148" y="3047"/>
                </a:lnTo>
                <a:lnTo>
                  <a:pt x="44196" y="6095"/>
                </a:lnTo>
                <a:lnTo>
                  <a:pt x="45720" y="12191"/>
                </a:lnTo>
                <a:lnTo>
                  <a:pt x="45720" y="28955"/>
                </a:lnTo>
                <a:lnTo>
                  <a:pt x="44196" y="35051"/>
                </a:lnTo>
                <a:lnTo>
                  <a:pt x="39624" y="38100"/>
                </a:lnTo>
                <a:lnTo>
                  <a:pt x="36576" y="41147"/>
                </a:lnTo>
                <a:lnTo>
                  <a:pt x="32004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841932" y="4607337"/>
            <a:ext cx="155638" cy="216693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8044815" y="4514278"/>
            <a:ext cx="169545" cy="306705"/>
          </a:xfrm>
          <a:custGeom>
            <a:avLst/>
            <a:gdLst/>
            <a:ahLst/>
            <a:cxnLst/>
            <a:rect l="l" t="t" r="r" b="b"/>
            <a:pathLst>
              <a:path w="169545" h="306704">
                <a:moveTo>
                  <a:pt x="29051" y="1524"/>
                </a:moveTo>
                <a:lnTo>
                  <a:pt x="6096" y="1524"/>
                </a:lnTo>
                <a:lnTo>
                  <a:pt x="9144" y="0"/>
                </a:lnTo>
                <a:lnTo>
                  <a:pt x="27527" y="0"/>
                </a:lnTo>
                <a:lnTo>
                  <a:pt x="29051" y="1524"/>
                </a:lnTo>
                <a:close/>
              </a:path>
              <a:path w="169545" h="306704">
                <a:moveTo>
                  <a:pt x="36671" y="302133"/>
                </a:moveTo>
                <a:lnTo>
                  <a:pt x="0" y="302133"/>
                </a:lnTo>
                <a:lnTo>
                  <a:pt x="0" y="4572"/>
                </a:lnTo>
                <a:lnTo>
                  <a:pt x="1524" y="4572"/>
                </a:lnTo>
                <a:lnTo>
                  <a:pt x="1524" y="3048"/>
                </a:lnTo>
                <a:lnTo>
                  <a:pt x="3048" y="1524"/>
                </a:lnTo>
                <a:lnTo>
                  <a:pt x="32099" y="1524"/>
                </a:lnTo>
                <a:lnTo>
                  <a:pt x="33623" y="3048"/>
                </a:lnTo>
                <a:lnTo>
                  <a:pt x="35147" y="3048"/>
                </a:lnTo>
                <a:lnTo>
                  <a:pt x="35147" y="4572"/>
                </a:lnTo>
                <a:lnTo>
                  <a:pt x="36671" y="6096"/>
                </a:lnTo>
                <a:lnTo>
                  <a:pt x="36671" y="125063"/>
                </a:lnTo>
                <a:lnTo>
                  <a:pt x="81315" y="125063"/>
                </a:lnTo>
                <a:lnTo>
                  <a:pt x="77819" y="126027"/>
                </a:lnTo>
                <a:lnTo>
                  <a:pt x="71166" y="129266"/>
                </a:lnTo>
                <a:lnTo>
                  <a:pt x="36671" y="161734"/>
                </a:lnTo>
                <a:lnTo>
                  <a:pt x="36671" y="302133"/>
                </a:lnTo>
                <a:close/>
              </a:path>
              <a:path w="169545" h="306704">
                <a:moveTo>
                  <a:pt x="81315" y="125063"/>
                </a:moveTo>
                <a:lnTo>
                  <a:pt x="36671" y="125063"/>
                </a:lnTo>
                <a:lnTo>
                  <a:pt x="43791" y="117395"/>
                </a:lnTo>
                <a:lnTo>
                  <a:pt x="83153" y="95154"/>
                </a:lnTo>
                <a:lnTo>
                  <a:pt x="99155" y="93059"/>
                </a:lnTo>
                <a:lnTo>
                  <a:pt x="108949" y="93368"/>
                </a:lnTo>
                <a:lnTo>
                  <a:pt x="144589" y="107156"/>
                </a:lnTo>
                <a:lnTo>
                  <a:pt x="158337" y="123539"/>
                </a:lnTo>
                <a:lnTo>
                  <a:pt x="91535" y="123539"/>
                </a:lnTo>
                <a:lnTo>
                  <a:pt x="84677" y="124136"/>
                </a:lnTo>
                <a:lnTo>
                  <a:pt x="81315" y="125063"/>
                </a:lnTo>
                <a:close/>
              </a:path>
              <a:path w="169545" h="306704">
                <a:moveTo>
                  <a:pt x="166306" y="305181"/>
                </a:moveTo>
                <a:lnTo>
                  <a:pt x="137350" y="305181"/>
                </a:lnTo>
                <a:lnTo>
                  <a:pt x="135826" y="303657"/>
                </a:lnTo>
                <a:lnTo>
                  <a:pt x="134302" y="303657"/>
                </a:lnTo>
                <a:lnTo>
                  <a:pt x="134302" y="302133"/>
                </a:lnTo>
                <a:lnTo>
                  <a:pt x="132778" y="300609"/>
                </a:lnTo>
                <a:lnTo>
                  <a:pt x="132754" y="176022"/>
                </a:lnTo>
                <a:lnTo>
                  <a:pt x="132600" y="169164"/>
                </a:lnTo>
                <a:lnTo>
                  <a:pt x="132588" y="168592"/>
                </a:lnTo>
                <a:lnTo>
                  <a:pt x="132135" y="162306"/>
                </a:lnTo>
                <a:lnTo>
                  <a:pt x="131254" y="157162"/>
                </a:lnTo>
                <a:lnTo>
                  <a:pt x="129730" y="149542"/>
                </a:lnTo>
                <a:lnTo>
                  <a:pt x="126682" y="144970"/>
                </a:lnTo>
                <a:lnTo>
                  <a:pt x="123634" y="138874"/>
                </a:lnTo>
                <a:lnTo>
                  <a:pt x="120586" y="134302"/>
                </a:lnTo>
                <a:lnTo>
                  <a:pt x="116014" y="131159"/>
                </a:lnTo>
                <a:lnTo>
                  <a:pt x="109823" y="128111"/>
                </a:lnTo>
                <a:lnTo>
                  <a:pt x="105251" y="125063"/>
                </a:lnTo>
                <a:lnTo>
                  <a:pt x="99155" y="123539"/>
                </a:lnTo>
                <a:lnTo>
                  <a:pt x="158337" y="123539"/>
                </a:lnTo>
                <a:lnTo>
                  <a:pt x="169051" y="168592"/>
                </a:lnTo>
                <a:lnTo>
                  <a:pt x="169354" y="302133"/>
                </a:lnTo>
                <a:lnTo>
                  <a:pt x="166306" y="305181"/>
                </a:lnTo>
                <a:close/>
              </a:path>
              <a:path w="169545" h="306704">
                <a:moveTo>
                  <a:pt x="35147" y="303657"/>
                </a:moveTo>
                <a:lnTo>
                  <a:pt x="1524" y="303657"/>
                </a:lnTo>
                <a:lnTo>
                  <a:pt x="1524" y="302133"/>
                </a:lnTo>
                <a:lnTo>
                  <a:pt x="35147" y="302133"/>
                </a:lnTo>
                <a:lnTo>
                  <a:pt x="35147" y="303657"/>
                </a:lnTo>
                <a:close/>
              </a:path>
              <a:path w="169545" h="306704">
                <a:moveTo>
                  <a:pt x="32099" y="305181"/>
                </a:moveTo>
                <a:lnTo>
                  <a:pt x="3048" y="305181"/>
                </a:lnTo>
                <a:lnTo>
                  <a:pt x="3048" y="303657"/>
                </a:lnTo>
                <a:lnTo>
                  <a:pt x="33623" y="303657"/>
                </a:lnTo>
                <a:lnTo>
                  <a:pt x="32099" y="305181"/>
                </a:lnTo>
                <a:close/>
              </a:path>
              <a:path w="169545" h="306704">
                <a:moveTo>
                  <a:pt x="24384" y="306705"/>
                </a:moveTo>
                <a:lnTo>
                  <a:pt x="12192" y="306705"/>
                </a:lnTo>
                <a:lnTo>
                  <a:pt x="9144" y="305181"/>
                </a:lnTo>
                <a:lnTo>
                  <a:pt x="27527" y="305181"/>
                </a:lnTo>
                <a:lnTo>
                  <a:pt x="24384" y="306705"/>
                </a:lnTo>
                <a:close/>
              </a:path>
              <a:path w="169545" h="306704">
                <a:moveTo>
                  <a:pt x="158686" y="306705"/>
                </a:moveTo>
                <a:lnTo>
                  <a:pt x="144970" y="306705"/>
                </a:lnTo>
                <a:lnTo>
                  <a:pt x="143446" y="305181"/>
                </a:lnTo>
                <a:lnTo>
                  <a:pt x="160210" y="305181"/>
                </a:lnTo>
                <a:lnTo>
                  <a:pt x="158686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354567" y="4556950"/>
            <a:ext cx="130175" cy="266065"/>
          </a:xfrm>
          <a:custGeom>
            <a:avLst/>
            <a:gdLst/>
            <a:ahLst/>
            <a:cxnLst/>
            <a:rect l="l" t="t" r="r" b="b"/>
            <a:pathLst>
              <a:path w="130175" h="266064">
                <a:moveTo>
                  <a:pt x="64008" y="1524"/>
                </a:moveTo>
                <a:lnTo>
                  <a:pt x="42672" y="1524"/>
                </a:lnTo>
                <a:lnTo>
                  <a:pt x="44196" y="0"/>
                </a:lnTo>
                <a:lnTo>
                  <a:pt x="62484" y="0"/>
                </a:lnTo>
                <a:lnTo>
                  <a:pt x="64008" y="1524"/>
                </a:lnTo>
                <a:close/>
              </a:path>
              <a:path w="130175" h="266064">
                <a:moveTo>
                  <a:pt x="68675" y="3048"/>
                </a:moveTo>
                <a:lnTo>
                  <a:pt x="38100" y="3048"/>
                </a:lnTo>
                <a:lnTo>
                  <a:pt x="39624" y="1524"/>
                </a:lnTo>
                <a:lnTo>
                  <a:pt x="67151" y="1524"/>
                </a:lnTo>
                <a:lnTo>
                  <a:pt x="68675" y="3048"/>
                </a:lnTo>
                <a:close/>
              </a:path>
              <a:path w="130175" h="266064">
                <a:moveTo>
                  <a:pt x="70199" y="4572"/>
                </a:moveTo>
                <a:lnTo>
                  <a:pt x="36576" y="4572"/>
                </a:lnTo>
                <a:lnTo>
                  <a:pt x="36576" y="3048"/>
                </a:lnTo>
                <a:lnTo>
                  <a:pt x="70199" y="3048"/>
                </a:lnTo>
                <a:lnTo>
                  <a:pt x="70199" y="4572"/>
                </a:lnTo>
                <a:close/>
              </a:path>
              <a:path w="130175" h="266064">
                <a:moveTo>
                  <a:pt x="71723" y="53435"/>
                </a:moveTo>
                <a:lnTo>
                  <a:pt x="35052" y="53435"/>
                </a:lnTo>
                <a:lnTo>
                  <a:pt x="35052" y="4572"/>
                </a:lnTo>
                <a:lnTo>
                  <a:pt x="71723" y="4572"/>
                </a:lnTo>
                <a:lnTo>
                  <a:pt x="71723" y="53435"/>
                </a:lnTo>
                <a:close/>
              </a:path>
              <a:path w="130175" h="266064">
                <a:moveTo>
                  <a:pt x="123539" y="54959"/>
                </a:moveTo>
                <a:lnTo>
                  <a:pt x="6096" y="54959"/>
                </a:lnTo>
                <a:lnTo>
                  <a:pt x="6096" y="53435"/>
                </a:lnTo>
                <a:lnTo>
                  <a:pt x="123539" y="53435"/>
                </a:lnTo>
                <a:lnTo>
                  <a:pt x="123539" y="54959"/>
                </a:lnTo>
                <a:close/>
              </a:path>
              <a:path w="130175" h="266064">
                <a:moveTo>
                  <a:pt x="123539" y="83915"/>
                </a:moveTo>
                <a:lnTo>
                  <a:pt x="6096" y="83915"/>
                </a:lnTo>
                <a:lnTo>
                  <a:pt x="3048" y="80867"/>
                </a:lnTo>
                <a:lnTo>
                  <a:pt x="0" y="74771"/>
                </a:lnTo>
                <a:lnTo>
                  <a:pt x="0" y="64103"/>
                </a:lnTo>
                <a:lnTo>
                  <a:pt x="1524" y="62579"/>
                </a:lnTo>
                <a:lnTo>
                  <a:pt x="1524" y="59531"/>
                </a:lnTo>
                <a:lnTo>
                  <a:pt x="3048" y="58007"/>
                </a:lnTo>
                <a:lnTo>
                  <a:pt x="3048" y="56483"/>
                </a:lnTo>
                <a:lnTo>
                  <a:pt x="4572" y="54959"/>
                </a:lnTo>
                <a:lnTo>
                  <a:pt x="126587" y="54959"/>
                </a:lnTo>
                <a:lnTo>
                  <a:pt x="126587" y="58007"/>
                </a:lnTo>
                <a:lnTo>
                  <a:pt x="128111" y="58007"/>
                </a:lnTo>
                <a:lnTo>
                  <a:pt x="128111" y="62579"/>
                </a:lnTo>
                <a:lnTo>
                  <a:pt x="129635" y="64103"/>
                </a:lnTo>
                <a:lnTo>
                  <a:pt x="129635" y="74771"/>
                </a:lnTo>
                <a:lnTo>
                  <a:pt x="126587" y="80867"/>
                </a:lnTo>
                <a:lnTo>
                  <a:pt x="126587" y="82391"/>
                </a:lnTo>
                <a:lnTo>
                  <a:pt x="123539" y="83915"/>
                </a:lnTo>
                <a:close/>
              </a:path>
              <a:path w="130175" h="266064">
                <a:moveTo>
                  <a:pt x="106775" y="265557"/>
                </a:moveTo>
                <a:lnTo>
                  <a:pt x="93059" y="265557"/>
                </a:lnTo>
                <a:lnTo>
                  <a:pt x="85367" y="265295"/>
                </a:lnTo>
                <a:lnTo>
                  <a:pt x="48768" y="250317"/>
                </a:lnTo>
                <a:lnTo>
                  <a:pt x="35313" y="207884"/>
                </a:lnTo>
                <a:lnTo>
                  <a:pt x="35052" y="83915"/>
                </a:lnTo>
                <a:lnTo>
                  <a:pt x="71723" y="83915"/>
                </a:lnTo>
                <a:lnTo>
                  <a:pt x="71723" y="193833"/>
                </a:lnTo>
                <a:lnTo>
                  <a:pt x="71917" y="199929"/>
                </a:lnTo>
                <a:lnTo>
                  <a:pt x="72032" y="203525"/>
                </a:lnTo>
                <a:lnTo>
                  <a:pt x="73056" y="211931"/>
                </a:lnTo>
                <a:lnTo>
                  <a:pt x="74937" y="218908"/>
                </a:lnTo>
                <a:lnTo>
                  <a:pt x="77819" y="224313"/>
                </a:lnTo>
                <a:lnTo>
                  <a:pt x="80867" y="232029"/>
                </a:lnTo>
                <a:lnTo>
                  <a:pt x="88487" y="235077"/>
                </a:lnTo>
                <a:lnTo>
                  <a:pt x="128111" y="235077"/>
                </a:lnTo>
                <a:lnTo>
                  <a:pt x="129635" y="238125"/>
                </a:lnTo>
                <a:lnTo>
                  <a:pt x="129635" y="250317"/>
                </a:lnTo>
                <a:lnTo>
                  <a:pt x="128111" y="251841"/>
                </a:lnTo>
                <a:lnTo>
                  <a:pt x="128111" y="254889"/>
                </a:lnTo>
                <a:lnTo>
                  <a:pt x="125063" y="257937"/>
                </a:lnTo>
                <a:lnTo>
                  <a:pt x="125063" y="259461"/>
                </a:lnTo>
                <a:lnTo>
                  <a:pt x="123539" y="259461"/>
                </a:lnTo>
                <a:lnTo>
                  <a:pt x="117443" y="262509"/>
                </a:lnTo>
                <a:lnTo>
                  <a:pt x="115919" y="262509"/>
                </a:lnTo>
                <a:lnTo>
                  <a:pt x="112871" y="264033"/>
                </a:lnTo>
                <a:lnTo>
                  <a:pt x="109823" y="264033"/>
                </a:lnTo>
                <a:lnTo>
                  <a:pt x="106775" y="265557"/>
                </a:lnTo>
                <a:close/>
              </a:path>
              <a:path w="130175" h="266064">
                <a:moveTo>
                  <a:pt x="128111" y="235077"/>
                </a:moveTo>
                <a:lnTo>
                  <a:pt x="105251" y="235077"/>
                </a:lnTo>
                <a:lnTo>
                  <a:pt x="108299" y="233553"/>
                </a:lnTo>
                <a:lnTo>
                  <a:pt x="112871" y="233553"/>
                </a:lnTo>
                <a:lnTo>
                  <a:pt x="114395" y="232029"/>
                </a:lnTo>
                <a:lnTo>
                  <a:pt x="117443" y="232029"/>
                </a:lnTo>
                <a:lnTo>
                  <a:pt x="118967" y="230505"/>
                </a:lnTo>
                <a:lnTo>
                  <a:pt x="120491" y="230505"/>
                </a:lnTo>
                <a:lnTo>
                  <a:pt x="122015" y="228981"/>
                </a:lnTo>
                <a:lnTo>
                  <a:pt x="126587" y="228981"/>
                </a:lnTo>
                <a:lnTo>
                  <a:pt x="126587" y="230505"/>
                </a:lnTo>
                <a:lnTo>
                  <a:pt x="128111" y="232029"/>
                </a:lnTo>
                <a:lnTo>
                  <a:pt x="128111" y="2350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31542" y="4514278"/>
            <a:ext cx="169545" cy="306705"/>
          </a:xfrm>
          <a:custGeom>
            <a:avLst/>
            <a:gdLst/>
            <a:ahLst/>
            <a:cxnLst/>
            <a:rect l="l" t="t" r="r" b="b"/>
            <a:pathLst>
              <a:path w="169545" h="306704">
                <a:moveTo>
                  <a:pt x="28956" y="1524"/>
                </a:moveTo>
                <a:lnTo>
                  <a:pt x="6096" y="1524"/>
                </a:lnTo>
                <a:lnTo>
                  <a:pt x="9144" y="0"/>
                </a:lnTo>
                <a:lnTo>
                  <a:pt x="27432" y="0"/>
                </a:lnTo>
                <a:lnTo>
                  <a:pt x="28956" y="1524"/>
                </a:lnTo>
                <a:close/>
              </a:path>
              <a:path w="169545" h="306704">
                <a:moveTo>
                  <a:pt x="32004" y="305181"/>
                </a:moveTo>
                <a:lnTo>
                  <a:pt x="3048" y="305181"/>
                </a:lnTo>
                <a:lnTo>
                  <a:pt x="0" y="302133"/>
                </a:lnTo>
                <a:lnTo>
                  <a:pt x="0" y="4572"/>
                </a:lnTo>
                <a:lnTo>
                  <a:pt x="3048" y="1524"/>
                </a:lnTo>
                <a:lnTo>
                  <a:pt x="32004" y="1524"/>
                </a:lnTo>
                <a:lnTo>
                  <a:pt x="33528" y="3048"/>
                </a:lnTo>
                <a:lnTo>
                  <a:pt x="35052" y="3048"/>
                </a:lnTo>
                <a:lnTo>
                  <a:pt x="35052" y="4572"/>
                </a:lnTo>
                <a:lnTo>
                  <a:pt x="36576" y="6096"/>
                </a:lnTo>
                <a:lnTo>
                  <a:pt x="36576" y="125063"/>
                </a:lnTo>
                <a:lnTo>
                  <a:pt x="81315" y="125063"/>
                </a:lnTo>
                <a:lnTo>
                  <a:pt x="77819" y="126027"/>
                </a:lnTo>
                <a:lnTo>
                  <a:pt x="71166" y="129266"/>
                </a:lnTo>
                <a:lnTo>
                  <a:pt x="36576" y="161734"/>
                </a:lnTo>
                <a:lnTo>
                  <a:pt x="36576" y="300609"/>
                </a:lnTo>
                <a:lnTo>
                  <a:pt x="35052" y="302133"/>
                </a:lnTo>
                <a:lnTo>
                  <a:pt x="35052" y="303657"/>
                </a:lnTo>
                <a:lnTo>
                  <a:pt x="33528" y="303657"/>
                </a:lnTo>
                <a:lnTo>
                  <a:pt x="32004" y="305181"/>
                </a:lnTo>
                <a:close/>
              </a:path>
              <a:path w="169545" h="306704">
                <a:moveTo>
                  <a:pt x="81315" y="125063"/>
                </a:moveTo>
                <a:lnTo>
                  <a:pt x="36576" y="125063"/>
                </a:lnTo>
                <a:lnTo>
                  <a:pt x="43697" y="117395"/>
                </a:lnTo>
                <a:lnTo>
                  <a:pt x="83153" y="95154"/>
                </a:lnTo>
                <a:lnTo>
                  <a:pt x="99155" y="93059"/>
                </a:lnTo>
                <a:lnTo>
                  <a:pt x="108894" y="93368"/>
                </a:lnTo>
                <a:lnTo>
                  <a:pt x="144506" y="107156"/>
                </a:lnTo>
                <a:lnTo>
                  <a:pt x="158337" y="123539"/>
                </a:lnTo>
                <a:lnTo>
                  <a:pt x="91535" y="123539"/>
                </a:lnTo>
                <a:lnTo>
                  <a:pt x="84677" y="124136"/>
                </a:lnTo>
                <a:lnTo>
                  <a:pt x="81315" y="125063"/>
                </a:lnTo>
                <a:close/>
              </a:path>
              <a:path w="169545" h="306704">
                <a:moveTo>
                  <a:pt x="166306" y="305181"/>
                </a:moveTo>
                <a:lnTo>
                  <a:pt x="137255" y="305181"/>
                </a:lnTo>
                <a:lnTo>
                  <a:pt x="135731" y="303657"/>
                </a:lnTo>
                <a:lnTo>
                  <a:pt x="134207" y="303657"/>
                </a:lnTo>
                <a:lnTo>
                  <a:pt x="134207" y="302133"/>
                </a:lnTo>
                <a:lnTo>
                  <a:pt x="132683" y="300609"/>
                </a:lnTo>
                <a:lnTo>
                  <a:pt x="132659" y="176022"/>
                </a:lnTo>
                <a:lnTo>
                  <a:pt x="126587" y="144970"/>
                </a:lnTo>
                <a:lnTo>
                  <a:pt x="123539" y="138874"/>
                </a:lnTo>
                <a:lnTo>
                  <a:pt x="120491" y="134302"/>
                </a:lnTo>
                <a:lnTo>
                  <a:pt x="115919" y="131159"/>
                </a:lnTo>
                <a:lnTo>
                  <a:pt x="109823" y="128111"/>
                </a:lnTo>
                <a:lnTo>
                  <a:pt x="105251" y="125063"/>
                </a:lnTo>
                <a:lnTo>
                  <a:pt x="99155" y="123539"/>
                </a:lnTo>
                <a:lnTo>
                  <a:pt x="158337" y="123539"/>
                </a:lnTo>
                <a:lnTo>
                  <a:pt x="169051" y="168592"/>
                </a:lnTo>
                <a:lnTo>
                  <a:pt x="169354" y="302133"/>
                </a:lnTo>
                <a:lnTo>
                  <a:pt x="166306" y="305181"/>
                </a:lnTo>
                <a:close/>
              </a:path>
              <a:path w="169545" h="306704">
                <a:moveTo>
                  <a:pt x="24384" y="306705"/>
                </a:moveTo>
                <a:lnTo>
                  <a:pt x="12192" y="306705"/>
                </a:lnTo>
                <a:lnTo>
                  <a:pt x="9144" y="305181"/>
                </a:lnTo>
                <a:lnTo>
                  <a:pt x="27432" y="305181"/>
                </a:lnTo>
                <a:lnTo>
                  <a:pt x="24384" y="306705"/>
                </a:lnTo>
                <a:close/>
              </a:path>
              <a:path w="169545" h="306704">
                <a:moveTo>
                  <a:pt x="158686" y="306705"/>
                </a:moveTo>
                <a:lnTo>
                  <a:pt x="144875" y="306705"/>
                </a:lnTo>
                <a:lnTo>
                  <a:pt x="141827" y="305181"/>
                </a:lnTo>
                <a:lnTo>
                  <a:pt x="160210" y="305181"/>
                </a:lnTo>
                <a:lnTo>
                  <a:pt x="158686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754313" y="4607337"/>
            <a:ext cx="179945" cy="21669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002379" y="5094160"/>
            <a:ext cx="993203" cy="34185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145125" y="5144547"/>
            <a:ext cx="1125855" cy="291465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3338131" y="5144547"/>
            <a:ext cx="291465" cy="213995"/>
          </a:xfrm>
          <a:custGeom>
            <a:avLst/>
            <a:gdLst/>
            <a:ahLst/>
            <a:cxnLst/>
            <a:rect l="l" t="t" r="r" b="b"/>
            <a:pathLst>
              <a:path w="291464" h="213995">
                <a:moveTo>
                  <a:pt x="71523" y="35051"/>
                </a:moveTo>
                <a:lnTo>
                  <a:pt x="32099" y="35051"/>
                </a:lnTo>
                <a:lnTo>
                  <a:pt x="40100" y="26479"/>
                </a:lnTo>
                <a:lnTo>
                  <a:pt x="72104" y="4500"/>
                </a:lnTo>
                <a:lnTo>
                  <a:pt x="96107" y="0"/>
                </a:lnTo>
                <a:lnTo>
                  <a:pt x="111442" y="0"/>
                </a:lnTo>
                <a:lnTo>
                  <a:pt x="117538" y="3048"/>
                </a:lnTo>
                <a:lnTo>
                  <a:pt x="124801" y="4500"/>
                </a:lnTo>
                <a:lnTo>
                  <a:pt x="125051" y="4500"/>
                </a:lnTo>
                <a:lnTo>
                  <a:pt x="129730" y="7619"/>
                </a:lnTo>
                <a:lnTo>
                  <a:pt x="135826" y="10667"/>
                </a:lnTo>
                <a:lnTo>
                  <a:pt x="140398" y="13715"/>
                </a:lnTo>
                <a:lnTo>
                  <a:pt x="144970" y="18288"/>
                </a:lnTo>
                <a:lnTo>
                  <a:pt x="153098" y="30479"/>
                </a:lnTo>
                <a:lnTo>
                  <a:pt x="88487" y="30479"/>
                </a:lnTo>
                <a:lnTo>
                  <a:pt x="81867" y="31075"/>
                </a:lnTo>
                <a:lnTo>
                  <a:pt x="75533" y="32956"/>
                </a:lnTo>
                <a:lnTo>
                  <a:pt x="71523" y="35051"/>
                </a:lnTo>
                <a:close/>
              </a:path>
              <a:path w="291464" h="213995">
                <a:moveTo>
                  <a:pt x="194858" y="38100"/>
                </a:moveTo>
                <a:lnTo>
                  <a:pt x="157162" y="38100"/>
                </a:lnTo>
                <a:lnTo>
                  <a:pt x="175450" y="19812"/>
                </a:lnTo>
                <a:lnTo>
                  <a:pt x="209073" y="1524"/>
                </a:lnTo>
                <a:lnTo>
                  <a:pt x="213645" y="0"/>
                </a:lnTo>
                <a:lnTo>
                  <a:pt x="224313" y="0"/>
                </a:lnTo>
                <a:lnTo>
                  <a:pt x="233172" y="309"/>
                </a:lnTo>
                <a:lnTo>
                  <a:pt x="272176" y="18954"/>
                </a:lnTo>
                <a:lnTo>
                  <a:pt x="280370" y="30479"/>
                </a:lnTo>
                <a:lnTo>
                  <a:pt x="216693" y="30479"/>
                </a:lnTo>
                <a:lnTo>
                  <a:pt x="210072" y="31075"/>
                </a:lnTo>
                <a:lnTo>
                  <a:pt x="203727" y="32956"/>
                </a:lnTo>
                <a:lnTo>
                  <a:pt x="197502" y="36194"/>
                </a:lnTo>
                <a:lnTo>
                  <a:pt x="194858" y="38100"/>
                </a:lnTo>
                <a:close/>
              </a:path>
              <a:path w="291464" h="213995">
                <a:moveTo>
                  <a:pt x="28979" y="4500"/>
                </a:moveTo>
                <a:lnTo>
                  <a:pt x="3119" y="4500"/>
                </a:lnTo>
                <a:lnTo>
                  <a:pt x="4571" y="3048"/>
                </a:lnTo>
                <a:lnTo>
                  <a:pt x="27527" y="3048"/>
                </a:lnTo>
                <a:lnTo>
                  <a:pt x="28979" y="4500"/>
                </a:lnTo>
                <a:close/>
              </a:path>
              <a:path w="291464" h="213995">
                <a:moveTo>
                  <a:pt x="32099" y="212121"/>
                </a:moveTo>
                <a:lnTo>
                  <a:pt x="3047" y="212121"/>
                </a:lnTo>
                <a:lnTo>
                  <a:pt x="0" y="209073"/>
                </a:lnTo>
                <a:lnTo>
                  <a:pt x="0" y="6095"/>
                </a:lnTo>
                <a:lnTo>
                  <a:pt x="1595" y="4500"/>
                </a:lnTo>
                <a:lnTo>
                  <a:pt x="30575" y="4500"/>
                </a:lnTo>
                <a:lnTo>
                  <a:pt x="30575" y="6095"/>
                </a:lnTo>
                <a:lnTo>
                  <a:pt x="32099" y="6095"/>
                </a:lnTo>
                <a:lnTo>
                  <a:pt x="32099" y="35051"/>
                </a:lnTo>
                <a:lnTo>
                  <a:pt x="71523" y="35051"/>
                </a:lnTo>
                <a:lnTo>
                  <a:pt x="69335" y="36194"/>
                </a:lnTo>
                <a:lnTo>
                  <a:pt x="35147" y="68675"/>
                </a:lnTo>
                <a:lnTo>
                  <a:pt x="35147" y="209073"/>
                </a:lnTo>
                <a:lnTo>
                  <a:pt x="32099" y="212121"/>
                </a:lnTo>
                <a:close/>
              </a:path>
              <a:path w="291464" h="213995">
                <a:moveTo>
                  <a:pt x="160210" y="212121"/>
                </a:moveTo>
                <a:lnTo>
                  <a:pt x="131254" y="212121"/>
                </a:lnTo>
                <a:lnTo>
                  <a:pt x="129730" y="210597"/>
                </a:lnTo>
                <a:lnTo>
                  <a:pt x="128206" y="210597"/>
                </a:lnTo>
                <a:lnTo>
                  <a:pt x="128206" y="77819"/>
                </a:lnTo>
                <a:lnTo>
                  <a:pt x="126682" y="70199"/>
                </a:lnTo>
                <a:lnTo>
                  <a:pt x="125158" y="64103"/>
                </a:lnTo>
                <a:lnTo>
                  <a:pt x="123634" y="56483"/>
                </a:lnTo>
                <a:lnTo>
                  <a:pt x="120586" y="51815"/>
                </a:lnTo>
                <a:lnTo>
                  <a:pt x="117538" y="45719"/>
                </a:lnTo>
                <a:lnTo>
                  <a:pt x="114490" y="41148"/>
                </a:lnTo>
                <a:lnTo>
                  <a:pt x="111442" y="38100"/>
                </a:lnTo>
                <a:lnTo>
                  <a:pt x="105251" y="35051"/>
                </a:lnTo>
                <a:lnTo>
                  <a:pt x="100679" y="32003"/>
                </a:lnTo>
                <a:lnTo>
                  <a:pt x="94583" y="30479"/>
                </a:lnTo>
                <a:lnTo>
                  <a:pt x="153098" y="30479"/>
                </a:lnTo>
                <a:lnTo>
                  <a:pt x="154114" y="32003"/>
                </a:lnTo>
                <a:lnTo>
                  <a:pt x="157162" y="38100"/>
                </a:lnTo>
                <a:lnTo>
                  <a:pt x="194858" y="38100"/>
                </a:lnTo>
                <a:lnTo>
                  <a:pt x="163258" y="68675"/>
                </a:lnTo>
                <a:lnTo>
                  <a:pt x="163258" y="209073"/>
                </a:lnTo>
                <a:lnTo>
                  <a:pt x="160210" y="212121"/>
                </a:lnTo>
                <a:close/>
              </a:path>
              <a:path w="291464" h="213995">
                <a:moveTo>
                  <a:pt x="288417" y="212121"/>
                </a:moveTo>
                <a:lnTo>
                  <a:pt x="259365" y="212121"/>
                </a:lnTo>
                <a:lnTo>
                  <a:pt x="257841" y="210597"/>
                </a:lnTo>
                <a:lnTo>
                  <a:pt x="256317" y="210597"/>
                </a:lnTo>
                <a:lnTo>
                  <a:pt x="256317" y="209073"/>
                </a:lnTo>
                <a:lnTo>
                  <a:pt x="254793" y="207549"/>
                </a:lnTo>
                <a:lnTo>
                  <a:pt x="254793" y="70199"/>
                </a:lnTo>
                <a:lnTo>
                  <a:pt x="253269" y="64103"/>
                </a:lnTo>
                <a:lnTo>
                  <a:pt x="251745" y="56483"/>
                </a:lnTo>
                <a:lnTo>
                  <a:pt x="248697" y="51815"/>
                </a:lnTo>
                <a:lnTo>
                  <a:pt x="245649" y="45719"/>
                </a:lnTo>
                <a:lnTo>
                  <a:pt x="242601" y="41148"/>
                </a:lnTo>
                <a:lnTo>
                  <a:pt x="239553" y="38100"/>
                </a:lnTo>
                <a:lnTo>
                  <a:pt x="233457" y="35051"/>
                </a:lnTo>
                <a:lnTo>
                  <a:pt x="228885" y="32003"/>
                </a:lnTo>
                <a:lnTo>
                  <a:pt x="222789" y="30479"/>
                </a:lnTo>
                <a:lnTo>
                  <a:pt x="280370" y="30479"/>
                </a:lnTo>
                <a:lnTo>
                  <a:pt x="291203" y="73531"/>
                </a:lnTo>
                <a:lnTo>
                  <a:pt x="291465" y="82391"/>
                </a:lnTo>
                <a:lnTo>
                  <a:pt x="291465" y="209073"/>
                </a:lnTo>
                <a:lnTo>
                  <a:pt x="288417" y="212121"/>
                </a:lnTo>
                <a:close/>
              </a:path>
              <a:path w="291464" h="213995">
                <a:moveTo>
                  <a:pt x="24479" y="213645"/>
                </a:moveTo>
                <a:lnTo>
                  <a:pt x="10668" y="213645"/>
                </a:lnTo>
                <a:lnTo>
                  <a:pt x="9144" y="212121"/>
                </a:lnTo>
                <a:lnTo>
                  <a:pt x="26003" y="212121"/>
                </a:lnTo>
                <a:lnTo>
                  <a:pt x="24479" y="213645"/>
                </a:lnTo>
                <a:close/>
              </a:path>
              <a:path w="291464" h="213995">
                <a:moveTo>
                  <a:pt x="152590" y="213645"/>
                </a:moveTo>
                <a:lnTo>
                  <a:pt x="138874" y="213645"/>
                </a:lnTo>
                <a:lnTo>
                  <a:pt x="137350" y="212121"/>
                </a:lnTo>
                <a:lnTo>
                  <a:pt x="154114" y="212121"/>
                </a:lnTo>
                <a:lnTo>
                  <a:pt x="152590" y="213645"/>
                </a:lnTo>
                <a:close/>
              </a:path>
              <a:path w="291464" h="213995">
                <a:moveTo>
                  <a:pt x="280701" y="213645"/>
                </a:moveTo>
                <a:lnTo>
                  <a:pt x="266985" y="213645"/>
                </a:lnTo>
                <a:lnTo>
                  <a:pt x="263937" y="212121"/>
                </a:lnTo>
                <a:lnTo>
                  <a:pt x="282225" y="212121"/>
                </a:lnTo>
                <a:lnTo>
                  <a:pt x="280701" y="213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3797427" y="5144547"/>
            <a:ext cx="325120" cy="217170"/>
            <a:chOff x="3797427" y="5144547"/>
            <a:chExt cx="325120" cy="217170"/>
          </a:xfrm>
        </p:grpSpPr>
        <p:pic>
          <p:nvPicPr>
            <p:cNvPr id="44" name="object 4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97427" y="5144547"/>
              <a:ext cx="114395" cy="21364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952970" y="5147595"/>
              <a:ext cx="169354" cy="213645"/>
            </a:xfrm>
            <a:prstGeom prst="rect">
              <a:avLst/>
            </a:prstGeom>
          </p:spPr>
        </p:pic>
      </p:grpSp>
      <p:pic>
        <p:nvPicPr>
          <p:cNvPr id="46" name="object 4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187951" y="5144547"/>
            <a:ext cx="169354" cy="21364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406169" y="5144547"/>
            <a:ext cx="140303" cy="216693"/>
          </a:xfrm>
          <a:prstGeom prst="rect">
            <a:avLst/>
          </a:prstGeom>
        </p:spPr>
      </p:pic>
      <p:sp>
        <p:nvSpPr>
          <p:cNvPr id="48" name="object 48"/>
          <p:cNvSpPr/>
          <p:nvPr/>
        </p:nvSpPr>
        <p:spPr>
          <a:xfrm>
            <a:off x="4596860" y="5307806"/>
            <a:ext cx="47625" cy="50800"/>
          </a:xfrm>
          <a:custGeom>
            <a:avLst/>
            <a:gdLst/>
            <a:ahLst/>
            <a:cxnLst/>
            <a:rect l="l" t="t" r="r" b="b"/>
            <a:pathLst>
              <a:path w="47625" h="50800">
                <a:moveTo>
                  <a:pt x="32004" y="50387"/>
                </a:moveTo>
                <a:lnTo>
                  <a:pt x="15240" y="50387"/>
                </a:lnTo>
                <a:lnTo>
                  <a:pt x="9144" y="48863"/>
                </a:lnTo>
                <a:lnTo>
                  <a:pt x="6096" y="45815"/>
                </a:lnTo>
                <a:lnTo>
                  <a:pt x="1524" y="42767"/>
                </a:lnTo>
                <a:lnTo>
                  <a:pt x="0" y="35147"/>
                </a:lnTo>
                <a:lnTo>
                  <a:pt x="0" y="15240"/>
                </a:lnTo>
                <a:lnTo>
                  <a:pt x="1524" y="7620"/>
                </a:lnTo>
                <a:lnTo>
                  <a:pt x="6096" y="4572"/>
                </a:lnTo>
                <a:lnTo>
                  <a:pt x="9144" y="1524"/>
                </a:lnTo>
                <a:lnTo>
                  <a:pt x="15240" y="0"/>
                </a:lnTo>
                <a:lnTo>
                  <a:pt x="33528" y="0"/>
                </a:lnTo>
                <a:lnTo>
                  <a:pt x="39624" y="1524"/>
                </a:lnTo>
                <a:lnTo>
                  <a:pt x="45720" y="7620"/>
                </a:lnTo>
                <a:lnTo>
                  <a:pt x="47244" y="15240"/>
                </a:lnTo>
                <a:lnTo>
                  <a:pt x="47244" y="24384"/>
                </a:lnTo>
                <a:lnTo>
                  <a:pt x="47244" y="35147"/>
                </a:lnTo>
                <a:lnTo>
                  <a:pt x="45720" y="41243"/>
                </a:lnTo>
                <a:lnTo>
                  <a:pt x="42672" y="45815"/>
                </a:lnTo>
                <a:lnTo>
                  <a:pt x="39624" y="48863"/>
                </a:lnTo>
                <a:lnTo>
                  <a:pt x="32004" y="503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4151" y="393191"/>
            <a:ext cx="9161145" cy="1513840"/>
            <a:chOff x="454151" y="393191"/>
            <a:chExt cx="9161145" cy="1513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8112" y="440436"/>
              <a:ext cx="6748271" cy="13959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3392" y="821045"/>
              <a:ext cx="5898184" cy="55246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65135" y="440436"/>
              <a:ext cx="981456" cy="1395983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7458" y="7267385"/>
            <a:ext cx="67056" cy="10982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290723" y="2051103"/>
            <a:ext cx="4514215" cy="4612640"/>
            <a:chOff x="1290723" y="2051103"/>
            <a:chExt cx="4514215" cy="4612640"/>
          </a:xfrm>
        </p:grpSpPr>
        <p:sp>
          <p:nvSpPr>
            <p:cNvPr id="8" name="object 8"/>
            <p:cNvSpPr/>
            <p:nvPr/>
          </p:nvSpPr>
          <p:spPr>
            <a:xfrm>
              <a:off x="1310544" y="2072449"/>
              <a:ext cx="4491990" cy="4589145"/>
            </a:xfrm>
            <a:custGeom>
              <a:avLst/>
              <a:gdLst/>
              <a:ahLst/>
              <a:cxnLst/>
              <a:rect l="l" t="t" r="r" b="b"/>
              <a:pathLst>
                <a:path w="4491990" h="4589145">
                  <a:moveTo>
                    <a:pt x="4091655" y="4588954"/>
                  </a:moveTo>
                  <a:lnTo>
                    <a:pt x="402141" y="4588954"/>
                  </a:lnTo>
                  <a:lnTo>
                    <a:pt x="381381" y="4587525"/>
                  </a:lnTo>
                  <a:lnTo>
                    <a:pt x="344805" y="4586001"/>
                  </a:lnTo>
                  <a:lnTo>
                    <a:pt x="315849" y="4582953"/>
                  </a:lnTo>
                  <a:lnTo>
                    <a:pt x="291369" y="4581429"/>
                  </a:lnTo>
                  <a:lnTo>
                    <a:pt x="257841" y="4572190"/>
                  </a:lnTo>
                  <a:lnTo>
                    <a:pt x="186118" y="4526470"/>
                  </a:lnTo>
                  <a:lnTo>
                    <a:pt x="146494" y="4491323"/>
                  </a:lnTo>
                  <a:lnTo>
                    <a:pt x="106775" y="4451699"/>
                  </a:lnTo>
                  <a:lnTo>
                    <a:pt x="71723" y="4411980"/>
                  </a:lnTo>
                  <a:lnTo>
                    <a:pt x="33528" y="4361592"/>
                  </a:lnTo>
                  <a:lnTo>
                    <a:pt x="22860" y="4334160"/>
                  </a:lnTo>
                  <a:lnTo>
                    <a:pt x="16763" y="4317396"/>
                  </a:lnTo>
                  <a:lnTo>
                    <a:pt x="13715" y="4295965"/>
                  </a:lnTo>
                  <a:lnTo>
                    <a:pt x="9143" y="4268533"/>
                  </a:lnTo>
                  <a:lnTo>
                    <a:pt x="7620" y="4235005"/>
                  </a:lnTo>
                  <a:lnTo>
                    <a:pt x="4572" y="4195286"/>
                  </a:lnTo>
                  <a:lnTo>
                    <a:pt x="3048" y="4147947"/>
                  </a:lnTo>
                  <a:lnTo>
                    <a:pt x="3048" y="4088415"/>
                  </a:lnTo>
                  <a:lnTo>
                    <a:pt x="0" y="4019740"/>
                  </a:lnTo>
                  <a:lnTo>
                    <a:pt x="0" y="573786"/>
                  </a:lnTo>
                  <a:lnTo>
                    <a:pt x="3048" y="506634"/>
                  </a:lnTo>
                  <a:lnTo>
                    <a:pt x="3048" y="445674"/>
                  </a:lnTo>
                  <a:lnTo>
                    <a:pt x="4572" y="398335"/>
                  </a:lnTo>
                  <a:lnTo>
                    <a:pt x="7620" y="358616"/>
                  </a:lnTo>
                  <a:lnTo>
                    <a:pt x="9143" y="325088"/>
                  </a:lnTo>
                  <a:lnTo>
                    <a:pt x="13715" y="297561"/>
                  </a:lnTo>
                  <a:lnTo>
                    <a:pt x="16763" y="276225"/>
                  </a:lnTo>
                  <a:lnTo>
                    <a:pt x="22860" y="259461"/>
                  </a:lnTo>
                  <a:lnTo>
                    <a:pt x="42767" y="219741"/>
                  </a:lnTo>
                  <a:lnTo>
                    <a:pt x="71723" y="181641"/>
                  </a:lnTo>
                  <a:lnTo>
                    <a:pt x="106775" y="141922"/>
                  </a:lnTo>
                  <a:lnTo>
                    <a:pt x="146494" y="102298"/>
                  </a:lnTo>
                  <a:lnTo>
                    <a:pt x="186118" y="67151"/>
                  </a:lnTo>
                  <a:lnTo>
                    <a:pt x="224313" y="38195"/>
                  </a:lnTo>
                  <a:lnTo>
                    <a:pt x="291369" y="12192"/>
                  </a:lnTo>
                  <a:lnTo>
                    <a:pt x="315849" y="10668"/>
                  </a:lnTo>
                  <a:lnTo>
                    <a:pt x="344805" y="7620"/>
                  </a:lnTo>
                  <a:lnTo>
                    <a:pt x="381381" y="6096"/>
                  </a:lnTo>
                  <a:lnTo>
                    <a:pt x="425672" y="3048"/>
                  </a:lnTo>
                  <a:lnTo>
                    <a:pt x="477488" y="1524"/>
                  </a:lnTo>
                  <a:lnTo>
                    <a:pt x="538543" y="1524"/>
                  </a:lnTo>
                  <a:lnTo>
                    <a:pt x="610266" y="0"/>
                  </a:lnTo>
                  <a:lnTo>
                    <a:pt x="3881342" y="0"/>
                  </a:lnTo>
                  <a:lnTo>
                    <a:pt x="3952970" y="1524"/>
                  </a:lnTo>
                  <a:lnTo>
                    <a:pt x="4015549" y="1524"/>
                  </a:lnTo>
                  <a:lnTo>
                    <a:pt x="4068984" y="3048"/>
                  </a:lnTo>
                  <a:lnTo>
                    <a:pt x="4111656" y="6096"/>
                  </a:lnTo>
                  <a:lnTo>
                    <a:pt x="4148328" y="7620"/>
                  </a:lnTo>
                  <a:lnTo>
                    <a:pt x="4175760" y="10668"/>
                  </a:lnTo>
                  <a:lnTo>
                    <a:pt x="4219956" y="16764"/>
                  </a:lnTo>
                  <a:lnTo>
                    <a:pt x="4268819" y="38195"/>
                  </a:lnTo>
                  <a:lnTo>
                    <a:pt x="4308443" y="67151"/>
                  </a:lnTo>
                  <a:lnTo>
                    <a:pt x="4348162" y="102298"/>
                  </a:lnTo>
                  <a:lnTo>
                    <a:pt x="4387786" y="141922"/>
                  </a:lnTo>
                  <a:lnTo>
                    <a:pt x="4422933" y="181641"/>
                  </a:lnTo>
                  <a:lnTo>
                    <a:pt x="4451889" y="219741"/>
                  </a:lnTo>
                  <a:lnTo>
                    <a:pt x="4457985" y="233457"/>
                  </a:lnTo>
                  <a:lnTo>
                    <a:pt x="4465605" y="244220"/>
                  </a:lnTo>
                  <a:lnTo>
                    <a:pt x="4471701" y="259461"/>
                  </a:lnTo>
                  <a:lnTo>
                    <a:pt x="4476273" y="276225"/>
                  </a:lnTo>
                  <a:lnTo>
                    <a:pt x="4480845" y="297561"/>
                  </a:lnTo>
                  <a:lnTo>
                    <a:pt x="4482369" y="325088"/>
                  </a:lnTo>
                  <a:lnTo>
                    <a:pt x="4485417" y="358616"/>
                  </a:lnTo>
                  <a:lnTo>
                    <a:pt x="4486941" y="398335"/>
                  </a:lnTo>
                  <a:lnTo>
                    <a:pt x="4488465" y="445674"/>
                  </a:lnTo>
                  <a:lnTo>
                    <a:pt x="4488465" y="506634"/>
                  </a:lnTo>
                  <a:lnTo>
                    <a:pt x="4491609" y="573786"/>
                  </a:lnTo>
                  <a:lnTo>
                    <a:pt x="4491609" y="4019740"/>
                  </a:lnTo>
                  <a:lnTo>
                    <a:pt x="4488465" y="4088415"/>
                  </a:lnTo>
                  <a:lnTo>
                    <a:pt x="4488465" y="4147947"/>
                  </a:lnTo>
                  <a:lnTo>
                    <a:pt x="4486941" y="4195286"/>
                  </a:lnTo>
                  <a:lnTo>
                    <a:pt x="4485417" y="4235005"/>
                  </a:lnTo>
                  <a:lnTo>
                    <a:pt x="4482369" y="4268533"/>
                  </a:lnTo>
                  <a:lnTo>
                    <a:pt x="4480845" y="4295965"/>
                  </a:lnTo>
                  <a:lnTo>
                    <a:pt x="4476273" y="4317396"/>
                  </a:lnTo>
                  <a:lnTo>
                    <a:pt x="4471701" y="4334160"/>
                  </a:lnTo>
                  <a:lnTo>
                    <a:pt x="4465605" y="4349400"/>
                  </a:lnTo>
                  <a:lnTo>
                    <a:pt x="4457985" y="4361592"/>
                  </a:lnTo>
                  <a:lnTo>
                    <a:pt x="4451889" y="4373880"/>
                  </a:lnTo>
                  <a:lnTo>
                    <a:pt x="4422933" y="4411980"/>
                  </a:lnTo>
                  <a:lnTo>
                    <a:pt x="4387786" y="4451699"/>
                  </a:lnTo>
                  <a:lnTo>
                    <a:pt x="4348162" y="4491323"/>
                  </a:lnTo>
                  <a:lnTo>
                    <a:pt x="4308443" y="4526470"/>
                  </a:lnTo>
                  <a:lnTo>
                    <a:pt x="4268819" y="4555426"/>
                  </a:lnTo>
                  <a:lnTo>
                    <a:pt x="4219956" y="4576857"/>
                  </a:lnTo>
                  <a:lnTo>
                    <a:pt x="4175760" y="4582953"/>
                  </a:lnTo>
                  <a:lnTo>
                    <a:pt x="4148328" y="4586001"/>
                  </a:lnTo>
                  <a:lnTo>
                    <a:pt x="4111656" y="4587525"/>
                  </a:lnTo>
                  <a:lnTo>
                    <a:pt x="4091655" y="458895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10544" y="2072449"/>
              <a:ext cx="4491990" cy="4589145"/>
            </a:xfrm>
            <a:custGeom>
              <a:avLst/>
              <a:gdLst/>
              <a:ahLst/>
              <a:cxnLst/>
              <a:rect l="l" t="t" r="r" b="b"/>
              <a:pathLst>
                <a:path w="4491990" h="4589145">
                  <a:moveTo>
                    <a:pt x="402141" y="4588954"/>
                  </a:moveTo>
                  <a:lnTo>
                    <a:pt x="381381" y="4587525"/>
                  </a:lnTo>
                  <a:lnTo>
                    <a:pt x="344805" y="4586001"/>
                  </a:lnTo>
                  <a:lnTo>
                    <a:pt x="315849" y="4582953"/>
                  </a:lnTo>
                  <a:lnTo>
                    <a:pt x="274605" y="4576857"/>
                  </a:lnTo>
                  <a:lnTo>
                    <a:pt x="224313" y="4555426"/>
                  </a:lnTo>
                  <a:lnTo>
                    <a:pt x="186118" y="4526470"/>
                  </a:lnTo>
                  <a:lnTo>
                    <a:pt x="146494" y="4491323"/>
                  </a:lnTo>
                  <a:lnTo>
                    <a:pt x="106775" y="4451699"/>
                  </a:lnTo>
                  <a:lnTo>
                    <a:pt x="71723" y="4411980"/>
                  </a:lnTo>
                  <a:lnTo>
                    <a:pt x="42767" y="4373880"/>
                  </a:lnTo>
                  <a:lnTo>
                    <a:pt x="22860" y="4334160"/>
                  </a:lnTo>
                  <a:lnTo>
                    <a:pt x="16763" y="4317396"/>
                  </a:lnTo>
                  <a:lnTo>
                    <a:pt x="13715" y="4295965"/>
                  </a:lnTo>
                  <a:lnTo>
                    <a:pt x="9143" y="4268533"/>
                  </a:lnTo>
                  <a:lnTo>
                    <a:pt x="7620" y="4235005"/>
                  </a:lnTo>
                  <a:lnTo>
                    <a:pt x="4572" y="4195286"/>
                  </a:lnTo>
                  <a:lnTo>
                    <a:pt x="3048" y="4147947"/>
                  </a:lnTo>
                  <a:lnTo>
                    <a:pt x="3048" y="4088415"/>
                  </a:lnTo>
                  <a:lnTo>
                    <a:pt x="0" y="4019740"/>
                  </a:lnTo>
                  <a:lnTo>
                    <a:pt x="0" y="573786"/>
                  </a:lnTo>
                  <a:lnTo>
                    <a:pt x="3048" y="506634"/>
                  </a:lnTo>
                  <a:lnTo>
                    <a:pt x="3048" y="445674"/>
                  </a:lnTo>
                  <a:lnTo>
                    <a:pt x="4572" y="398335"/>
                  </a:lnTo>
                  <a:lnTo>
                    <a:pt x="7620" y="358616"/>
                  </a:lnTo>
                  <a:lnTo>
                    <a:pt x="9143" y="325088"/>
                  </a:lnTo>
                  <a:lnTo>
                    <a:pt x="13715" y="297561"/>
                  </a:lnTo>
                  <a:lnTo>
                    <a:pt x="16763" y="276225"/>
                  </a:lnTo>
                  <a:lnTo>
                    <a:pt x="22860" y="259461"/>
                  </a:lnTo>
                  <a:lnTo>
                    <a:pt x="42767" y="219741"/>
                  </a:lnTo>
                  <a:lnTo>
                    <a:pt x="71723" y="181641"/>
                  </a:lnTo>
                  <a:lnTo>
                    <a:pt x="106775" y="141922"/>
                  </a:lnTo>
                  <a:lnTo>
                    <a:pt x="146494" y="102298"/>
                  </a:lnTo>
                  <a:lnTo>
                    <a:pt x="186118" y="67151"/>
                  </a:lnTo>
                  <a:lnTo>
                    <a:pt x="224313" y="38195"/>
                  </a:lnTo>
                  <a:lnTo>
                    <a:pt x="274605" y="16764"/>
                  </a:lnTo>
                  <a:lnTo>
                    <a:pt x="315849" y="10668"/>
                  </a:lnTo>
                  <a:lnTo>
                    <a:pt x="344805" y="7620"/>
                  </a:lnTo>
                  <a:lnTo>
                    <a:pt x="381381" y="6096"/>
                  </a:lnTo>
                  <a:lnTo>
                    <a:pt x="425672" y="3048"/>
                  </a:lnTo>
                  <a:lnTo>
                    <a:pt x="477488" y="1524"/>
                  </a:lnTo>
                  <a:lnTo>
                    <a:pt x="538543" y="1524"/>
                  </a:lnTo>
                  <a:lnTo>
                    <a:pt x="610266" y="0"/>
                  </a:lnTo>
                  <a:lnTo>
                    <a:pt x="3881342" y="0"/>
                  </a:lnTo>
                  <a:lnTo>
                    <a:pt x="3952970" y="1524"/>
                  </a:lnTo>
                  <a:lnTo>
                    <a:pt x="4015549" y="1524"/>
                  </a:lnTo>
                  <a:lnTo>
                    <a:pt x="4068984" y="3048"/>
                  </a:lnTo>
                  <a:lnTo>
                    <a:pt x="4111656" y="6096"/>
                  </a:lnTo>
                  <a:lnTo>
                    <a:pt x="4148328" y="7620"/>
                  </a:lnTo>
                  <a:lnTo>
                    <a:pt x="4175760" y="10668"/>
                  </a:lnTo>
                  <a:lnTo>
                    <a:pt x="4219956" y="16764"/>
                  </a:lnTo>
                  <a:lnTo>
                    <a:pt x="4268819" y="38195"/>
                  </a:lnTo>
                  <a:lnTo>
                    <a:pt x="4308443" y="67151"/>
                  </a:lnTo>
                  <a:lnTo>
                    <a:pt x="4348162" y="102298"/>
                  </a:lnTo>
                  <a:lnTo>
                    <a:pt x="4387786" y="141922"/>
                  </a:lnTo>
                  <a:lnTo>
                    <a:pt x="4422933" y="181641"/>
                  </a:lnTo>
                  <a:lnTo>
                    <a:pt x="4451889" y="219741"/>
                  </a:lnTo>
                  <a:lnTo>
                    <a:pt x="4457985" y="233457"/>
                  </a:lnTo>
                  <a:lnTo>
                    <a:pt x="4465605" y="244220"/>
                  </a:lnTo>
                  <a:lnTo>
                    <a:pt x="4471701" y="259461"/>
                  </a:lnTo>
                  <a:lnTo>
                    <a:pt x="4476273" y="276225"/>
                  </a:lnTo>
                  <a:lnTo>
                    <a:pt x="4480845" y="297561"/>
                  </a:lnTo>
                  <a:lnTo>
                    <a:pt x="4482369" y="325088"/>
                  </a:lnTo>
                  <a:lnTo>
                    <a:pt x="4485417" y="358616"/>
                  </a:lnTo>
                  <a:lnTo>
                    <a:pt x="4486941" y="398335"/>
                  </a:lnTo>
                  <a:lnTo>
                    <a:pt x="4488465" y="445674"/>
                  </a:lnTo>
                  <a:lnTo>
                    <a:pt x="4488465" y="506634"/>
                  </a:lnTo>
                  <a:lnTo>
                    <a:pt x="4491609" y="573786"/>
                  </a:lnTo>
                  <a:lnTo>
                    <a:pt x="4491609" y="4019740"/>
                  </a:lnTo>
                  <a:lnTo>
                    <a:pt x="4488465" y="4088415"/>
                  </a:lnTo>
                  <a:lnTo>
                    <a:pt x="4488465" y="4147947"/>
                  </a:lnTo>
                  <a:lnTo>
                    <a:pt x="4486941" y="4195286"/>
                  </a:lnTo>
                  <a:lnTo>
                    <a:pt x="4485417" y="4235005"/>
                  </a:lnTo>
                  <a:lnTo>
                    <a:pt x="4482369" y="4268533"/>
                  </a:lnTo>
                  <a:lnTo>
                    <a:pt x="4480845" y="4295965"/>
                  </a:lnTo>
                  <a:lnTo>
                    <a:pt x="4476273" y="4317396"/>
                  </a:lnTo>
                  <a:lnTo>
                    <a:pt x="4471701" y="4334160"/>
                  </a:lnTo>
                  <a:lnTo>
                    <a:pt x="4465605" y="4349400"/>
                  </a:lnTo>
                  <a:lnTo>
                    <a:pt x="4457985" y="4361592"/>
                  </a:lnTo>
                  <a:lnTo>
                    <a:pt x="4451889" y="4373880"/>
                  </a:lnTo>
                  <a:lnTo>
                    <a:pt x="4422933" y="4411980"/>
                  </a:lnTo>
                  <a:lnTo>
                    <a:pt x="4387786" y="4451699"/>
                  </a:lnTo>
                  <a:lnTo>
                    <a:pt x="4348162" y="4491323"/>
                  </a:lnTo>
                  <a:lnTo>
                    <a:pt x="4308443" y="4526470"/>
                  </a:lnTo>
                  <a:lnTo>
                    <a:pt x="4268819" y="4555426"/>
                  </a:lnTo>
                  <a:lnTo>
                    <a:pt x="4219956" y="4576857"/>
                  </a:lnTo>
                  <a:lnTo>
                    <a:pt x="4175760" y="4582953"/>
                  </a:lnTo>
                  <a:lnTo>
                    <a:pt x="4148328" y="4586001"/>
                  </a:lnTo>
                  <a:lnTo>
                    <a:pt x="4111656" y="4587525"/>
                  </a:lnTo>
                  <a:lnTo>
                    <a:pt x="4091655" y="4588954"/>
                  </a:lnTo>
                </a:path>
              </a:pathLst>
            </a:custGeom>
            <a:ln w="4581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98352" y="2634043"/>
              <a:ext cx="0" cy="412115"/>
            </a:xfrm>
            <a:custGeom>
              <a:avLst/>
              <a:gdLst/>
              <a:ahLst/>
              <a:cxnLst/>
              <a:rect l="l" t="t" r="r" b="b"/>
              <a:pathLst>
                <a:path h="412114">
                  <a:moveTo>
                    <a:pt x="0" y="412051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98352" y="2565368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5" h="69214">
                  <a:moveTo>
                    <a:pt x="0" y="68675"/>
                  </a:moveTo>
                  <a:lnTo>
                    <a:pt x="1524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9876" y="2505836"/>
              <a:ext cx="0" cy="59690"/>
            </a:xfrm>
            <a:custGeom>
              <a:avLst/>
              <a:gdLst/>
              <a:ahLst/>
              <a:cxnLst/>
              <a:rect l="l" t="t" r="r" b="b"/>
              <a:pathLst>
                <a:path h="59689">
                  <a:moveTo>
                    <a:pt x="0" y="59531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99876" y="2457068"/>
              <a:ext cx="3175" cy="48895"/>
            </a:xfrm>
            <a:custGeom>
              <a:avLst/>
              <a:gdLst/>
              <a:ahLst/>
              <a:cxnLst/>
              <a:rect l="l" t="t" r="r" b="b"/>
              <a:pathLst>
                <a:path w="3175" h="48894">
                  <a:moveTo>
                    <a:pt x="0" y="48767"/>
                  </a:moveTo>
                  <a:lnTo>
                    <a:pt x="3047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02924" y="2357818"/>
              <a:ext cx="9525" cy="99695"/>
            </a:xfrm>
            <a:custGeom>
              <a:avLst/>
              <a:gdLst/>
              <a:ahLst/>
              <a:cxnLst/>
              <a:rect l="l" t="t" r="r" b="b"/>
              <a:pathLst>
                <a:path w="9525" h="99694">
                  <a:moveTo>
                    <a:pt x="0" y="99250"/>
                  </a:moveTo>
                  <a:lnTo>
                    <a:pt x="1524" y="59531"/>
                  </a:lnTo>
                </a:path>
                <a:path w="9525" h="99694">
                  <a:moveTo>
                    <a:pt x="1524" y="59531"/>
                  </a:moveTo>
                  <a:lnTo>
                    <a:pt x="4572" y="27527"/>
                  </a:lnTo>
                </a:path>
                <a:path w="9525" h="99694">
                  <a:moveTo>
                    <a:pt x="4572" y="27527"/>
                  </a:moveTo>
                  <a:lnTo>
                    <a:pt x="9144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12068" y="2061781"/>
              <a:ext cx="412115" cy="296545"/>
            </a:xfrm>
            <a:custGeom>
              <a:avLst/>
              <a:gdLst/>
              <a:ahLst/>
              <a:cxnLst/>
              <a:rect l="l" t="t" r="r" b="b"/>
              <a:pathLst>
                <a:path w="412114" h="296544">
                  <a:moveTo>
                    <a:pt x="0" y="296036"/>
                  </a:moveTo>
                  <a:lnTo>
                    <a:pt x="1524" y="273176"/>
                  </a:lnTo>
                </a:path>
                <a:path w="412114" h="296544">
                  <a:moveTo>
                    <a:pt x="1524" y="273176"/>
                  </a:moveTo>
                  <a:lnTo>
                    <a:pt x="7620" y="256412"/>
                  </a:lnTo>
                </a:path>
                <a:path w="412114" h="296544">
                  <a:moveTo>
                    <a:pt x="7620" y="256412"/>
                  </a:moveTo>
                  <a:lnTo>
                    <a:pt x="12191" y="241077"/>
                  </a:lnTo>
                </a:path>
                <a:path w="412114" h="296544">
                  <a:moveTo>
                    <a:pt x="12191" y="241077"/>
                  </a:moveTo>
                  <a:lnTo>
                    <a:pt x="19812" y="230409"/>
                  </a:lnTo>
                </a:path>
                <a:path w="412114" h="296544">
                  <a:moveTo>
                    <a:pt x="19812" y="230409"/>
                  </a:moveTo>
                  <a:lnTo>
                    <a:pt x="27432" y="216693"/>
                  </a:lnTo>
                </a:path>
                <a:path w="412114" h="296544">
                  <a:moveTo>
                    <a:pt x="27432" y="216693"/>
                  </a:moveTo>
                  <a:lnTo>
                    <a:pt x="56483" y="180117"/>
                  </a:lnTo>
                </a:path>
                <a:path w="412114" h="296544">
                  <a:moveTo>
                    <a:pt x="56483" y="180117"/>
                  </a:moveTo>
                  <a:lnTo>
                    <a:pt x="91535" y="140398"/>
                  </a:lnTo>
                </a:path>
                <a:path w="412114" h="296544">
                  <a:moveTo>
                    <a:pt x="91535" y="140398"/>
                  </a:moveTo>
                  <a:lnTo>
                    <a:pt x="131254" y="100679"/>
                  </a:lnTo>
                </a:path>
                <a:path w="412114" h="296544">
                  <a:moveTo>
                    <a:pt x="131254" y="100679"/>
                  </a:moveTo>
                  <a:lnTo>
                    <a:pt x="170878" y="65627"/>
                  </a:lnTo>
                </a:path>
                <a:path w="412114" h="296544">
                  <a:moveTo>
                    <a:pt x="170878" y="65627"/>
                  </a:moveTo>
                  <a:lnTo>
                    <a:pt x="208978" y="36575"/>
                  </a:lnTo>
                </a:path>
                <a:path w="412114" h="296544">
                  <a:moveTo>
                    <a:pt x="208978" y="36575"/>
                  </a:moveTo>
                  <a:lnTo>
                    <a:pt x="230409" y="22859"/>
                  </a:lnTo>
                </a:path>
                <a:path w="412114" h="296544">
                  <a:moveTo>
                    <a:pt x="230409" y="22859"/>
                  </a:moveTo>
                  <a:lnTo>
                    <a:pt x="244125" y="18287"/>
                  </a:lnTo>
                </a:path>
                <a:path w="412114" h="296544">
                  <a:moveTo>
                    <a:pt x="244125" y="18287"/>
                  </a:moveTo>
                  <a:lnTo>
                    <a:pt x="259365" y="13715"/>
                  </a:lnTo>
                </a:path>
                <a:path w="412114" h="296544">
                  <a:moveTo>
                    <a:pt x="259365" y="13715"/>
                  </a:moveTo>
                  <a:lnTo>
                    <a:pt x="276129" y="9143"/>
                  </a:lnTo>
                </a:path>
                <a:path w="412114" h="296544">
                  <a:moveTo>
                    <a:pt x="276129" y="9143"/>
                  </a:moveTo>
                  <a:lnTo>
                    <a:pt x="300513" y="7619"/>
                  </a:lnTo>
                </a:path>
                <a:path w="412114" h="296544">
                  <a:moveTo>
                    <a:pt x="300513" y="7619"/>
                  </a:moveTo>
                  <a:lnTo>
                    <a:pt x="329565" y="4571"/>
                  </a:lnTo>
                </a:path>
                <a:path w="412114" h="296544">
                  <a:moveTo>
                    <a:pt x="329565" y="4571"/>
                  </a:moveTo>
                  <a:lnTo>
                    <a:pt x="367665" y="3047"/>
                  </a:lnTo>
                </a:path>
                <a:path w="412114" h="296544">
                  <a:moveTo>
                    <a:pt x="367665" y="3047"/>
                  </a:moveTo>
                  <a:lnTo>
                    <a:pt x="411956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24025" y="2060257"/>
              <a:ext cx="50800" cy="1905"/>
            </a:xfrm>
            <a:custGeom>
              <a:avLst/>
              <a:gdLst/>
              <a:ahLst/>
              <a:cxnLst/>
              <a:rect l="l" t="t" r="r" b="b"/>
              <a:pathLst>
                <a:path w="50800" h="1905">
                  <a:moveTo>
                    <a:pt x="0" y="1524"/>
                  </a:moveTo>
                  <a:lnTo>
                    <a:pt x="50291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74317" y="2060257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>
                  <a:moveTo>
                    <a:pt x="0" y="0"/>
                  </a:moveTo>
                  <a:lnTo>
                    <a:pt x="61055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35372" y="2058733"/>
              <a:ext cx="3416300" cy="1905"/>
            </a:xfrm>
            <a:custGeom>
              <a:avLst/>
              <a:gdLst/>
              <a:ahLst/>
              <a:cxnLst/>
              <a:rect l="l" t="t" r="r" b="b"/>
              <a:pathLst>
                <a:path w="3416300" h="1905">
                  <a:moveTo>
                    <a:pt x="0" y="1524"/>
                  </a:moveTo>
                  <a:lnTo>
                    <a:pt x="73247" y="0"/>
                  </a:lnTo>
                </a:path>
                <a:path w="3416300" h="1905">
                  <a:moveTo>
                    <a:pt x="73247" y="0"/>
                  </a:moveTo>
                  <a:lnTo>
                    <a:pt x="3342703" y="0"/>
                  </a:lnTo>
                </a:path>
                <a:path w="3416300" h="1905">
                  <a:moveTo>
                    <a:pt x="3342703" y="0"/>
                  </a:moveTo>
                  <a:lnTo>
                    <a:pt x="3415950" y="1524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51322" y="2060257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>
                  <a:moveTo>
                    <a:pt x="0" y="0"/>
                  </a:moveTo>
                  <a:lnTo>
                    <a:pt x="61054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2378" y="2060257"/>
              <a:ext cx="53975" cy="1905"/>
            </a:xfrm>
            <a:custGeom>
              <a:avLst/>
              <a:gdLst/>
              <a:ahLst/>
              <a:cxnLst/>
              <a:rect l="l" t="t" r="r" b="b"/>
              <a:pathLst>
                <a:path w="53975" h="1905">
                  <a:moveTo>
                    <a:pt x="0" y="0"/>
                  </a:moveTo>
                  <a:lnTo>
                    <a:pt x="53435" y="1524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65813" y="2061781"/>
              <a:ext cx="422909" cy="4583430"/>
            </a:xfrm>
            <a:custGeom>
              <a:avLst/>
              <a:gdLst/>
              <a:ahLst/>
              <a:cxnLst/>
              <a:rect l="l" t="t" r="r" b="b"/>
              <a:pathLst>
                <a:path w="422910" h="4583430">
                  <a:moveTo>
                    <a:pt x="0" y="0"/>
                  </a:moveTo>
                  <a:lnTo>
                    <a:pt x="44195" y="3047"/>
                  </a:lnTo>
                </a:path>
                <a:path w="422910" h="4583430">
                  <a:moveTo>
                    <a:pt x="44195" y="3047"/>
                  </a:moveTo>
                  <a:lnTo>
                    <a:pt x="79247" y="4571"/>
                  </a:lnTo>
                </a:path>
                <a:path w="422910" h="4583430">
                  <a:moveTo>
                    <a:pt x="79247" y="4571"/>
                  </a:moveTo>
                  <a:lnTo>
                    <a:pt x="108299" y="7619"/>
                  </a:lnTo>
                </a:path>
                <a:path w="422910" h="4583430">
                  <a:moveTo>
                    <a:pt x="108299" y="7619"/>
                  </a:moveTo>
                  <a:lnTo>
                    <a:pt x="132683" y="9143"/>
                  </a:lnTo>
                </a:path>
                <a:path w="422910" h="4583430">
                  <a:moveTo>
                    <a:pt x="132683" y="9143"/>
                  </a:moveTo>
                  <a:lnTo>
                    <a:pt x="152494" y="13715"/>
                  </a:lnTo>
                </a:path>
                <a:path w="422910" h="4583430">
                  <a:moveTo>
                    <a:pt x="152494" y="13715"/>
                  </a:moveTo>
                  <a:lnTo>
                    <a:pt x="178498" y="22859"/>
                  </a:lnTo>
                </a:path>
                <a:path w="422910" h="4583430">
                  <a:moveTo>
                    <a:pt x="178498" y="22859"/>
                  </a:moveTo>
                  <a:lnTo>
                    <a:pt x="199834" y="36575"/>
                  </a:lnTo>
                </a:path>
                <a:path w="422910" h="4583430">
                  <a:moveTo>
                    <a:pt x="199834" y="36575"/>
                  </a:moveTo>
                  <a:lnTo>
                    <a:pt x="239458" y="65627"/>
                  </a:lnTo>
                </a:path>
                <a:path w="422910" h="4583430">
                  <a:moveTo>
                    <a:pt x="239458" y="65627"/>
                  </a:moveTo>
                  <a:lnTo>
                    <a:pt x="279177" y="100679"/>
                  </a:lnTo>
                </a:path>
                <a:path w="422910" h="4583430">
                  <a:moveTo>
                    <a:pt x="279177" y="100679"/>
                  </a:moveTo>
                  <a:lnTo>
                    <a:pt x="318801" y="140398"/>
                  </a:lnTo>
                </a:path>
                <a:path w="422910" h="4583430">
                  <a:moveTo>
                    <a:pt x="318801" y="140398"/>
                  </a:moveTo>
                  <a:lnTo>
                    <a:pt x="353948" y="180117"/>
                  </a:lnTo>
                </a:path>
                <a:path w="422910" h="4583430">
                  <a:moveTo>
                    <a:pt x="353948" y="180117"/>
                  </a:moveTo>
                  <a:lnTo>
                    <a:pt x="382904" y="216693"/>
                  </a:lnTo>
                </a:path>
                <a:path w="422910" h="4583430">
                  <a:moveTo>
                    <a:pt x="382904" y="216693"/>
                  </a:moveTo>
                  <a:lnTo>
                    <a:pt x="390525" y="230409"/>
                  </a:lnTo>
                </a:path>
                <a:path w="422910" h="4583430">
                  <a:moveTo>
                    <a:pt x="390525" y="230409"/>
                  </a:moveTo>
                  <a:lnTo>
                    <a:pt x="396620" y="241077"/>
                  </a:lnTo>
                </a:path>
                <a:path w="422910" h="4583430">
                  <a:moveTo>
                    <a:pt x="396620" y="241077"/>
                  </a:moveTo>
                  <a:lnTo>
                    <a:pt x="402716" y="256412"/>
                  </a:lnTo>
                </a:path>
                <a:path w="422910" h="4583430">
                  <a:moveTo>
                    <a:pt x="402716" y="256412"/>
                  </a:moveTo>
                  <a:lnTo>
                    <a:pt x="407288" y="273176"/>
                  </a:lnTo>
                </a:path>
                <a:path w="422910" h="4583430">
                  <a:moveTo>
                    <a:pt x="407288" y="273176"/>
                  </a:moveTo>
                  <a:lnTo>
                    <a:pt x="411860" y="296036"/>
                  </a:lnTo>
                </a:path>
                <a:path w="422910" h="4583430">
                  <a:moveTo>
                    <a:pt x="411860" y="296036"/>
                  </a:moveTo>
                  <a:lnTo>
                    <a:pt x="413384" y="323564"/>
                  </a:lnTo>
                </a:path>
                <a:path w="422910" h="4583430">
                  <a:moveTo>
                    <a:pt x="413384" y="323564"/>
                  </a:moveTo>
                  <a:lnTo>
                    <a:pt x="416432" y="355568"/>
                  </a:lnTo>
                </a:path>
                <a:path w="422910" h="4583430">
                  <a:moveTo>
                    <a:pt x="416432" y="355568"/>
                  </a:moveTo>
                  <a:lnTo>
                    <a:pt x="417956" y="395287"/>
                  </a:lnTo>
                </a:path>
                <a:path w="422910" h="4583430">
                  <a:moveTo>
                    <a:pt x="417956" y="395287"/>
                  </a:moveTo>
                  <a:lnTo>
                    <a:pt x="421004" y="444055"/>
                  </a:lnTo>
                </a:path>
                <a:path w="422910" h="4583430">
                  <a:moveTo>
                    <a:pt x="421004" y="444055"/>
                  </a:moveTo>
                  <a:lnTo>
                    <a:pt x="421004" y="503586"/>
                  </a:lnTo>
                </a:path>
                <a:path w="422910" h="4583430">
                  <a:moveTo>
                    <a:pt x="421004" y="503586"/>
                  </a:moveTo>
                  <a:lnTo>
                    <a:pt x="422528" y="572262"/>
                  </a:lnTo>
                </a:path>
                <a:path w="422910" h="4583430">
                  <a:moveTo>
                    <a:pt x="422528" y="572262"/>
                  </a:moveTo>
                  <a:lnTo>
                    <a:pt x="422528" y="4016692"/>
                  </a:lnTo>
                </a:path>
                <a:path w="422910" h="4583430">
                  <a:moveTo>
                    <a:pt x="422528" y="4016692"/>
                  </a:moveTo>
                  <a:lnTo>
                    <a:pt x="421004" y="4085367"/>
                  </a:lnTo>
                </a:path>
                <a:path w="422910" h="4583430">
                  <a:moveTo>
                    <a:pt x="421004" y="4085367"/>
                  </a:moveTo>
                  <a:lnTo>
                    <a:pt x="421004" y="4144898"/>
                  </a:lnTo>
                </a:path>
                <a:path w="422910" h="4583430">
                  <a:moveTo>
                    <a:pt x="421004" y="4144898"/>
                  </a:moveTo>
                  <a:lnTo>
                    <a:pt x="417956" y="4193762"/>
                  </a:lnTo>
                </a:path>
                <a:path w="422910" h="4583430">
                  <a:moveTo>
                    <a:pt x="417956" y="4193762"/>
                  </a:moveTo>
                  <a:lnTo>
                    <a:pt x="416432" y="4233385"/>
                  </a:lnTo>
                </a:path>
                <a:path w="422910" h="4583430">
                  <a:moveTo>
                    <a:pt x="416432" y="4233385"/>
                  </a:moveTo>
                  <a:lnTo>
                    <a:pt x="413384" y="4265485"/>
                  </a:lnTo>
                </a:path>
                <a:path w="422910" h="4583430">
                  <a:moveTo>
                    <a:pt x="413384" y="4265485"/>
                  </a:moveTo>
                  <a:lnTo>
                    <a:pt x="411860" y="4292917"/>
                  </a:lnTo>
                </a:path>
                <a:path w="422910" h="4583430">
                  <a:moveTo>
                    <a:pt x="411860" y="4292917"/>
                  </a:moveTo>
                  <a:lnTo>
                    <a:pt x="407288" y="4314348"/>
                  </a:lnTo>
                </a:path>
                <a:path w="422910" h="4583430">
                  <a:moveTo>
                    <a:pt x="407288" y="4314348"/>
                  </a:moveTo>
                  <a:lnTo>
                    <a:pt x="402716" y="4332636"/>
                  </a:lnTo>
                </a:path>
                <a:path w="422910" h="4583430">
                  <a:moveTo>
                    <a:pt x="402716" y="4332636"/>
                  </a:moveTo>
                  <a:lnTo>
                    <a:pt x="396620" y="4347876"/>
                  </a:lnTo>
                </a:path>
                <a:path w="422910" h="4583430">
                  <a:moveTo>
                    <a:pt x="396620" y="4347876"/>
                  </a:moveTo>
                  <a:lnTo>
                    <a:pt x="390525" y="4358544"/>
                  </a:lnTo>
                </a:path>
                <a:path w="422910" h="4583430">
                  <a:moveTo>
                    <a:pt x="390525" y="4358544"/>
                  </a:moveTo>
                  <a:lnTo>
                    <a:pt x="382904" y="4372260"/>
                  </a:lnTo>
                </a:path>
                <a:path w="422910" h="4583430">
                  <a:moveTo>
                    <a:pt x="382904" y="4372260"/>
                  </a:moveTo>
                  <a:lnTo>
                    <a:pt x="353948" y="4408932"/>
                  </a:lnTo>
                </a:path>
                <a:path w="422910" h="4583430">
                  <a:moveTo>
                    <a:pt x="353948" y="4408932"/>
                  </a:moveTo>
                  <a:lnTo>
                    <a:pt x="318801" y="4448651"/>
                  </a:lnTo>
                </a:path>
                <a:path w="422910" h="4583430">
                  <a:moveTo>
                    <a:pt x="318801" y="4448651"/>
                  </a:moveTo>
                  <a:lnTo>
                    <a:pt x="279177" y="4488275"/>
                  </a:lnTo>
                </a:path>
                <a:path w="422910" h="4583430">
                  <a:moveTo>
                    <a:pt x="279177" y="4488275"/>
                  </a:moveTo>
                  <a:lnTo>
                    <a:pt x="239458" y="4523422"/>
                  </a:lnTo>
                </a:path>
                <a:path w="422910" h="4583430">
                  <a:moveTo>
                    <a:pt x="239458" y="4523422"/>
                  </a:moveTo>
                  <a:lnTo>
                    <a:pt x="199834" y="4552378"/>
                  </a:lnTo>
                </a:path>
                <a:path w="422910" h="4583430">
                  <a:moveTo>
                    <a:pt x="199834" y="4552378"/>
                  </a:moveTo>
                  <a:lnTo>
                    <a:pt x="178498" y="4566094"/>
                  </a:lnTo>
                </a:path>
                <a:path w="422910" h="4583430">
                  <a:moveTo>
                    <a:pt x="178498" y="4566094"/>
                  </a:moveTo>
                  <a:lnTo>
                    <a:pt x="152494" y="4575238"/>
                  </a:lnTo>
                </a:path>
                <a:path w="422910" h="4583430">
                  <a:moveTo>
                    <a:pt x="152494" y="4575238"/>
                  </a:moveTo>
                  <a:lnTo>
                    <a:pt x="132683" y="4579810"/>
                  </a:lnTo>
                </a:path>
                <a:path w="422910" h="4583430">
                  <a:moveTo>
                    <a:pt x="132683" y="4579810"/>
                  </a:moveTo>
                  <a:lnTo>
                    <a:pt x="108299" y="4581334"/>
                  </a:lnTo>
                </a:path>
                <a:path w="422910" h="4583430">
                  <a:moveTo>
                    <a:pt x="108299" y="4581334"/>
                  </a:moveTo>
                  <a:lnTo>
                    <a:pt x="79247" y="4582858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65813" y="6644639"/>
              <a:ext cx="79375" cy="5080"/>
            </a:xfrm>
            <a:custGeom>
              <a:avLst/>
              <a:gdLst/>
              <a:ahLst/>
              <a:cxnLst/>
              <a:rect l="l" t="t" r="r" b="b"/>
              <a:pathLst>
                <a:path w="79375" h="5079">
                  <a:moveTo>
                    <a:pt x="79247" y="0"/>
                  </a:moveTo>
                  <a:lnTo>
                    <a:pt x="44195" y="3143"/>
                  </a:lnTo>
                </a:path>
                <a:path w="79375" h="5079">
                  <a:moveTo>
                    <a:pt x="44195" y="3143"/>
                  </a:moveTo>
                  <a:lnTo>
                    <a:pt x="0" y="4667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12378" y="6649307"/>
              <a:ext cx="53975" cy="3175"/>
            </a:xfrm>
            <a:custGeom>
              <a:avLst/>
              <a:gdLst/>
              <a:ahLst/>
              <a:cxnLst/>
              <a:rect l="l" t="t" r="r" b="b"/>
              <a:pathLst>
                <a:path w="53975" h="3175">
                  <a:moveTo>
                    <a:pt x="53435" y="0"/>
                  </a:moveTo>
                  <a:lnTo>
                    <a:pt x="0" y="3047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51322" y="665235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5">
                  <a:moveTo>
                    <a:pt x="61054" y="0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78075" y="6652354"/>
              <a:ext cx="73660" cy="1905"/>
            </a:xfrm>
            <a:custGeom>
              <a:avLst/>
              <a:gdLst/>
              <a:ahLst/>
              <a:cxnLst/>
              <a:rect l="l" t="t" r="r" b="b"/>
              <a:pathLst>
                <a:path w="73660" h="1904">
                  <a:moveTo>
                    <a:pt x="73247" y="0"/>
                  </a:moveTo>
                  <a:lnTo>
                    <a:pt x="0" y="1524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08619" y="6653879"/>
              <a:ext cx="3269615" cy="0"/>
            </a:xfrm>
            <a:custGeom>
              <a:avLst/>
              <a:gdLst/>
              <a:ahLst/>
              <a:cxnLst/>
              <a:rect l="l" t="t" r="r" b="b"/>
              <a:pathLst>
                <a:path w="3269615">
                  <a:moveTo>
                    <a:pt x="3269456" y="0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35372" y="6652354"/>
              <a:ext cx="73660" cy="1905"/>
            </a:xfrm>
            <a:custGeom>
              <a:avLst/>
              <a:gdLst/>
              <a:ahLst/>
              <a:cxnLst/>
              <a:rect l="l" t="t" r="r" b="b"/>
              <a:pathLst>
                <a:path w="73660" h="1904">
                  <a:moveTo>
                    <a:pt x="73247" y="1524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74317" y="6652354"/>
              <a:ext cx="61594" cy="0"/>
            </a:xfrm>
            <a:custGeom>
              <a:avLst/>
              <a:gdLst/>
              <a:ahLst/>
              <a:cxnLst/>
              <a:rect l="l" t="t" r="r" b="b"/>
              <a:pathLst>
                <a:path w="61594">
                  <a:moveTo>
                    <a:pt x="61055" y="0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24025" y="6649307"/>
              <a:ext cx="50800" cy="3175"/>
            </a:xfrm>
            <a:custGeom>
              <a:avLst/>
              <a:gdLst/>
              <a:ahLst/>
              <a:cxnLst/>
              <a:rect l="l" t="t" r="r" b="b"/>
              <a:pathLst>
                <a:path w="50800" h="3175">
                  <a:moveTo>
                    <a:pt x="50291" y="3047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41633" y="6644639"/>
              <a:ext cx="82550" cy="5080"/>
            </a:xfrm>
            <a:custGeom>
              <a:avLst/>
              <a:gdLst/>
              <a:ahLst/>
              <a:cxnLst/>
              <a:rect l="l" t="t" r="r" b="b"/>
              <a:pathLst>
                <a:path w="82550" h="5079">
                  <a:moveTo>
                    <a:pt x="82391" y="4667"/>
                  </a:moveTo>
                  <a:lnTo>
                    <a:pt x="38100" y="3143"/>
                  </a:lnTo>
                </a:path>
                <a:path w="82550" h="5079">
                  <a:moveTo>
                    <a:pt x="38100" y="3143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12068" y="6354698"/>
              <a:ext cx="329565" cy="290195"/>
            </a:xfrm>
            <a:custGeom>
              <a:avLst/>
              <a:gdLst/>
              <a:ahLst/>
              <a:cxnLst/>
              <a:rect l="l" t="t" r="r" b="b"/>
              <a:pathLst>
                <a:path w="329564" h="290195">
                  <a:moveTo>
                    <a:pt x="329565" y="289941"/>
                  </a:moveTo>
                  <a:lnTo>
                    <a:pt x="300513" y="288417"/>
                  </a:lnTo>
                </a:path>
                <a:path w="329564" h="290195">
                  <a:moveTo>
                    <a:pt x="300513" y="288417"/>
                  </a:moveTo>
                  <a:lnTo>
                    <a:pt x="276129" y="286893"/>
                  </a:lnTo>
                </a:path>
                <a:path w="329564" h="290195">
                  <a:moveTo>
                    <a:pt x="276129" y="286893"/>
                  </a:moveTo>
                  <a:lnTo>
                    <a:pt x="259365" y="282321"/>
                  </a:lnTo>
                </a:path>
                <a:path w="329564" h="290195">
                  <a:moveTo>
                    <a:pt x="259365" y="282321"/>
                  </a:moveTo>
                  <a:lnTo>
                    <a:pt x="244125" y="277749"/>
                  </a:lnTo>
                </a:path>
                <a:path w="329564" h="290195">
                  <a:moveTo>
                    <a:pt x="244125" y="277749"/>
                  </a:moveTo>
                  <a:lnTo>
                    <a:pt x="230409" y="273177"/>
                  </a:lnTo>
                </a:path>
                <a:path w="329564" h="290195">
                  <a:moveTo>
                    <a:pt x="230409" y="273177"/>
                  </a:moveTo>
                  <a:lnTo>
                    <a:pt x="208978" y="259461"/>
                  </a:lnTo>
                </a:path>
                <a:path w="329564" h="290195">
                  <a:moveTo>
                    <a:pt x="208978" y="259461"/>
                  </a:moveTo>
                  <a:lnTo>
                    <a:pt x="170878" y="230505"/>
                  </a:lnTo>
                </a:path>
                <a:path w="329564" h="290195">
                  <a:moveTo>
                    <a:pt x="170878" y="230505"/>
                  </a:moveTo>
                  <a:lnTo>
                    <a:pt x="131254" y="195357"/>
                  </a:lnTo>
                </a:path>
                <a:path w="329564" h="290195">
                  <a:moveTo>
                    <a:pt x="131254" y="195357"/>
                  </a:moveTo>
                  <a:lnTo>
                    <a:pt x="91535" y="155734"/>
                  </a:lnTo>
                </a:path>
                <a:path w="329564" h="290195">
                  <a:moveTo>
                    <a:pt x="91535" y="155734"/>
                  </a:moveTo>
                  <a:lnTo>
                    <a:pt x="56483" y="116015"/>
                  </a:lnTo>
                </a:path>
                <a:path w="329564" h="290195">
                  <a:moveTo>
                    <a:pt x="56483" y="116015"/>
                  </a:moveTo>
                  <a:lnTo>
                    <a:pt x="27432" y="79343"/>
                  </a:lnTo>
                </a:path>
                <a:path w="329564" h="290195">
                  <a:moveTo>
                    <a:pt x="27432" y="79343"/>
                  </a:moveTo>
                  <a:lnTo>
                    <a:pt x="19812" y="65627"/>
                  </a:lnTo>
                </a:path>
                <a:path w="329564" h="290195">
                  <a:moveTo>
                    <a:pt x="19812" y="65627"/>
                  </a:moveTo>
                  <a:lnTo>
                    <a:pt x="12191" y="54959"/>
                  </a:lnTo>
                </a:path>
                <a:path w="329564" h="290195">
                  <a:moveTo>
                    <a:pt x="12191" y="54959"/>
                  </a:moveTo>
                  <a:lnTo>
                    <a:pt x="7620" y="39719"/>
                  </a:lnTo>
                </a:path>
                <a:path w="329564" h="290195">
                  <a:moveTo>
                    <a:pt x="7620" y="39719"/>
                  </a:moveTo>
                  <a:lnTo>
                    <a:pt x="1524" y="21431"/>
                  </a:lnTo>
                </a:path>
                <a:path w="329564" h="290195">
                  <a:moveTo>
                    <a:pt x="1524" y="21431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02924" y="6255543"/>
              <a:ext cx="9525" cy="99695"/>
            </a:xfrm>
            <a:custGeom>
              <a:avLst/>
              <a:gdLst/>
              <a:ahLst/>
              <a:cxnLst/>
              <a:rect l="l" t="t" r="r" b="b"/>
              <a:pathLst>
                <a:path w="9525" h="99695">
                  <a:moveTo>
                    <a:pt x="9144" y="99154"/>
                  </a:moveTo>
                  <a:lnTo>
                    <a:pt x="4572" y="71723"/>
                  </a:lnTo>
                </a:path>
                <a:path w="9525" h="99695">
                  <a:moveTo>
                    <a:pt x="4572" y="71723"/>
                  </a:moveTo>
                  <a:lnTo>
                    <a:pt x="1524" y="39623"/>
                  </a:lnTo>
                </a:path>
                <a:path w="9525" h="99695">
                  <a:moveTo>
                    <a:pt x="1524" y="39623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99876" y="6206680"/>
              <a:ext cx="3175" cy="48895"/>
            </a:xfrm>
            <a:custGeom>
              <a:avLst/>
              <a:gdLst/>
              <a:ahLst/>
              <a:cxnLst/>
              <a:rect l="l" t="t" r="r" b="b"/>
              <a:pathLst>
                <a:path w="3175" h="48895">
                  <a:moveTo>
                    <a:pt x="3047" y="48863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99876" y="6147149"/>
              <a:ext cx="0" cy="59690"/>
            </a:xfrm>
            <a:custGeom>
              <a:avLst/>
              <a:gdLst/>
              <a:ahLst/>
              <a:cxnLst/>
              <a:rect l="l" t="t" r="r" b="b"/>
              <a:pathLst>
                <a:path h="59689">
                  <a:moveTo>
                    <a:pt x="0" y="59531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98352" y="6078473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5" h="69214">
                  <a:moveTo>
                    <a:pt x="1524" y="68675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98352" y="3046094"/>
              <a:ext cx="0" cy="3032760"/>
            </a:xfrm>
            <a:custGeom>
              <a:avLst/>
              <a:gdLst/>
              <a:ahLst/>
              <a:cxnLst/>
              <a:rect l="l" t="t" r="r" b="b"/>
              <a:pathLst>
                <a:path h="3032760">
                  <a:moveTo>
                    <a:pt x="0" y="3032378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8955" y="2299044"/>
              <a:ext cx="778106" cy="28852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82500" y="2370767"/>
              <a:ext cx="648376" cy="14964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3589877" y="5055965"/>
              <a:ext cx="30480" cy="1004569"/>
            </a:xfrm>
            <a:custGeom>
              <a:avLst/>
              <a:gdLst/>
              <a:ahLst/>
              <a:cxnLst/>
              <a:rect l="l" t="t" r="r" b="b"/>
              <a:pathLst>
                <a:path w="30479" h="1004570">
                  <a:moveTo>
                    <a:pt x="30479" y="1004220"/>
                  </a:moveTo>
                  <a:lnTo>
                    <a:pt x="0" y="1004220"/>
                  </a:lnTo>
                  <a:lnTo>
                    <a:pt x="0" y="0"/>
                  </a:lnTo>
                  <a:lnTo>
                    <a:pt x="30479" y="0"/>
                  </a:lnTo>
                  <a:lnTo>
                    <a:pt x="30479" y="10042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589877" y="5055965"/>
              <a:ext cx="30480" cy="1004569"/>
            </a:xfrm>
            <a:custGeom>
              <a:avLst/>
              <a:gdLst/>
              <a:ahLst/>
              <a:cxnLst/>
              <a:rect l="l" t="t" r="r" b="b"/>
              <a:pathLst>
                <a:path w="30479" h="1004570">
                  <a:moveTo>
                    <a:pt x="0" y="1004220"/>
                  </a:moveTo>
                  <a:lnTo>
                    <a:pt x="30479" y="1004220"/>
                  </a:lnTo>
                  <a:lnTo>
                    <a:pt x="30479" y="0"/>
                  </a:lnTo>
                  <a:lnTo>
                    <a:pt x="0" y="0"/>
                  </a:lnTo>
                  <a:lnTo>
                    <a:pt x="0" y="1004220"/>
                  </a:lnTo>
                  <a:close/>
                </a:path>
              </a:pathLst>
            </a:custGeom>
            <a:ln w="4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550253" y="5878543"/>
              <a:ext cx="113030" cy="252095"/>
            </a:xfrm>
            <a:custGeom>
              <a:avLst/>
              <a:gdLst/>
              <a:ahLst/>
              <a:cxnLst/>
              <a:rect l="l" t="t" r="r" b="b"/>
              <a:pathLst>
                <a:path w="113029" h="252095">
                  <a:moveTo>
                    <a:pt x="54863" y="251841"/>
                  </a:moveTo>
                  <a:lnTo>
                    <a:pt x="0" y="0"/>
                  </a:lnTo>
                  <a:lnTo>
                    <a:pt x="112871" y="0"/>
                  </a:lnTo>
                  <a:lnTo>
                    <a:pt x="54863" y="25184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550253" y="5878543"/>
              <a:ext cx="113030" cy="252095"/>
            </a:xfrm>
            <a:custGeom>
              <a:avLst/>
              <a:gdLst/>
              <a:ahLst/>
              <a:cxnLst/>
              <a:rect l="l" t="t" r="r" b="b"/>
              <a:pathLst>
                <a:path w="113029" h="252095">
                  <a:moveTo>
                    <a:pt x="0" y="0"/>
                  </a:moveTo>
                  <a:lnTo>
                    <a:pt x="112871" y="0"/>
                  </a:lnTo>
                  <a:lnTo>
                    <a:pt x="54863" y="251841"/>
                  </a:lnTo>
                  <a:lnTo>
                    <a:pt x="0" y="0"/>
                  </a:lnTo>
                  <a:close/>
                </a:path>
              </a:pathLst>
            </a:custGeom>
            <a:ln w="4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52534" y="5890064"/>
              <a:ext cx="109832" cy="23956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589877" y="2640139"/>
              <a:ext cx="30480" cy="1005840"/>
            </a:xfrm>
            <a:custGeom>
              <a:avLst/>
              <a:gdLst/>
              <a:ahLst/>
              <a:cxnLst/>
              <a:rect l="l" t="t" r="r" b="b"/>
              <a:pathLst>
                <a:path w="30479" h="1005839">
                  <a:moveTo>
                    <a:pt x="30479" y="1005744"/>
                  </a:moveTo>
                  <a:lnTo>
                    <a:pt x="0" y="1005744"/>
                  </a:lnTo>
                  <a:lnTo>
                    <a:pt x="0" y="0"/>
                  </a:lnTo>
                  <a:lnTo>
                    <a:pt x="30479" y="0"/>
                  </a:lnTo>
                  <a:lnTo>
                    <a:pt x="30479" y="10057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89877" y="2640139"/>
              <a:ext cx="30480" cy="1005840"/>
            </a:xfrm>
            <a:custGeom>
              <a:avLst/>
              <a:gdLst/>
              <a:ahLst/>
              <a:cxnLst/>
              <a:rect l="l" t="t" r="r" b="b"/>
              <a:pathLst>
                <a:path w="30479" h="1005839">
                  <a:moveTo>
                    <a:pt x="0" y="1005744"/>
                  </a:moveTo>
                  <a:lnTo>
                    <a:pt x="30479" y="1005744"/>
                  </a:lnTo>
                  <a:lnTo>
                    <a:pt x="30479" y="0"/>
                  </a:lnTo>
                  <a:lnTo>
                    <a:pt x="0" y="0"/>
                  </a:lnTo>
                  <a:lnTo>
                    <a:pt x="0" y="1005744"/>
                  </a:lnTo>
                  <a:close/>
                </a:path>
              </a:pathLst>
            </a:custGeom>
            <a:ln w="4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50253" y="3462718"/>
              <a:ext cx="113030" cy="250825"/>
            </a:xfrm>
            <a:custGeom>
              <a:avLst/>
              <a:gdLst/>
              <a:ahLst/>
              <a:cxnLst/>
              <a:rect l="l" t="t" r="r" b="b"/>
              <a:pathLst>
                <a:path w="113029" h="250825">
                  <a:moveTo>
                    <a:pt x="54863" y="250316"/>
                  </a:moveTo>
                  <a:lnTo>
                    <a:pt x="0" y="0"/>
                  </a:lnTo>
                  <a:lnTo>
                    <a:pt x="112871" y="0"/>
                  </a:lnTo>
                  <a:lnTo>
                    <a:pt x="54863" y="2503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550253" y="3462718"/>
              <a:ext cx="113030" cy="250825"/>
            </a:xfrm>
            <a:custGeom>
              <a:avLst/>
              <a:gdLst/>
              <a:ahLst/>
              <a:cxnLst/>
              <a:rect l="l" t="t" r="r" b="b"/>
              <a:pathLst>
                <a:path w="113029" h="250825">
                  <a:moveTo>
                    <a:pt x="0" y="0"/>
                  </a:moveTo>
                  <a:lnTo>
                    <a:pt x="112871" y="0"/>
                  </a:lnTo>
                  <a:lnTo>
                    <a:pt x="54863" y="250316"/>
                  </a:lnTo>
                  <a:lnTo>
                    <a:pt x="0" y="0"/>
                  </a:lnTo>
                  <a:close/>
                </a:path>
              </a:pathLst>
            </a:custGeom>
            <a:ln w="4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52534" y="3472619"/>
              <a:ext cx="109832" cy="24118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97061" y="6186101"/>
              <a:ext cx="816206" cy="151076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7338431" y="2051103"/>
            <a:ext cx="1225550" cy="4612640"/>
            <a:chOff x="7338431" y="2051103"/>
            <a:chExt cx="1225550" cy="4612640"/>
          </a:xfrm>
        </p:grpSpPr>
        <p:sp>
          <p:nvSpPr>
            <p:cNvPr id="51" name="object 51"/>
            <p:cNvSpPr/>
            <p:nvPr/>
          </p:nvSpPr>
          <p:spPr>
            <a:xfrm>
              <a:off x="7359777" y="2072449"/>
              <a:ext cx="1199515" cy="4589145"/>
            </a:xfrm>
            <a:custGeom>
              <a:avLst/>
              <a:gdLst/>
              <a:ahLst/>
              <a:cxnLst/>
              <a:rect l="l" t="t" r="r" b="b"/>
              <a:pathLst>
                <a:path w="1199515" h="4589145">
                  <a:moveTo>
                    <a:pt x="899994" y="4588954"/>
                  </a:moveTo>
                  <a:lnTo>
                    <a:pt x="306872" y="4588954"/>
                  </a:lnTo>
                  <a:lnTo>
                    <a:pt x="288417" y="4586002"/>
                  </a:lnTo>
                  <a:lnTo>
                    <a:pt x="221265" y="4555426"/>
                  </a:lnTo>
                  <a:lnTo>
                    <a:pt x="183070" y="4526470"/>
                  </a:lnTo>
                  <a:lnTo>
                    <a:pt x="143446" y="4491323"/>
                  </a:lnTo>
                  <a:lnTo>
                    <a:pt x="103822" y="4451699"/>
                  </a:lnTo>
                  <a:lnTo>
                    <a:pt x="68675" y="4411980"/>
                  </a:lnTo>
                  <a:lnTo>
                    <a:pt x="39719" y="4373880"/>
                  </a:lnTo>
                  <a:lnTo>
                    <a:pt x="33623" y="4361593"/>
                  </a:lnTo>
                  <a:lnTo>
                    <a:pt x="26003" y="4349401"/>
                  </a:lnTo>
                  <a:lnTo>
                    <a:pt x="19907" y="4334160"/>
                  </a:lnTo>
                  <a:lnTo>
                    <a:pt x="15335" y="4317396"/>
                  </a:lnTo>
                  <a:lnTo>
                    <a:pt x="10667" y="4295965"/>
                  </a:lnTo>
                  <a:lnTo>
                    <a:pt x="9143" y="4268533"/>
                  </a:lnTo>
                  <a:lnTo>
                    <a:pt x="6096" y="4235005"/>
                  </a:lnTo>
                  <a:lnTo>
                    <a:pt x="4572" y="4195286"/>
                  </a:lnTo>
                  <a:lnTo>
                    <a:pt x="1524" y="4147947"/>
                  </a:lnTo>
                  <a:lnTo>
                    <a:pt x="1524" y="4088416"/>
                  </a:lnTo>
                  <a:lnTo>
                    <a:pt x="0" y="4019740"/>
                  </a:lnTo>
                  <a:lnTo>
                    <a:pt x="0" y="573786"/>
                  </a:lnTo>
                  <a:lnTo>
                    <a:pt x="1524" y="506634"/>
                  </a:lnTo>
                  <a:lnTo>
                    <a:pt x="1524" y="445674"/>
                  </a:lnTo>
                  <a:lnTo>
                    <a:pt x="4572" y="398335"/>
                  </a:lnTo>
                  <a:lnTo>
                    <a:pt x="6096" y="358616"/>
                  </a:lnTo>
                  <a:lnTo>
                    <a:pt x="9143" y="325088"/>
                  </a:lnTo>
                  <a:lnTo>
                    <a:pt x="15335" y="276225"/>
                  </a:lnTo>
                  <a:lnTo>
                    <a:pt x="33623" y="233457"/>
                  </a:lnTo>
                  <a:lnTo>
                    <a:pt x="39719" y="219741"/>
                  </a:lnTo>
                  <a:lnTo>
                    <a:pt x="68675" y="181641"/>
                  </a:lnTo>
                  <a:lnTo>
                    <a:pt x="103822" y="141922"/>
                  </a:lnTo>
                  <a:lnTo>
                    <a:pt x="143446" y="102298"/>
                  </a:lnTo>
                  <a:lnTo>
                    <a:pt x="183070" y="67151"/>
                  </a:lnTo>
                  <a:lnTo>
                    <a:pt x="221265" y="38195"/>
                  </a:lnTo>
                  <a:lnTo>
                    <a:pt x="256317" y="18288"/>
                  </a:lnTo>
                  <a:lnTo>
                    <a:pt x="326517" y="1524"/>
                  </a:lnTo>
                  <a:lnTo>
                    <a:pt x="367760" y="0"/>
                  </a:lnTo>
                  <a:lnTo>
                    <a:pt x="839152" y="0"/>
                  </a:lnTo>
                  <a:lnTo>
                    <a:pt x="880300" y="1524"/>
                  </a:lnTo>
                  <a:lnTo>
                    <a:pt x="918495" y="7620"/>
                  </a:lnTo>
                  <a:lnTo>
                    <a:pt x="987171" y="38195"/>
                  </a:lnTo>
                  <a:lnTo>
                    <a:pt x="1025271" y="67151"/>
                  </a:lnTo>
                  <a:lnTo>
                    <a:pt x="1063466" y="102298"/>
                  </a:lnTo>
                  <a:lnTo>
                    <a:pt x="1104614" y="141922"/>
                  </a:lnTo>
                  <a:lnTo>
                    <a:pt x="1138142" y="181641"/>
                  </a:lnTo>
                  <a:lnTo>
                    <a:pt x="1168717" y="219741"/>
                  </a:lnTo>
                  <a:lnTo>
                    <a:pt x="1176337" y="233457"/>
                  </a:lnTo>
                  <a:lnTo>
                    <a:pt x="1183957" y="244221"/>
                  </a:lnTo>
                  <a:lnTo>
                    <a:pt x="1188529" y="259461"/>
                  </a:lnTo>
                  <a:lnTo>
                    <a:pt x="1194625" y="276225"/>
                  </a:lnTo>
                  <a:lnTo>
                    <a:pt x="1196149" y="297561"/>
                  </a:lnTo>
                  <a:lnTo>
                    <a:pt x="1199007" y="314765"/>
                  </a:lnTo>
                  <a:lnTo>
                    <a:pt x="1199007" y="4278820"/>
                  </a:lnTo>
                  <a:lnTo>
                    <a:pt x="1196149" y="4295965"/>
                  </a:lnTo>
                  <a:lnTo>
                    <a:pt x="1194625" y="4317396"/>
                  </a:lnTo>
                  <a:lnTo>
                    <a:pt x="1188529" y="4334160"/>
                  </a:lnTo>
                  <a:lnTo>
                    <a:pt x="1183957" y="4349401"/>
                  </a:lnTo>
                  <a:lnTo>
                    <a:pt x="1176337" y="4361593"/>
                  </a:lnTo>
                  <a:lnTo>
                    <a:pt x="1138142" y="4411980"/>
                  </a:lnTo>
                  <a:lnTo>
                    <a:pt x="1104614" y="4451699"/>
                  </a:lnTo>
                  <a:lnTo>
                    <a:pt x="1063466" y="4491323"/>
                  </a:lnTo>
                  <a:lnTo>
                    <a:pt x="1025271" y="4526470"/>
                  </a:lnTo>
                  <a:lnTo>
                    <a:pt x="987171" y="4555426"/>
                  </a:lnTo>
                  <a:lnTo>
                    <a:pt x="952023" y="4575334"/>
                  </a:lnTo>
                  <a:lnTo>
                    <a:pt x="918495" y="4586002"/>
                  </a:lnTo>
                  <a:lnTo>
                    <a:pt x="899994" y="4588954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359777" y="2072449"/>
              <a:ext cx="1199515" cy="4589145"/>
            </a:xfrm>
            <a:custGeom>
              <a:avLst/>
              <a:gdLst/>
              <a:ahLst/>
              <a:cxnLst/>
              <a:rect l="l" t="t" r="r" b="b"/>
              <a:pathLst>
                <a:path w="1199515" h="4589145">
                  <a:moveTo>
                    <a:pt x="1199007" y="4278820"/>
                  </a:moveTo>
                  <a:lnTo>
                    <a:pt x="1196149" y="4295965"/>
                  </a:lnTo>
                  <a:lnTo>
                    <a:pt x="1194625" y="4317396"/>
                  </a:lnTo>
                  <a:lnTo>
                    <a:pt x="1188529" y="4334160"/>
                  </a:lnTo>
                  <a:lnTo>
                    <a:pt x="1183957" y="4349400"/>
                  </a:lnTo>
                  <a:lnTo>
                    <a:pt x="1176337" y="4361592"/>
                  </a:lnTo>
                  <a:lnTo>
                    <a:pt x="1168717" y="4373880"/>
                  </a:lnTo>
                  <a:lnTo>
                    <a:pt x="1138142" y="4411980"/>
                  </a:lnTo>
                  <a:lnTo>
                    <a:pt x="1104614" y="4451699"/>
                  </a:lnTo>
                  <a:lnTo>
                    <a:pt x="1063466" y="4491323"/>
                  </a:lnTo>
                  <a:lnTo>
                    <a:pt x="1025271" y="4526470"/>
                  </a:lnTo>
                  <a:lnTo>
                    <a:pt x="987171" y="4555426"/>
                  </a:lnTo>
                  <a:lnTo>
                    <a:pt x="952023" y="4575333"/>
                  </a:lnTo>
                  <a:lnTo>
                    <a:pt x="918495" y="4586001"/>
                  </a:lnTo>
                  <a:lnTo>
                    <a:pt x="899994" y="4588954"/>
                  </a:lnTo>
                </a:path>
                <a:path w="1199515" h="4589145">
                  <a:moveTo>
                    <a:pt x="306872" y="4588954"/>
                  </a:moveTo>
                  <a:lnTo>
                    <a:pt x="256317" y="4575333"/>
                  </a:lnTo>
                  <a:lnTo>
                    <a:pt x="221265" y="4555426"/>
                  </a:lnTo>
                  <a:lnTo>
                    <a:pt x="183070" y="4526470"/>
                  </a:lnTo>
                  <a:lnTo>
                    <a:pt x="143446" y="4491323"/>
                  </a:lnTo>
                  <a:lnTo>
                    <a:pt x="103822" y="4451699"/>
                  </a:lnTo>
                  <a:lnTo>
                    <a:pt x="68675" y="4411980"/>
                  </a:lnTo>
                  <a:lnTo>
                    <a:pt x="39719" y="4373880"/>
                  </a:lnTo>
                  <a:lnTo>
                    <a:pt x="33623" y="4361592"/>
                  </a:lnTo>
                  <a:lnTo>
                    <a:pt x="26003" y="4349400"/>
                  </a:lnTo>
                  <a:lnTo>
                    <a:pt x="19907" y="4334160"/>
                  </a:lnTo>
                  <a:lnTo>
                    <a:pt x="15335" y="4317396"/>
                  </a:lnTo>
                  <a:lnTo>
                    <a:pt x="10667" y="4295965"/>
                  </a:lnTo>
                  <a:lnTo>
                    <a:pt x="9143" y="4268533"/>
                  </a:lnTo>
                  <a:lnTo>
                    <a:pt x="6096" y="4235005"/>
                  </a:lnTo>
                  <a:lnTo>
                    <a:pt x="4572" y="4195286"/>
                  </a:lnTo>
                  <a:lnTo>
                    <a:pt x="1524" y="4147947"/>
                  </a:lnTo>
                  <a:lnTo>
                    <a:pt x="1524" y="4088415"/>
                  </a:lnTo>
                  <a:lnTo>
                    <a:pt x="0" y="4019740"/>
                  </a:lnTo>
                  <a:lnTo>
                    <a:pt x="0" y="573786"/>
                  </a:lnTo>
                  <a:lnTo>
                    <a:pt x="1524" y="506634"/>
                  </a:lnTo>
                  <a:lnTo>
                    <a:pt x="1524" y="445674"/>
                  </a:lnTo>
                  <a:lnTo>
                    <a:pt x="4572" y="398335"/>
                  </a:lnTo>
                  <a:lnTo>
                    <a:pt x="6096" y="358616"/>
                  </a:lnTo>
                  <a:lnTo>
                    <a:pt x="9143" y="325088"/>
                  </a:lnTo>
                  <a:lnTo>
                    <a:pt x="15335" y="276225"/>
                  </a:lnTo>
                  <a:lnTo>
                    <a:pt x="33623" y="233457"/>
                  </a:lnTo>
                  <a:lnTo>
                    <a:pt x="39719" y="219741"/>
                  </a:lnTo>
                  <a:lnTo>
                    <a:pt x="68675" y="181641"/>
                  </a:lnTo>
                  <a:lnTo>
                    <a:pt x="103822" y="141922"/>
                  </a:lnTo>
                  <a:lnTo>
                    <a:pt x="143446" y="102298"/>
                  </a:lnTo>
                  <a:lnTo>
                    <a:pt x="183070" y="67151"/>
                  </a:lnTo>
                  <a:lnTo>
                    <a:pt x="221265" y="38195"/>
                  </a:lnTo>
                  <a:lnTo>
                    <a:pt x="256317" y="18288"/>
                  </a:lnTo>
                  <a:lnTo>
                    <a:pt x="326517" y="1524"/>
                  </a:lnTo>
                  <a:lnTo>
                    <a:pt x="367760" y="0"/>
                  </a:lnTo>
                  <a:lnTo>
                    <a:pt x="839152" y="0"/>
                  </a:lnTo>
                  <a:lnTo>
                    <a:pt x="880300" y="1524"/>
                  </a:lnTo>
                  <a:lnTo>
                    <a:pt x="918495" y="7620"/>
                  </a:lnTo>
                  <a:lnTo>
                    <a:pt x="987171" y="38195"/>
                  </a:lnTo>
                  <a:lnTo>
                    <a:pt x="1025271" y="67151"/>
                  </a:lnTo>
                  <a:lnTo>
                    <a:pt x="1063466" y="102298"/>
                  </a:lnTo>
                  <a:lnTo>
                    <a:pt x="1104614" y="141922"/>
                  </a:lnTo>
                  <a:lnTo>
                    <a:pt x="1138142" y="181641"/>
                  </a:lnTo>
                  <a:lnTo>
                    <a:pt x="1168717" y="219741"/>
                  </a:lnTo>
                  <a:lnTo>
                    <a:pt x="1176337" y="233457"/>
                  </a:lnTo>
                  <a:lnTo>
                    <a:pt x="1183957" y="244220"/>
                  </a:lnTo>
                  <a:lnTo>
                    <a:pt x="1188529" y="259461"/>
                  </a:lnTo>
                  <a:lnTo>
                    <a:pt x="1194625" y="276225"/>
                  </a:lnTo>
                  <a:lnTo>
                    <a:pt x="1196149" y="297561"/>
                  </a:lnTo>
                  <a:lnTo>
                    <a:pt x="1199007" y="314765"/>
                  </a:lnTo>
                </a:path>
              </a:pathLst>
            </a:custGeom>
            <a:ln w="4581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346060" y="2066353"/>
              <a:ext cx="290195" cy="979805"/>
            </a:xfrm>
            <a:custGeom>
              <a:avLst/>
              <a:gdLst/>
              <a:ahLst/>
              <a:cxnLst/>
              <a:rect l="l" t="t" r="r" b="b"/>
              <a:pathLst>
                <a:path w="290195" h="979805">
                  <a:moveTo>
                    <a:pt x="0" y="979741"/>
                  </a:moveTo>
                  <a:lnTo>
                    <a:pt x="0" y="567690"/>
                  </a:lnTo>
                </a:path>
                <a:path w="290195" h="979805">
                  <a:moveTo>
                    <a:pt x="0" y="567690"/>
                  </a:moveTo>
                  <a:lnTo>
                    <a:pt x="3048" y="499014"/>
                  </a:lnTo>
                </a:path>
                <a:path w="290195" h="979805">
                  <a:moveTo>
                    <a:pt x="3048" y="499014"/>
                  </a:moveTo>
                  <a:lnTo>
                    <a:pt x="3048" y="439483"/>
                  </a:lnTo>
                </a:path>
                <a:path w="290195" h="979805">
                  <a:moveTo>
                    <a:pt x="3048" y="439483"/>
                  </a:moveTo>
                  <a:lnTo>
                    <a:pt x="4571" y="390715"/>
                  </a:lnTo>
                </a:path>
                <a:path w="290195" h="979805">
                  <a:moveTo>
                    <a:pt x="4571" y="390715"/>
                  </a:moveTo>
                  <a:lnTo>
                    <a:pt x="7619" y="350996"/>
                  </a:lnTo>
                </a:path>
                <a:path w="290195" h="979805">
                  <a:moveTo>
                    <a:pt x="7619" y="350996"/>
                  </a:moveTo>
                  <a:lnTo>
                    <a:pt x="9144" y="318992"/>
                  </a:lnTo>
                </a:path>
                <a:path w="290195" h="979805">
                  <a:moveTo>
                    <a:pt x="9144" y="318992"/>
                  </a:moveTo>
                  <a:lnTo>
                    <a:pt x="12192" y="291464"/>
                  </a:lnTo>
                </a:path>
                <a:path w="290195" h="979805">
                  <a:moveTo>
                    <a:pt x="12192" y="291464"/>
                  </a:moveTo>
                  <a:lnTo>
                    <a:pt x="15240" y="268604"/>
                  </a:lnTo>
                </a:path>
                <a:path w="290195" h="979805">
                  <a:moveTo>
                    <a:pt x="15240" y="268604"/>
                  </a:moveTo>
                  <a:lnTo>
                    <a:pt x="19812" y="251841"/>
                  </a:lnTo>
                </a:path>
                <a:path w="290195" h="979805">
                  <a:moveTo>
                    <a:pt x="19812" y="251841"/>
                  </a:moveTo>
                  <a:lnTo>
                    <a:pt x="27527" y="236505"/>
                  </a:lnTo>
                </a:path>
                <a:path w="290195" h="979805">
                  <a:moveTo>
                    <a:pt x="27527" y="236505"/>
                  </a:moveTo>
                  <a:lnTo>
                    <a:pt x="33623" y="225837"/>
                  </a:lnTo>
                </a:path>
                <a:path w="290195" h="979805">
                  <a:moveTo>
                    <a:pt x="33623" y="225837"/>
                  </a:moveTo>
                  <a:lnTo>
                    <a:pt x="39719" y="212121"/>
                  </a:lnTo>
                </a:path>
                <a:path w="290195" h="979805">
                  <a:moveTo>
                    <a:pt x="39719" y="212121"/>
                  </a:moveTo>
                  <a:lnTo>
                    <a:pt x="68675" y="175545"/>
                  </a:lnTo>
                </a:path>
                <a:path w="290195" h="979805">
                  <a:moveTo>
                    <a:pt x="68675" y="175545"/>
                  </a:moveTo>
                  <a:lnTo>
                    <a:pt x="103727" y="135826"/>
                  </a:lnTo>
                </a:path>
                <a:path w="290195" h="979805">
                  <a:moveTo>
                    <a:pt x="103727" y="135826"/>
                  </a:moveTo>
                  <a:lnTo>
                    <a:pt x="143446" y="96107"/>
                  </a:lnTo>
                </a:path>
                <a:path w="290195" h="979805">
                  <a:moveTo>
                    <a:pt x="143446" y="96107"/>
                  </a:moveTo>
                  <a:lnTo>
                    <a:pt x="183070" y="61055"/>
                  </a:lnTo>
                </a:path>
                <a:path w="290195" h="979805">
                  <a:moveTo>
                    <a:pt x="183070" y="61055"/>
                  </a:moveTo>
                  <a:lnTo>
                    <a:pt x="221265" y="32004"/>
                  </a:lnTo>
                </a:path>
                <a:path w="290195" h="979805">
                  <a:moveTo>
                    <a:pt x="221265" y="32004"/>
                  </a:moveTo>
                  <a:lnTo>
                    <a:pt x="256318" y="10667"/>
                  </a:lnTo>
                </a:path>
                <a:path w="290195" h="979805">
                  <a:moveTo>
                    <a:pt x="256318" y="10667"/>
                  </a:moveTo>
                  <a:lnTo>
                    <a:pt x="289941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636001" y="2058733"/>
              <a:ext cx="630555" cy="7620"/>
            </a:xfrm>
            <a:custGeom>
              <a:avLst/>
              <a:gdLst/>
              <a:ahLst/>
              <a:cxnLst/>
              <a:rect l="l" t="t" r="r" b="b"/>
              <a:pathLst>
                <a:path w="630554" h="7619">
                  <a:moveTo>
                    <a:pt x="0" y="7620"/>
                  </a:moveTo>
                  <a:lnTo>
                    <a:pt x="36576" y="1524"/>
                  </a:lnTo>
                </a:path>
                <a:path w="630554" h="7619">
                  <a:moveTo>
                    <a:pt x="36576" y="1524"/>
                  </a:moveTo>
                  <a:lnTo>
                    <a:pt x="77724" y="0"/>
                  </a:lnTo>
                </a:path>
                <a:path w="630554" h="7619">
                  <a:moveTo>
                    <a:pt x="77724" y="0"/>
                  </a:moveTo>
                  <a:lnTo>
                    <a:pt x="549211" y="0"/>
                  </a:lnTo>
                </a:path>
                <a:path w="630554" h="7619">
                  <a:moveTo>
                    <a:pt x="549211" y="0"/>
                  </a:moveTo>
                  <a:lnTo>
                    <a:pt x="591883" y="1524"/>
                  </a:lnTo>
                </a:path>
                <a:path w="630554" h="7619">
                  <a:moveTo>
                    <a:pt x="591883" y="1524"/>
                  </a:moveTo>
                  <a:lnTo>
                    <a:pt x="630078" y="762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266080" y="2066353"/>
              <a:ext cx="268605" cy="252095"/>
            </a:xfrm>
            <a:custGeom>
              <a:avLst/>
              <a:gdLst/>
              <a:ahLst/>
              <a:cxnLst/>
              <a:rect l="l" t="t" r="r" b="b"/>
              <a:pathLst>
                <a:path w="268604" h="252094">
                  <a:moveTo>
                    <a:pt x="0" y="0"/>
                  </a:moveTo>
                  <a:lnTo>
                    <a:pt x="32003" y="10667"/>
                  </a:lnTo>
                </a:path>
                <a:path w="268604" h="252094">
                  <a:moveTo>
                    <a:pt x="32003" y="10667"/>
                  </a:moveTo>
                  <a:lnTo>
                    <a:pt x="67151" y="32004"/>
                  </a:lnTo>
                </a:path>
                <a:path w="268604" h="252094">
                  <a:moveTo>
                    <a:pt x="67151" y="32004"/>
                  </a:moveTo>
                  <a:lnTo>
                    <a:pt x="105251" y="61055"/>
                  </a:lnTo>
                </a:path>
                <a:path w="268604" h="252094">
                  <a:moveTo>
                    <a:pt x="105251" y="61055"/>
                  </a:moveTo>
                  <a:lnTo>
                    <a:pt x="144874" y="96107"/>
                  </a:lnTo>
                </a:path>
                <a:path w="268604" h="252094">
                  <a:moveTo>
                    <a:pt x="144874" y="96107"/>
                  </a:moveTo>
                  <a:lnTo>
                    <a:pt x="184594" y="135826"/>
                  </a:lnTo>
                </a:path>
                <a:path w="268604" h="252094">
                  <a:moveTo>
                    <a:pt x="184594" y="135826"/>
                  </a:moveTo>
                  <a:lnTo>
                    <a:pt x="219646" y="175545"/>
                  </a:lnTo>
                </a:path>
                <a:path w="268604" h="252094">
                  <a:moveTo>
                    <a:pt x="219646" y="175545"/>
                  </a:moveTo>
                  <a:lnTo>
                    <a:pt x="248697" y="212121"/>
                  </a:lnTo>
                </a:path>
                <a:path w="268604" h="252094">
                  <a:moveTo>
                    <a:pt x="248697" y="212121"/>
                  </a:moveTo>
                  <a:lnTo>
                    <a:pt x="256317" y="225837"/>
                  </a:lnTo>
                </a:path>
                <a:path w="268604" h="252094">
                  <a:moveTo>
                    <a:pt x="256317" y="225837"/>
                  </a:moveTo>
                  <a:lnTo>
                    <a:pt x="263937" y="236505"/>
                  </a:lnTo>
                </a:path>
                <a:path w="268604" h="252094">
                  <a:moveTo>
                    <a:pt x="263937" y="236505"/>
                  </a:moveTo>
                  <a:lnTo>
                    <a:pt x="268509" y="251841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534590" y="2318194"/>
              <a:ext cx="6350" cy="17145"/>
            </a:xfrm>
            <a:custGeom>
              <a:avLst/>
              <a:gdLst/>
              <a:ahLst/>
              <a:cxnLst/>
              <a:rect l="l" t="t" r="r" b="b"/>
              <a:pathLst>
                <a:path w="6350" h="17144">
                  <a:moveTo>
                    <a:pt x="0" y="0"/>
                  </a:moveTo>
                  <a:lnTo>
                    <a:pt x="6095" y="16763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540686" y="2334958"/>
              <a:ext cx="1905" cy="22860"/>
            </a:xfrm>
            <a:custGeom>
              <a:avLst/>
              <a:gdLst/>
              <a:ahLst/>
              <a:cxnLst/>
              <a:rect l="l" t="t" r="r" b="b"/>
              <a:pathLst>
                <a:path w="1904" h="22860">
                  <a:moveTo>
                    <a:pt x="0" y="0"/>
                  </a:moveTo>
                  <a:lnTo>
                    <a:pt x="1524" y="22859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542210" y="2357818"/>
              <a:ext cx="5080" cy="27940"/>
            </a:xfrm>
            <a:custGeom>
              <a:avLst/>
              <a:gdLst/>
              <a:ahLst/>
              <a:cxnLst/>
              <a:rect l="l" t="t" r="r" b="b"/>
              <a:pathLst>
                <a:path w="5079" h="27939">
                  <a:moveTo>
                    <a:pt x="0" y="0"/>
                  </a:moveTo>
                  <a:lnTo>
                    <a:pt x="4571" y="27527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546782" y="2385345"/>
              <a:ext cx="3175" cy="32384"/>
            </a:xfrm>
            <a:custGeom>
              <a:avLst/>
              <a:gdLst/>
              <a:ahLst/>
              <a:cxnLst/>
              <a:rect l="l" t="t" r="r" b="b"/>
              <a:pathLst>
                <a:path w="3175" h="32385">
                  <a:moveTo>
                    <a:pt x="0" y="0"/>
                  </a:moveTo>
                  <a:lnTo>
                    <a:pt x="3048" y="32003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549830" y="2417349"/>
              <a:ext cx="1905" cy="40005"/>
            </a:xfrm>
            <a:custGeom>
              <a:avLst/>
              <a:gdLst/>
              <a:ahLst/>
              <a:cxnLst/>
              <a:rect l="l" t="t" r="r" b="b"/>
              <a:pathLst>
                <a:path w="1904" h="40005">
                  <a:moveTo>
                    <a:pt x="0" y="0"/>
                  </a:moveTo>
                  <a:lnTo>
                    <a:pt x="1524" y="39719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551354" y="2457068"/>
              <a:ext cx="3175" cy="48895"/>
            </a:xfrm>
            <a:custGeom>
              <a:avLst/>
              <a:gdLst/>
              <a:ahLst/>
              <a:cxnLst/>
              <a:rect l="l" t="t" r="r" b="b"/>
              <a:pathLst>
                <a:path w="3175" h="48894">
                  <a:moveTo>
                    <a:pt x="0" y="0"/>
                  </a:moveTo>
                  <a:lnTo>
                    <a:pt x="3047" y="48767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554402" y="2505836"/>
              <a:ext cx="0" cy="59690"/>
            </a:xfrm>
            <a:custGeom>
              <a:avLst/>
              <a:gdLst/>
              <a:ahLst/>
              <a:cxnLst/>
              <a:rect l="l" t="t" r="r" b="b"/>
              <a:pathLst>
                <a:path h="59689">
                  <a:moveTo>
                    <a:pt x="0" y="0"/>
                  </a:moveTo>
                  <a:lnTo>
                    <a:pt x="0" y="59531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554402" y="2565368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0"/>
                  </a:moveTo>
                  <a:lnTo>
                    <a:pt x="1524" y="68675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555926" y="2634043"/>
              <a:ext cx="0" cy="3444875"/>
            </a:xfrm>
            <a:custGeom>
              <a:avLst/>
              <a:gdLst/>
              <a:ahLst/>
              <a:cxnLst/>
              <a:rect l="l" t="t" r="r" b="b"/>
              <a:pathLst>
                <a:path h="3444875">
                  <a:moveTo>
                    <a:pt x="0" y="0"/>
                  </a:moveTo>
                  <a:lnTo>
                    <a:pt x="0" y="344443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554402" y="6078473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1524" y="0"/>
                  </a:moveTo>
                  <a:lnTo>
                    <a:pt x="0" y="68675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554402" y="6147149"/>
              <a:ext cx="0" cy="59690"/>
            </a:xfrm>
            <a:custGeom>
              <a:avLst/>
              <a:gdLst/>
              <a:ahLst/>
              <a:cxnLst/>
              <a:rect l="l" t="t" r="r" b="b"/>
              <a:pathLst>
                <a:path h="59689">
                  <a:moveTo>
                    <a:pt x="0" y="0"/>
                  </a:moveTo>
                  <a:lnTo>
                    <a:pt x="0" y="59531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551354" y="6206680"/>
              <a:ext cx="3175" cy="48895"/>
            </a:xfrm>
            <a:custGeom>
              <a:avLst/>
              <a:gdLst/>
              <a:ahLst/>
              <a:cxnLst/>
              <a:rect l="l" t="t" r="r" b="b"/>
              <a:pathLst>
                <a:path w="3175" h="48895">
                  <a:moveTo>
                    <a:pt x="3047" y="0"/>
                  </a:moveTo>
                  <a:lnTo>
                    <a:pt x="0" y="48863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549830" y="6255543"/>
              <a:ext cx="1905" cy="40005"/>
            </a:xfrm>
            <a:custGeom>
              <a:avLst/>
              <a:gdLst/>
              <a:ahLst/>
              <a:cxnLst/>
              <a:rect l="l" t="t" r="r" b="b"/>
              <a:pathLst>
                <a:path w="1904" h="40004">
                  <a:moveTo>
                    <a:pt x="1524" y="0"/>
                  </a:moveTo>
                  <a:lnTo>
                    <a:pt x="0" y="39623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546782" y="6295167"/>
              <a:ext cx="3175" cy="32384"/>
            </a:xfrm>
            <a:custGeom>
              <a:avLst/>
              <a:gdLst/>
              <a:ahLst/>
              <a:cxnLst/>
              <a:rect l="l" t="t" r="r" b="b"/>
              <a:pathLst>
                <a:path w="3175" h="32385">
                  <a:moveTo>
                    <a:pt x="3048" y="0"/>
                  </a:moveTo>
                  <a:lnTo>
                    <a:pt x="0" y="32099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542210" y="6327267"/>
              <a:ext cx="5080" cy="27940"/>
            </a:xfrm>
            <a:custGeom>
              <a:avLst/>
              <a:gdLst/>
              <a:ahLst/>
              <a:cxnLst/>
              <a:rect l="l" t="t" r="r" b="b"/>
              <a:pathLst>
                <a:path w="5079" h="27939">
                  <a:moveTo>
                    <a:pt x="4571" y="0"/>
                  </a:moveTo>
                  <a:lnTo>
                    <a:pt x="0" y="27431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540686" y="6354698"/>
              <a:ext cx="1905" cy="21590"/>
            </a:xfrm>
            <a:custGeom>
              <a:avLst/>
              <a:gdLst/>
              <a:ahLst/>
              <a:cxnLst/>
              <a:rect l="l" t="t" r="r" b="b"/>
              <a:pathLst>
                <a:path w="1904" h="21589">
                  <a:moveTo>
                    <a:pt x="1524" y="0"/>
                  </a:moveTo>
                  <a:lnTo>
                    <a:pt x="0" y="21431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534590" y="6376129"/>
              <a:ext cx="6350" cy="18415"/>
            </a:xfrm>
            <a:custGeom>
              <a:avLst/>
              <a:gdLst/>
              <a:ahLst/>
              <a:cxnLst/>
              <a:rect l="l" t="t" r="r" b="b"/>
              <a:pathLst>
                <a:path w="6350" h="18414">
                  <a:moveTo>
                    <a:pt x="6095" y="0"/>
                  </a:moveTo>
                  <a:lnTo>
                    <a:pt x="0" y="18288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298084" y="6394418"/>
              <a:ext cx="236854" cy="240029"/>
            </a:xfrm>
            <a:custGeom>
              <a:avLst/>
              <a:gdLst/>
              <a:ahLst/>
              <a:cxnLst/>
              <a:rect l="l" t="t" r="r" b="b"/>
              <a:pathLst>
                <a:path w="236854" h="240029">
                  <a:moveTo>
                    <a:pt x="236505" y="0"/>
                  </a:moveTo>
                  <a:lnTo>
                    <a:pt x="231933" y="15239"/>
                  </a:lnTo>
                </a:path>
                <a:path w="236854" h="240029">
                  <a:moveTo>
                    <a:pt x="231933" y="15239"/>
                  </a:moveTo>
                  <a:lnTo>
                    <a:pt x="224313" y="25907"/>
                  </a:lnTo>
                </a:path>
                <a:path w="236854" h="240029">
                  <a:moveTo>
                    <a:pt x="224313" y="25907"/>
                  </a:moveTo>
                  <a:lnTo>
                    <a:pt x="216693" y="39623"/>
                  </a:lnTo>
                </a:path>
                <a:path w="236854" h="240029">
                  <a:moveTo>
                    <a:pt x="216693" y="39623"/>
                  </a:moveTo>
                  <a:lnTo>
                    <a:pt x="187642" y="76295"/>
                  </a:lnTo>
                </a:path>
                <a:path w="236854" h="240029">
                  <a:moveTo>
                    <a:pt x="187642" y="76295"/>
                  </a:moveTo>
                  <a:lnTo>
                    <a:pt x="152590" y="116014"/>
                  </a:lnTo>
                </a:path>
                <a:path w="236854" h="240029">
                  <a:moveTo>
                    <a:pt x="152590" y="116014"/>
                  </a:moveTo>
                  <a:lnTo>
                    <a:pt x="112871" y="155638"/>
                  </a:lnTo>
                </a:path>
                <a:path w="236854" h="240029">
                  <a:moveTo>
                    <a:pt x="112871" y="155638"/>
                  </a:moveTo>
                  <a:lnTo>
                    <a:pt x="73247" y="190785"/>
                  </a:lnTo>
                </a:path>
                <a:path w="236854" h="240029">
                  <a:moveTo>
                    <a:pt x="73247" y="190785"/>
                  </a:moveTo>
                  <a:lnTo>
                    <a:pt x="35147" y="219741"/>
                  </a:lnTo>
                </a:path>
                <a:path w="236854" h="240029">
                  <a:moveTo>
                    <a:pt x="35147" y="219741"/>
                  </a:moveTo>
                  <a:lnTo>
                    <a:pt x="0" y="239553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266080" y="6633971"/>
              <a:ext cx="32384" cy="10795"/>
            </a:xfrm>
            <a:custGeom>
              <a:avLst/>
              <a:gdLst/>
              <a:ahLst/>
              <a:cxnLst/>
              <a:rect l="l" t="t" r="r" b="b"/>
              <a:pathLst>
                <a:path w="32384" h="10795">
                  <a:moveTo>
                    <a:pt x="32003" y="0"/>
                  </a:moveTo>
                  <a:lnTo>
                    <a:pt x="0" y="10667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227885" y="6644639"/>
              <a:ext cx="38735" cy="8255"/>
            </a:xfrm>
            <a:custGeom>
              <a:avLst/>
              <a:gdLst/>
              <a:ahLst/>
              <a:cxnLst/>
              <a:rect l="l" t="t" r="r" b="b"/>
              <a:pathLst>
                <a:path w="38734" h="8254">
                  <a:moveTo>
                    <a:pt x="38195" y="0"/>
                  </a:moveTo>
                  <a:lnTo>
                    <a:pt x="0" y="7715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185213" y="6652354"/>
              <a:ext cx="43180" cy="1905"/>
            </a:xfrm>
            <a:custGeom>
              <a:avLst/>
              <a:gdLst/>
              <a:ahLst/>
              <a:cxnLst/>
              <a:rect l="l" t="t" r="r" b="b"/>
              <a:pathLst>
                <a:path w="43179" h="1904">
                  <a:moveTo>
                    <a:pt x="42671" y="0"/>
                  </a:moveTo>
                  <a:lnTo>
                    <a:pt x="0" y="1524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713726" y="6653879"/>
              <a:ext cx="471805" cy="0"/>
            </a:xfrm>
            <a:custGeom>
              <a:avLst/>
              <a:gdLst/>
              <a:ahLst/>
              <a:cxnLst/>
              <a:rect l="l" t="t" r="r" b="b"/>
              <a:pathLst>
                <a:path w="471804">
                  <a:moveTo>
                    <a:pt x="471487" y="0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672577" y="6652354"/>
              <a:ext cx="41275" cy="1905"/>
            </a:xfrm>
            <a:custGeom>
              <a:avLst/>
              <a:gdLst/>
              <a:ahLst/>
              <a:cxnLst/>
              <a:rect l="l" t="t" r="r" b="b"/>
              <a:pathLst>
                <a:path w="41275" h="1904">
                  <a:moveTo>
                    <a:pt x="41148" y="1524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636001" y="6644639"/>
              <a:ext cx="36830" cy="8255"/>
            </a:xfrm>
            <a:custGeom>
              <a:avLst/>
              <a:gdLst/>
              <a:ahLst/>
              <a:cxnLst/>
              <a:rect l="l" t="t" r="r" b="b"/>
              <a:pathLst>
                <a:path w="36829" h="8254">
                  <a:moveTo>
                    <a:pt x="36576" y="7715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602378" y="6633971"/>
              <a:ext cx="33655" cy="10795"/>
            </a:xfrm>
            <a:custGeom>
              <a:avLst/>
              <a:gdLst/>
              <a:ahLst/>
              <a:cxnLst/>
              <a:rect l="l" t="t" r="r" b="b"/>
              <a:pathLst>
                <a:path w="33654" h="10795">
                  <a:moveTo>
                    <a:pt x="33622" y="10667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346060" y="3046094"/>
              <a:ext cx="256540" cy="3588385"/>
            </a:xfrm>
            <a:custGeom>
              <a:avLst/>
              <a:gdLst/>
              <a:ahLst/>
              <a:cxnLst/>
              <a:rect l="l" t="t" r="r" b="b"/>
              <a:pathLst>
                <a:path w="256540" h="3588384">
                  <a:moveTo>
                    <a:pt x="256318" y="3587876"/>
                  </a:moveTo>
                  <a:lnTo>
                    <a:pt x="221265" y="3568065"/>
                  </a:lnTo>
                </a:path>
                <a:path w="256540" h="3588384">
                  <a:moveTo>
                    <a:pt x="221265" y="3568065"/>
                  </a:moveTo>
                  <a:lnTo>
                    <a:pt x="183070" y="3539108"/>
                  </a:lnTo>
                </a:path>
                <a:path w="256540" h="3588384">
                  <a:moveTo>
                    <a:pt x="183070" y="3539108"/>
                  </a:moveTo>
                  <a:lnTo>
                    <a:pt x="143446" y="3503961"/>
                  </a:lnTo>
                </a:path>
                <a:path w="256540" h="3588384">
                  <a:moveTo>
                    <a:pt x="143446" y="3503961"/>
                  </a:moveTo>
                  <a:lnTo>
                    <a:pt x="103727" y="3464337"/>
                  </a:lnTo>
                </a:path>
                <a:path w="256540" h="3588384">
                  <a:moveTo>
                    <a:pt x="103727" y="3464337"/>
                  </a:moveTo>
                  <a:lnTo>
                    <a:pt x="68675" y="3424618"/>
                  </a:lnTo>
                </a:path>
                <a:path w="256540" h="3588384">
                  <a:moveTo>
                    <a:pt x="68675" y="3424618"/>
                  </a:moveTo>
                  <a:lnTo>
                    <a:pt x="39719" y="3387947"/>
                  </a:lnTo>
                </a:path>
                <a:path w="256540" h="3588384">
                  <a:moveTo>
                    <a:pt x="39719" y="3387947"/>
                  </a:moveTo>
                  <a:lnTo>
                    <a:pt x="33623" y="3374231"/>
                  </a:lnTo>
                </a:path>
                <a:path w="256540" h="3588384">
                  <a:moveTo>
                    <a:pt x="33623" y="3374231"/>
                  </a:moveTo>
                  <a:lnTo>
                    <a:pt x="27527" y="3363563"/>
                  </a:lnTo>
                </a:path>
                <a:path w="256540" h="3588384">
                  <a:moveTo>
                    <a:pt x="27527" y="3363563"/>
                  </a:moveTo>
                  <a:lnTo>
                    <a:pt x="19812" y="3348323"/>
                  </a:lnTo>
                </a:path>
                <a:path w="256540" h="3588384">
                  <a:moveTo>
                    <a:pt x="19812" y="3348323"/>
                  </a:moveTo>
                  <a:lnTo>
                    <a:pt x="15240" y="3330035"/>
                  </a:lnTo>
                </a:path>
                <a:path w="256540" h="3588384">
                  <a:moveTo>
                    <a:pt x="15240" y="3330035"/>
                  </a:moveTo>
                  <a:lnTo>
                    <a:pt x="12192" y="3308603"/>
                  </a:lnTo>
                </a:path>
                <a:path w="256540" h="3588384">
                  <a:moveTo>
                    <a:pt x="12192" y="3308603"/>
                  </a:moveTo>
                  <a:lnTo>
                    <a:pt x="9144" y="3281172"/>
                  </a:lnTo>
                </a:path>
                <a:path w="256540" h="3588384">
                  <a:moveTo>
                    <a:pt x="9144" y="3281172"/>
                  </a:moveTo>
                  <a:lnTo>
                    <a:pt x="7619" y="3249072"/>
                  </a:lnTo>
                </a:path>
                <a:path w="256540" h="3588384">
                  <a:moveTo>
                    <a:pt x="7619" y="3249072"/>
                  </a:moveTo>
                  <a:lnTo>
                    <a:pt x="4571" y="3209448"/>
                  </a:lnTo>
                </a:path>
                <a:path w="256540" h="3588384">
                  <a:moveTo>
                    <a:pt x="4571" y="3209448"/>
                  </a:moveTo>
                  <a:lnTo>
                    <a:pt x="3048" y="3160585"/>
                  </a:lnTo>
                </a:path>
                <a:path w="256540" h="3588384">
                  <a:moveTo>
                    <a:pt x="3048" y="3160585"/>
                  </a:moveTo>
                  <a:lnTo>
                    <a:pt x="3048" y="3101054"/>
                  </a:lnTo>
                </a:path>
                <a:path w="256540" h="3588384">
                  <a:moveTo>
                    <a:pt x="3048" y="3101054"/>
                  </a:moveTo>
                  <a:lnTo>
                    <a:pt x="0" y="3032378"/>
                  </a:lnTo>
                </a:path>
                <a:path w="256540" h="3588384">
                  <a:moveTo>
                    <a:pt x="0" y="3032378"/>
                  </a:moveTo>
                  <a:lnTo>
                    <a:pt x="0" y="0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51833" y="3574918"/>
              <a:ext cx="225847" cy="1663455"/>
            </a:xfrm>
            <a:prstGeom prst="rect">
              <a:avLst/>
            </a:prstGeom>
          </p:spPr>
        </p:pic>
      </p:grpSp>
      <p:pic>
        <p:nvPicPr>
          <p:cNvPr id="83" name="object 8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204103" y="2558505"/>
            <a:ext cx="710955" cy="192319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234583" y="6041130"/>
            <a:ext cx="651519" cy="152600"/>
          </a:xfrm>
          <a:prstGeom prst="rect">
            <a:avLst/>
          </a:prstGeom>
        </p:spPr>
      </p:pic>
      <p:grpSp>
        <p:nvGrpSpPr>
          <p:cNvPr id="85" name="object 85"/>
          <p:cNvGrpSpPr/>
          <p:nvPr/>
        </p:nvGrpSpPr>
        <p:grpSpPr>
          <a:xfrm>
            <a:off x="4023926" y="2415058"/>
            <a:ext cx="3578225" cy="119380"/>
            <a:chOff x="4023926" y="2415058"/>
            <a:chExt cx="3578225" cy="119380"/>
          </a:xfrm>
        </p:grpSpPr>
        <p:sp>
          <p:nvSpPr>
            <p:cNvPr id="86" name="object 86"/>
            <p:cNvSpPr/>
            <p:nvPr/>
          </p:nvSpPr>
          <p:spPr>
            <a:xfrm>
              <a:off x="4094892" y="2460117"/>
              <a:ext cx="3504565" cy="30480"/>
            </a:xfrm>
            <a:custGeom>
              <a:avLst/>
              <a:gdLst/>
              <a:ahLst/>
              <a:cxnLst/>
              <a:rect l="l" t="t" r="r" b="b"/>
              <a:pathLst>
                <a:path w="3504565" h="30480">
                  <a:moveTo>
                    <a:pt x="3504438" y="30480"/>
                  </a:moveTo>
                  <a:lnTo>
                    <a:pt x="0" y="30480"/>
                  </a:lnTo>
                  <a:lnTo>
                    <a:pt x="0" y="0"/>
                  </a:lnTo>
                  <a:lnTo>
                    <a:pt x="3504438" y="0"/>
                  </a:lnTo>
                  <a:lnTo>
                    <a:pt x="3504438" y="304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094892" y="2460117"/>
              <a:ext cx="3504565" cy="30480"/>
            </a:xfrm>
            <a:custGeom>
              <a:avLst/>
              <a:gdLst/>
              <a:ahLst/>
              <a:cxnLst/>
              <a:rect l="l" t="t" r="r" b="b"/>
              <a:pathLst>
                <a:path w="3504565" h="30480">
                  <a:moveTo>
                    <a:pt x="0" y="30480"/>
                  </a:moveTo>
                  <a:lnTo>
                    <a:pt x="3504438" y="30480"/>
                  </a:lnTo>
                  <a:lnTo>
                    <a:pt x="3504438" y="0"/>
                  </a:lnTo>
                  <a:lnTo>
                    <a:pt x="0" y="0"/>
                  </a:lnTo>
                  <a:lnTo>
                    <a:pt x="0" y="30480"/>
                  </a:lnTo>
                  <a:close/>
                </a:path>
              </a:pathLst>
            </a:custGeom>
            <a:ln w="4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23926" y="2415058"/>
              <a:ext cx="253279" cy="119072"/>
            </a:xfrm>
            <a:prstGeom prst="rect">
              <a:avLst/>
            </a:prstGeom>
          </p:spPr>
        </p:pic>
      </p:grpSp>
      <p:grpSp>
        <p:nvGrpSpPr>
          <p:cNvPr id="89" name="object 89"/>
          <p:cNvGrpSpPr/>
          <p:nvPr/>
        </p:nvGrpSpPr>
        <p:grpSpPr>
          <a:xfrm>
            <a:off x="4120034" y="6233440"/>
            <a:ext cx="3579495" cy="116205"/>
            <a:chOff x="4120034" y="6233440"/>
            <a:chExt cx="3579495" cy="116205"/>
          </a:xfrm>
        </p:grpSpPr>
        <p:sp>
          <p:nvSpPr>
            <p:cNvPr id="90" name="object 90"/>
            <p:cNvSpPr/>
            <p:nvPr/>
          </p:nvSpPr>
          <p:spPr>
            <a:xfrm>
              <a:off x="4122324" y="6275355"/>
              <a:ext cx="3506470" cy="31115"/>
            </a:xfrm>
            <a:custGeom>
              <a:avLst/>
              <a:gdLst/>
              <a:ahLst/>
              <a:cxnLst/>
              <a:rect l="l" t="t" r="r" b="b"/>
              <a:pathLst>
                <a:path w="3506470" h="31114">
                  <a:moveTo>
                    <a:pt x="3505961" y="30574"/>
                  </a:moveTo>
                  <a:lnTo>
                    <a:pt x="0" y="30574"/>
                  </a:lnTo>
                  <a:lnTo>
                    <a:pt x="0" y="0"/>
                  </a:lnTo>
                  <a:lnTo>
                    <a:pt x="3505961" y="0"/>
                  </a:lnTo>
                  <a:lnTo>
                    <a:pt x="3505961" y="30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4122324" y="6275355"/>
              <a:ext cx="3506470" cy="31115"/>
            </a:xfrm>
            <a:custGeom>
              <a:avLst/>
              <a:gdLst/>
              <a:ahLst/>
              <a:cxnLst/>
              <a:rect l="l" t="t" r="r" b="b"/>
              <a:pathLst>
                <a:path w="3506470" h="31114">
                  <a:moveTo>
                    <a:pt x="0" y="30574"/>
                  </a:moveTo>
                  <a:lnTo>
                    <a:pt x="3505961" y="30574"/>
                  </a:lnTo>
                  <a:lnTo>
                    <a:pt x="3505961" y="0"/>
                  </a:lnTo>
                  <a:lnTo>
                    <a:pt x="0" y="0"/>
                  </a:lnTo>
                  <a:lnTo>
                    <a:pt x="0" y="30574"/>
                  </a:lnTo>
                  <a:close/>
                </a:path>
              </a:pathLst>
            </a:custGeom>
            <a:ln w="4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45973" y="6233440"/>
              <a:ext cx="253279" cy="115928"/>
            </a:xfrm>
            <a:prstGeom prst="rect">
              <a:avLst/>
            </a:prstGeom>
          </p:spPr>
        </p:pic>
      </p:grpSp>
      <p:grpSp>
        <p:nvGrpSpPr>
          <p:cNvPr id="93" name="object 93"/>
          <p:cNvGrpSpPr/>
          <p:nvPr/>
        </p:nvGrpSpPr>
        <p:grpSpPr>
          <a:xfrm>
            <a:off x="2912449" y="3688641"/>
            <a:ext cx="1360805" cy="1360805"/>
            <a:chOff x="2912449" y="3688641"/>
            <a:chExt cx="1360805" cy="1360805"/>
          </a:xfrm>
        </p:grpSpPr>
        <p:sp>
          <p:nvSpPr>
            <p:cNvPr id="94" name="object 94"/>
            <p:cNvSpPr/>
            <p:nvPr/>
          </p:nvSpPr>
          <p:spPr>
            <a:xfrm>
              <a:off x="2932366" y="3708463"/>
              <a:ext cx="1338580" cy="1338580"/>
            </a:xfrm>
            <a:custGeom>
              <a:avLst/>
              <a:gdLst/>
              <a:ahLst/>
              <a:cxnLst/>
              <a:rect l="l" t="t" r="r" b="b"/>
              <a:pathLst>
                <a:path w="1338579" h="1338579">
                  <a:moveTo>
                    <a:pt x="1337976" y="1338357"/>
                  </a:moveTo>
                  <a:lnTo>
                    <a:pt x="0" y="1338357"/>
                  </a:lnTo>
                  <a:lnTo>
                    <a:pt x="0" y="0"/>
                  </a:lnTo>
                  <a:lnTo>
                    <a:pt x="1337976" y="0"/>
                  </a:lnTo>
                  <a:lnTo>
                    <a:pt x="1337976" y="13383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932366" y="3708463"/>
              <a:ext cx="1338580" cy="1338580"/>
            </a:xfrm>
            <a:custGeom>
              <a:avLst/>
              <a:gdLst/>
              <a:ahLst/>
              <a:cxnLst/>
              <a:rect l="l" t="t" r="r" b="b"/>
              <a:pathLst>
                <a:path w="1338579" h="1338579">
                  <a:moveTo>
                    <a:pt x="0" y="1338357"/>
                  </a:moveTo>
                  <a:lnTo>
                    <a:pt x="1337976" y="1338357"/>
                  </a:lnTo>
                  <a:lnTo>
                    <a:pt x="1337976" y="0"/>
                  </a:lnTo>
                  <a:lnTo>
                    <a:pt x="0" y="0"/>
                  </a:lnTo>
                  <a:lnTo>
                    <a:pt x="0" y="1338357"/>
                  </a:lnTo>
                  <a:close/>
                </a:path>
              </a:pathLst>
            </a:custGeom>
            <a:ln w="45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920079" y="3696271"/>
              <a:ext cx="1336675" cy="1337310"/>
            </a:xfrm>
            <a:custGeom>
              <a:avLst/>
              <a:gdLst/>
              <a:ahLst/>
              <a:cxnLst/>
              <a:rect l="l" t="t" r="r" b="b"/>
              <a:pathLst>
                <a:path w="1336675" h="1337310">
                  <a:moveTo>
                    <a:pt x="0" y="1336833"/>
                  </a:moveTo>
                  <a:lnTo>
                    <a:pt x="0" y="0"/>
                  </a:lnTo>
                </a:path>
                <a:path w="1336675" h="1337310">
                  <a:moveTo>
                    <a:pt x="0" y="0"/>
                  </a:moveTo>
                  <a:lnTo>
                    <a:pt x="1336548" y="0"/>
                  </a:lnTo>
                </a:path>
                <a:path w="1336675" h="1337310">
                  <a:moveTo>
                    <a:pt x="1336548" y="0"/>
                  </a:moveTo>
                  <a:lnTo>
                    <a:pt x="1336548" y="1336833"/>
                  </a:lnTo>
                </a:path>
                <a:path w="1336675" h="1337310">
                  <a:moveTo>
                    <a:pt x="1336548" y="1336833"/>
                  </a:moveTo>
                  <a:lnTo>
                    <a:pt x="0" y="1336833"/>
                  </a:lnTo>
                </a:path>
              </a:pathLst>
            </a:custGeom>
            <a:ln w="152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501390" y="4154042"/>
              <a:ext cx="220345" cy="436880"/>
            </a:xfrm>
            <a:custGeom>
              <a:avLst/>
              <a:gdLst/>
              <a:ahLst/>
              <a:cxnLst/>
              <a:rect l="l" t="t" r="r" b="b"/>
              <a:pathLst>
                <a:path w="220345" h="436879">
                  <a:moveTo>
                    <a:pt x="108299" y="436530"/>
                  </a:moveTo>
                  <a:lnTo>
                    <a:pt x="90011" y="431958"/>
                  </a:lnTo>
                  <a:lnTo>
                    <a:pt x="77819" y="419671"/>
                  </a:lnTo>
                  <a:lnTo>
                    <a:pt x="73247" y="401383"/>
                  </a:lnTo>
                  <a:lnTo>
                    <a:pt x="74771" y="392239"/>
                  </a:lnTo>
                  <a:lnTo>
                    <a:pt x="77819" y="386143"/>
                  </a:lnTo>
                  <a:lnTo>
                    <a:pt x="83915" y="376999"/>
                  </a:lnTo>
                  <a:lnTo>
                    <a:pt x="90011" y="372427"/>
                  </a:lnTo>
                  <a:lnTo>
                    <a:pt x="99155" y="367855"/>
                  </a:lnTo>
                  <a:lnTo>
                    <a:pt x="115919" y="367855"/>
                  </a:lnTo>
                  <a:lnTo>
                    <a:pt x="125158" y="372427"/>
                  </a:lnTo>
                  <a:lnTo>
                    <a:pt x="138874" y="386143"/>
                  </a:lnTo>
                  <a:lnTo>
                    <a:pt x="140398" y="392239"/>
                  </a:lnTo>
                  <a:lnTo>
                    <a:pt x="143446" y="401383"/>
                  </a:lnTo>
                  <a:lnTo>
                    <a:pt x="138874" y="419671"/>
                  </a:lnTo>
                  <a:lnTo>
                    <a:pt x="125158" y="431958"/>
                  </a:lnTo>
                  <a:lnTo>
                    <a:pt x="108299" y="436530"/>
                  </a:lnTo>
                  <a:close/>
                </a:path>
                <a:path w="220345" h="436879">
                  <a:moveTo>
                    <a:pt x="33623" y="132778"/>
                  </a:moveTo>
                  <a:lnTo>
                    <a:pt x="24384" y="129730"/>
                  </a:lnTo>
                  <a:lnTo>
                    <a:pt x="18288" y="128206"/>
                  </a:lnTo>
                  <a:lnTo>
                    <a:pt x="10668" y="120586"/>
                  </a:lnTo>
                  <a:lnTo>
                    <a:pt x="3048" y="108394"/>
                  </a:lnTo>
                  <a:lnTo>
                    <a:pt x="0" y="99250"/>
                  </a:lnTo>
                  <a:lnTo>
                    <a:pt x="0" y="90106"/>
                  </a:lnTo>
                  <a:lnTo>
                    <a:pt x="13716" y="48863"/>
                  </a:lnTo>
                  <a:lnTo>
                    <a:pt x="48863" y="13811"/>
                  </a:lnTo>
                  <a:lnTo>
                    <a:pt x="109823" y="0"/>
                  </a:lnTo>
                  <a:lnTo>
                    <a:pt x="140398" y="1524"/>
                  </a:lnTo>
                  <a:lnTo>
                    <a:pt x="167830" y="10667"/>
                  </a:lnTo>
                  <a:lnTo>
                    <a:pt x="179523" y="19907"/>
                  </a:lnTo>
                  <a:lnTo>
                    <a:pt x="93059" y="19907"/>
                  </a:lnTo>
                  <a:lnTo>
                    <a:pt x="68675" y="22955"/>
                  </a:lnTo>
                  <a:lnTo>
                    <a:pt x="36671" y="47339"/>
                  </a:lnTo>
                  <a:lnTo>
                    <a:pt x="33623" y="58007"/>
                  </a:lnTo>
                  <a:lnTo>
                    <a:pt x="33623" y="62579"/>
                  </a:lnTo>
                  <a:lnTo>
                    <a:pt x="36671" y="67151"/>
                  </a:lnTo>
                  <a:lnTo>
                    <a:pt x="39719" y="73247"/>
                  </a:lnTo>
                  <a:lnTo>
                    <a:pt x="45815" y="79343"/>
                  </a:lnTo>
                  <a:lnTo>
                    <a:pt x="53435" y="88582"/>
                  </a:lnTo>
                  <a:lnTo>
                    <a:pt x="58007" y="97726"/>
                  </a:lnTo>
                  <a:lnTo>
                    <a:pt x="59531" y="105346"/>
                  </a:lnTo>
                  <a:lnTo>
                    <a:pt x="54959" y="119062"/>
                  </a:lnTo>
                  <a:lnTo>
                    <a:pt x="45815" y="128206"/>
                  </a:lnTo>
                  <a:lnTo>
                    <a:pt x="33623" y="132778"/>
                  </a:lnTo>
                  <a:close/>
                </a:path>
                <a:path w="220345" h="436879">
                  <a:moveTo>
                    <a:pt x="114395" y="326612"/>
                  </a:moveTo>
                  <a:lnTo>
                    <a:pt x="100679" y="326612"/>
                  </a:lnTo>
                  <a:lnTo>
                    <a:pt x="103727" y="317468"/>
                  </a:lnTo>
                  <a:lnTo>
                    <a:pt x="103727" y="306800"/>
                  </a:lnTo>
                  <a:lnTo>
                    <a:pt x="105251" y="293084"/>
                  </a:lnTo>
                  <a:lnTo>
                    <a:pt x="114395" y="256412"/>
                  </a:lnTo>
                  <a:lnTo>
                    <a:pt x="118967" y="242696"/>
                  </a:lnTo>
                  <a:lnTo>
                    <a:pt x="128206" y="221360"/>
                  </a:lnTo>
                  <a:lnTo>
                    <a:pt x="138874" y="193833"/>
                  </a:lnTo>
                  <a:lnTo>
                    <a:pt x="161734" y="125158"/>
                  </a:lnTo>
                  <a:lnTo>
                    <a:pt x="161734" y="103822"/>
                  </a:lnTo>
                  <a:lnTo>
                    <a:pt x="144970" y="44291"/>
                  </a:lnTo>
                  <a:lnTo>
                    <a:pt x="93059" y="19907"/>
                  </a:lnTo>
                  <a:lnTo>
                    <a:pt x="179523" y="19907"/>
                  </a:lnTo>
                  <a:lnTo>
                    <a:pt x="189166" y="27527"/>
                  </a:lnTo>
                  <a:lnTo>
                    <a:pt x="207549" y="47339"/>
                  </a:lnTo>
                  <a:lnTo>
                    <a:pt x="218217" y="73247"/>
                  </a:lnTo>
                  <a:lnTo>
                    <a:pt x="219741" y="102298"/>
                  </a:lnTo>
                  <a:lnTo>
                    <a:pt x="216693" y="129730"/>
                  </a:lnTo>
                  <a:lnTo>
                    <a:pt x="199834" y="163353"/>
                  </a:lnTo>
                  <a:lnTo>
                    <a:pt x="144970" y="244220"/>
                  </a:lnTo>
                  <a:lnTo>
                    <a:pt x="123634" y="286892"/>
                  </a:lnTo>
                  <a:lnTo>
                    <a:pt x="114395" y="3266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72346" y="4519607"/>
              <a:ext cx="74780" cy="73256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3501390" y="4154042"/>
              <a:ext cx="220345" cy="327025"/>
            </a:xfrm>
            <a:custGeom>
              <a:avLst/>
              <a:gdLst/>
              <a:ahLst/>
              <a:cxnLst/>
              <a:rect l="l" t="t" r="r" b="b"/>
              <a:pathLst>
                <a:path w="220345" h="327025">
                  <a:moveTo>
                    <a:pt x="109823" y="0"/>
                  </a:moveTo>
                  <a:lnTo>
                    <a:pt x="167830" y="10667"/>
                  </a:lnTo>
                  <a:lnTo>
                    <a:pt x="207549" y="47339"/>
                  </a:lnTo>
                  <a:lnTo>
                    <a:pt x="219741" y="102298"/>
                  </a:lnTo>
                  <a:lnTo>
                    <a:pt x="216693" y="129730"/>
                  </a:lnTo>
                  <a:lnTo>
                    <a:pt x="199834" y="163353"/>
                  </a:lnTo>
                  <a:lnTo>
                    <a:pt x="173926" y="201453"/>
                  </a:lnTo>
                  <a:lnTo>
                    <a:pt x="144970" y="244220"/>
                  </a:lnTo>
                  <a:lnTo>
                    <a:pt x="123634" y="286892"/>
                  </a:lnTo>
                  <a:lnTo>
                    <a:pt x="114395" y="326612"/>
                  </a:lnTo>
                  <a:lnTo>
                    <a:pt x="100679" y="326612"/>
                  </a:lnTo>
                  <a:lnTo>
                    <a:pt x="103727" y="317468"/>
                  </a:lnTo>
                  <a:lnTo>
                    <a:pt x="103727" y="306800"/>
                  </a:lnTo>
                  <a:lnTo>
                    <a:pt x="105251" y="293084"/>
                  </a:lnTo>
                  <a:lnTo>
                    <a:pt x="114395" y="256412"/>
                  </a:lnTo>
                  <a:lnTo>
                    <a:pt x="118967" y="242696"/>
                  </a:lnTo>
                  <a:lnTo>
                    <a:pt x="128206" y="221360"/>
                  </a:lnTo>
                  <a:lnTo>
                    <a:pt x="138874" y="193833"/>
                  </a:lnTo>
                  <a:lnTo>
                    <a:pt x="154114" y="148018"/>
                  </a:lnTo>
                  <a:lnTo>
                    <a:pt x="161734" y="125158"/>
                  </a:lnTo>
                  <a:lnTo>
                    <a:pt x="161734" y="103822"/>
                  </a:lnTo>
                  <a:lnTo>
                    <a:pt x="144970" y="44291"/>
                  </a:lnTo>
                  <a:lnTo>
                    <a:pt x="93059" y="19907"/>
                  </a:lnTo>
                  <a:lnTo>
                    <a:pt x="68675" y="22955"/>
                  </a:lnTo>
                  <a:lnTo>
                    <a:pt x="36671" y="47339"/>
                  </a:lnTo>
                  <a:lnTo>
                    <a:pt x="33623" y="58007"/>
                  </a:lnTo>
                  <a:lnTo>
                    <a:pt x="33623" y="62579"/>
                  </a:lnTo>
                  <a:lnTo>
                    <a:pt x="36671" y="67151"/>
                  </a:lnTo>
                  <a:lnTo>
                    <a:pt x="39719" y="73247"/>
                  </a:lnTo>
                  <a:lnTo>
                    <a:pt x="45815" y="79343"/>
                  </a:lnTo>
                  <a:lnTo>
                    <a:pt x="53435" y="88582"/>
                  </a:lnTo>
                  <a:lnTo>
                    <a:pt x="58007" y="97726"/>
                  </a:lnTo>
                  <a:lnTo>
                    <a:pt x="59531" y="105346"/>
                  </a:lnTo>
                  <a:lnTo>
                    <a:pt x="54959" y="119062"/>
                  </a:lnTo>
                  <a:lnTo>
                    <a:pt x="45815" y="128206"/>
                  </a:lnTo>
                  <a:lnTo>
                    <a:pt x="33623" y="132778"/>
                  </a:lnTo>
                  <a:lnTo>
                    <a:pt x="24384" y="129730"/>
                  </a:lnTo>
                  <a:lnTo>
                    <a:pt x="18288" y="128206"/>
                  </a:lnTo>
                  <a:lnTo>
                    <a:pt x="10668" y="120586"/>
                  </a:lnTo>
                  <a:lnTo>
                    <a:pt x="3048" y="108394"/>
                  </a:lnTo>
                  <a:lnTo>
                    <a:pt x="0" y="99250"/>
                  </a:lnTo>
                  <a:lnTo>
                    <a:pt x="0" y="90106"/>
                  </a:lnTo>
                  <a:lnTo>
                    <a:pt x="13716" y="48863"/>
                  </a:lnTo>
                  <a:lnTo>
                    <a:pt x="48863" y="13811"/>
                  </a:lnTo>
                  <a:lnTo>
                    <a:pt x="77819" y="1524"/>
                  </a:lnTo>
                  <a:lnTo>
                    <a:pt x="109823" y="0"/>
                  </a:lnTo>
                  <a:close/>
                </a:path>
              </a:pathLst>
            </a:custGeom>
            <a:ln w="45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/>
          <p:nvPr/>
        </p:nvSpPr>
        <p:spPr>
          <a:xfrm>
            <a:off x="5957696" y="2212847"/>
            <a:ext cx="1259205" cy="755650"/>
          </a:xfrm>
          <a:custGeom>
            <a:avLst/>
            <a:gdLst/>
            <a:ahLst/>
            <a:cxnLst/>
            <a:rect l="l" t="t" r="r" b="b"/>
            <a:pathLst>
              <a:path w="1259204" h="755650">
                <a:moveTo>
                  <a:pt x="0" y="378523"/>
                </a:moveTo>
                <a:lnTo>
                  <a:pt x="11369" y="306589"/>
                </a:lnTo>
                <a:lnTo>
                  <a:pt x="44066" y="239214"/>
                </a:lnTo>
                <a:lnTo>
                  <a:pt x="67750" y="207632"/>
                </a:lnTo>
                <a:lnTo>
                  <a:pt x="95972" y="177666"/>
                </a:lnTo>
                <a:lnTo>
                  <a:pt x="128467" y="149474"/>
                </a:lnTo>
                <a:lnTo>
                  <a:pt x="164970" y="123214"/>
                </a:lnTo>
                <a:lnTo>
                  <a:pt x="205216" y="99046"/>
                </a:lnTo>
                <a:lnTo>
                  <a:pt x="248941" y="77126"/>
                </a:lnTo>
                <a:lnTo>
                  <a:pt x="295879" y="57615"/>
                </a:lnTo>
                <a:lnTo>
                  <a:pt x="345767" y="40671"/>
                </a:lnTo>
                <a:lnTo>
                  <a:pt x="398338" y="26452"/>
                </a:lnTo>
                <a:lnTo>
                  <a:pt x="453330" y="15117"/>
                </a:lnTo>
                <a:lnTo>
                  <a:pt x="510476" y="6824"/>
                </a:lnTo>
                <a:lnTo>
                  <a:pt x="569512" y="1732"/>
                </a:lnTo>
                <a:lnTo>
                  <a:pt x="630174" y="0"/>
                </a:lnTo>
                <a:lnTo>
                  <a:pt x="690566" y="1732"/>
                </a:lnTo>
                <a:lnTo>
                  <a:pt x="749364" y="6824"/>
                </a:lnTo>
                <a:lnTo>
                  <a:pt x="806302" y="15117"/>
                </a:lnTo>
                <a:lnTo>
                  <a:pt x="861113" y="26452"/>
                </a:lnTo>
                <a:lnTo>
                  <a:pt x="913531" y="40671"/>
                </a:lnTo>
                <a:lnTo>
                  <a:pt x="963287" y="57615"/>
                </a:lnTo>
                <a:lnTo>
                  <a:pt x="1010117" y="77126"/>
                </a:lnTo>
                <a:lnTo>
                  <a:pt x="1053752" y="99046"/>
                </a:lnTo>
                <a:lnTo>
                  <a:pt x="1093927" y="123214"/>
                </a:lnTo>
                <a:lnTo>
                  <a:pt x="1130374" y="149474"/>
                </a:lnTo>
                <a:lnTo>
                  <a:pt x="1162826" y="177666"/>
                </a:lnTo>
                <a:lnTo>
                  <a:pt x="1191018" y="207632"/>
                </a:lnTo>
                <a:lnTo>
                  <a:pt x="1214683" y="239214"/>
                </a:lnTo>
                <a:lnTo>
                  <a:pt x="1247361" y="306589"/>
                </a:lnTo>
                <a:lnTo>
                  <a:pt x="1258728" y="378523"/>
                </a:lnTo>
                <a:lnTo>
                  <a:pt x="1255842" y="414726"/>
                </a:lnTo>
                <a:lnTo>
                  <a:pt x="1233552" y="484113"/>
                </a:lnTo>
                <a:lnTo>
                  <a:pt x="1191018" y="548406"/>
                </a:lnTo>
                <a:lnTo>
                  <a:pt x="1162826" y="578242"/>
                </a:lnTo>
                <a:lnTo>
                  <a:pt x="1130374" y="606323"/>
                </a:lnTo>
                <a:lnTo>
                  <a:pt x="1093927" y="632491"/>
                </a:lnTo>
                <a:lnTo>
                  <a:pt x="1053752" y="656583"/>
                </a:lnTo>
                <a:lnTo>
                  <a:pt x="1010117" y="678442"/>
                </a:lnTo>
                <a:lnTo>
                  <a:pt x="963287" y="697905"/>
                </a:lnTo>
                <a:lnTo>
                  <a:pt x="913531" y="714814"/>
                </a:lnTo>
                <a:lnTo>
                  <a:pt x="861113" y="729008"/>
                </a:lnTo>
                <a:lnTo>
                  <a:pt x="806302" y="740326"/>
                </a:lnTo>
                <a:lnTo>
                  <a:pt x="749364" y="748609"/>
                </a:lnTo>
                <a:lnTo>
                  <a:pt x="690566" y="753696"/>
                </a:lnTo>
                <a:lnTo>
                  <a:pt x="630174" y="755427"/>
                </a:lnTo>
                <a:lnTo>
                  <a:pt x="569512" y="753696"/>
                </a:lnTo>
                <a:lnTo>
                  <a:pt x="510476" y="748609"/>
                </a:lnTo>
                <a:lnTo>
                  <a:pt x="453330" y="740326"/>
                </a:lnTo>
                <a:lnTo>
                  <a:pt x="398338" y="729008"/>
                </a:lnTo>
                <a:lnTo>
                  <a:pt x="345767" y="714814"/>
                </a:lnTo>
                <a:lnTo>
                  <a:pt x="295879" y="697905"/>
                </a:lnTo>
                <a:lnTo>
                  <a:pt x="248941" y="678442"/>
                </a:lnTo>
                <a:lnTo>
                  <a:pt x="205216" y="656583"/>
                </a:lnTo>
                <a:lnTo>
                  <a:pt x="164970" y="632491"/>
                </a:lnTo>
                <a:lnTo>
                  <a:pt x="128467" y="606323"/>
                </a:lnTo>
                <a:lnTo>
                  <a:pt x="95972" y="578242"/>
                </a:lnTo>
                <a:lnTo>
                  <a:pt x="67750" y="548406"/>
                </a:lnTo>
                <a:lnTo>
                  <a:pt x="44066" y="516976"/>
                </a:lnTo>
                <a:lnTo>
                  <a:pt x="11369" y="449976"/>
                </a:lnTo>
                <a:lnTo>
                  <a:pt x="0" y="378523"/>
                </a:lnTo>
                <a:close/>
              </a:path>
            </a:pathLst>
          </a:custGeom>
          <a:ln w="28984">
            <a:solidFill>
              <a:srgbClr val="4F80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4151" y="393191"/>
            <a:ext cx="9161145" cy="1513840"/>
            <a:chOff x="454151" y="393191"/>
            <a:chExt cx="9161145" cy="1513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8112" y="440436"/>
              <a:ext cx="6748271" cy="13959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3392" y="821045"/>
              <a:ext cx="5898184" cy="55246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65135" y="440436"/>
              <a:ext cx="981456" cy="1395983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2886" y="7268909"/>
            <a:ext cx="77724" cy="1067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40831" y="2032825"/>
            <a:ext cx="202882" cy="2227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29153" y="2017490"/>
            <a:ext cx="2782823" cy="29913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23324" y="2034349"/>
            <a:ext cx="1187005" cy="28227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8742" y="3017139"/>
            <a:ext cx="1188529" cy="2426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04047" y="3023235"/>
            <a:ext cx="5057584" cy="32661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79075" y="3050667"/>
            <a:ext cx="1022223" cy="20907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8217217" y="3110198"/>
            <a:ext cx="306705" cy="149860"/>
            <a:chOff x="8217217" y="3110198"/>
            <a:chExt cx="306705" cy="149860"/>
          </a:xfrm>
        </p:grpSpPr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17217" y="3110198"/>
              <a:ext cx="138874" cy="14954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77428" y="3110198"/>
              <a:ext cx="146494" cy="149542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630697" y="3027807"/>
            <a:ext cx="767429" cy="23193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03935" y="3528345"/>
            <a:ext cx="1487519" cy="29298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592133" y="3561969"/>
            <a:ext cx="1096898" cy="2914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811142" y="3593972"/>
            <a:ext cx="125063" cy="16944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55173" y="3593972"/>
            <a:ext cx="1405223" cy="227361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5588508" y="3532917"/>
            <a:ext cx="35560" cy="227965"/>
          </a:xfrm>
          <a:custGeom>
            <a:avLst/>
            <a:gdLst/>
            <a:ahLst/>
            <a:cxnLst/>
            <a:rect l="l" t="t" r="r" b="b"/>
            <a:pathLst>
              <a:path w="35560" h="227964">
                <a:moveTo>
                  <a:pt x="28956" y="65627"/>
                </a:moveTo>
                <a:lnTo>
                  <a:pt x="7620" y="65627"/>
                </a:lnTo>
                <a:lnTo>
                  <a:pt x="7620" y="64103"/>
                </a:lnTo>
                <a:lnTo>
                  <a:pt x="28956" y="64103"/>
                </a:lnTo>
                <a:lnTo>
                  <a:pt x="28956" y="65627"/>
                </a:lnTo>
                <a:close/>
              </a:path>
              <a:path w="35560" h="227964">
                <a:moveTo>
                  <a:pt x="30480" y="225933"/>
                </a:moveTo>
                <a:lnTo>
                  <a:pt x="4572" y="225933"/>
                </a:lnTo>
                <a:lnTo>
                  <a:pt x="4572" y="65627"/>
                </a:lnTo>
                <a:lnTo>
                  <a:pt x="30480" y="65627"/>
                </a:lnTo>
                <a:lnTo>
                  <a:pt x="32004" y="67151"/>
                </a:lnTo>
                <a:lnTo>
                  <a:pt x="32004" y="224409"/>
                </a:lnTo>
                <a:lnTo>
                  <a:pt x="30480" y="225933"/>
                </a:lnTo>
                <a:close/>
              </a:path>
              <a:path w="35560" h="227964">
                <a:moveTo>
                  <a:pt x="28956" y="227457"/>
                </a:moveTo>
                <a:lnTo>
                  <a:pt x="7620" y="227457"/>
                </a:lnTo>
                <a:lnTo>
                  <a:pt x="7620" y="225933"/>
                </a:lnTo>
                <a:lnTo>
                  <a:pt x="28956" y="225933"/>
                </a:lnTo>
                <a:lnTo>
                  <a:pt x="28956" y="227457"/>
                </a:lnTo>
                <a:close/>
              </a:path>
              <a:path w="35560" h="227964">
                <a:moveTo>
                  <a:pt x="28956" y="33623"/>
                </a:moveTo>
                <a:lnTo>
                  <a:pt x="6096" y="33623"/>
                </a:lnTo>
                <a:lnTo>
                  <a:pt x="4572" y="30575"/>
                </a:lnTo>
                <a:lnTo>
                  <a:pt x="1524" y="29051"/>
                </a:lnTo>
                <a:lnTo>
                  <a:pt x="0" y="24479"/>
                </a:lnTo>
                <a:lnTo>
                  <a:pt x="0" y="10667"/>
                </a:lnTo>
                <a:lnTo>
                  <a:pt x="1524" y="6096"/>
                </a:lnTo>
                <a:lnTo>
                  <a:pt x="4572" y="4572"/>
                </a:lnTo>
                <a:lnTo>
                  <a:pt x="7620" y="1524"/>
                </a:lnTo>
                <a:lnTo>
                  <a:pt x="12192" y="0"/>
                </a:lnTo>
                <a:lnTo>
                  <a:pt x="24384" y="0"/>
                </a:lnTo>
                <a:lnTo>
                  <a:pt x="28956" y="1524"/>
                </a:lnTo>
                <a:lnTo>
                  <a:pt x="33528" y="6096"/>
                </a:lnTo>
                <a:lnTo>
                  <a:pt x="35052" y="10667"/>
                </a:lnTo>
                <a:lnTo>
                  <a:pt x="35052" y="24479"/>
                </a:lnTo>
                <a:lnTo>
                  <a:pt x="33528" y="29051"/>
                </a:lnTo>
                <a:lnTo>
                  <a:pt x="28956" y="336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672423" y="3593972"/>
            <a:ext cx="132778" cy="166401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5852445" y="3532917"/>
            <a:ext cx="396875" cy="230504"/>
            <a:chOff x="5852445" y="3532917"/>
            <a:chExt cx="396875" cy="230504"/>
          </a:xfrm>
        </p:grpSpPr>
        <p:sp>
          <p:nvSpPr>
            <p:cNvPr id="24" name="object 24"/>
            <p:cNvSpPr/>
            <p:nvPr/>
          </p:nvSpPr>
          <p:spPr>
            <a:xfrm>
              <a:off x="5852445" y="3532917"/>
              <a:ext cx="35560" cy="227965"/>
            </a:xfrm>
            <a:custGeom>
              <a:avLst/>
              <a:gdLst/>
              <a:ahLst/>
              <a:cxnLst/>
              <a:rect l="l" t="t" r="r" b="b"/>
              <a:pathLst>
                <a:path w="35560" h="227964">
                  <a:moveTo>
                    <a:pt x="28956" y="65627"/>
                  </a:moveTo>
                  <a:lnTo>
                    <a:pt x="6096" y="65627"/>
                  </a:lnTo>
                  <a:lnTo>
                    <a:pt x="7620" y="64103"/>
                  </a:lnTo>
                  <a:lnTo>
                    <a:pt x="27432" y="64103"/>
                  </a:lnTo>
                  <a:lnTo>
                    <a:pt x="28956" y="65627"/>
                  </a:lnTo>
                  <a:close/>
                </a:path>
                <a:path w="35560" h="227964">
                  <a:moveTo>
                    <a:pt x="30480" y="225933"/>
                  </a:moveTo>
                  <a:lnTo>
                    <a:pt x="4572" y="225933"/>
                  </a:lnTo>
                  <a:lnTo>
                    <a:pt x="4572" y="224409"/>
                  </a:lnTo>
                  <a:lnTo>
                    <a:pt x="3048" y="222885"/>
                  </a:lnTo>
                  <a:lnTo>
                    <a:pt x="3048" y="68675"/>
                  </a:lnTo>
                  <a:lnTo>
                    <a:pt x="4572" y="67151"/>
                  </a:lnTo>
                  <a:lnTo>
                    <a:pt x="4572" y="65627"/>
                  </a:lnTo>
                  <a:lnTo>
                    <a:pt x="30480" y="65627"/>
                  </a:lnTo>
                  <a:lnTo>
                    <a:pt x="30480" y="67151"/>
                  </a:lnTo>
                  <a:lnTo>
                    <a:pt x="32004" y="67151"/>
                  </a:lnTo>
                  <a:lnTo>
                    <a:pt x="32004" y="224409"/>
                  </a:lnTo>
                  <a:lnTo>
                    <a:pt x="30480" y="224409"/>
                  </a:lnTo>
                  <a:lnTo>
                    <a:pt x="30480" y="225933"/>
                  </a:lnTo>
                  <a:close/>
                </a:path>
                <a:path w="35560" h="227964">
                  <a:moveTo>
                    <a:pt x="27432" y="227457"/>
                  </a:moveTo>
                  <a:lnTo>
                    <a:pt x="7620" y="227457"/>
                  </a:lnTo>
                  <a:lnTo>
                    <a:pt x="6096" y="225933"/>
                  </a:lnTo>
                  <a:lnTo>
                    <a:pt x="28956" y="225933"/>
                  </a:lnTo>
                  <a:lnTo>
                    <a:pt x="27432" y="227457"/>
                  </a:lnTo>
                  <a:close/>
                </a:path>
                <a:path w="35560" h="227964">
                  <a:moveTo>
                    <a:pt x="28956" y="33623"/>
                  </a:moveTo>
                  <a:lnTo>
                    <a:pt x="6096" y="33623"/>
                  </a:lnTo>
                  <a:lnTo>
                    <a:pt x="4572" y="30575"/>
                  </a:lnTo>
                  <a:lnTo>
                    <a:pt x="1524" y="29051"/>
                  </a:lnTo>
                  <a:lnTo>
                    <a:pt x="0" y="24479"/>
                  </a:lnTo>
                  <a:lnTo>
                    <a:pt x="0" y="10667"/>
                  </a:lnTo>
                  <a:lnTo>
                    <a:pt x="1524" y="6096"/>
                  </a:lnTo>
                  <a:lnTo>
                    <a:pt x="4572" y="4572"/>
                  </a:lnTo>
                  <a:lnTo>
                    <a:pt x="6096" y="1524"/>
                  </a:lnTo>
                  <a:lnTo>
                    <a:pt x="10668" y="0"/>
                  </a:lnTo>
                  <a:lnTo>
                    <a:pt x="24384" y="0"/>
                  </a:lnTo>
                  <a:lnTo>
                    <a:pt x="28956" y="1524"/>
                  </a:lnTo>
                  <a:lnTo>
                    <a:pt x="33528" y="6096"/>
                  </a:lnTo>
                  <a:lnTo>
                    <a:pt x="35052" y="10667"/>
                  </a:lnTo>
                  <a:lnTo>
                    <a:pt x="35052" y="24479"/>
                  </a:lnTo>
                  <a:lnTo>
                    <a:pt x="33528" y="29051"/>
                  </a:lnTo>
                  <a:lnTo>
                    <a:pt x="28956" y="336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916549" y="3555872"/>
              <a:ext cx="99155" cy="20602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049327" y="3532917"/>
              <a:ext cx="35560" cy="227965"/>
            </a:xfrm>
            <a:custGeom>
              <a:avLst/>
              <a:gdLst/>
              <a:ahLst/>
              <a:cxnLst/>
              <a:rect l="l" t="t" r="r" b="b"/>
              <a:pathLst>
                <a:path w="35560" h="227964">
                  <a:moveTo>
                    <a:pt x="28956" y="65627"/>
                  </a:moveTo>
                  <a:lnTo>
                    <a:pt x="7620" y="65627"/>
                  </a:lnTo>
                  <a:lnTo>
                    <a:pt x="7620" y="64103"/>
                  </a:lnTo>
                  <a:lnTo>
                    <a:pt x="28956" y="64103"/>
                  </a:lnTo>
                  <a:lnTo>
                    <a:pt x="28956" y="65627"/>
                  </a:lnTo>
                  <a:close/>
                </a:path>
                <a:path w="35560" h="227964">
                  <a:moveTo>
                    <a:pt x="30480" y="225933"/>
                  </a:moveTo>
                  <a:lnTo>
                    <a:pt x="4572" y="225933"/>
                  </a:lnTo>
                  <a:lnTo>
                    <a:pt x="4572" y="65627"/>
                  </a:lnTo>
                  <a:lnTo>
                    <a:pt x="30480" y="65627"/>
                  </a:lnTo>
                  <a:lnTo>
                    <a:pt x="32004" y="67151"/>
                  </a:lnTo>
                  <a:lnTo>
                    <a:pt x="32004" y="224409"/>
                  </a:lnTo>
                  <a:lnTo>
                    <a:pt x="30480" y="225933"/>
                  </a:lnTo>
                  <a:close/>
                </a:path>
                <a:path w="35560" h="227964">
                  <a:moveTo>
                    <a:pt x="28956" y="227457"/>
                  </a:moveTo>
                  <a:lnTo>
                    <a:pt x="7620" y="227457"/>
                  </a:lnTo>
                  <a:lnTo>
                    <a:pt x="7620" y="225933"/>
                  </a:lnTo>
                  <a:lnTo>
                    <a:pt x="28956" y="225933"/>
                  </a:lnTo>
                  <a:lnTo>
                    <a:pt x="28956" y="227457"/>
                  </a:lnTo>
                  <a:close/>
                </a:path>
                <a:path w="35560" h="227964">
                  <a:moveTo>
                    <a:pt x="28956" y="33623"/>
                  </a:moveTo>
                  <a:lnTo>
                    <a:pt x="6096" y="33623"/>
                  </a:lnTo>
                  <a:lnTo>
                    <a:pt x="4572" y="30575"/>
                  </a:lnTo>
                  <a:lnTo>
                    <a:pt x="1524" y="29051"/>
                  </a:lnTo>
                  <a:lnTo>
                    <a:pt x="0" y="24479"/>
                  </a:lnTo>
                  <a:lnTo>
                    <a:pt x="0" y="10667"/>
                  </a:lnTo>
                  <a:lnTo>
                    <a:pt x="1524" y="6096"/>
                  </a:lnTo>
                  <a:lnTo>
                    <a:pt x="4572" y="4572"/>
                  </a:lnTo>
                  <a:lnTo>
                    <a:pt x="7620" y="1524"/>
                  </a:lnTo>
                  <a:lnTo>
                    <a:pt x="12192" y="0"/>
                  </a:lnTo>
                  <a:lnTo>
                    <a:pt x="24384" y="0"/>
                  </a:lnTo>
                  <a:lnTo>
                    <a:pt x="28956" y="1524"/>
                  </a:lnTo>
                  <a:lnTo>
                    <a:pt x="33528" y="6096"/>
                  </a:lnTo>
                  <a:lnTo>
                    <a:pt x="35052" y="10667"/>
                  </a:lnTo>
                  <a:lnTo>
                    <a:pt x="35052" y="24479"/>
                  </a:lnTo>
                  <a:lnTo>
                    <a:pt x="33528" y="29051"/>
                  </a:lnTo>
                  <a:lnTo>
                    <a:pt x="28956" y="336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24003" y="3593972"/>
              <a:ext cx="125158" cy="169449"/>
            </a:xfrm>
            <a:prstGeom prst="rect">
              <a:avLst/>
            </a:prstGeom>
          </p:spPr>
        </p:pic>
      </p:grpSp>
      <p:sp>
        <p:nvSpPr>
          <p:cNvPr id="28" name="object 28"/>
          <p:cNvSpPr/>
          <p:nvPr/>
        </p:nvSpPr>
        <p:spPr>
          <a:xfrm>
            <a:off x="6302502" y="3522249"/>
            <a:ext cx="27940" cy="238125"/>
          </a:xfrm>
          <a:custGeom>
            <a:avLst/>
            <a:gdLst/>
            <a:ahLst/>
            <a:cxnLst/>
            <a:rect l="l" t="t" r="r" b="b"/>
            <a:pathLst>
              <a:path w="27939" h="238125">
                <a:moveTo>
                  <a:pt x="24479" y="1523"/>
                </a:moveTo>
                <a:lnTo>
                  <a:pt x="3048" y="1523"/>
                </a:lnTo>
                <a:lnTo>
                  <a:pt x="4572" y="0"/>
                </a:lnTo>
                <a:lnTo>
                  <a:pt x="24479" y="0"/>
                </a:lnTo>
                <a:lnTo>
                  <a:pt x="24479" y="1523"/>
                </a:lnTo>
                <a:close/>
              </a:path>
              <a:path w="27939" h="238125">
                <a:moveTo>
                  <a:pt x="27527" y="236601"/>
                </a:moveTo>
                <a:lnTo>
                  <a:pt x="1524" y="236601"/>
                </a:lnTo>
                <a:lnTo>
                  <a:pt x="0" y="235077"/>
                </a:lnTo>
                <a:lnTo>
                  <a:pt x="0" y="1523"/>
                </a:lnTo>
                <a:lnTo>
                  <a:pt x="26003" y="1523"/>
                </a:lnTo>
                <a:lnTo>
                  <a:pt x="27527" y="3047"/>
                </a:lnTo>
                <a:lnTo>
                  <a:pt x="27527" y="236601"/>
                </a:lnTo>
                <a:close/>
              </a:path>
              <a:path w="27939" h="238125">
                <a:moveTo>
                  <a:pt x="24479" y="238125"/>
                </a:moveTo>
                <a:lnTo>
                  <a:pt x="3048" y="238125"/>
                </a:lnTo>
                <a:lnTo>
                  <a:pt x="3048" y="236601"/>
                </a:lnTo>
                <a:lnTo>
                  <a:pt x="24479" y="236601"/>
                </a:lnTo>
                <a:lnTo>
                  <a:pt x="24479" y="2381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6381844" y="3522249"/>
            <a:ext cx="207645" cy="299085"/>
            <a:chOff x="6381844" y="3522249"/>
            <a:chExt cx="207645" cy="299085"/>
          </a:xfrm>
        </p:grpSpPr>
        <p:sp>
          <p:nvSpPr>
            <p:cNvPr id="30" name="object 30"/>
            <p:cNvSpPr/>
            <p:nvPr/>
          </p:nvSpPr>
          <p:spPr>
            <a:xfrm>
              <a:off x="6381844" y="3522249"/>
              <a:ext cx="29209" cy="238125"/>
            </a:xfrm>
            <a:custGeom>
              <a:avLst/>
              <a:gdLst/>
              <a:ahLst/>
              <a:cxnLst/>
              <a:rect l="l" t="t" r="r" b="b"/>
              <a:pathLst>
                <a:path w="29210" h="238125">
                  <a:moveTo>
                    <a:pt x="25908" y="1523"/>
                  </a:moveTo>
                  <a:lnTo>
                    <a:pt x="4572" y="1523"/>
                  </a:lnTo>
                  <a:lnTo>
                    <a:pt x="6096" y="0"/>
                  </a:lnTo>
                  <a:lnTo>
                    <a:pt x="24384" y="0"/>
                  </a:lnTo>
                  <a:lnTo>
                    <a:pt x="25908" y="1523"/>
                  </a:lnTo>
                  <a:close/>
                </a:path>
                <a:path w="29210" h="238125">
                  <a:moveTo>
                    <a:pt x="27432" y="236601"/>
                  </a:moveTo>
                  <a:lnTo>
                    <a:pt x="1524" y="236601"/>
                  </a:lnTo>
                  <a:lnTo>
                    <a:pt x="1524" y="235077"/>
                  </a:lnTo>
                  <a:lnTo>
                    <a:pt x="0" y="233553"/>
                  </a:lnTo>
                  <a:lnTo>
                    <a:pt x="0" y="4571"/>
                  </a:lnTo>
                  <a:lnTo>
                    <a:pt x="1524" y="3047"/>
                  </a:lnTo>
                  <a:lnTo>
                    <a:pt x="1524" y="1523"/>
                  </a:lnTo>
                  <a:lnTo>
                    <a:pt x="27432" y="1523"/>
                  </a:lnTo>
                  <a:lnTo>
                    <a:pt x="27432" y="3047"/>
                  </a:lnTo>
                  <a:lnTo>
                    <a:pt x="28956" y="3047"/>
                  </a:lnTo>
                  <a:lnTo>
                    <a:pt x="28956" y="235077"/>
                  </a:lnTo>
                  <a:lnTo>
                    <a:pt x="27432" y="235077"/>
                  </a:lnTo>
                  <a:lnTo>
                    <a:pt x="27432" y="236601"/>
                  </a:lnTo>
                  <a:close/>
                </a:path>
                <a:path w="29210" h="238125">
                  <a:moveTo>
                    <a:pt x="24384" y="238125"/>
                  </a:moveTo>
                  <a:lnTo>
                    <a:pt x="4572" y="238125"/>
                  </a:lnTo>
                  <a:lnTo>
                    <a:pt x="3048" y="236601"/>
                  </a:lnTo>
                  <a:lnTo>
                    <a:pt x="25908" y="236601"/>
                  </a:lnTo>
                  <a:lnTo>
                    <a:pt x="24384" y="238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42900" y="3597021"/>
              <a:ext cx="146494" cy="224313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6691687" y="3593972"/>
            <a:ext cx="410845" cy="169545"/>
            <a:chOff x="6691687" y="3593972"/>
            <a:chExt cx="410845" cy="169545"/>
          </a:xfrm>
        </p:grpSpPr>
        <p:pic>
          <p:nvPicPr>
            <p:cNvPr id="33" name="object 3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691687" y="3593972"/>
              <a:ext cx="140214" cy="16944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874668" y="3593972"/>
              <a:ext cx="227266" cy="166401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7153847" y="3555872"/>
            <a:ext cx="424180" cy="266065"/>
            <a:chOff x="7153847" y="3555872"/>
            <a:chExt cx="424180" cy="266065"/>
          </a:xfrm>
        </p:grpSpPr>
        <p:pic>
          <p:nvPicPr>
            <p:cNvPr id="36" name="object 3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53847" y="3593973"/>
              <a:ext cx="141922" cy="22736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315581" y="3555872"/>
              <a:ext cx="262413" cy="265461"/>
            </a:xfrm>
            <a:prstGeom prst="rect">
              <a:avLst/>
            </a:prstGeom>
          </p:spPr>
        </p:pic>
      </p:grpSp>
      <p:sp>
        <p:nvSpPr>
          <p:cNvPr id="38" name="object 38"/>
          <p:cNvSpPr/>
          <p:nvPr/>
        </p:nvSpPr>
        <p:spPr>
          <a:xfrm>
            <a:off x="2645461" y="4028985"/>
            <a:ext cx="630555" cy="283845"/>
          </a:xfrm>
          <a:custGeom>
            <a:avLst/>
            <a:gdLst/>
            <a:ahLst/>
            <a:cxnLst/>
            <a:rect l="l" t="t" r="r" b="b"/>
            <a:pathLst>
              <a:path w="630554" h="283845">
                <a:moveTo>
                  <a:pt x="96113" y="93052"/>
                </a:moveTo>
                <a:lnTo>
                  <a:pt x="94589" y="91528"/>
                </a:lnTo>
                <a:lnTo>
                  <a:pt x="64109" y="91528"/>
                </a:lnTo>
                <a:lnTo>
                  <a:pt x="79349" y="44196"/>
                </a:lnTo>
                <a:lnTo>
                  <a:pt x="79349" y="41148"/>
                </a:lnTo>
                <a:lnTo>
                  <a:pt x="77825" y="39624"/>
                </a:lnTo>
                <a:lnTo>
                  <a:pt x="73253" y="39624"/>
                </a:lnTo>
                <a:lnTo>
                  <a:pt x="70205" y="38100"/>
                </a:lnTo>
                <a:lnTo>
                  <a:pt x="65633" y="36576"/>
                </a:lnTo>
                <a:lnTo>
                  <a:pt x="61061" y="36576"/>
                </a:lnTo>
                <a:lnTo>
                  <a:pt x="59537" y="38100"/>
                </a:lnTo>
                <a:lnTo>
                  <a:pt x="53441" y="57912"/>
                </a:lnTo>
                <a:lnTo>
                  <a:pt x="50279" y="66827"/>
                </a:lnTo>
                <a:lnTo>
                  <a:pt x="47536" y="75145"/>
                </a:lnTo>
                <a:lnTo>
                  <a:pt x="45085" y="82867"/>
                </a:lnTo>
                <a:lnTo>
                  <a:pt x="42773" y="90004"/>
                </a:lnTo>
                <a:lnTo>
                  <a:pt x="26009" y="90004"/>
                </a:lnTo>
                <a:lnTo>
                  <a:pt x="19913" y="91528"/>
                </a:lnTo>
                <a:lnTo>
                  <a:pt x="10668" y="91528"/>
                </a:lnTo>
                <a:lnTo>
                  <a:pt x="10668" y="93052"/>
                </a:lnTo>
                <a:lnTo>
                  <a:pt x="9144" y="93052"/>
                </a:lnTo>
                <a:lnTo>
                  <a:pt x="9144" y="99148"/>
                </a:lnTo>
                <a:lnTo>
                  <a:pt x="10668" y="100672"/>
                </a:lnTo>
                <a:lnTo>
                  <a:pt x="39725" y="100672"/>
                </a:lnTo>
                <a:lnTo>
                  <a:pt x="15671" y="169341"/>
                </a:lnTo>
                <a:lnTo>
                  <a:pt x="2095" y="210591"/>
                </a:lnTo>
                <a:lnTo>
                  <a:pt x="0" y="224307"/>
                </a:lnTo>
                <a:lnTo>
                  <a:pt x="0" y="227355"/>
                </a:lnTo>
                <a:lnTo>
                  <a:pt x="1524" y="230403"/>
                </a:lnTo>
                <a:lnTo>
                  <a:pt x="7620" y="236499"/>
                </a:lnTo>
                <a:lnTo>
                  <a:pt x="10668" y="238023"/>
                </a:lnTo>
                <a:lnTo>
                  <a:pt x="16865" y="238023"/>
                </a:lnTo>
                <a:lnTo>
                  <a:pt x="28028" y="236867"/>
                </a:lnTo>
                <a:lnTo>
                  <a:pt x="38773" y="233260"/>
                </a:lnTo>
                <a:lnTo>
                  <a:pt x="49225" y="227101"/>
                </a:lnTo>
                <a:lnTo>
                  <a:pt x="52463" y="224307"/>
                </a:lnTo>
                <a:lnTo>
                  <a:pt x="59537" y="218211"/>
                </a:lnTo>
                <a:lnTo>
                  <a:pt x="69303" y="208991"/>
                </a:lnTo>
                <a:lnTo>
                  <a:pt x="75920" y="201942"/>
                </a:lnTo>
                <a:lnTo>
                  <a:pt x="79679" y="196900"/>
                </a:lnTo>
                <a:lnTo>
                  <a:pt x="80873" y="193738"/>
                </a:lnTo>
                <a:lnTo>
                  <a:pt x="80873" y="190690"/>
                </a:lnTo>
                <a:lnTo>
                  <a:pt x="76301" y="190690"/>
                </a:lnTo>
                <a:lnTo>
                  <a:pt x="71729" y="195262"/>
                </a:lnTo>
                <a:lnTo>
                  <a:pt x="60655" y="207556"/>
                </a:lnTo>
                <a:lnTo>
                  <a:pt x="50584" y="216687"/>
                </a:lnTo>
                <a:lnTo>
                  <a:pt x="41935" y="222364"/>
                </a:lnTo>
                <a:lnTo>
                  <a:pt x="35153" y="224307"/>
                </a:lnTo>
                <a:lnTo>
                  <a:pt x="30581" y="224307"/>
                </a:lnTo>
                <a:lnTo>
                  <a:pt x="27533" y="219735"/>
                </a:lnTo>
                <a:lnTo>
                  <a:pt x="27533" y="213639"/>
                </a:lnTo>
                <a:lnTo>
                  <a:pt x="28981" y="202158"/>
                </a:lnTo>
                <a:lnTo>
                  <a:pt x="29044" y="201942"/>
                </a:lnTo>
                <a:lnTo>
                  <a:pt x="33439" y="183832"/>
                </a:lnTo>
                <a:lnTo>
                  <a:pt x="41033" y="158648"/>
                </a:lnTo>
                <a:lnTo>
                  <a:pt x="51917" y="126580"/>
                </a:lnTo>
                <a:lnTo>
                  <a:pt x="55918" y="116293"/>
                </a:lnTo>
                <a:lnTo>
                  <a:pt x="58775" y="108292"/>
                </a:lnTo>
                <a:lnTo>
                  <a:pt x="60490" y="102577"/>
                </a:lnTo>
                <a:lnTo>
                  <a:pt x="61061" y="99148"/>
                </a:lnTo>
                <a:lnTo>
                  <a:pt x="80873" y="100672"/>
                </a:lnTo>
                <a:lnTo>
                  <a:pt x="94589" y="100672"/>
                </a:lnTo>
                <a:lnTo>
                  <a:pt x="96113" y="99148"/>
                </a:lnTo>
                <a:lnTo>
                  <a:pt x="96113" y="93052"/>
                </a:lnTo>
                <a:close/>
              </a:path>
              <a:path w="630554" h="283845">
                <a:moveTo>
                  <a:pt x="236512" y="199834"/>
                </a:moveTo>
                <a:lnTo>
                  <a:pt x="234988" y="198310"/>
                </a:lnTo>
                <a:lnTo>
                  <a:pt x="231940" y="198310"/>
                </a:lnTo>
                <a:lnTo>
                  <a:pt x="230416" y="199834"/>
                </a:lnTo>
                <a:lnTo>
                  <a:pt x="227368" y="204406"/>
                </a:lnTo>
                <a:lnTo>
                  <a:pt x="222796" y="210604"/>
                </a:lnTo>
                <a:lnTo>
                  <a:pt x="216700" y="215176"/>
                </a:lnTo>
                <a:lnTo>
                  <a:pt x="212128" y="218224"/>
                </a:lnTo>
                <a:lnTo>
                  <a:pt x="207556" y="222796"/>
                </a:lnTo>
                <a:lnTo>
                  <a:pt x="202984" y="224320"/>
                </a:lnTo>
                <a:lnTo>
                  <a:pt x="196888" y="224320"/>
                </a:lnTo>
                <a:lnTo>
                  <a:pt x="195364" y="221272"/>
                </a:lnTo>
                <a:lnTo>
                  <a:pt x="195364" y="212128"/>
                </a:lnTo>
                <a:lnTo>
                  <a:pt x="196888" y="204406"/>
                </a:lnTo>
                <a:lnTo>
                  <a:pt x="196938" y="204254"/>
                </a:lnTo>
                <a:lnTo>
                  <a:pt x="198412" y="199834"/>
                </a:lnTo>
                <a:lnTo>
                  <a:pt x="199936" y="195262"/>
                </a:lnTo>
                <a:lnTo>
                  <a:pt x="215176" y="148018"/>
                </a:lnTo>
                <a:lnTo>
                  <a:pt x="221488" y="127368"/>
                </a:lnTo>
                <a:lnTo>
                  <a:pt x="226796" y="111163"/>
                </a:lnTo>
                <a:lnTo>
                  <a:pt x="227304" y="109829"/>
                </a:lnTo>
                <a:lnTo>
                  <a:pt x="231305" y="99161"/>
                </a:lnTo>
                <a:lnTo>
                  <a:pt x="231394" y="98971"/>
                </a:lnTo>
                <a:lnTo>
                  <a:pt x="234988" y="91541"/>
                </a:lnTo>
                <a:lnTo>
                  <a:pt x="231940" y="91541"/>
                </a:lnTo>
                <a:lnTo>
                  <a:pt x="228892" y="90017"/>
                </a:lnTo>
                <a:lnTo>
                  <a:pt x="222796" y="90017"/>
                </a:lnTo>
                <a:lnTo>
                  <a:pt x="219748" y="88493"/>
                </a:lnTo>
                <a:lnTo>
                  <a:pt x="209080" y="109829"/>
                </a:lnTo>
                <a:lnTo>
                  <a:pt x="209080" y="102209"/>
                </a:lnTo>
                <a:lnTo>
                  <a:pt x="206794" y="97637"/>
                </a:lnTo>
                <a:lnTo>
                  <a:pt x="206032" y="96113"/>
                </a:lnTo>
                <a:lnTo>
                  <a:pt x="199936" y="90017"/>
                </a:lnTo>
                <a:lnTo>
                  <a:pt x="196888" y="88493"/>
                </a:lnTo>
                <a:lnTo>
                  <a:pt x="196888" y="112877"/>
                </a:lnTo>
                <a:lnTo>
                  <a:pt x="196888" y="120497"/>
                </a:lnTo>
                <a:lnTo>
                  <a:pt x="185915" y="168160"/>
                </a:lnTo>
                <a:lnTo>
                  <a:pt x="166712" y="201295"/>
                </a:lnTo>
                <a:lnTo>
                  <a:pt x="137363" y="221272"/>
                </a:lnTo>
                <a:lnTo>
                  <a:pt x="131267" y="221272"/>
                </a:lnTo>
                <a:lnTo>
                  <a:pt x="128219" y="219748"/>
                </a:lnTo>
                <a:lnTo>
                  <a:pt x="125171" y="216700"/>
                </a:lnTo>
                <a:lnTo>
                  <a:pt x="122123" y="212128"/>
                </a:lnTo>
                <a:lnTo>
                  <a:pt x="120599" y="207556"/>
                </a:lnTo>
                <a:lnTo>
                  <a:pt x="120599" y="199834"/>
                </a:lnTo>
                <a:lnTo>
                  <a:pt x="132791" y="154114"/>
                </a:lnTo>
                <a:lnTo>
                  <a:pt x="150571" y="119303"/>
                </a:lnTo>
                <a:lnTo>
                  <a:pt x="181559" y="97637"/>
                </a:lnTo>
                <a:lnTo>
                  <a:pt x="186131" y="97637"/>
                </a:lnTo>
                <a:lnTo>
                  <a:pt x="190792" y="99161"/>
                </a:lnTo>
                <a:lnTo>
                  <a:pt x="192316" y="103733"/>
                </a:lnTo>
                <a:lnTo>
                  <a:pt x="195364" y="108305"/>
                </a:lnTo>
                <a:lnTo>
                  <a:pt x="196888" y="112877"/>
                </a:lnTo>
                <a:lnTo>
                  <a:pt x="196888" y="88493"/>
                </a:lnTo>
                <a:lnTo>
                  <a:pt x="190792" y="88493"/>
                </a:lnTo>
                <a:lnTo>
                  <a:pt x="176491" y="91084"/>
                </a:lnTo>
                <a:lnTo>
                  <a:pt x="129743" y="131165"/>
                </a:lnTo>
                <a:lnTo>
                  <a:pt x="104355" y="170878"/>
                </a:lnTo>
                <a:lnTo>
                  <a:pt x="96113" y="206032"/>
                </a:lnTo>
                <a:lnTo>
                  <a:pt x="96113" y="213652"/>
                </a:lnTo>
                <a:lnTo>
                  <a:pt x="99161" y="221272"/>
                </a:lnTo>
                <a:lnTo>
                  <a:pt x="102209" y="227355"/>
                </a:lnTo>
                <a:lnTo>
                  <a:pt x="106883" y="233464"/>
                </a:lnTo>
                <a:lnTo>
                  <a:pt x="112979" y="236512"/>
                </a:lnTo>
                <a:lnTo>
                  <a:pt x="120599" y="236512"/>
                </a:lnTo>
                <a:lnTo>
                  <a:pt x="156730" y="221272"/>
                </a:lnTo>
                <a:lnTo>
                  <a:pt x="176987" y="199834"/>
                </a:lnTo>
                <a:lnTo>
                  <a:pt x="175463" y="210604"/>
                </a:lnTo>
                <a:lnTo>
                  <a:pt x="175590" y="233654"/>
                </a:lnTo>
                <a:lnTo>
                  <a:pt x="178511" y="238036"/>
                </a:lnTo>
                <a:lnTo>
                  <a:pt x="184607" y="238036"/>
                </a:lnTo>
                <a:lnTo>
                  <a:pt x="226225" y="214083"/>
                </a:lnTo>
                <a:lnTo>
                  <a:pt x="236512" y="201295"/>
                </a:lnTo>
                <a:lnTo>
                  <a:pt x="236512" y="199834"/>
                </a:lnTo>
                <a:close/>
              </a:path>
              <a:path w="630554" h="283845">
                <a:moveTo>
                  <a:pt x="375386" y="137350"/>
                </a:moveTo>
                <a:lnTo>
                  <a:pt x="362305" y="97624"/>
                </a:lnTo>
                <a:lnTo>
                  <a:pt x="350913" y="90449"/>
                </a:lnTo>
                <a:lnTo>
                  <a:pt x="350913" y="132676"/>
                </a:lnTo>
                <a:lnTo>
                  <a:pt x="350837" y="134200"/>
                </a:lnTo>
                <a:lnTo>
                  <a:pt x="342544" y="185280"/>
                </a:lnTo>
                <a:lnTo>
                  <a:pt x="319278" y="222592"/>
                </a:lnTo>
                <a:lnTo>
                  <a:pt x="300609" y="230403"/>
                </a:lnTo>
                <a:lnTo>
                  <a:pt x="292989" y="230403"/>
                </a:lnTo>
                <a:lnTo>
                  <a:pt x="288417" y="227355"/>
                </a:lnTo>
                <a:lnTo>
                  <a:pt x="283845" y="221259"/>
                </a:lnTo>
                <a:lnTo>
                  <a:pt x="280797" y="216687"/>
                </a:lnTo>
                <a:lnTo>
                  <a:pt x="280708" y="216115"/>
                </a:lnTo>
                <a:lnTo>
                  <a:pt x="279273" y="207543"/>
                </a:lnTo>
                <a:lnTo>
                  <a:pt x="279273" y="196786"/>
                </a:lnTo>
                <a:lnTo>
                  <a:pt x="279831" y="188188"/>
                </a:lnTo>
                <a:lnTo>
                  <a:pt x="290880" y="140322"/>
                </a:lnTo>
                <a:lnTo>
                  <a:pt x="314185" y="105346"/>
                </a:lnTo>
                <a:lnTo>
                  <a:pt x="316547" y="103720"/>
                </a:lnTo>
                <a:lnTo>
                  <a:pt x="320421" y="101053"/>
                </a:lnTo>
                <a:lnTo>
                  <a:pt x="326669" y="98488"/>
                </a:lnTo>
                <a:lnTo>
                  <a:pt x="332625" y="97624"/>
                </a:lnTo>
                <a:lnTo>
                  <a:pt x="338721" y="97624"/>
                </a:lnTo>
                <a:lnTo>
                  <a:pt x="350774" y="128689"/>
                </a:lnTo>
                <a:lnTo>
                  <a:pt x="350913" y="132676"/>
                </a:lnTo>
                <a:lnTo>
                  <a:pt x="350913" y="90449"/>
                </a:lnTo>
                <a:lnTo>
                  <a:pt x="347929" y="89344"/>
                </a:lnTo>
                <a:lnTo>
                  <a:pt x="340245" y="88480"/>
                </a:lnTo>
                <a:lnTo>
                  <a:pt x="332752" y="89344"/>
                </a:lnTo>
                <a:lnTo>
                  <a:pt x="332625" y="89344"/>
                </a:lnTo>
                <a:lnTo>
                  <a:pt x="323278" y="92100"/>
                </a:lnTo>
                <a:lnTo>
                  <a:pt x="312597" y="96850"/>
                </a:lnTo>
                <a:lnTo>
                  <a:pt x="300609" y="103720"/>
                </a:lnTo>
                <a:lnTo>
                  <a:pt x="330644" y="3048"/>
                </a:lnTo>
                <a:lnTo>
                  <a:pt x="331101" y="1524"/>
                </a:lnTo>
                <a:lnTo>
                  <a:pt x="323469" y="1524"/>
                </a:lnTo>
                <a:lnTo>
                  <a:pt x="318897" y="3048"/>
                </a:lnTo>
                <a:lnTo>
                  <a:pt x="312801" y="3048"/>
                </a:lnTo>
                <a:lnTo>
                  <a:pt x="285369" y="1524"/>
                </a:lnTo>
                <a:lnTo>
                  <a:pt x="283845" y="1524"/>
                </a:lnTo>
                <a:lnTo>
                  <a:pt x="282321" y="3048"/>
                </a:lnTo>
                <a:lnTo>
                  <a:pt x="282321" y="6096"/>
                </a:lnTo>
                <a:lnTo>
                  <a:pt x="283845" y="7620"/>
                </a:lnTo>
                <a:lnTo>
                  <a:pt x="297561" y="7620"/>
                </a:lnTo>
                <a:lnTo>
                  <a:pt x="302133" y="12192"/>
                </a:lnTo>
                <a:lnTo>
                  <a:pt x="302133" y="24384"/>
                </a:lnTo>
                <a:lnTo>
                  <a:pt x="300609" y="27432"/>
                </a:lnTo>
                <a:lnTo>
                  <a:pt x="268516" y="134200"/>
                </a:lnTo>
                <a:lnTo>
                  <a:pt x="262509" y="156502"/>
                </a:lnTo>
                <a:lnTo>
                  <a:pt x="258229" y="175056"/>
                </a:lnTo>
                <a:lnTo>
                  <a:pt x="255651" y="189598"/>
                </a:lnTo>
                <a:lnTo>
                  <a:pt x="254800" y="199834"/>
                </a:lnTo>
                <a:lnTo>
                  <a:pt x="255612" y="208483"/>
                </a:lnTo>
                <a:lnTo>
                  <a:pt x="285267" y="237451"/>
                </a:lnTo>
                <a:lnTo>
                  <a:pt x="292989" y="238023"/>
                </a:lnTo>
                <a:lnTo>
                  <a:pt x="306705" y="236054"/>
                </a:lnTo>
                <a:lnTo>
                  <a:pt x="347865" y="207543"/>
                </a:lnTo>
                <a:lnTo>
                  <a:pt x="368515" y="174129"/>
                </a:lnTo>
                <a:lnTo>
                  <a:pt x="373672" y="156235"/>
                </a:lnTo>
                <a:lnTo>
                  <a:pt x="375386" y="137350"/>
                </a:lnTo>
                <a:close/>
              </a:path>
              <a:path w="630554" h="283845">
                <a:moveTo>
                  <a:pt x="474535" y="0"/>
                </a:moveTo>
                <a:lnTo>
                  <a:pt x="424154" y="3048"/>
                </a:lnTo>
                <a:lnTo>
                  <a:pt x="416534" y="3048"/>
                </a:lnTo>
                <a:lnTo>
                  <a:pt x="416534" y="7620"/>
                </a:lnTo>
                <a:lnTo>
                  <a:pt x="419582" y="9144"/>
                </a:lnTo>
                <a:lnTo>
                  <a:pt x="437870" y="9144"/>
                </a:lnTo>
                <a:lnTo>
                  <a:pt x="443966" y="13716"/>
                </a:lnTo>
                <a:lnTo>
                  <a:pt x="443966" y="19812"/>
                </a:lnTo>
                <a:lnTo>
                  <a:pt x="442798" y="27546"/>
                </a:lnTo>
                <a:lnTo>
                  <a:pt x="439204" y="41732"/>
                </a:lnTo>
                <a:lnTo>
                  <a:pt x="433031" y="62496"/>
                </a:lnTo>
                <a:lnTo>
                  <a:pt x="424154" y="90004"/>
                </a:lnTo>
                <a:lnTo>
                  <a:pt x="411010" y="132029"/>
                </a:lnTo>
                <a:lnTo>
                  <a:pt x="401294" y="164007"/>
                </a:lnTo>
                <a:lnTo>
                  <a:pt x="395008" y="185686"/>
                </a:lnTo>
                <a:lnTo>
                  <a:pt x="392150" y="196786"/>
                </a:lnTo>
                <a:lnTo>
                  <a:pt x="390144" y="203669"/>
                </a:lnTo>
                <a:lnTo>
                  <a:pt x="388721" y="210400"/>
                </a:lnTo>
                <a:lnTo>
                  <a:pt x="388620" y="211201"/>
                </a:lnTo>
                <a:lnTo>
                  <a:pt x="387883" y="216687"/>
                </a:lnTo>
                <a:lnTo>
                  <a:pt x="387794" y="218211"/>
                </a:lnTo>
                <a:lnTo>
                  <a:pt x="387578" y="222783"/>
                </a:lnTo>
                <a:lnTo>
                  <a:pt x="387578" y="227355"/>
                </a:lnTo>
                <a:lnTo>
                  <a:pt x="389102" y="231927"/>
                </a:lnTo>
                <a:lnTo>
                  <a:pt x="392150" y="233451"/>
                </a:lnTo>
                <a:lnTo>
                  <a:pt x="395198" y="236499"/>
                </a:lnTo>
                <a:lnTo>
                  <a:pt x="398246" y="238023"/>
                </a:lnTo>
                <a:lnTo>
                  <a:pt x="401294" y="238023"/>
                </a:lnTo>
                <a:lnTo>
                  <a:pt x="410438" y="236867"/>
                </a:lnTo>
                <a:lnTo>
                  <a:pt x="419582" y="233260"/>
                </a:lnTo>
                <a:lnTo>
                  <a:pt x="426085" y="228879"/>
                </a:lnTo>
                <a:lnTo>
                  <a:pt x="428726" y="227101"/>
                </a:lnTo>
                <a:lnTo>
                  <a:pt x="456590" y="196265"/>
                </a:lnTo>
                <a:lnTo>
                  <a:pt x="457771" y="192214"/>
                </a:lnTo>
                <a:lnTo>
                  <a:pt x="457771" y="190690"/>
                </a:lnTo>
                <a:lnTo>
                  <a:pt x="456247" y="189166"/>
                </a:lnTo>
                <a:lnTo>
                  <a:pt x="453199" y="189166"/>
                </a:lnTo>
                <a:lnTo>
                  <a:pt x="451586" y="192214"/>
                </a:lnTo>
                <a:lnTo>
                  <a:pt x="448538" y="195262"/>
                </a:lnTo>
                <a:lnTo>
                  <a:pt x="444804" y="200748"/>
                </a:lnTo>
                <a:lnTo>
                  <a:pt x="440347" y="205981"/>
                </a:lnTo>
                <a:lnTo>
                  <a:pt x="435038" y="211201"/>
                </a:lnTo>
                <a:lnTo>
                  <a:pt x="428726" y="216687"/>
                </a:lnTo>
                <a:lnTo>
                  <a:pt x="419582" y="225831"/>
                </a:lnTo>
                <a:lnTo>
                  <a:pt x="411962" y="228879"/>
                </a:lnTo>
                <a:lnTo>
                  <a:pt x="407390" y="228879"/>
                </a:lnTo>
                <a:lnTo>
                  <a:pt x="407390" y="224307"/>
                </a:lnTo>
                <a:lnTo>
                  <a:pt x="408914" y="216687"/>
                </a:lnTo>
                <a:lnTo>
                  <a:pt x="411962" y="202882"/>
                </a:lnTo>
                <a:lnTo>
                  <a:pt x="443966" y="97624"/>
                </a:lnTo>
                <a:lnTo>
                  <a:pt x="456069" y="59829"/>
                </a:lnTo>
                <a:lnTo>
                  <a:pt x="465010" y="31064"/>
                </a:lnTo>
                <a:lnTo>
                  <a:pt x="471068" y="11163"/>
                </a:lnTo>
                <a:lnTo>
                  <a:pt x="474535" y="0"/>
                </a:lnTo>
                <a:close/>
              </a:path>
              <a:path w="630554" h="283845">
                <a:moveTo>
                  <a:pt x="579793" y="105244"/>
                </a:moveTo>
                <a:lnTo>
                  <a:pt x="578269" y="99148"/>
                </a:lnTo>
                <a:lnTo>
                  <a:pt x="575221" y="96100"/>
                </a:lnTo>
                <a:lnTo>
                  <a:pt x="569125" y="90004"/>
                </a:lnTo>
                <a:lnTo>
                  <a:pt x="563029" y="88480"/>
                </a:lnTo>
                <a:lnTo>
                  <a:pt x="563029" y="100672"/>
                </a:lnTo>
                <a:lnTo>
                  <a:pt x="563029" y="105244"/>
                </a:lnTo>
                <a:lnTo>
                  <a:pt x="536752" y="145948"/>
                </a:lnTo>
                <a:lnTo>
                  <a:pt x="503491" y="166306"/>
                </a:lnTo>
                <a:lnTo>
                  <a:pt x="509295" y="147281"/>
                </a:lnTo>
                <a:lnTo>
                  <a:pt x="527875" y="111340"/>
                </a:lnTo>
                <a:lnTo>
                  <a:pt x="553885" y="96100"/>
                </a:lnTo>
                <a:lnTo>
                  <a:pt x="558457" y="96100"/>
                </a:lnTo>
                <a:lnTo>
                  <a:pt x="559981" y="99148"/>
                </a:lnTo>
                <a:lnTo>
                  <a:pt x="563029" y="100672"/>
                </a:lnTo>
                <a:lnTo>
                  <a:pt x="563029" y="88480"/>
                </a:lnTo>
                <a:lnTo>
                  <a:pt x="556933" y="88480"/>
                </a:lnTo>
                <a:lnTo>
                  <a:pt x="513765" y="110350"/>
                </a:lnTo>
                <a:lnTo>
                  <a:pt x="486041" y="147281"/>
                </a:lnTo>
                <a:lnTo>
                  <a:pt x="485978" y="147434"/>
                </a:lnTo>
                <a:lnTo>
                  <a:pt x="477012" y="165722"/>
                </a:lnTo>
                <a:lnTo>
                  <a:pt x="471703" y="183286"/>
                </a:lnTo>
                <a:lnTo>
                  <a:pt x="469963" y="199834"/>
                </a:lnTo>
                <a:lnTo>
                  <a:pt x="470535" y="207314"/>
                </a:lnTo>
                <a:lnTo>
                  <a:pt x="496049" y="237197"/>
                </a:lnTo>
                <a:lnTo>
                  <a:pt x="503491" y="238036"/>
                </a:lnTo>
                <a:lnTo>
                  <a:pt x="513765" y="236905"/>
                </a:lnTo>
                <a:lnTo>
                  <a:pt x="551218" y="213791"/>
                </a:lnTo>
                <a:lnTo>
                  <a:pt x="561505" y="196786"/>
                </a:lnTo>
                <a:lnTo>
                  <a:pt x="561505" y="195262"/>
                </a:lnTo>
                <a:lnTo>
                  <a:pt x="559981" y="193738"/>
                </a:lnTo>
                <a:lnTo>
                  <a:pt x="556933" y="193738"/>
                </a:lnTo>
                <a:lnTo>
                  <a:pt x="550837" y="199834"/>
                </a:lnTo>
                <a:lnTo>
                  <a:pt x="547116" y="205574"/>
                </a:lnTo>
                <a:lnTo>
                  <a:pt x="542823" y="211162"/>
                </a:lnTo>
                <a:lnTo>
                  <a:pt x="537933" y="216433"/>
                </a:lnTo>
                <a:lnTo>
                  <a:pt x="532447" y="221272"/>
                </a:lnTo>
                <a:lnTo>
                  <a:pt x="524827" y="225844"/>
                </a:lnTo>
                <a:lnTo>
                  <a:pt x="517207" y="228892"/>
                </a:lnTo>
                <a:lnTo>
                  <a:pt x="505015" y="228892"/>
                </a:lnTo>
                <a:lnTo>
                  <a:pt x="501967" y="227368"/>
                </a:lnTo>
                <a:lnTo>
                  <a:pt x="498919" y="222796"/>
                </a:lnTo>
                <a:lnTo>
                  <a:pt x="495871" y="219748"/>
                </a:lnTo>
                <a:lnTo>
                  <a:pt x="494347" y="215176"/>
                </a:lnTo>
                <a:lnTo>
                  <a:pt x="494347" y="210604"/>
                </a:lnTo>
                <a:lnTo>
                  <a:pt x="520496" y="167690"/>
                </a:lnTo>
                <a:lnTo>
                  <a:pt x="523760" y="166306"/>
                </a:lnTo>
                <a:lnTo>
                  <a:pt x="561505" y="144970"/>
                </a:lnTo>
                <a:lnTo>
                  <a:pt x="579729" y="110350"/>
                </a:lnTo>
                <a:lnTo>
                  <a:pt x="579793" y="105244"/>
                </a:lnTo>
                <a:close/>
              </a:path>
              <a:path w="630554" h="283845">
                <a:moveTo>
                  <a:pt x="630174" y="202882"/>
                </a:moveTo>
                <a:lnTo>
                  <a:pt x="628650" y="201358"/>
                </a:lnTo>
                <a:lnTo>
                  <a:pt x="628650" y="199834"/>
                </a:lnTo>
                <a:lnTo>
                  <a:pt x="627126" y="198310"/>
                </a:lnTo>
                <a:lnTo>
                  <a:pt x="625513" y="198310"/>
                </a:lnTo>
                <a:lnTo>
                  <a:pt x="623989" y="196786"/>
                </a:lnTo>
                <a:lnTo>
                  <a:pt x="604177" y="196786"/>
                </a:lnTo>
                <a:lnTo>
                  <a:pt x="602653" y="198310"/>
                </a:lnTo>
                <a:lnTo>
                  <a:pt x="601129" y="198310"/>
                </a:lnTo>
                <a:lnTo>
                  <a:pt x="601129" y="199834"/>
                </a:lnTo>
                <a:lnTo>
                  <a:pt x="598081" y="202882"/>
                </a:lnTo>
                <a:lnTo>
                  <a:pt x="598081" y="231940"/>
                </a:lnTo>
                <a:lnTo>
                  <a:pt x="575221" y="279273"/>
                </a:lnTo>
                <a:lnTo>
                  <a:pt x="575221" y="282321"/>
                </a:lnTo>
                <a:lnTo>
                  <a:pt x="576745" y="283845"/>
                </a:lnTo>
                <a:lnTo>
                  <a:pt x="591985" y="283845"/>
                </a:lnTo>
                <a:lnTo>
                  <a:pt x="591985" y="282321"/>
                </a:lnTo>
                <a:lnTo>
                  <a:pt x="595033" y="282321"/>
                </a:lnTo>
                <a:lnTo>
                  <a:pt x="595033" y="280797"/>
                </a:lnTo>
                <a:lnTo>
                  <a:pt x="596557" y="280797"/>
                </a:lnTo>
                <a:lnTo>
                  <a:pt x="596557" y="279273"/>
                </a:lnTo>
                <a:lnTo>
                  <a:pt x="620941" y="244132"/>
                </a:lnTo>
                <a:lnTo>
                  <a:pt x="623989" y="238036"/>
                </a:lnTo>
                <a:lnTo>
                  <a:pt x="625513" y="236512"/>
                </a:lnTo>
                <a:lnTo>
                  <a:pt x="627126" y="233464"/>
                </a:lnTo>
                <a:lnTo>
                  <a:pt x="627126" y="230416"/>
                </a:lnTo>
                <a:lnTo>
                  <a:pt x="628650" y="228892"/>
                </a:lnTo>
                <a:lnTo>
                  <a:pt x="628650" y="225844"/>
                </a:lnTo>
                <a:lnTo>
                  <a:pt x="630174" y="222796"/>
                </a:lnTo>
                <a:lnTo>
                  <a:pt x="630174" y="2028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3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641788" y="4097654"/>
            <a:ext cx="125063" cy="169354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3878198" y="4059459"/>
            <a:ext cx="248920" cy="207645"/>
            <a:chOff x="3878198" y="4059459"/>
            <a:chExt cx="248920" cy="207645"/>
          </a:xfrm>
        </p:grpSpPr>
        <p:pic>
          <p:nvPicPr>
            <p:cNvPr id="41" name="object 4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878198" y="4059459"/>
              <a:ext cx="99250" cy="20754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000309" y="4097654"/>
              <a:ext cx="126587" cy="169354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4178807" y="4025836"/>
            <a:ext cx="393700" cy="241300"/>
            <a:chOff x="4178807" y="4025836"/>
            <a:chExt cx="393700" cy="241300"/>
          </a:xfrm>
        </p:grpSpPr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178807" y="4025836"/>
              <a:ext cx="140349" cy="24117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361878" y="4025836"/>
              <a:ext cx="27940" cy="238125"/>
            </a:xfrm>
            <a:custGeom>
              <a:avLst/>
              <a:gdLst/>
              <a:ahLst/>
              <a:cxnLst/>
              <a:rect l="l" t="t" r="r" b="b"/>
              <a:pathLst>
                <a:path w="27939" h="238125">
                  <a:moveTo>
                    <a:pt x="24384" y="1523"/>
                  </a:moveTo>
                  <a:lnTo>
                    <a:pt x="3048" y="1523"/>
                  </a:lnTo>
                  <a:lnTo>
                    <a:pt x="4572" y="0"/>
                  </a:lnTo>
                  <a:lnTo>
                    <a:pt x="22860" y="0"/>
                  </a:lnTo>
                  <a:lnTo>
                    <a:pt x="24384" y="1523"/>
                  </a:lnTo>
                  <a:close/>
                </a:path>
                <a:path w="27939" h="238125">
                  <a:moveTo>
                    <a:pt x="24384" y="238125"/>
                  </a:moveTo>
                  <a:lnTo>
                    <a:pt x="3048" y="238125"/>
                  </a:lnTo>
                  <a:lnTo>
                    <a:pt x="0" y="235077"/>
                  </a:lnTo>
                  <a:lnTo>
                    <a:pt x="0" y="3143"/>
                  </a:lnTo>
                  <a:lnTo>
                    <a:pt x="1524" y="3143"/>
                  </a:lnTo>
                  <a:lnTo>
                    <a:pt x="1524" y="1523"/>
                  </a:lnTo>
                  <a:lnTo>
                    <a:pt x="25908" y="1523"/>
                  </a:lnTo>
                  <a:lnTo>
                    <a:pt x="27432" y="3143"/>
                  </a:lnTo>
                  <a:lnTo>
                    <a:pt x="27432" y="236601"/>
                  </a:lnTo>
                  <a:lnTo>
                    <a:pt x="25908" y="236601"/>
                  </a:lnTo>
                  <a:lnTo>
                    <a:pt x="24384" y="238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432077" y="4097654"/>
              <a:ext cx="140303" cy="169354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4683919" y="4024312"/>
            <a:ext cx="279400" cy="243204"/>
            <a:chOff x="4683919" y="4024312"/>
            <a:chExt cx="279400" cy="243204"/>
          </a:xfrm>
        </p:grpSpPr>
        <p:pic>
          <p:nvPicPr>
            <p:cNvPr id="48" name="object 4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683919" y="4097655"/>
              <a:ext cx="153922" cy="16935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859273" y="4024312"/>
              <a:ext cx="103727" cy="239649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054536" y="4036599"/>
            <a:ext cx="1064895" cy="276225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244590" y="4025836"/>
            <a:ext cx="1067942" cy="241173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7445216" y="4025836"/>
            <a:ext cx="308610" cy="299720"/>
            <a:chOff x="7445216" y="4025836"/>
            <a:chExt cx="308610" cy="299720"/>
          </a:xfrm>
        </p:grpSpPr>
        <p:pic>
          <p:nvPicPr>
            <p:cNvPr id="53" name="object 5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445216" y="4025836"/>
              <a:ext cx="141922" cy="24117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606950" y="4100702"/>
              <a:ext cx="146494" cy="224313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864792" y="4059459"/>
            <a:ext cx="1058799" cy="265557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640264" y="4524946"/>
            <a:ext cx="1540859" cy="227361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5310854" y="4463891"/>
            <a:ext cx="35560" cy="227965"/>
          </a:xfrm>
          <a:custGeom>
            <a:avLst/>
            <a:gdLst/>
            <a:ahLst/>
            <a:cxnLst/>
            <a:rect l="l" t="t" r="r" b="b"/>
            <a:pathLst>
              <a:path w="35560" h="227964">
                <a:moveTo>
                  <a:pt x="24384" y="64103"/>
                </a:moveTo>
                <a:lnTo>
                  <a:pt x="10668" y="64103"/>
                </a:lnTo>
                <a:lnTo>
                  <a:pt x="12192" y="62579"/>
                </a:lnTo>
                <a:lnTo>
                  <a:pt x="22860" y="62579"/>
                </a:lnTo>
                <a:lnTo>
                  <a:pt x="24384" y="64103"/>
                </a:lnTo>
                <a:close/>
              </a:path>
              <a:path w="35560" h="227964">
                <a:moveTo>
                  <a:pt x="30480" y="225837"/>
                </a:moveTo>
                <a:lnTo>
                  <a:pt x="4572" y="225837"/>
                </a:lnTo>
                <a:lnTo>
                  <a:pt x="4572" y="224313"/>
                </a:lnTo>
                <a:lnTo>
                  <a:pt x="3048" y="222789"/>
                </a:lnTo>
                <a:lnTo>
                  <a:pt x="3048" y="67151"/>
                </a:lnTo>
                <a:lnTo>
                  <a:pt x="6096" y="64103"/>
                </a:lnTo>
                <a:lnTo>
                  <a:pt x="28956" y="64103"/>
                </a:lnTo>
                <a:lnTo>
                  <a:pt x="32004" y="67151"/>
                </a:lnTo>
                <a:lnTo>
                  <a:pt x="32004" y="222789"/>
                </a:lnTo>
                <a:lnTo>
                  <a:pt x="30480" y="224313"/>
                </a:lnTo>
                <a:lnTo>
                  <a:pt x="30480" y="225837"/>
                </a:lnTo>
                <a:close/>
              </a:path>
              <a:path w="35560" h="227964">
                <a:moveTo>
                  <a:pt x="24384" y="227361"/>
                </a:moveTo>
                <a:lnTo>
                  <a:pt x="10668" y="227361"/>
                </a:lnTo>
                <a:lnTo>
                  <a:pt x="9144" y="225837"/>
                </a:lnTo>
                <a:lnTo>
                  <a:pt x="25908" y="225837"/>
                </a:lnTo>
                <a:lnTo>
                  <a:pt x="24384" y="227361"/>
                </a:lnTo>
                <a:close/>
              </a:path>
              <a:path w="35560" h="227964">
                <a:moveTo>
                  <a:pt x="24384" y="33528"/>
                </a:moveTo>
                <a:lnTo>
                  <a:pt x="10668" y="33528"/>
                </a:lnTo>
                <a:lnTo>
                  <a:pt x="6096" y="32003"/>
                </a:lnTo>
                <a:lnTo>
                  <a:pt x="3048" y="30479"/>
                </a:lnTo>
                <a:lnTo>
                  <a:pt x="1524" y="27432"/>
                </a:lnTo>
                <a:lnTo>
                  <a:pt x="0" y="22860"/>
                </a:lnTo>
                <a:lnTo>
                  <a:pt x="0" y="10667"/>
                </a:lnTo>
                <a:lnTo>
                  <a:pt x="1524" y="6096"/>
                </a:lnTo>
                <a:lnTo>
                  <a:pt x="6096" y="1524"/>
                </a:lnTo>
                <a:lnTo>
                  <a:pt x="10668" y="0"/>
                </a:lnTo>
                <a:lnTo>
                  <a:pt x="24384" y="0"/>
                </a:lnTo>
                <a:lnTo>
                  <a:pt x="28956" y="1524"/>
                </a:lnTo>
                <a:lnTo>
                  <a:pt x="33528" y="6096"/>
                </a:lnTo>
                <a:lnTo>
                  <a:pt x="35052" y="10667"/>
                </a:lnTo>
                <a:lnTo>
                  <a:pt x="35052" y="22860"/>
                </a:lnTo>
                <a:lnTo>
                  <a:pt x="33528" y="27432"/>
                </a:lnTo>
                <a:lnTo>
                  <a:pt x="28956" y="32003"/>
                </a:lnTo>
                <a:lnTo>
                  <a:pt x="24384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394769" y="4524946"/>
            <a:ext cx="132683" cy="166306"/>
          </a:xfrm>
          <a:prstGeom prst="rect">
            <a:avLst/>
          </a:prstGeom>
        </p:spPr>
      </p:pic>
      <p:grpSp>
        <p:nvGrpSpPr>
          <p:cNvPr id="59" name="object 59"/>
          <p:cNvGrpSpPr/>
          <p:nvPr/>
        </p:nvGrpSpPr>
        <p:grpSpPr>
          <a:xfrm>
            <a:off x="5574792" y="4463891"/>
            <a:ext cx="396875" cy="229235"/>
            <a:chOff x="5574792" y="4463891"/>
            <a:chExt cx="396875" cy="229235"/>
          </a:xfrm>
        </p:grpSpPr>
        <p:sp>
          <p:nvSpPr>
            <p:cNvPr id="60" name="object 60"/>
            <p:cNvSpPr/>
            <p:nvPr/>
          </p:nvSpPr>
          <p:spPr>
            <a:xfrm>
              <a:off x="5574792" y="4463891"/>
              <a:ext cx="35560" cy="227965"/>
            </a:xfrm>
            <a:custGeom>
              <a:avLst/>
              <a:gdLst/>
              <a:ahLst/>
              <a:cxnLst/>
              <a:rect l="l" t="t" r="r" b="b"/>
              <a:pathLst>
                <a:path w="35560" h="227964">
                  <a:moveTo>
                    <a:pt x="24384" y="64103"/>
                  </a:moveTo>
                  <a:lnTo>
                    <a:pt x="10668" y="64103"/>
                  </a:lnTo>
                  <a:lnTo>
                    <a:pt x="12192" y="62579"/>
                  </a:lnTo>
                  <a:lnTo>
                    <a:pt x="22860" y="62579"/>
                  </a:lnTo>
                  <a:lnTo>
                    <a:pt x="24384" y="64103"/>
                  </a:lnTo>
                  <a:close/>
                </a:path>
                <a:path w="35560" h="227964">
                  <a:moveTo>
                    <a:pt x="28956" y="65627"/>
                  </a:moveTo>
                  <a:lnTo>
                    <a:pt x="4572" y="65627"/>
                  </a:lnTo>
                  <a:lnTo>
                    <a:pt x="6096" y="64103"/>
                  </a:lnTo>
                  <a:lnTo>
                    <a:pt x="28956" y="64103"/>
                  </a:lnTo>
                  <a:lnTo>
                    <a:pt x="28956" y="65627"/>
                  </a:lnTo>
                  <a:close/>
                </a:path>
                <a:path w="35560" h="227964">
                  <a:moveTo>
                    <a:pt x="28956" y="225837"/>
                  </a:moveTo>
                  <a:lnTo>
                    <a:pt x="4572" y="225837"/>
                  </a:lnTo>
                  <a:lnTo>
                    <a:pt x="4572" y="224313"/>
                  </a:lnTo>
                  <a:lnTo>
                    <a:pt x="3048" y="224313"/>
                  </a:lnTo>
                  <a:lnTo>
                    <a:pt x="3048" y="65627"/>
                  </a:lnTo>
                  <a:lnTo>
                    <a:pt x="30480" y="65627"/>
                  </a:lnTo>
                  <a:lnTo>
                    <a:pt x="30480" y="67151"/>
                  </a:lnTo>
                  <a:lnTo>
                    <a:pt x="32004" y="67151"/>
                  </a:lnTo>
                  <a:lnTo>
                    <a:pt x="32004" y="222789"/>
                  </a:lnTo>
                  <a:lnTo>
                    <a:pt x="30480" y="222789"/>
                  </a:lnTo>
                  <a:lnTo>
                    <a:pt x="30480" y="224313"/>
                  </a:lnTo>
                  <a:lnTo>
                    <a:pt x="28956" y="225837"/>
                  </a:lnTo>
                  <a:close/>
                </a:path>
                <a:path w="35560" h="227964">
                  <a:moveTo>
                    <a:pt x="24384" y="227361"/>
                  </a:moveTo>
                  <a:lnTo>
                    <a:pt x="10668" y="227361"/>
                  </a:lnTo>
                  <a:lnTo>
                    <a:pt x="9144" y="225837"/>
                  </a:lnTo>
                  <a:lnTo>
                    <a:pt x="25908" y="225837"/>
                  </a:lnTo>
                  <a:lnTo>
                    <a:pt x="24384" y="227361"/>
                  </a:lnTo>
                  <a:close/>
                </a:path>
                <a:path w="35560" h="227964">
                  <a:moveTo>
                    <a:pt x="24384" y="33528"/>
                  </a:moveTo>
                  <a:lnTo>
                    <a:pt x="10668" y="33528"/>
                  </a:lnTo>
                  <a:lnTo>
                    <a:pt x="6096" y="32003"/>
                  </a:lnTo>
                  <a:lnTo>
                    <a:pt x="3048" y="30479"/>
                  </a:lnTo>
                  <a:lnTo>
                    <a:pt x="1524" y="27432"/>
                  </a:lnTo>
                  <a:lnTo>
                    <a:pt x="0" y="22860"/>
                  </a:lnTo>
                  <a:lnTo>
                    <a:pt x="0" y="10667"/>
                  </a:lnTo>
                  <a:lnTo>
                    <a:pt x="1524" y="6096"/>
                  </a:lnTo>
                  <a:lnTo>
                    <a:pt x="3048" y="3048"/>
                  </a:lnTo>
                  <a:lnTo>
                    <a:pt x="6096" y="1524"/>
                  </a:lnTo>
                  <a:lnTo>
                    <a:pt x="10668" y="0"/>
                  </a:lnTo>
                  <a:lnTo>
                    <a:pt x="24384" y="0"/>
                  </a:lnTo>
                  <a:lnTo>
                    <a:pt x="28956" y="1524"/>
                  </a:lnTo>
                  <a:lnTo>
                    <a:pt x="33528" y="6096"/>
                  </a:lnTo>
                  <a:lnTo>
                    <a:pt x="35052" y="10667"/>
                  </a:lnTo>
                  <a:lnTo>
                    <a:pt x="35052" y="22860"/>
                  </a:lnTo>
                  <a:lnTo>
                    <a:pt x="33528" y="27432"/>
                  </a:lnTo>
                  <a:lnTo>
                    <a:pt x="28956" y="32003"/>
                  </a:lnTo>
                  <a:lnTo>
                    <a:pt x="24384" y="33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637371" y="4485227"/>
              <a:ext cx="100679" cy="20754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5771673" y="4463891"/>
              <a:ext cx="35560" cy="227965"/>
            </a:xfrm>
            <a:custGeom>
              <a:avLst/>
              <a:gdLst/>
              <a:ahLst/>
              <a:cxnLst/>
              <a:rect l="l" t="t" r="r" b="b"/>
              <a:pathLst>
                <a:path w="35560" h="227964">
                  <a:moveTo>
                    <a:pt x="24384" y="64103"/>
                  </a:moveTo>
                  <a:lnTo>
                    <a:pt x="10668" y="64103"/>
                  </a:lnTo>
                  <a:lnTo>
                    <a:pt x="12192" y="62579"/>
                  </a:lnTo>
                  <a:lnTo>
                    <a:pt x="22860" y="62579"/>
                  </a:lnTo>
                  <a:lnTo>
                    <a:pt x="24384" y="64103"/>
                  </a:lnTo>
                  <a:close/>
                </a:path>
                <a:path w="35560" h="227964">
                  <a:moveTo>
                    <a:pt x="30480" y="225837"/>
                  </a:moveTo>
                  <a:lnTo>
                    <a:pt x="4572" y="225837"/>
                  </a:lnTo>
                  <a:lnTo>
                    <a:pt x="4572" y="224313"/>
                  </a:lnTo>
                  <a:lnTo>
                    <a:pt x="3048" y="222789"/>
                  </a:lnTo>
                  <a:lnTo>
                    <a:pt x="3048" y="67151"/>
                  </a:lnTo>
                  <a:lnTo>
                    <a:pt x="6096" y="64103"/>
                  </a:lnTo>
                  <a:lnTo>
                    <a:pt x="28956" y="64103"/>
                  </a:lnTo>
                  <a:lnTo>
                    <a:pt x="32004" y="67151"/>
                  </a:lnTo>
                  <a:lnTo>
                    <a:pt x="32004" y="222789"/>
                  </a:lnTo>
                  <a:lnTo>
                    <a:pt x="30480" y="224313"/>
                  </a:lnTo>
                  <a:lnTo>
                    <a:pt x="30480" y="225837"/>
                  </a:lnTo>
                  <a:close/>
                </a:path>
                <a:path w="35560" h="227964">
                  <a:moveTo>
                    <a:pt x="24384" y="227361"/>
                  </a:moveTo>
                  <a:lnTo>
                    <a:pt x="10668" y="227361"/>
                  </a:lnTo>
                  <a:lnTo>
                    <a:pt x="9144" y="225837"/>
                  </a:lnTo>
                  <a:lnTo>
                    <a:pt x="25908" y="225837"/>
                  </a:lnTo>
                  <a:lnTo>
                    <a:pt x="24384" y="227361"/>
                  </a:lnTo>
                  <a:close/>
                </a:path>
                <a:path w="35560" h="227964">
                  <a:moveTo>
                    <a:pt x="24384" y="33528"/>
                  </a:moveTo>
                  <a:lnTo>
                    <a:pt x="10668" y="33528"/>
                  </a:lnTo>
                  <a:lnTo>
                    <a:pt x="6096" y="32003"/>
                  </a:lnTo>
                  <a:lnTo>
                    <a:pt x="3048" y="30479"/>
                  </a:lnTo>
                  <a:lnTo>
                    <a:pt x="1524" y="27432"/>
                  </a:lnTo>
                  <a:lnTo>
                    <a:pt x="0" y="22860"/>
                  </a:lnTo>
                  <a:lnTo>
                    <a:pt x="0" y="10667"/>
                  </a:lnTo>
                  <a:lnTo>
                    <a:pt x="1524" y="6096"/>
                  </a:lnTo>
                  <a:lnTo>
                    <a:pt x="6096" y="1524"/>
                  </a:lnTo>
                  <a:lnTo>
                    <a:pt x="10668" y="0"/>
                  </a:lnTo>
                  <a:lnTo>
                    <a:pt x="24384" y="0"/>
                  </a:lnTo>
                  <a:lnTo>
                    <a:pt x="28956" y="1524"/>
                  </a:lnTo>
                  <a:lnTo>
                    <a:pt x="33528" y="6096"/>
                  </a:lnTo>
                  <a:lnTo>
                    <a:pt x="35052" y="10667"/>
                  </a:lnTo>
                  <a:lnTo>
                    <a:pt x="35052" y="22860"/>
                  </a:lnTo>
                  <a:lnTo>
                    <a:pt x="33528" y="27432"/>
                  </a:lnTo>
                  <a:lnTo>
                    <a:pt x="28956" y="32003"/>
                  </a:lnTo>
                  <a:lnTo>
                    <a:pt x="24384" y="33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844825" y="4524946"/>
              <a:ext cx="126587" cy="167830"/>
            </a:xfrm>
            <a:prstGeom prst="rect">
              <a:avLst/>
            </a:prstGeom>
          </p:spPr>
        </p:pic>
      </p:grpSp>
      <p:sp>
        <p:nvSpPr>
          <p:cNvPr id="64" name="object 64"/>
          <p:cNvSpPr/>
          <p:nvPr/>
        </p:nvSpPr>
        <p:spPr>
          <a:xfrm>
            <a:off x="6023323" y="4453223"/>
            <a:ext cx="29209" cy="238125"/>
          </a:xfrm>
          <a:custGeom>
            <a:avLst/>
            <a:gdLst/>
            <a:ahLst/>
            <a:cxnLst/>
            <a:rect l="l" t="t" r="r" b="b"/>
            <a:pathLst>
              <a:path w="29210" h="238125">
                <a:moveTo>
                  <a:pt x="27432" y="236505"/>
                </a:moveTo>
                <a:lnTo>
                  <a:pt x="3048" y="236505"/>
                </a:lnTo>
                <a:lnTo>
                  <a:pt x="1524" y="234981"/>
                </a:lnTo>
                <a:lnTo>
                  <a:pt x="1524" y="233457"/>
                </a:lnTo>
                <a:lnTo>
                  <a:pt x="0" y="233457"/>
                </a:lnTo>
                <a:lnTo>
                  <a:pt x="0" y="4571"/>
                </a:lnTo>
                <a:lnTo>
                  <a:pt x="1524" y="3047"/>
                </a:lnTo>
                <a:lnTo>
                  <a:pt x="1524" y="1523"/>
                </a:lnTo>
                <a:lnTo>
                  <a:pt x="3048" y="1523"/>
                </a:lnTo>
                <a:lnTo>
                  <a:pt x="3048" y="0"/>
                </a:lnTo>
                <a:lnTo>
                  <a:pt x="25908" y="0"/>
                </a:lnTo>
                <a:lnTo>
                  <a:pt x="27432" y="1523"/>
                </a:lnTo>
                <a:lnTo>
                  <a:pt x="27432" y="3047"/>
                </a:lnTo>
                <a:lnTo>
                  <a:pt x="28956" y="3047"/>
                </a:lnTo>
                <a:lnTo>
                  <a:pt x="28956" y="233457"/>
                </a:lnTo>
                <a:lnTo>
                  <a:pt x="27432" y="234981"/>
                </a:lnTo>
                <a:lnTo>
                  <a:pt x="27432" y="236505"/>
                </a:lnTo>
                <a:close/>
              </a:path>
              <a:path w="29210" h="238125">
                <a:moveTo>
                  <a:pt x="21336" y="238029"/>
                </a:moveTo>
                <a:lnTo>
                  <a:pt x="7620" y="238029"/>
                </a:lnTo>
                <a:lnTo>
                  <a:pt x="6096" y="236505"/>
                </a:lnTo>
                <a:lnTo>
                  <a:pt x="22860" y="236505"/>
                </a:lnTo>
                <a:lnTo>
                  <a:pt x="21336" y="2380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5" name="object 65"/>
          <p:cNvGrpSpPr/>
          <p:nvPr/>
        </p:nvGrpSpPr>
        <p:grpSpPr>
          <a:xfrm>
            <a:off x="6104191" y="4453223"/>
            <a:ext cx="206375" cy="299085"/>
            <a:chOff x="6104191" y="4453223"/>
            <a:chExt cx="206375" cy="299085"/>
          </a:xfrm>
        </p:grpSpPr>
        <p:sp>
          <p:nvSpPr>
            <p:cNvPr id="66" name="object 66"/>
            <p:cNvSpPr/>
            <p:nvPr/>
          </p:nvSpPr>
          <p:spPr>
            <a:xfrm>
              <a:off x="6104191" y="4453223"/>
              <a:ext cx="29209" cy="238125"/>
            </a:xfrm>
            <a:custGeom>
              <a:avLst/>
              <a:gdLst/>
              <a:ahLst/>
              <a:cxnLst/>
              <a:rect l="l" t="t" r="r" b="b"/>
              <a:pathLst>
                <a:path w="29210" h="238125">
                  <a:moveTo>
                    <a:pt x="25908" y="236505"/>
                  </a:moveTo>
                  <a:lnTo>
                    <a:pt x="1524" y="236505"/>
                  </a:lnTo>
                  <a:lnTo>
                    <a:pt x="1524" y="234981"/>
                  </a:lnTo>
                  <a:lnTo>
                    <a:pt x="0" y="234981"/>
                  </a:lnTo>
                  <a:lnTo>
                    <a:pt x="0" y="3047"/>
                  </a:lnTo>
                  <a:lnTo>
                    <a:pt x="3048" y="0"/>
                  </a:lnTo>
                  <a:lnTo>
                    <a:pt x="25908" y="0"/>
                  </a:lnTo>
                  <a:lnTo>
                    <a:pt x="25908" y="1523"/>
                  </a:lnTo>
                  <a:lnTo>
                    <a:pt x="27432" y="1523"/>
                  </a:lnTo>
                  <a:lnTo>
                    <a:pt x="27432" y="3047"/>
                  </a:lnTo>
                  <a:lnTo>
                    <a:pt x="28956" y="3047"/>
                  </a:lnTo>
                  <a:lnTo>
                    <a:pt x="28956" y="233457"/>
                  </a:lnTo>
                  <a:lnTo>
                    <a:pt x="27432" y="233457"/>
                  </a:lnTo>
                  <a:lnTo>
                    <a:pt x="27432" y="234981"/>
                  </a:lnTo>
                  <a:lnTo>
                    <a:pt x="25908" y="236505"/>
                  </a:lnTo>
                  <a:close/>
                </a:path>
                <a:path w="29210" h="238125">
                  <a:moveTo>
                    <a:pt x="21336" y="238029"/>
                  </a:moveTo>
                  <a:lnTo>
                    <a:pt x="7620" y="238029"/>
                  </a:lnTo>
                  <a:lnTo>
                    <a:pt x="6096" y="236505"/>
                  </a:lnTo>
                  <a:lnTo>
                    <a:pt x="22860" y="236505"/>
                  </a:lnTo>
                  <a:lnTo>
                    <a:pt x="21336" y="2380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163722" y="4526470"/>
              <a:ext cx="146399" cy="225837"/>
            </a:xfrm>
            <a:prstGeom prst="rect">
              <a:avLst/>
            </a:prstGeom>
          </p:spPr>
        </p:pic>
      </p:grpSp>
      <p:grpSp>
        <p:nvGrpSpPr>
          <p:cNvPr id="68" name="object 68"/>
          <p:cNvGrpSpPr/>
          <p:nvPr/>
        </p:nvGrpSpPr>
        <p:grpSpPr>
          <a:xfrm>
            <a:off x="6401657" y="4451699"/>
            <a:ext cx="258445" cy="241300"/>
            <a:chOff x="6401657" y="4451699"/>
            <a:chExt cx="258445" cy="241300"/>
          </a:xfrm>
        </p:grpSpPr>
        <p:pic>
          <p:nvPicPr>
            <p:cNvPr id="69" name="object 6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401657" y="4451699"/>
              <a:ext cx="103822" cy="23955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526815" y="4526470"/>
              <a:ext cx="132683" cy="166306"/>
            </a:xfrm>
            <a:prstGeom prst="rect">
              <a:avLst/>
            </a:prstGeom>
          </p:spPr>
        </p:pic>
      </p:grpSp>
      <p:sp>
        <p:nvSpPr>
          <p:cNvPr id="71" name="object 71"/>
          <p:cNvSpPr/>
          <p:nvPr/>
        </p:nvSpPr>
        <p:spPr>
          <a:xfrm>
            <a:off x="6711410" y="4453223"/>
            <a:ext cx="27940" cy="238125"/>
          </a:xfrm>
          <a:custGeom>
            <a:avLst/>
            <a:gdLst/>
            <a:ahLst/>
            <a:cxnLst/>
            <a:rect l="l" t="t" r="r" b="b"/>
            <a:pathLst>
              <a:path w="27940" h="238125">
                <a:moveTo>
                  <a:pt x="25908" y="236505"/>
                </a:moveTo>
                <a:lnTo>
                  <a:pt x="1524" y="236505"/>
                </a:lnTo>
                <a:lnTo>
                  <a:pt x="1524" y="234981"/>
                </a:lnTo>
                <a:lnTo>
                  <a:pt x="0" y="234981"/>
                </a:lnTo>
                <a:lnTo>
                  <a:pt x="0" y="3047"/>
                </a:lnTo>
                <a:lnTo>
                  <a:pt x="3048" y="0"/>
                </a:lnTo>
                <a:lnTo>
                  <a:pt x="25908" y="0"/>
                </a:lnTo>
                <a:lnTo>
                  <a:pt x="25908" y="1523"/>
                </a:lnTo>
                <a:lnTo>
                  <a:pt x="27432" y="1523"/>
                </a:lnTo>
                <a:lnTo>
                  <a:pt x="27432" y="234981"/>
                </a:lnTo>
                <a:lnTo>
                  <a:pt x="25908" y="236505"/>
                </a:lnTo>
                <a:close/>
              </a:path>
              <a:path w="27940" h="238125">
                <a:moveTo>
                  <a:pt x="21336" y="238029"/>
                </a:moveTo>
                <a:lnTo>
                  <a:pt x="7620" y="238029"/>
                </a:lnTo>
                <a:lnTo>
                  <a:pt x="6096" y="236505"/>
                </a:lnTo>
                <a:lnTo>
                  <a:pt x="22860" y="236505"/>
                </a:lnTo>
                <a:lnTo>
                  <a:pt x="21336" y="2380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2" name="object 72"/>
          <p:cNvGrpSpPr/>
          <p:nvPr/>
        </p:nvGrpSpPr>
        <p:grpSpPr>
          <a:xfrm>
            <a:off x="6792277" y="4453223"/>
            <a:ext cx="206375" cy="299085"/>
            <a:chOff x="6792277" y="4453223"/>
            <a:chExt cx="206375" cy="299085"/>
          </a:xfrm>
        </p:grpSpPr>
        <p:sp>
          <p:nvSpPr>
            <p:cNvPr id="73" name="object 73"/>
            <p:cNvSpPr/>
            <p:nvPr/>
          </p:nvSpPr>
          <p:spPr>
            <a:xfrm>
              <a:off x="6792277" y="4453223"/>
              <a:ext cx="27940" cy="238125"/>
            </a:xfrm>
            <a:custGeom>
              <a:avLst/>
              <a:gdLst/>
              <a:ahLst/>
              <a:cxnLst/>
              <a:rect l="l" t="t" r="r" b="b"/>
              <a:pathLst>
                <a:path w="27940" h="238125">
                  <a:moveTo>
                    <a:pt x="25908" y="236505"/>
                  </a:moveTo>
                  <a:lnTo>
                    <a:pt x="1524" y="236505"/>
                  </a:lnTo>
                  <a:lnTo>
                    <a:pt x="0" y="234981"/>
                  </a:lnTo>
                  <a:lnTo>
                    <a:pt x="0" y="1523"/>
                  </a:lnTo>
                  <a:lnTo>
                    <a:pt x="1524" y="1523"/>
                  </a:lnTo>
                  <a:lnTo>
                    <a:pt x="1524" y="0"/>
                  </a:lnTo>
                  <a:lnTo>
                    <a:pt x="24384" y="0"/>
                  </a:lnTo>
                  <a:lnTo>
                    <a:pt x="27432" y="3047"/>
                  </a:lnTo>
                  <a:lnTo>
                    <a:pt x="27432" y="234981"/>
                  </a:lnTo>
                  <a:lnTo>
                    <a:pt x="25908" y="234981"/>
                  </a:lnTo>
                  <a:lnTo>
                    <a:pt x="25908" y="236505"/>
                  </a:lnTo>
                  <a:close/>
                </a:path>
                <a:path w="27940" h="238125">
                  <a:moveTo>
                    <a:pt x="19812" y="238029"/>
                  </a:moveTo>
                  <a:lnTo>
                    <a:pt x="6096" y="238029"/>
                  </a:lnTo>
                  <a:lnTo>
                    <a:pt x="4572" y="236505"/>
                  </a:lnTo>
                  <a:lnTo>
                    <a:pt x="22860" y="236505"/>
                  </a:lnTo>
                  <a:lnTo>
                    <a:pt x="19812" y="2380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851808" y="4526470"/>
              <a:ext cx="146399" cy="225837"/>
            </a:xfrm>
            <a:prstGeom prst="rect">
              <a:avLst/>
            </a:prstGeom>
          </p:spPr>
        </p:pic>
      </p:grpSp>
      <p:pic>
        <p:nvPicPr>
          <p:cNvPr id="75" name="object 75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7097363" y="4451699"/>
            <a:ext cx="1226629" cy="300608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97743" y="5454300"/>
            <a:ext cx="1032891" cy="297656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2111501" y="5486400"/>
            <a:ext cx="1289208" cy="299085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3498341" y="5452776"/>
            <a:ext cx="452120" cy="241300"/>
            <a:chOff x="3498341" y="5452776"/>
            <a:chExt cx="452120" cy="241300"/>
          </a:xfrm>
        </p:grpSpPr>
        <p:pic>
          <p:nvPicPr>
            <p:cNvPr id="79" name="object 7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498341" y="5486399"/>
              <a:ext cx="100679" cy="20754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635692" y="5452776"/>
              <a:ext cx="132683" cy="23812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809618" y="5524499"/>
              <a:ext cx="140303" cy="169449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4061364" y="5524500"/>
            <a:ext cx="141827" cy="169449"/>
          </a:xfrm>
          <a:prstGeom prst="rect">
            <a:avLst/>
          </a:prstGeom>
        </p:spPr>
      </p:pic>
      <p:grpSp>
        <p:nvGrpSpPr>
          <p:cNvPr id="83" name="object 83"/>
          <p:cNvGrpSpPr/>
          <p:nvPr/>
        </p:nvGrpSpPr>
        <p:grpSpPr>
          <a:xfrm>
            <a:off x="4247482" y="5454300"/>
            <a:ext cx="314325" cy="240029"/>
            <a:chOff x="4247482" y="5454300"/>
            <a:chExt cx="314325" cy="240029"/>
          </a:xfrm>
        </p:grpSpPr>
        <p:pic>
          <p:nvPicPr>
            <p:cNvPr id="84" name="object 8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421409" y="5454300"/>
              <a:ext cx="140303" cy="239649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247482" y="5524500"/>
              <a:ext cx="132683" cy="166401"/>
            </a:xfrm>
            <a:prstGeom prst="rect">
              <a:avLst/>
            </a:prstGeom>
          </p:spPr>
        </p:pic>
      </p:grpSp>
      <p:pic>
        <p:nvPicPr>
          <p:cNvPr id="86" name="object 86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682388" y="5451252"/>
            <a:ext cx="1374463" cy="334232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006983" y="5968650"/>
            <a:ext cx="767334" cy="233457"/>
          </a:xfrm>
          <a:prstGeom prst="rect">
            <a:avLst/>
          </a:prstGeom>
        </p:spPr>
      </p:pic>
      <p:sp>
        <p:nvSpPr>
          <p:cNvPr id="88" name="object 88"/>
          <p:cNvSpPr/>
          <p:nvPr/>
        </p:nvSpPr>
        <p:spPr>
          <a:xfrm>
            <a:off x="1878139" y="5945695"/>
            <a:ext cx="282575" cy="252095"/>
          </a:xfrm>
          <a:custGeom>
            <a:avLst/>
            <a:gdLst/>
            <a:ahLst/>
            <a:cxnLst/>
            <a:rect l="l" t="t" r="r" b="b"/>
            <a:pathLst>
              <a:path w="282575" h="252095">
                <a:moveTo>
                  <a:pt x="173926" y="251841"/>
                </a:moveTo>
                <a:lnTo>
                  <a:pt x="125063" y="251841"/>
                </a:lnTo>
                <a:lnTo>
                  <a:pt x="0" y="125158"/>
                </a:lnTo>
                <a:lnTo>
                  <a:pt x="125063" y="0"/>
                </a:lnTo>
                <a:lnTo>
                  <a:pt x="173926" y="0"/>
                </a:lnTo>
                <a:lnTo>
                  <a:pt x="64008" y="108394"/>
                </a:lnTo>
                <a:lnTo>
                  <a:pt x="282225" y="108394"/>
                </a:lnTo>
                <a:lnTo>
                  <a:pt x="282225" y="143446"/>
                </a:lnTo>
                <a:lnTo>
                  <a:pt x="64008" y="143446"/>
                </a:lnTo>
                <a:lnTo>
                  <a:pt x="173926" y="2518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9" name="object 89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2276284" y="5965602"/>
            <a:ext cx="2605849" cy="326517"/>
          </a:xfrm>
          <a:prstGeom prst="rect">
            <a:avLst/>
          </a:prstGeom>
        </p:spPr>
      </p:pic>
      <p:sp>
        <p:nvSpPr>
          <p:cNvPr id="90" name="object 90"/>
          <p:cNvSpPr/>
          <p:nvPr/>
        </p:nvSpPr>
        <p:spPr>
          <a:xfrm>
            <a:off x="5008715" y="5964085"/>
            <a:ext cx="656590" cy="327025"/>
          </a:xfrm>
          <a:custGeom>
            <a:avLst/>
            <a:gdLst/>
            <a:ahLst/>
            <a:cxnLst/>
            <a:rect l="l" t="t" r="r" b="b"/>
            <a:pathLst>
              <a:path w="656589" h="327025">
                <a:moveTo>
                  <a:pt x="96202" y="91541"/>
                </a:moveTo>
                <a:lnTo>
                  <a:pt x="83921" y="91541"/>
                </a:lnTo>
                <a:lnTo>
                  <a:pt x="62585" y="90017"/>
                </a:lnTo>
                <a:lnTo>
                  <a:pt x="79349" y="42672"/>
                </a:lnTo>
                <a:lnTo>
                  <a:pt x="79349" y="39624"/>
                </a:lnTo>
                <a:lnTo>
                  <a:pt x="77825" y="39624"/>
                </a:lnTo>
                <a:lnTo>
                  <a:pt x="73253" y="38100"/>
                </a:lnTo>
                <a:lnTo>
                  <a:pt x="70205" y="36576"/>
                </a:lnTo>
                <a:lnTo>
                  <a:pt x="59537" y="36576"/>
                </a:lnTo>
                <a:lnTo>
                  <a:pt x="59537" y="38100"/>
                </a:lnTo>
                <a:lnTo>
                  <a:pt x="53441" y="57912"/>
                </a:lnTo>
                <a:lnTo>
                  <a:pt x="50050" y="65963"/>
                </a:lnTo>
                <a:lnTo>
                  <a:pt x="46964" y="74002"/>
                </a:lnTo>
                <a:lnTo>
                  <a:pt x="44437" y="82003"/>
                </a:lnTo>
                <a:lnTo>
                  <a:pt x="42773" y="90017"/>
                </a:lnTo>
                <a:lnTo>
                  <a:pt x="13817" y="90017"/>
                </a:lnTo>
                <a:lnTo>
                  <a:pt x="10769" y="91541"/>
                </a:lnTo>
                <a:lnTo>
                  <a:pt x="9245" y="91541"/>
                </a:lnTo>
                <a:lnTo>
                  <a:pt x="9245" y="99161"/>
                </a:lnTo>
                <a:lnTo>
                  <a:pt x="39725" y="99161"/>
                </a:lnTo>
                <a:lnTo>
                  <a:pt x="15671" y="168008"/>
                </a:lnTo>
                <a:lnTo>
                  <a:pt x="9639" y="185623"/>
                </a:lnTo>
                <a:lnTo>
                  <a:pt x="7620" y="192214"/>
                </a:lnTo>
                <a:lnTo>
                  <a:pt x="4495" y="201764"/>
                </a:lnTo>
                <a:lnTo>
                  <a:pt x="2095" y="210019"/>
                </a:lnTo>
                <a:lnTo>
                  <a:pt x="546" y="217385"/>
                </a:lnTo>
                <a:lnTo>
                  <a:pt x="114" y="222796"/>
                </a:lnTo>
                <a:lnTo>
                  <a:pt x="0" y="227368"/>
                </a:lnTo>
                <a:lnTo>
                  <a:pt x="1524" y="230416"/>
                </a:lnTo>
                <a:lnTo>
                  <a:pt x="7620" y="236512"/>
                </a:lnTo>
                <a:lnTo>
                  <a:pt x="10769" y="238036"/>
                </a:lnTo>
                <a:lnTo>
                  <a:pt x="16865" y="238036"/>
                </a:lnTo>
                <a:lnTo>
                  <a:pt x="28968" y="236512"/>
                </a:lnTo>
                <a:lnTo>
                  <a:pt x="28333" y="236512"/>
                </a:lnTo>
                <a:lnTo>
                  <a:pt x="38773" y="232511"/>
                </a:lnTo>
                <a:lnTo>
                  <a:pt x="49225" y="225818"/>
                </a:lnTo>
                <a:lnTo>
                  <a:pt x="52641" y="222796"/>
                </a:lnTo>
                <a:lnTo>
                  <a:pt x="59537" y="216700"/>
                </a:lnTo>
                <a:lnTo>
                  <a:pt x="68656" y="208153"/>
                </a:lnTo>
                <a:lnTo>
                  <a:pt x="75349" y="201028"/>
                </a:lnTo>
                <a:lnTo>
                  <a:pt x="79463" y="195605"/>
                </a:lnTo>
                <a:lnTo>
                  <a:pt x="80873" y="192214"/>
                </a:lnTo>
                <a:lnTo>
                  <a:pt x="80873" y="190690"/>
                </a:lnTo>
                <a:lnTo>
                  <a:pt x="76301" y="190690"/>
                </a:lnTo>
                <a:lnTo>
                  <a:pt x="74777" y="192214"/>
                </a:lnTo>
                <a:lnTo>
                  <a:pt x="71729" y="193738"/>
                </a:lnTo>
                <a:lnTo>
                  <a:pt x="60007" y="206679"/>
                </a:lnTo>
                <a:lnTo>
                  <a:pt x="50012" y="215734"/>
                </a:lnTo>
                <a:lnTo>
                  <a:pt x="41719" y="221056"/>
                </a:lnTo>
                <a:lnTo>
                  <a:pt x="35153" y="222796"/>
                </a:lnTo>
                <a:lnTo>
                  <a:pt x="29057" y="222796"/>
                </a:lnTo>
                <a:lnTo>
                  <a:pt x="27533" y="219748"/>
                </a:lnTo>
                <a:lnTo>
                  <a:pt x="27533" y="212128"/>
                </a:lnTo>
                <a:lnTo>
                  <a:pt x="28981" y="201536"/>
                </a:lnTo>
                <a:lnTo>
                  <a:pt x="29108" y="201028"/>
                </a:lnTo>
                <a:lnTo>
                  <a:pt x="33439" y="183489"/>
                </a:lnTo>
                <a:lnTo>
                  <a:pt x="41033" y="158000"/>
                </a:lnTo>
                <a:lnTo>
                  <a:pt x="51917" y="125069"/>
                </a:lnTo>
                <a:lnTo>
                  <a:pt x="55918" y="114985"/>
                </a:lnTo>
                <a:lnTo>
                  <a:pt x="58775" y="107353"/>
                </a:lnTo>
                <a:lnTo>
                  <a:pt x="60490" y="101701"/>
                </a:lnTo>
                <a:lnTo>
                  <a:pt x="61061" y="97637"/>
                </a:lnTo>
                <a:lnTo>
                  <a:pt x="80873" y="99161"/>
                </a:lnTo>
                <a:lnTo>
                  <a:pt x="93065" y="100685"/>
                </a:lnTo>
                <a:lnTo>
                  <a:pt x="94589" y="100685"/>
                </a:lnTo>
                <a:lnTo>
                  <a:pt x="96202" y="97637"/>
                </a:lnTo>
                <a:lnTo>
                  <a:pt x="96202" y="91541"/>
                </a:lnTo>
                <a:close/>
              </a:path>
              <a:path w="656589" h="327025">
                <a:moveTo>
                  <a:pt x="236499" y="198310"/>
                </a:moveTo>
                <a:lnTo>
                  <a:pt x="231927" y="198310"/>
                </a:lnTo>
                <a:lnTo>
                  <a:pt x="230403" y="199936"/>
                </a:lnTo>
                <a:lnTo>
                  <a:pt x="227355" y="202984"/>
                </a:lnTo>
                <a:lnTo>
                  <a:pt x="222783" y="209080"/>
                </a:lnTo>
                <a:lnTo>
                  <a:pt x="216687" y="213652"/>
                </a:lnTo>
                <a:lnTo>
                  <a:pt x="212115" y="218224"/>
                </a:lnTo>
                <a:lnTo>
                  <a:pt x="207543" y="221272"/>
                </a:lnTo>
                <a:lnTo>
                  <a:pt x="202971" y="222796"/>
                </a:lnTo>
                <a:lnTo>
                  <a:pt x="196875" y="222796"/>
                </a:lnTo>
                <a:lnTo>
                  <a:pt x="195351" y="221272"/>
                </a:lnTo>
                <a:lnTo>
                  <a:pt x="195351" y="210604"/>
                </a:lnTo>
                <a:lnTo>
                  <a:pt x="196875" y="202984"/>
                </a:lnTo>
                <a:lnTo>
                  <a:pt x="198081" y="199936"/>
                </a:lnTo>
                <a:lnTo>
                  <a:pt x="199923" y="195262"/>
                </a:lnTo>
                <a:lnTo>
                  <a:pt x="215163" y="148018"/>
                </a:lnTo>
                <a:lnTo>
                  <a:pt x="221449" y="127152"/>
                </a:lnTo>
                <a:lnTo>
                  <a:pt x="226593" y="110591"/>
                </a:lnTo>
                <a:lnTo>
                  <a:pt x="227368" y="108305"/>
                </a:lnTo>
                <a:lnTo>
                  <a:pt x="230593" y="98628"/>
                </a:lnTo>
                <a:lnTo>
                  <a:pt x="233451" y="91541"/>
                </a:lnTo>
                <a:lnTo>
                  <a:pt x="233451" y="90017"/>
                </a:lnTo>
                <a:lnTo>
                  <a:pt x="228879" y="90017"/>
                </a:lnTo>
                <a:lnTo>
                  <a:pt x="225831" y="88493"/>
                </a:lnTo>
                <a:lnTo>
                  <a:pt x="218211" y="88493"/>
                </a:lnTo>
                <a:lnTo>
                  <a:pt x="215163" y="96113"/>
                </a:lnTo>
                <a:lnTo>
                  <a:pt x="210591" y="103733"/>
                </a:lnTo>
                <a:lnTo>
                  <a:pt x="209067" y="108305"/>
                </a:lnTo>
                <a:lnTo>
                  <a:pt x="209067" y="100685"/>
                </a:lnTo>
                <a:lnTo>
                  <a:pt x="206019" y="96113"/>
                </a:lnTo>
                <a:lnTo>
                  <a:pt x="202971" y="93065"/>
                </a:lnTo>
                <a:lnTo>
                  <a:pt x="199923" y="88493"/>
                </a:lnTo>
                <a:lnTo>
                  <a:pt x="196875" y="86969"/>
                </a:lnTo>
                <a:lnTo>
                  <a:pt x="196875" y="112877"/>
                </a:lnTo>
                <a:lnTo>
                  <a:pt x="196875" y="118973"/>
                </a:lnTo>
                <a:lnTo>
                  <a:pt x="195707" y="134188"/>
                </a:lnTo>
                <a:lnTo>
                  <a:pt x="176974" y="184594"/>
                </a:lnTo>
                <a:lnTo>
                  <a:pt x="146113" y="218973"/>
                </a:lnTo>
                <a:lnTo>
                  <a:pt x="135826" y="221272"/>
                </a:lnTo>
                <a:lnTo>
                  <a:pt x="131254" y="221272"/>
                </a:lnTo>
                <a:lnTo>
                  <a:pt x="122110" y="212115"/>
                </a:lnTo>
                <a:lnTo>
                  <a:pt x="120586" y="206032"/>
                </a:lnTo>
                <a:lnTo>
                  <a:pt x="120586" y="198310"/>
                </a:lnTo>
                <a:lnTo>
                  <a:pt x="132778" y="152590"/>
                </a:lnTo>
                <a:lnTo>
                  <a:pt x="157162" y="111353"/>
                </a:lnTo>
                <a:lnTo>
                  <a:pt x="181546" y="96113"/>
                </a:lnTo>
                <a:lnTo>
                  <a:pt x="186207" y="96113"/>
                </a:lnTo>
                <a:lnTo>
                  <a:pt x="189255" y="99161"/>
                </a:lnTo>
                <a:lnTo>
                  <a:pt x="192303" y="103733"/>
                </a:lnTo>
                <a:lnTo>
                  <a:pt x="195351" y="106781"/>
                </a:lnTo>
                <a:lnTo>
                  <a:pt x="196875" y="112877"/>
                </a:lnTo>
                <a:lnTo>
                  <a:pt x="196875" y="86969"/>
                </a:lnTo>
                <a:lnTo>
                  <a:pt x="190779" y="86969"/>
                </a:lnTo>
                <a:lnTo>
                  <a:pt x="176491" y="89560"/>
                </a:lnTo>
                <a:lnTo>
                  <a:pt x="129730" y="129641"/>
                </a:lnTo>
                <a:lnTo>
                  <a:pt x="104394" y="170116"/>
                </a:lnTo>
                <a:lnTo>
                  <a:pt x="96202" y="206032"/>
                </a:lnTo>
                <a:lnTo>
                  <a:pt x="96202" y="213652"/>
                </a:lnTo>
                <a:lnTo>
                  <a:pt x="102298" y="225844"/>
                </a:lnTo>
                <a:lnTo>
                  <a:pt x="106870" y="231940"/>
                </a:lnTo>
                <a:lnTo>
                  <a:pt x="112966" y="234988"/>
                </a:lnTo>
                <a:lnTo>
                  <a:pt x="120586" y="234988"/>
                </a:lnTo>
                <a:lnTo>
                  <a:pt x="162585" y="215049"/>
                </a:lnTo>
                <a:lnTo>
                  <a:pt x="175450" y="199936"/>
                </a:lnTo>
                <a:lnTo>
                  <a:pt x="175450" y="231940"/>
                </a:lnTo>
                <a:lnTo>
                  <a:pt x="178498" y="236512"/>
                </a:lnTo>
                <a:lnTo>
                  <a:pt x="184683" y="236512"/>
                </a:lnTo>
                <a:lnTo>
                  <a:pt x="226212" y="214096"/>
                </a:lnTo>
                <a:lnTo>
                  <a:pt x="236499" y="201460"/>
                </a:lnTo>
                <a:lnTo>
                  <a:pt x="236499" y="198310"/>
                </a:lnTo>
                <a:close/>
              </a:path>
              <a:path w="656589" h="327025">
                <a:moveTo>
                  <a:pt x="375373" y="137350"/>
                </a:moveTo>
                <a:lnTo>
                  <a:pt x="361683" y="96100"/>
                </a:lnTo>
                <a:lnTo>
                  <a:pt x="350901" y="89001"/>
                </a:lnTo>
                <a:lnTo>
                  <a:pt x="350901" y="132778"/>
                </a:lnTo>
                <a:lnTo>
                  <a:pt x="350824" y="134302"/>
                </a:lnTo>
                <a:lnTo>
                  <a:pt x="342544" y="184467"/>
                </a:lnTo>
                <a:lnTo>
                  <a:pt x="319278" y="221830"/>
                </a:lnTo>
                <a:lnTo>
                  <a:pt x="300609" y="228879"/>
                </a:lnTo>
                <a:lnTo>
                  <a:pt x="292989" y="228879"/>
                </a:lnTo>
                <a:lnTo>
                  <a:pt x="288417" y="225831"/>
                </a:lnTo>
                <a:lnTo>
                  <a:pt x="283845" y="221259"/>
                </a:lnTo>
                <a:lnTo>
                  <a:pt x="281838" y="216357"/>
                </a:lnTo>
                <a:lnTo>
                  <a:pt x="281736" y="215925"/>
                </a:lnTo>
                <a:lnTo>
                  <a:pt x="280416" y="210591"/>
                </a:lnTo>
                <a:lnTo>
                  <a:pt x="279552" y="203657"/>
                </a:lnTo>
                <a:lnTo>
                  <a:pt x="279438" y="199923"/>
                </a:lnTo>
                <a:lnTo>
                  <a:pt x="279273" y="195262"/>
                </a:lnTo>
                <a:lnTo>
                  <a:pt x="286893" y="152590"/>
                </a:lnTo>
                <a:lnTo>
                  <a:pt x="308229" y="109816"/>
                </a:lnTo>
                <a:lnTo>
                  <a:pt x="314274" y="103720"/>
                </a:lnTo>
                <a:lnTo>
                  <a:pt x="320421" y="99529"/>
                </a:lnTo>
                <a:lnTo>
                  <a:pt x="326656" y="96964"/>
                </a:lnTo>
                <a:lnTo>
                  <a:pt x="332613" y="96100"/>
                </a:lnTo>
                <a:lnTo>
                  <a:pt x="338709" y="96100"/>
                </a:lnTo>
                <a:lnTo>
                  <a:pt x="349910" y="118021"/>
                </a:lnTo>
                <a:lnTo>
                  <a:pt x="350608" y="124155"/>
                </a:lnTo>
                <a:lnTo>
                  <a:pt x="350735" y="127774"/>
                </a:lnTo>
                <a:lnTo>
                  <a:pt x="350901" y="132778"/>
                </a:lnTo>
                <a:lnTo>
                  <a:pt x="350901" y="89001"/>
                </a:lnTo>
                <a:lnTo>
                  <a:pt x="347941" y="87845"/>
                </a:lnTo>
                <a:lnTo>
                  <a:pt x="340233" y="86956"/>
                </a:lnTo>
                <a:lnTo>
                  <a:pt x="332536" y="88087"/>
                </a:lnTo>
                <a:lnTo>
                  <a:pt x="323278" y="91338"/>
                </a:lnTo>
                <a:lnTo>
                  <a:pt x="312585" y="96608"/>
                </a:lnTo>
                <a:lnTo>
                  <a:pt x="300609" y="103720"/>
                </a:lnTo>
                <a:lnTo>
                  <a:pt x="331089" y="1524"/>
                </a:lnTo>
                <a:lnTo>
                  <a:pt x="282321" y="1524"/>
                </a:lnTo>
                <a:lnTo>
                  <a:pt x="282321" y="6096"/>
                </a:lnTo>
                <a:lnTo>
                  <a:pt x="285369" y="6096"/>
                </a:lnTo>
                <a:lnTo>
                  <a:pt x="297561" y="7620"/>
                </a:lnTo>
                <a:lnTo>
                  <a:pt x="302133" y="10668"/>
                </a:lnTo>
                <a:lnTo>
                  <a:pt x="302133" y="22860"/>
                </a:lnTo>
                <a:lnTo>
                  <a:pt x="300609" y="27432"/>
                </a:lnTo>
                <a:lnTo>
                  <a:pt x="268503" y="134302"/>
                </a:lnTo>
                <a:lnTo>
                  <a:pt x="262509" y="156324"/>
                </a:lnTo>
                <a:lnTo>
                  <a:pt x="258216" y="174510"/>
                </a:lnTo>
                <a:lnTo>
                  <a:pt x="255651" y="188988"/>
                </a:lnTo>
                <a:lnTo>
                  <a:pt x="255600" y="189687"/>
                </a:lnTo>
                <a:lnTo>
                  <a:pt x="254787" y="199923"/>
                </a:lnTo>
                <a:lnTo>
                  <a:pt x="278117" y="235546"/>
                </a:lnTo>
                <a:lnTo>
                  <a:pt x="292989" y="238023"/>
                </a:lnTo>
                <a:lnTo>
                  <a:pt x="306705" y="236029"/>
                </a:lnTo>
                <a:lnTo>
                  <a:pt x="320421" y="230022"/>
                </a:lnTo>
                <a:lnTo>
                  <a:pt x="321983" y="228879"/>
                </a:lnTo>
                <a:lnTo>
                  <a:pt x="334137" y="220027"/>
                </a:lnTo>
                <a:lnTo>
                  <a:pt x="347853" y="206019"/>
                </a:lnTo>
                <a:lnTo>
                  <a:pt x="359905" y="189687"/>
                </a:lnTo>
                <a:lnTo>
                  <a:pt x="368515" y="172796"/>
                </a:lnTo>
                <a:lnTo>
                  <a:pt x="373659" y="155359"/>
                </a:lnTo>
                <a:lnTo>
                  <a:pt x="375373" y="137350"/>
                </a:lnTo>
                <a:close/>
              </a:path>
              <a:path w="656589" h="327025">
                <a:moveTo>
                  <a:pt x="473011" y="0"/>
                </a:moveTo>
                <a:lnTo>
                  <a:pt x="424154" y="1524"/>
                </a:lnTo>
                <a:lnTo>
                  <a:pt x="418058" y="1524"/>
                </a:lnTo>
                <a:lnTo>
                  <a:pt x="416534" y="3048"/>
                </a:lnTo>
                <a:lnTo>
                  <a:pt x="416534" y="7620"/>
                </a:lnTo>
                <a:lnTo>
                  <a:pt x="419582" y="9144"/>
                </a:lnTo>
                <a:lnTo>
                  <a:pt x="437870" y="9144"/>
                </a:lnTo>
                <a:lnTo>
                  <a:pt x="443966" y="12192"/>
                </a:lnTo>
                <a:lnTo>
                  <a:pt x="443966" y="18288"/>
                </a:lnTo>
                <a:lnTo>
                  <a:pt x="442798" y="26035"/>
                </a:lnTo>
                <a:lnTo>
                  <a:pt x="439204" y="40208"/>
                </a:lnTo>
                <a:lnTo>
                  <a:pt x="433031" y="60972"/>
                </a:lnTo>
                <a:lnTo>
                  <a:pt x="424154" y="88493"/>
                </a:lnTo>
                <a:lnTo>
                  <a:pt x="390626" y="196786"/>
                </a:lnTo>
                <a:lnTo>
                  <a:pt x="388531" y="209829"/>
                </a:lnTo>
                <a:lnTo>
                  <a:pt x="387832" y="216166"/>
                </a:lnTo>
                <a:lnTo>
                  <a:pt x="387578" y="222796"/>
                </a:lnTo>
                <a:lnTo>
                  <a:pt x="387578" y="227368"/>
                </a:lnTo>
                <a:lnTo>
                  <a:pt x="389102" y="230416"/>
                </a:lnTo>
                <a:lnTo>
                  <a:pt x="395198" y="236512"/>
                </a:lnTo>
                <a:lnTo>
                  <a:pt x="401294" y="236512"/>
                </a:lnTo>
                <a:lnTo>
                  <a:pt x="446798" y="208153"/>
                </a:lnTo>
                <a:lnTo>
                  <a:pt x="457771" y="192214"/>
                </a:lnTo>
                <a:lnTo>
                  <a:pt x="457771" y="189166"/>
                </a:lnTo>
                <a:lnTo>
                  <a:pt x="453199" y="189166"/>
                </a:lnTo>
                <a:lnTo>
                  <a:pt x="451675" y="190690"/>
                </a:lnTo>
                <a:lnTo>
                  <a:pt x="448627" y="195262"/>
                </a:lnTo>
                <a:lnTo>
                  <a:pt x="444830" y="200152"/>
                </a:lnTo>
                <a:lnTo>
                  <a:pt x="440347" y="205447"/>
                </a:lnTo>
                <a:lnTo>
                  <a:pt x="435025" y="210997"/>
                </a:lnTo>
                <a:lnTo>
                  <a:pt x="428726" y="216700"/>
                </a:lnTo>
                <a:lnTo>
                  <a:pt x="418058" y="224320"/>
                </a:lnTo>
                <a:lnTo>
                  <a:pt x="411962" y="228892"/>
                </a:lnTo>
                <a:lnTo>
                  <a:pt x="407390" y="228892"/>
                </a:lnTo>
                <a:lnTo>
                  <a:pt x="407390" y="222796"/>
                </a:lnTo>
                <a:lnTo>
                  <a:pt x="408914" y="215176"/>
                </a:lnTo>
                <a:lnTo>
                  <a:pt x="411962" y="201460"/>
                </a:lnTo>
                <a:lnTo>
                  <a:pt x="443966" y="96113"/>
                </a:lnTo>
                <a:lnTo>
                  <a:pt x="456044" y="58331"/>
                </a:lnTo>
                <a:lnTo>
                  <a:pt x="464807" y="29730"/>
                </a:lnTo>
                <a:lnTo>
                  <a:pt x="470420" y="10287"/>
                </a:lnTo>
                <a:lnTo>
                  <a:pt x="473011" y="0"/>
                </a:lnTo>
                <a:close/>
              </a:path>
              <a:path w="656589" h="327025">
                <a:moveTo>
                  <a:pt x="579793" y="103720"/>
                </a:moveTo>
                <a:lnTo>
                  <a:pt x="578269" y="99148"/>
                </a:lnTo>
                <a:lnTo>
                  <a:pt x="573697" y="94576"/>
                </a:lnTo>
                <a:lnTo>
                  <a:pt x="569125" y="90004"/>
                </a:lnTo>
                <a:lnTo>
                  <a:pt x="563029" y="86956"/>
                </a:lnTo>
                <a:lnTo>
                  <a:pt x="563029" y="102196"/>
                </a:lnTo>
                <a:lnTo>
                  <a:pt x="563029" y="103720"/>
                </a:lnTo>
                <a:lnTo>
                  <a:pt x="536765" y="145300"/>
                </a:lnTo>
                <a:lnTo>
                  <a:pt x="501967" y="166306"/>
                </a:lnTo>
                <a:lnTo>
                  <a:pt x="507949" y="147193"/>
                </a:lnTo>
                <a:lnTo>
                  <a:pt x="527875" y="109816"/>
                </a:lnTo>
                <a:lnTo>
                  <a:pt x="553885" y="94576"/>
                </a:lnTo>
                <a:lnTo>
                  <a:pt x="556933" y="94576"/>
                </a:lnTo>
                <a:lnTo>
                  <a:pt x="559981" y="97624"/>
                </a:lnTo>
                <a:lnTo>
                  <a:pt x="561505" y="100672"/>
                </a:lnTo>
                <a:lnTo>
                  <a:pt x="563029" y="102196"/>
                </a:lnTo>
                <a:lnTo>
                  <a:pt x="563029" y="86956"/>
                </a:lnTo>
                <a:lnTo>
                  <a:pt x="556933" y="86956"/>
                </a:lnTo>
                <a:lnTo>
                  <a:pt x="513765" y="109461"/>
                </a:lnTo>
                <a:lnTo>
                  <a:pt x="486041" y="146431"/>
                </a:lnTo>
                <a:lnTo>
                  <a:pt x="471703" y="182651"/>
                </a:lnTo>
                <a:lnTo>
                  <a:pt x="469963" y="199923"/>
                </a:lnTo>
                <a:lnTo>
                  <a:pt x="470065" y="201079"/>
                </a:lnTo>
                <a:lnTo>
                  <a:pt x="470179" y="202514"/>
                </a:lnTo>
                <a:lnTo>
                  <a:pt x="496036" y="235915"/>
                </a:lnTo>
                <a:lnTo>
                  <a:pt x="503491" y="236499"/>
                </a:lnTo>
                <a:lnTo>
                  <a:pt x="513537" y="235623"/>
                </a:lnTo>
                <a:lnTo>
                  <a:pt x="523316" y="232879"/>
                </a:lnTo>
                <a:lnTo>
                  <a:pt x="531583" y="228879"/>
                </a:lnTo>
                <a:lnTo>
                  <a:pt x="533107" y="228142"/>
                </a:lnTo>
                <a:lnTo>
                  <a:pt x="543217" y="221259"/>
                </a:lnTo>
                <a:lnTo>
                  <a:pt x="551218" y="213601"/>
                </a:lnTo>
                <a:lnTo>
                  <a:pt x="551332" y="213448"/>
                </a:lnTo>
                <a:lnTo>
                  <a:pt x="556933" y="206768"/>
                </a:lnTo>
                <a:lnTo>
                  <a:pt x="560362" y="201079"/>
                </a:lnTo>
                <a:lnTo>
                  <a:pt x="561505" y="196786"/>
                </a:lnTo>
                <a:lnTo>
                  <a:pt x="561505" y="193738"/>
                </a:lnTo>
                <a:lnTo>
                  <a:pt x="555409" y="193738"/>
                </a:lnTo>
                <a:lnTo>
                  <a:pt x="553885" y="195262"/>
                </a:lnTo>
                <a:lnTo>
                  <a:pt x="550837" y="199923"/>
                </a:lnTo>
                <a:lnTo>
                  <a:pt x="546900" y="205384"/>
                </a:lnTo>
                <a:lnTo>
                  <a:pt x="542264" y="210400"/>
                </a:lnTo>
                <a:lnTo>
                  <a:pt x="532549" y="219735"/>
                </a:lnTo>
                <a:lnTo>
                  <a:pt x="523303" y="225831"/>
                </a:lnTo>
                <a:lnTo>
                  <a:pt x="517207" y="228879"/>
                </a:lnTo>
                <a:lnTo>
                  <a:pt x="505015" y="228879"/>
                </a:lnTo>
                <a:lnTo>
                  <a:pt x="498919" y="222783"/>
                </a:lnTo>
                <a:lnTo>
                  <a:pt x="495871" y="218211"/>
                </a:lnTo>
                <a:lnTo>
                  <a:pt x="494347" y="213601"/>
                </a:lnTo>
                <a:lnTo>
                  <a:pt x="494461" y="206768"/>
                </a:lnTo>
                <a:lnTo>
                  <a:pt x="494525" y="205384"/>
                </a:lnTo>
                <a:lnTo>
                  <a:pt x="494652" y="202514"/>
                </a:lnTo>
                <a:lnTo>
                  <a:pt x="495681" y="194360"/>
                </a:lnTo>
                <a:lnTo>
                  <a:pt x="495808" y="193738"/>
                </a:lnTo>
                <a:lnTo>
                  <a:pt x="497560" y="184772"/>
                </a:lnTo>
                <a:lnTo>
                  <a:pt x="500443" y="173926"/>
                </a:lnTo>
                <a:lnTo>
                  <a:pt x="520484" y="167017"/>
                </a:lnTo>
                <a:lnTo>
                  <a:pt x="522147" y="166306"/>
                </a:lnTo>
                <a:lnTo>
                  <a:pt x="561505" y="143446"/>
                </a:lnTo>
                <a:lnTo>
                  <a:pt x="579793" y="109816"/>
                </a:lnTo>
                <a:lnTo>
                  <a:pt x="579793" y="103720"/>
                </a:lnTo>
                <a:close/>
              </a:path>
              <a:path w="656589" h="327025">
                <a:moveTo>
                  <a:pt x="656082" y="164782"/>
                </a:moveTo>
                <a:lnTo>
                  <a:pt x="650938" y="110261"/>
                </a:lnTo>
                <a:lnTo>
                  <a:pt x="634365" y="60629"/>
                </a:lnTo>
                <a:lnTo>
                  <a:pt x="611111" y="17602"/>
                </a:lnTo>
                <a:lnTo>
                  <a:pt x="593496" y="1524"/>
                </a:lnTo>
                <a:lnTo>
                  <a:pt x="582828" y="1524"/>
                </a:lnTo>
                <a:lnTo>
                  <a:pt x="582828" y="6096"/>
                </a:lnTo>
                <a:lnTo>
                  <a:pt x="584352" y="7620"/>
                </a:lnTo>
                <a:lnTo>
                  <a:pt x="587400" y="9144"/>
                </a:lnTo>
                <a:lnTo>
                  <a:pt x="595426" y="19723"/>
                </a:lnTo>
                <a:lnTo>
                  <a:pt x="621030" y="68681"/>
                </a:lnTo>
                <a:lnTo>
                  <a:pt x="634746" y="113258"/>
                </a:lnTo>
                <a:lnTo>
                  <a:pt x="639318" y="160210"/>
                </a:lnTo>
                <a:lnTo>
                  <a:pt x="638175" y="183108"/>
                </a:lnTo>
                <a:lnTo>
                  <a:pt x="629031" y="229514"/>
                </a:lnTo>
                <a:lnTo>
                  <a:pt x="611593" y="274726"/>
                </a:lnTo>
                <a:lnTo>
                  <a:pt x="592213" y="308444"/>
                </a:lnTo>
                <a:lnTo>
                  <a:pt x="582828" y="320421"/>
                </a:lnTo>
                <a:lnTo>
                  <a:pt x="582828" y="321945"/>
                </a:lnTo>
                <a:lnTo>
                  <a:pt x="581304" y="321945"/>
                </a:lnTo>
                <a:lnTo>
                  <a:pt x="581304" y="324993"/>
                </a:lnTo>
                <a:lnTo>
                  <a:pt x="584352" y="326517"/>
                </a:lnTo>
                <a:lnTo>
                  <a:pt x="590448" y="326517"/>
                </a:lnTo>
                <a:lnTo>
                  <a:pt x="619506" y="289941"/>
                </a:lnTo>
                <a:lnTo>
                  <a:pt x="637413" y="253085"/>
                </a:lnTo>
                <a:lnTo>
                  <a:pt x="651586" y="204254"/>
                </a:lnTo>
                <a:lnTo>
                  <a:pt x="655535" y="176784"/>
                </a:lnTo>
                <a:lnTo>
                  <a:pt x="656082" y="1647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1" name="object 91"/>
          <p:cNvGrpSpPr/>
          <p:nvPr/>
        </p:nvGrpSpPr>
        <p:grpSpPr>
          <a:xfrm>
            <a:off x="1003935" y="6493573"/>
            <a:ext cx="873125" cy="209550"/>
            <a:chOff x="1003935" y="6493573"/>
            <a:chExt cx="873125" cy="209550"/>
          </a:xfrm>
        </p:grpSpPr>
        <p:pic>
          <p:nvPicPr>
            <p:cNvPr id="92" name="object 92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003935" y="6493573"/>
              <a:ext cx="384428" cy="20907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418843" y="6533293"/>
              <a:ext cx="144970" cy="169354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606486" y="6530245"/>
              <a:ext cx="97726" cy="169354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731645" y="6530244"/>
              <a:ext cx="144970" cy="169354"/>
            </a:xfrm>
            <a:prstGeom prst="rect">
              <a:avLst/>
            </a:prstGeom>
          </p:spPr>
        </p:pic>
      </p:grpSp>
      <p:pic>
        <p:nvPicPr>
          <p:cNvPr id="96" name="object 96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2000154" y="6469189"/>
            <a:ext cx="765905" cy="2334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4151" y="393191"/>
            <a:ext cx="9161145" cy="1513840"/>
            <a:chOff x="454151" y="393191"/>
            <a:chExt cx="9161145" cy="1513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8112" y="440436"/>
              <a:ext cx="6748271" cy="13959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3392" y="821045"/>
              <a:ext cx="5898184" cy="55246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65135" y="440436"/>
              <a:ext cx="981456" cy="1395983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7458" y="7270432"/>
            <a:ext cx="67056" cy="10677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13308" y="1985492"/>
            <a:ext cx="784225" cy="358775"/>
          </a:xfrm>
          <a:custGeom>
            <a:avLst/>
            <a:gdLst/>
            <a:ahLst/>
            <a:cxnLst/>
            <a:rect l="l" t="t" r="r" b="b"/>
            <a:pathLst>
              <a:path w="784225" h="358775">
                <a:moveTo>
                  <a:pt x="361569" y="22860"/>
                </a:moveTo>
                <a:lnTo>
                  <a:pt x="358521" y="19812"/>
                </a:lnTo>
                <a:lnTo>
                  <a:pt x="355473" y="19812"/>
                </a:lnTo>
                <a:lnTo>
                  <a:pt x="352425" y="18288"/>
                </a:lnTo>
                <a:lnTo>
                  <a:pt x="323469" y="18288"/>
                </a:lnTo>
                <a:lnTo>
                  <a:pt x="320421" y="19812"/>
                </a:lnTo>
                <a:lnTo>
                  <a:pt x="317373" y="19812"/>
                </a:lnTo>
                <a:lnTo>
                  <a:pt x="315849" y="21336"/>
                </a:lnTo>
                <a:lnTo>
                  <a:pt x="312801" y="21336"/>
                </a:lnTo>
                <a:lnTo>
                  <a:pt x="312801" y="22860"/>
                </a:lnTo>
                <a:lnTo>
                  <a:pt x="311277" y="24384"/>
                </a:lnTo>
                <a:lnTo>
                  <a:pt x="311277" y="25908"/>
                </a:lnTo>
                <a:lnTo>
                  <a:pt x="309753" y="27432"/>
                </a:lnTo>
                <a:lnTo>
                  <a:pt x="309753" y="30480"/>
                </a:lnTo>
                <a:lnTo>
                  <a:pt x="263931" y="231940"/>
                </a:lnTo>
                <a:lnTo>
                  <a:pt x="262407" y="231940"/>
                </a:lnTo>
                <a:lnTo>
                  <a:pt x="230949" y="102196"/>
                </a:lnTo>
                <a:lnTo>
                  <a:pt x="213550" y="30480"/>
                </a:lnTo>
                <a:lnTo>
                  <a:pt x="212026" y="27432"/>
                </a:lnTo>
                <a:lnTo>
                  <a:pt x="212026" y="25908"/>
                </a:lnTo>
                <a:lnTo>
                  <a:pt x="205930" y="19812"/>
                </a:lnTo>
                <a:lnTo>
                  <a:pt x="204406" y="19812"/>
                </a:lnTo>
                <a:lnTo>
                  <a:pt x="201358" y="18288"/>
                </a:lnTo>
                <a:lnTo>
                  <a:pt x="166306" y="18288"/>
                </a:lnTo>
                <a:lnTo>
                  <a:pt x="163258" y="19812"/>
                </a:lnTo>
                <a:lnTo>
                  <a:pt x="160210" y="19812"/>
                </a:lnTo>
                <a:lnTo>
                  <a:pt x="158686" y="21336"/>
                </a:lnTo>
                <a:lnTo>
                  <a:pt x="155638" y="21336"/>
                </a:lnTo>
                <a:lnTo>
                  <a:pt x="154114" y="22860"/>
                </a:lnTo>
                <a:lnTo>
                  <a:pt x="154114" y="24384"/>
                </a:lnTo>
                <a:lnTo>
                  <a:pt x="152590" y="25908"/>
                </a:lnTo>
                <a:lnTo>
                  <a:pt x="151066" y="28956"/>
                </a:lnTo>
                <a:lnTo>
                  <a:pt x="151066" y="30480"/>
                </a:lnTo>
                <a:lnTo>
                  <a:pt x="102196" y="231940"/>
                </a:lnTo>
                <a:lnTo>
                  <a:pt x="56476" y="28956"/>
                </a:lnTo>
                <a:lnTo>
                  <a:pt x="56476" y="27432"/>
                </a:lnTo>
                <a:lnTo>
                  <a:pt x="54952" y="24384"/>
                </a:lnTo>
                <a:lnTo>
                  <a:pt x="54952" y="22860"/>
                </a:lnTo>
                <a:lnTo>
                  <a:pt x="53428" y="21336"/>
                </a:lnTo>
                <a:lnTo>
                  <a:pt x="51904" y="21336"/>
                </a:lnTo>
                <a:lnTo>
                  <a:pt x="50380" y="19812"/>
                </a:lnTo>
                <a:lnTo>
                  <a:pt x="48856" y="19812"/>
                </a:lnTo>
                <a:lnTo>
                  <a:pt x="45808" y="18288"/>
                </a:lnTo>
                <a:lnTo>
                  <a:pt x="10668" y="18288"/>
                </a:lnTo>
                <a:lnTo>
                  <a:pt x="6096" y="19812"/>
                </a:lnTo>
                <a:lnTo>
                  <a:pt x="4572" y="19812"/>
                </a:lnTo>
                <a:lnTo>
                  <a:pt x="1524" y="21336"/>
                </a:lnTo>
                <a:lnTo>
                  <a:pt x="0" y="22860"/>
                </a:lnTo>
                <a:lnTo>
                  <a:pt x="0" y="35052"/>
                </a:lnTo>
                <a:lnTo>
                  <a:pt x="1524" y="39624"/>
                </a:lnTo>
                <a:lnTo>
                  <a:pt x="62572" y="271653"/>
                </a:lnTo>
                <a:lnTo>
                  <a:pt x="62572" y="274701"/>
                </a:lnTo>
                <a:lnTo>
                  <a:pt x="64096" y="276225"/>
                </a:lnTo>
                <a:lnTo>
                  <a:pt x="65620" y="279273"/>
                </a:lnTo>
                <a:lnTo>
                  <a:pt x="68668" y="282321"/>
                </a:lnTo>
                <a:lnTo>
                  <a:pt x="71716" y="283845"/>
                </a:lnTo>
                <a:lnTo>
                  <a:pt x="73240" y="283845"/>
                </a:lnTo>
                <a:lnTo>
                  <a:pt x="77812" y="285369"/>
                </a:lnTo>
                <a:lnTo>
                  <a:pt x="123532" y="285369"/>
                </a:lnTo>
                <a:lnTo>
                  <a:pt x="128104" y="283845"/>
                </a:lnTo>
                <a:lnTo>
                  <a:pt x="129730" y="283845"/>
                </a:lnTo>
                <a:lnTo>
                  <a:pt x="132778" y="282321"/>
                </a:lnTo>
                <a:lnTo>
                  <a:pt x="135826" y="279273"/>
                </a:lnTo>
                <a:lnTo>
                  <a:pt x="137350" y="276225"/>
                </a:lnTo>
                <a:lnTo>
                  <a:pt x="138874" y="274701"/>
                </a:lnTo>
                <a:lnTo>
                  <a:pt x="138874" y="271653"/>
                </a:lnTo>
                <a:lnTo>
                  <a:pt x="148158" y="231940"/>
                </a:lnTo>
                <a:lnTo>
                  <a:pt x="178498" y="102196"/>
                </a:lnTo>
                <a:lnTo>
                  <a:pt x="180022" y="102196"/>
                </a:lnTo>
                <a:lnTo>
                  <a:pt x="221259" y="271653"/>
                </a:lnTo>
                <a:lnTo>
                  <a:pt x="222783" y="274701"/>
                </a:lnTo>
                <a:lnTo>
                  <a:pt x="224307" y="276225"/>
                </a:lnTo>
                <a:lnTo>
                  <a:pt x="224307" y="279273"/>
                </a:lnTo>
                <a:lnTo>
                  <a:pt x="227355" y="282321"/>
                </a:lnTo>
                <a:lnTo>
                  <a:pt x="230403" y="283845"/>
                </a:lnTo>
                <a:lnTo>
                  <a:pt x="233451" y="283845"/>
                </a:lnTo>
                <a:lnTo>
                  <a:pt x="236499" y="285369"/>
                </a:lnTo>
                <a:lnTo>
                  <a:pt x="282219" y="285369"/>
                </a:lnTo>
                <a:lnTo>
                  <a:pt x="285267" y="283845"/>
                </a:lnTo>
                <a:lnTo>
                  <a:pt x="288315" y="283845"/>
                </a:lnTo>
                <a:lnTo>
                  <a:pt x="294411" y="280797"/>
                </a:lnTo>
                <a:lnTo>
                  <a:pt x="295935" y="279273"/>
                </a:lnTo>
                <a:lnTo>
                  <a:pt x="297459" y="276225"/>
                </a:lnTo>
                <a:lnTo>
                  <a:pt x="297459" y="274701"/>
                </a:lnTo>
                <a:lnTo>
                  <a:pt x="298983" y="271653"/>
                </a:lnTo>
                <a:lnTo>
                  <a:pt x="309435" y="231940"/>
                </a:lnTo>
                <a:lnTo>
                  <a:pt x="360045" y="39624"/>
                </a:lnTo>
                <a:lnTo>
                  <a:pt x="361569" y="35052"/>
                </a:lnTo>
                <a:lnTo>
                  <a:pt x="361569" y="22860"/>
                </a:lnTo>
                <a:close/>
              </a:path>
              <a:path w="784225" h="358775">
                <a:moveTo>
                  <a:pt x="570649" y="280797"/>
                </a:moveTo>
                <a:lnTo>
                  <a:pt x="570572" y="155638"/>
                </a:lnTo>
                <a:lnTo>
                  <a:pt x="570458" y="152590"/>
                </a:lnTo>
                <a:lnTo>
                  <a:pt x="570344" y="149326"/>
                </a:lnTo>
                <a:lnTo>
                  <a:pt x="570268" y="147066"/>
                </a:lnTo>
                <a:lnTo>
                  <a:pt x="569353" y="138658"/>
                </a:lnTo>
                <a:lnTo>
                  <a:pt x="567601" y="131254"/>
                </a:lnTo>
                <a:lnTo>
                  <a:pt x="566839" y="128206"/>
                </a:lnTo>
                <a:lnTo>
                  <a:pt x="565912" y="124434"/>
                </a:lnTo>
                <a:lnTo>
                  <a:pt x="563359" y="117868"/>
                </a:lnTo>
                <a:lnTo>
                  <a:pt x="560222" y="111887"/>
                </a:lnTo>
                <a:lnTo>
                  <a:pt x="558850" y="109829"/>
                </a:lnTo>
                <a:lnTo>
                  <a:pt x="556831" y="106768"/>
                </a:lnTo>
                <a:lnTo>
                  <a:pt x="552208" y="101371"/>
                </a:lnTo>
                <a:lnTo>
                  <a:pt x="547306" y="96685"/>
                </a:lnTo>
                <a:lnTo>
                  <a:pt x="541832" y="92849"/>
                </a:lnTo>
                <a:lnTo>
                  <a:pt x="535495" y="90017"/>
                </a:lnTo>
                <a:lnTo>
                  <a:pt x="529234" y="87134"/>
                </a:lnTo>
                <a:lnTo>
                  <a:pt x="521970" y="85255"/>
                </a:lnTo>
                <a:lnTo>
                  <a:pt x="513854" y="84226"/>
                </a:lnTo>
                <a:lnTo>
                  <a:pt x="505015" y="83921"/>
                </a:lnTo>
                <a:lnTo>
                  <a:pt x="497281" y="84226"/>
                </a:lnTo>
                <a:lnTo>
                  <a:pt x="455396" y="103517"/>
                </a:lnTo>
                <a:lnTo>
                  <a:pt x="448538" y="109829"/>
                </a:lnTo>
                <a:lnTo>
                  <a:pt x="448538" y="6096"/>
                </a:lnTo>
                <a:lnTo>
                  <a:pt x="447014" y="4572"/>
                </a:lnTo>
                <a:lnTo>
                  <a:pt x="447014" y="3048"/>
                </a:lnTo>
                <a:lnTo>
                  <a:pt x="445490" y="3048"/>
                </a:lnTo>
                <a:lnTo>
                  <a:pt x="442442" y="1524"/>
                </a:lnTo>
                <a:lnTo>
                  <a:pt x="440918" y="1524"/>
                </a:lnTo>
                <a:lnTo>
                  <a:pt x="437870" y="0"/>
                </a:lnTo>
                <a:lnTo>
                  <a:pt x="407390" y="0"/>
                </a:lnTo>
                <a:lnTo>
                  <a:pt x="404342" y="1524"/>
                </a:lnTo>
                <a:lnTo>
                  <a:pt x="402818" y="1524"/>
                </a:lnTo>
                <a:lnTo>
                  <a:pt x="399770" y="3048"/>
                </a:lnTo>
                <a:lnTo>
                  <a:pt x="398246" y="3048"/>
                </a:lnTo>
                <a:lnTo>
                  <a:pt x="398246" y="4572"/>
                </a:lnTo>
                <a:lnTo>
                  <a:pt x="396722" y="6096"/>
                </a:lnTo>
                <a:lnTo>
                  <a:pt x="396722" y="280797"/>
                </a:lnTo>
                <a:lnTo>
                  <a:pt x="398246" y="280797"/>
                </a:lnTo>
                <a:lnTo>
                  <a:pt x="398246" y="282321"/>
                </a:lnTo>
                <a:lnTo>
                  <a:pt x="399770" y="283845"/>
                </a:lnTo>
                <a:lnTo>
                  <a:pt x="402818" y="283845"/>
                </a:lnTo>
                <a:lnTo>
                  <a:pt x="404342" y="285369"/>
                </a:lnTo>
                <a:lnTo>
                  <a:pt x="437870" y="285369"/>
                </a:lnTo>
                <a:lnTo>
                  <a:pt x="440918" y="283845"/>
                </a:lnTo>
                <a:lnTo>
                  <a:pt x="445490" y="283845"/>
                </a:lnTo>
                <a:lnTo>
                  <a:pt x="447014" y="282321"/>
                </a:lnTo>
                <a:lnTo>
                  <a:pt x="447014" y="280797"/>
                </a:lnTo>
                <a:lnTo>
                  <a:pt x="448538" y="280797"/>
                </a:lnTo>
                <a:lnTo>
                  <a:pt x="448538" y="155638"/>
                </a:lnTo>
                <a:lnTo>
                  <a:pt x="454012" y="149326"/>
                </a:lnTo>
                <a:lnTo>
                  <a:pt x="459206" y="144018"/>
                </a:lnTo>
                <a:lnTo>
                  <a:pt x="464388" y="139560"/>
                </a:lnTo>
                <a:lnTo>
                  <a:pt x="469874" y="135826"/>
                </a:lnTo>
                <a:lnTo>
                  <a:pt x="475970" y="131254"/>
                </a:lnTo>
                <a:lnTo>
                  <a:pt x="482155" y="128206"/>
                </a:lnTo>
                <a:lnTo>
                  <a:pt x="494347" y="128206"/>
                </a:lnTo>
                <a:lnTo>
                  <a:pt x="503491" y="131254"/>
                </a:lnTo>
                <a:lnTo>
                  <a:pt x="506539" y="132778"/>
                </a:lnTo>
                <a:lnTo>
                  <a:pt x="512635" y="138874"/>
                </a:lnTo>
                <a:lnTo>
                  <a:pt x="514159" y="143446"/>
                </a:lnTo>
                <a:lnTo>
                  <a:pt x="517207" y="148018"/>
                </a:lnTo>
                <a:lnTo>
                  <a:pt x="517207" y="152590"/>
                </a:lnTo>
                <a:lnTo>
                  <a:pt x="518731" y="157162"/>
                </a:lnTo>
                <a:lnTo>
                  <a:pt x="520255" y="164782"/>
                </a:lnTo>
                <a:lnTo>
                  <a:pt x="520255" y="280797"/>
                </a:lnTo>
                <a:lnTo>
                  <a:pt x="521779" y="280797"/>
                </a:lnTo>
                <a:lnTo>
                  <a:pt x="521779" y="282321"/>
                </a:lnTo>
                <a:lnTo>
                  <a:pt x="523303" y="283845"/>
                </a:lnTo>
                <a:lnTo>
                  <a:pt x="524827" y="283845"/>
                </a:lnTo>
                <a:lnTo>
                  <a:pt x="527875" y="285369"/>
                </a:lnTo>
                <a:lnTo>
                  <a:pt x="561403" y="285369"/>
                </a:lnTo>
                <a:lnTo>
                  <a:pt x="564553" y="283845"/>
                </a:lnTo>
                <a:lnTo>
                  <a:pt x="567601" y="283845"/>
                </a:lnTo>
                <a:lnTo>
                  <a:pt x="570649" y="280797"/>
                </a:lnTo>
                <a:close/>
              </a:path>
              <a:path w="784225" h="358775">
                <a:moveTo>
                  <a:pt x="784186" y="94589"/>
                </a:moveTo>
                <a:lnTo>
                  <a:pt x="782662" y="91541"/>
                </a:lnTo>
                <a:lnTo>
                  <a:pt x="779614" y="88493"/>
                </a:lnTo>
                <a:lnTo>
                  <a:pt x="776566" y="88493"/>
                </a:lnTo>
                <a:lnTo>
                  <a:pt x="773518" y="86969"/>
                </a:lnTo>
                <a:lnTo>
                  <a:pt x="743038" y="86969"/>
                </a:lnTo>
                <a:lnTo>
                  <a:pt x="739990" y="88493"/>
                </a:lnTo>
                <a:lnTo>
                  <a:pt x="736854" y="88493"/>
                </a:lnTo>
                <a:lnTo>
                  <a:pt x="733806" y="91541"/>
                </a:lnTo>
                <a:lnTo>
                  <a:pt x="733806" y="93065"/>
                </a:lnTo>
                <a:lnTo>
                  <a:pt x="732282" y="97637"/>
                </a:lnTo>
                <a:lnTo>
                  <a:pt x="694182" y="221272"/>
                </a:lnTo>
                <a:lnTo>
                  <a:pt x="692658" y="221272"/>
                </a:lnTo>
                <a:lnTo>
                  <a:pt x="649884" y="99161"/>
                </a:lnTo>
                <a:lnTo>
                  <a:pt x="648360" y="96113"/>
                </a:lnTo>
                <a:lnTo>
                  <a:pt x="648360" y="94589"/>
                </a:lnTo>
                <a:lnTo>
                  <a:pt x="646836" y="93065"/>
                </a:lnTo>
                <a:lnTo>
                  <a:pt x="645312" y="90017"/>
                </a:lnTo>
                <a:lnTo>
                  <a:pt x="643788" y="90017"/>
                </a:lnTo>
                <a:lnTo>
                  <a:pt x="642264" y="88493"/>
                </a:lnTo>
                <a:lnTo>
                  <a:pt x="640740" y="88493"/>
                </a:lnTo>
                <a:lnTo>
                  <a:pt x="637692" y="86969"/>
                </a:lnTo>
                <a:lnTo>
                  <a:pt x="605688" y="86969"/>
                </a:lnTo>
                <a:lnTo>
                  <a:pt x="601116" y="88493"/>
                </a:lnTo>
                <a:lnTo>
                  <a:pt x="598068" y="88493"/>
                </a:lnTo>
                <a:lnTo>
                  <a:pt x="595020" y="91541"/>
                </a:lnTo>
                <a:lnTo>
                  <a:pt x="595020" y="102209"/>
                </a:lnTo>
                <a:lnTo>
                  <a:pt x="596544" y="106781"/>
                </a:lnTo>
                <a:lnTo>
                  <a:pt x="660654" y="276225"/>
                </a:lnTo>
                <a:lnTo>
                  <a:pt x="660654" y="277749"/>
                </a:lnTo>
                <a:lnTo>
                  <a:pt x="668274" y="285369"/>
                </a:lnTo>
                <a:lnTo>
                  <a:pt x="643788" y="346430"/>
                </a:lnTo>
                <a:lnTo>
                  <a:pt x="642264" y="347954"/>
                </a:lnTo>
                <a:lnTo>
                  <a:pt x="642264" y="354050"/>
                </a:lnTo>
                <a:lnTo>
                  <a:pt x="643788" y="355574"/>
                </a:lnTo>
                <a:lnTo>
                  <a:pt x="645312" y="355574"/>
                </a:lnTo>
                <a:lnTo>
                  <a:pt x="646836" y="357098"/>
                </a:lnTo>
                <a:lnTo>
                  <a:pt x="649884" y="358622"/>
                </a:lnTo>
                <a:lnTo>
                  <a:pt x="683514" y="358622"/>
                </a:lnTo>
                <a:lnTo>
                  <a:pt x="695706" y="355574"/>
                </a:lnTo>
                <a:lnTo>
                  <a:pt x="698754" y="352526"/>
                </a:lnTo>
                <a:lnTo>
                  <a:pt x="700278" y="349478"/>
                </a:lnTo>
                <a:lnTo>
                  <a:pt x="721614" y="285369"/>
                </a:lnTo>
                <a:lnTo>
                  <a:pt x="782662" y="105257"/>
                </a:lnTo>
                <a:lnTo>
                  <a:pt x="784186" y="102209"/>
                </a:lnTo>
                <a:lnTo>
                  <a:pt x="784186" y="945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99711" y="1985486"/>
            <a:ext cx="3507486" cy="36014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27783" y="2069401"/>
            <a:ext cx="166306" cy="2060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45906" y="2069401"/>
            <a:ext cx="312801" cy="20602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794438" y="2023586"/>
            <a:ext cx="558800" cy="252095"/>
            <a:chOff x="5794438" y="2023586"/>
            <a:chExt cx="558800" cy="252095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94438" y="2069401"/>
              <a:ext cx="175450" cy="20145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09692" y="2023586"/>
              <a:ext cx="343196" cy="25184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464236" y="1985486"/>
            <a:ext cx="560070" cy="290195"/>
            <a:chOff x="6464236" y="1985486"/>
            <a:chExt cx="560070" cy="290195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64236" y="2023586"/>
              <a:ext cx="128206" cy="25031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630543" y="1985486"/>
              <a:ext cx="173990" cy="285750"/>
            </a:xfrm>
            <a:custGeom>
              <a:avLst/>
              <a:gdLst/>
              <a:ahLst/>
              <a:cxnLst/>
              <a:rect l="l" t="t" r="r" b="b"/>
              <a:pathLst>
                <a:path w="173990" h="285750">
                  <a:moveTo>
                    <a:pt x="44291" y="1524"/>
                  </a:moveTo>
                  <a:lnTo>
                    <a:pt x="7620" y="1524"/>
                  </a:lnTo>
                  <a:lnTo>
                    <a:pt x="9144" y="0"/>
                  </a:lnTo>
                  <a:lnTo>
                    <a:pt x="41148" y="0"/>
                  </a:lnTo>
                  <a:lnTo>
                    <a:pt x="44291" y="1524"/>
                  </a:lnTo>
                  <a:close/>
                </a:path>
                <a:path w="173990" h="285750">
                  <a:moveTo>
                    <a:pt x="47339" y="3048"/>
                  </a:moveTo>
                  <a:lnTo>
                    <a:pt x="3047" y="3048"/>
                  </a:lnTo>
                  <a:lnTo>
                    <a:pt x="4571" y="1524"/>
                  </a:lnTo>
                  <a:lnTo>
                    <a:pt x="45815" y="1524"/>
                  </a:lnTo>
                  <a:lnTo>
                    <a:pt x="47339" y="3048"/>
                  </a:lnTo>
                  <a:close/>
                </a:path>
                <a:path w="173990" h="285750">
                  <a:moveTo>
                    <a:pt x="48863" y="283845"/>
                  </a:moveTo>
                  <a:lnTo>
                    <a:pt x="3047" y="283845"/>
                  </a:lnTo>
                  <a:lnTo>
                    <a:pt x="1524" y="282321"/>
                  </a:lnTo>
                  <a:lnTo>
                    <a:pt x="1524" y="280797"/>
                  </a:lnTo>
                  <a:lnTo>
                    <a:pt x="0" y="280797"/>
                  </a:lnTo>
                  <a:lnTo>
                    <a:pt x="0" y="6096"/>
                  </a:lnTo>
                  <a:lnTo>
                    <a:pt x="1524" y="4572"/>
                  </a:lnTo>
                  <a:lnTo>
                    <a:pt x="1524" y="3048"/>
                  </a:lnTo>
                  <a:lnTo>
                    <a:pt x="48863" y="3048"/>
                  </a:lnTo>
                  <a:lnTo>
                    <a:pt x="50387" y="4572"/>
                  </a:lnTo>
                  <a:lnTo>
                    <a:pt x="50387" y="6096"/>
                  </a:lnTo>
                  <a:lnTo>
                    <a:pt x="51911" y="7619"/>
                  </a:lnTo>
                  <a:lnTo>
                    <a:pt x="51911" y="109823"/>
                  </a:lnTo>
                  <a:lnTo>
                    <a:pt x="162099" y="109823"/>
                  </a:lnTo>
                  <a:lnTo>
                    <a:pt x="163377" y="111886"/>
                  </a:lnTo>
                  <a:lnTo>
                    <a:pt x="166116" y="117871"/>
                  </a:lnTo>
                  <a:lnTo>
                    <a:pt x="168568" y="124429"/>
                  </a:lnTo>
                  <a:lnTo>
                    <a:pt x="169846" y="128206"/>
                  </a:lnTo>
                  <a:lnTo>
                    <a:pt x="85439" y="128206"/>
                  </a:lnTo>
                  <a:lnTo>
                    <a:pt x="79343" y="131254"/>
                  </a:lnTo>
                  <a:lnTo>
                    <a:pt x="51911" y="155638"/>
                  </a:lnTo>
                  <a:lnTo>
                    <a:pt x="51911" y="279273"/>
                  </a:lnTo>
                  <a:lnTo>
                    <a:pt x="48863" y="282321"/>
                  </a:lnTo>
                  <a:lnTo>
                    <a:pt x="48863" y="283845"/>
                  </a:lnTo>
                  <a:close/>
                </a:path>
                <a:path w="173990" h="285750">
                  <a:moveTo>
                    <a:pt x="162099" y="109823"/>
                  </a:moveTo>
                  <a:lnTo>
                    <a:pt x="51911" y="109823"/>
                  </a:lnTo>
                  <a:lnTo>
                    <a:pt x="57912" y="103512"/>
                  </a:lnTo>
                  <a:lnTo>
                    <a:pt x="93059" y="85248"/>
                  </a:lnTo>
                  <a:lnTo>
                    <a:pt x="106775" y="83915"/>
                  </a:lnTo>
                  <a:lnTo>
                    <a:pt x="115634" y="84224"/>
                  </a:lnTo>
                  <a:lnTo>
                    <a:pt x="155590" y="101369"/>
                  </a:lnTo>
                  <a:lnTo>
                    <a:pt x="162099" y="109823"/>
                  </a:lnTo>
                  <a:close/>
                </a:path>
                <a:path w="173990" h="285750">
                  <a:moveTo>
                    <a:pt x="170878" y="283845"/>
                  </a:moveTo>
                  <a:lnTo>
                    <a:pt x="126587" y="283845"/>
                  </a:lnTo>
                  <a:lnTo>
                    <a:pt x="123539" y="280797"/>
                  </a:lnTo>
                  <a:lnTo>
                    <a:pt x="123539" y="164782"/>
                  </a:lnTo>
                  <a:lnTo>
                    <a:pt x="122015" y="157162"/>
                  </a:lnTo>
                  <a:lnTo>
                    <a:pt x="115919" y="138874"/>
                  </a:lnTo>
                  <a:lnTo>
                    <a:pt x="109823" y="132778"/>
                  </a:lnTo>
                  <a:lnTo>
                    <a:pt x="105251" y="131254"/>
                  </a:lnTo>
                  <a:lnTo>
                    <a:pt x="102203" y="129730"/>
                  </a:lnTo>
                  <a:lnTo>
                    <a:pt x="97631" y="128206"/>
                  </a:lnTo>
                  <a:lnTo>
                    <a:pt x="169846" y="128206"/>
                  </a:lnTo>
                  <a:lnTo>
                    <a:pt x="173926" y="280797"/>
                  </a:lnTo>
                  <a:lnTo>
                    <a:pt x="172402" y="280797"/>
                  </a:lnTo>
                  <a:lnTo>
                    <a:pt x="172402" y="282321"/>
                  </a:lnTo>
                  <a:lnTo>
                    <a:pt x="170878" y="283845"/>
                  </a:lnTo>
                  <a:close/>
                </a:path>
                <a:path w="173990" h="285750">
                  <a:moveTo>
                    <a:pt x="41148" y="285369"/>
                  </a:moveTo>
                  <a:lnTo>
                    <a:pt x="7620" y="285369"/>
                  </a:lnTo>
                  <a:lnTo>
                    <a:pt x="4571" y="283845"/>
                  </a:lnTo>
                  <a:lnTo>
                    <a:pt x="44291" y="283845"/>
                  </a:lnTo>
                  <a:lnTo>
                    <a:pt x="41148" y="285369"/>
                  </a:lnTo>
                  <a:close/>
                </a:path>
                <a:path w="173990" h="285750">
                  <a:moveTo>
                    <a:pt x="164782" y="285369"/>
                  </a:moveTo>
                  <a:lnTo>
                    <a:pt x="129635" y="285369"/>
                  </a:lnTo>
                  <a:lnTo>
                    <a:pt x="128111" y="283845"/>
                  </a:lnTo>
                  <a:lnTo>
                    <a:pt x="167830" y="283845"/>
                  </a:lnTo>
                  <a:lnTo>
                    <a:pt x="164782" y="2853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45617" y="2069401"/>
              <a:ext cx="178593" cy="206025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50798" y="1985486"/>
            <a:ext cx="1493615" cy="28994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27030" y="3178873"/>
            <a:ext cx="103727" cy="10534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17650" y="3107150"/>
            <a:ext cx="1502759" cy="346424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2643949" y="3107150"/>
            <a:ext cx="392430" cy="274955"/>
            <a:chOff x="2643949" y="3107150"/>
            <a:chExt cx="392430" cy="274955"/>
          </a:xfrm>
        </p:grpSpPr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43949" y="3180397"/>
              <a:ext cx="131254" cy="20140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819400" y="3107150"/>
              <a:ext cx="41275" cy="273685"/>
            </a:xfrm>
            <a:custGeom>
              <a:avLst/>
              <a:gdLst/>
              <a:ahLst/>
              <a:cxnLst/>
              <a:rect l="l" t="t" r="r" b="b"/>
              <a:pathLst>
                <a:path w="41275" h="273685">
                  <a:moveTo>
                    <a:pt x="26003" y="76295"/>
                  </a:moveTo>
                  <a:lnTo>
                    <a:pt x="13716" y="76295"/>
                  </a:lnTo>
                  <a:lnTo>
                    <a:pt x="16859" y="74771"/>
                  </a:lnTo>
                  <a:lnTo>
                    <a:pt x="24479" y="74771"/>
                  </a:lnTo>
                  <a:lnTo>
                    <a:pt x="26003" y="76295"/>
                  </a:lnTo>
                  <a:close/>
                </a:path>
                <a:path w="41275" h="273685">
                  <a:moveTo>
                    <a:pt x="33623" y="77819"/>
                  </a:moveTo>
                  <a:lnTo>
                    <a:pt x="7620" y="77819"/>
                  </a:lnTo>
                  <a:lnTo>
                    <a:pt x="7620" y="76295"/>
                  </a:lnTo>
                  <a:lnTo>
                    <a:pt x="32099" y="76295"/>
                  </a:lnTo>
                  <a:lnTo>
                    <a:pt x="33623" y="77819"/>
                  </a:lnTo>
                  <a:close/>
                </a:path>
                <a:path w="41275" h="273685">
                  <a:moveTo>
                    <a:pt x="36671" y="270129"/>
                  </a:moveTo>
                  <a:lnTo>
                    <a:pt x="4572" y="270129"/>
                  </a:lnTo>
                  <a:lnTo>
                    <a:pt x="4572" y="268605"/>
                  </a:lnTo>
                  <a:lnTo>
                    <a:pt x="3048" y="267081"/>
                  </a:lnTo>
                  <a:lnTo>
                    <a:pt x="3048" y="80867"/>
                  </a:lnTo>
                  <a:lnTo>
                    <a:pt x="4572" y="79343"/>
                  </a:lnTo>
                  <a:lnTo>
                    <a:pt x="4572" y="77819"/>
                  </a:lnTo>
                  <a:lnTo>
                    <a:pt x="36671" y="77819"/>
                  </a:lnTo>
                  <a:lnTo>
                    <a:pt x="36671" y="79343"/>
                  </a:lnTo>
                  <a:lnTo>
                    <a:pt x="38195" y="80867"/>
                  </a:lnTo>
                  <a:lnTo>
                    <a:pt x="38195" y="267081"/>
                  </a:lnTo>
                  <a:lnTo>
                    <a:pt x="36671" y="268605"/>
                  </a:lnTo>
                  <a:lnTo>
                    <a:pt x="36671" y="270129"/>
                  </a:lnTo>
                  <a:close/>
                </a:path>
                <a:path w="41275" h="273685">
                  <a:moveTo>
                    <a:pt x="33623" y="271653"/>
                  </a:moveTo>
                  <a:lnTo>
                    <a:pt x="7620" y="271653"/>
                  </a:lnTo>
                  <a:lnTo>
                    <a:pt x="6096" y="270129"/>
                  </a:lnTo>
                  <a:lnTo>
                    <a:pt x="35147" y="270129"/>
                  </a:lnTo>
                  <a:lnTo>
                    <a:pt x="33623" y="271653"/>
                  </a:lnTo>
                  <a:close/>
                </a:path>
                <a:path w="41275" h="273685">
                  <a:moveTo>
                    <a:pt x="27527" y="273177"/>
                  </a:moveTo>
                  <a:lnTo>
                    <a:pt x="15240" y="273177"/>
                  </a:lnTo>
                  <a:lnTo>
                    <a:pt x="12192" y="271653"/>
                  </a:lnTo>
                  <a:lnTo>
                    <a:pt x="29051" y="271653"/>
                  </a:lnTo>
                  <a:lnTo>
                    <a:pt x="27527" y="273177"/>
                  </a:lnTo>
                  <a:close/>
                </a:path>
                <a:path w="41275" h="273685">
                  <a:moveTo>
                    <a:pt x="29051" y="39719"/>
                  </a:moveTo>
                  <a:lnTo>
                    <a:pt x="12192" y="39719"/>
                  </a:lnTo>
                  <a:lnTo>
                    <a:pt x="7620" y="38195"/>
                  </a:lnTo>
                  <a:lnTo>
                    <a:pt x="4572" y="36671"/>
                  </a:lnTo>
                  <a:lnTo>
                    <a:pt x="1524" y="33623"/>
                  </a:lnTo>
                  <a:lnTo>
                    <a:pt x="0" y="27527"/>
                  </a:lnTo>
                  <a:lnTo>
                    <a:pt x="0" y="12192"/>
                  </a:lnTo>
                  <a:lnTo>
                    <a:pt x="1524" y="6096"/>
                  </a:lnTo>
                  <a:lnTo>
                    <a:pt x="4572" y="3048"/>
                  </a:lnTo>
                  <a:lnTo>
                    <a:pt x="7620" y="1524"/>
                  </a:lnTo>
                  <a:lnTo>
                    <a:pt x="12192" y="0"/>
                  </a:lnTo>
                  <a:lnTo>
                    <a:pt x="29051" y="0"/>
                  </a:lnTo>
                  <a:lnTo>
                    <a:pt x="33623" y="1524"/>
                  </a:lnTo>
                  <a:lnTo>
                    <a:pt x="36671" y="3048"/>
                  </a:lnTo>
                  <a:lnTo>
                    <a:pt x="39719" y="6096"/>
                  </a:lnTo>
                  <a:lnTo>
                    <a:pt x="41243" y="12192"/>
                  </a:lnTo>
                  <a:lnTo>
                    <a:pt x="41243" y="27527"/>
                  </a:lnTo>
                  <a:lnTo>
                    <a:pt x="39719" y="33623"/>
                  </a:lnTo>
                  <a:lnTo>
                    <a:pt x="36671" y="35147"/>
                  </a:lnTo>
                  <a:lnTo>
                    <a:pt x="33623" y="38195"/>
                  </a:lnTo>
                  <a:lnTo>
                    <a:pt x="29051" y="397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04839" y="3183445"/>
              <a:ext cx="131254" cy="195357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364134" y="3180397"/>
            <a:ext cx="184509" cy="20145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062311" y="3180397"/>
            <a:ext cx="169044" cy="201453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3574637" y="3091910"/>
            <a:ext cx="125095" cy="288925"/>
          </a:xfrm>
          <a:custGeom>
            <a:avLst/>
            <a:gdLst/>
            <a:ahLst/>
            <a:cxnLst/>
            <a:rect l="l" t="t" r="r" b="b"/>
            <a:pathLst>
              <a:path w="125095" h="288925">
                <a:moveTo>
                  <a:pt x="67151" y="91535"/>
                </a:moveTo>
                <a:lnTo>
                  <a:pt x="33528" y="91535"/>
                </a:lnTo>
                <a:lnTo>
                  <a:pt x="33575" y="63506"/>
                </a:lnTo>
                <a:lnTo>
                  <a:pt x="33843" y="56483"/>
                </a:lnTo>
                <a:lnTo>
                  <a:pt x="33909" y="54756"/>
                </a:lnTo>
                <a:lnTo>
                  <a:pt x="47339" y="16764"/>
                </a:lnTo>
                <a:lnTo>
                  <a:pt x="51911" y="10668"/>
                </a:lnTo>
                <a:lnTo>
                  <a:pt x="93059" y="0"/>
                </a:lnTo>
                <a:lnTo>
                  <a:pt x="102203" y="0"/>
                </a:lnTo>
                <a:lnTo>
                  <a:pt x="106775" y="1524"/>
                </a:lnTo>
                <a:lnTo>
                  <a:pt x="111347" y="1524"/>
                </a:lnTo>
                <a:lnTo>
                  <a:pt x="117443" y="4572"/>
                </a:lnTo>
                <a:lnTo>
                  <a:pt x="118967" y="4572"/>
                </a:lnTo>
                <a:lnTo>
                  <a:pt x="120491" y="6096"/>
                </a:lnTo>
                <a:lnTo>
                  <a:pt x="122015" y="6096"/>
                </a:lnTo>
                <a:lnTo>
                  <a:pt x="122015" y="7620"/>
                </a:lnTo>
                <a:lnTo>
                  <a:pt x="123539" y="9144"/>
                </a:lnTo>
                <a:lnTo>
                  <a:pt x="123539" y="10668"/>
                </a:lnTo>
                <a:lnTo>
                  <a:pt x="125063" y="12192"/>
                </a:lnTo>
                <a:lnTo>
                  <a:pt x="125063" y="27432"/>
                </a:lnTo>
                <a:lnTo>
                  <a:pt x="90011" y="27432"/>
                </a:lnTo>
                <a:lnTo>
                  <a:pt x="85439" y="28956"/>
                </a:lnTo>
                <a:lnTo>
                  <a:pt x="82391" y="30480"/>
                </a:lnTo>
                <a:lnTo>
                  <a:pt x="77819" y="32004"/>
                </a:lnTo>
                <a:lnTo>
                  <a:pt x="74771" y="35052"/>
                </a:lnTo>
                <a:lnTo>
                  <a:pt x="71723" y="41148"/>
                </a:lnTo>
                <a:lnTo>
                  <a:pt x="70199" y="45815"/>
                </a:lnTo>
                <a:lnTo>
                  <a:pt x="68675" y="51911"/>
                </a:lnTo>
                <a:lnTo>
                  <a:pt x="67151" y="56483"/>
                </a:lnTo>
                <a:lnTo>
                  <a:pt x="67151" y="91535"/>
                </a:lnTo>
                <a:close/>
              </a:path>
              <a:path w="125095" h="288925">
                <a:moveTo>
                  <a:pt x="123539" y="33528"/>
                </a:moveTo>
                <a:lnTo>
                  <a:pt x="117443" y="33528"/>
                </a:lnTo>
                <a:lnTo>
                  <a:pt x="115919" y="32004"/>
                </a:lnTo>
                <a:lnTo>
                  <a:pt x="114395" y="32004"/>
                </a:lnTo>
                <a:lnTo>
                  <a:pt x="111347" y="30480"/>
                </a:lnTo>
                <a:lnTo>
                  <a:pt x="109823" y="30480"/>
                </a:lnTo>
                <a:lnTo>
                  <a:pt x="106775" y="28956"/>
                </a:lnTo>
                <a:lnTo>
                  <a:pt x="103727" y="28956"/>
                </a:lnTo>
                <a:lnTo>
                  <a:pt x="102203" y="27432"/>
                </a:lnTo>
                <a:lnTo>
                  <a:pt x="125063" y="27432"/>
                </a:lnTo>
                <a:lnTo>
                  <a:pt x="125063" y="28956"/>
                </a:lnTo>
                <a:lnTo>
                  <a:pt x="123539" y="30480"/>
                </a:lnTo>
                <a:lnTo>
                  <a:pt x="123539" y="33528"/>
                </a:lnTo>
                <a:close/>
              </a:path>
              <a:path w="125095" h="288925">
                <a:moveTo>
                  <a:pt x="111347" y="93059"/>
                </a:moveTo>
                <a:lnTo>
                  <a:pt x="4572" y="93059"/>
                </a:lnTo>
                <a:lnTo>
                  <a:pt x="4572" y="91535"/>
                </a:lnTo>
                <a:lnTo>
                  <a:pt x="109823" y="91535"/>
                </a:lnTo>
                <a:lnTo>
                  <a:pt x="111347" y="93059"/>
                </a:lnTo>
                <a:close/>
              </a:path>
              <a:path w="125095" h="288925">
                <a:moveTo>
                  <a:pt x="109823" y="120586"/>
                </a:moveTo>
                <a:lnTo>
                  <a:pt x="4572" y="120586"/>
                </a:lnTo>
                <a:lnTo>
                  <a:pt x="3048" y="119062"/>
                </a:lnTo>
                <a:lnTo>
                  <a:pt x="1524" y="116014"/>
                </a:lnTo>
                <a:lnTo>
                  <a:pt x="1524" y="114490"/>
                </a:lnTo>
                <a:lnTo>
                  <a:pt x="0" y="111442"/>
                </a:lnTo>
                <a:lnTo>
                  <a:pt x="0" y="100679"/>
                </a:lnTo>
                <a:lnTo>
                  <a:pt x="1524" y="99155"/>
                </a:lnTo>
                <a:lnTo>
                  <a:pt x="1524" y="94583"/>
                </a:lnTo>
                <a:lnTo>
                  <a:pt x="3048" y="94583"/>
                </a:lnTo>
                <a:lnTo>
                  <a:pt x="3048" y="93059"/>
                </a:lnTo>
                <a:lnTo>
                  <a:pt x="112871" y="93059"/>
                </a:lnTo>
                <a:lnTo>
                  <a:pt x="112871" y="96107"/>
                </a:lnTo>
                <a:lnTo>
                  <a:pt x="114395" y="97631"/>
                </a:lnTo>
                <a:lnTo>
                  <a:pt x="114395" y="114490"/>
                </a:lnTo>
                <a:lnTo>
                  <a:pt x="112871" y="116014"/>
                </a:lnTo>
                <a:lnTo>
                  <a:pt x="111347" y="119062"/>
                </a:lnTo>
                <a:lnTo>
                  <a:pt x="109823" y="120586"/>
                </a:lnTo>
                <a:close/>
              </a:path>
              <a:path w="125095" h="288925">
                <a:moveTo>
                  <a:pt x="64103" y="286892"/>
                </a:moveTo>
                <a:lnTo>
                  <a:pt x="36576" y="286892"/>
                </a:lnTo>
                <a:lnTo>
                  <a:pt x="33528" y="283844"/>
                </a:lnTo>
                <a:lnTo>
                  <a:pt x="33528" y="120586"/>
                </a:lnTo>
                <a:lnTo>
                  <a:pt x="67151" y="120586"/>
                </a:lnTo>
                <a:lnTo>
                  <a:pt x="67151" y="283844"/>
                </a:lnTo>
                <a:lnTo>
                  <a:pt x="65627" y="283844"/>
                </a:lnTo>
                <a:lnTo>
                  <a:pt x="65627" y="285368"/>
                </a:lnTo>
                <a:lnTo>
                  <a:pt x="64103" y="285368"/>
                </a:lnTo>
                <a:lnTo>
                  <a:pt x="64103" y="286892"/>
                </a:lnTo>
                <a:close/>
              </a:path>
              <a:path w="125095" h="288925">
                <a:moveTo>
                  <a:pt x="56483" y="288417"/>
                </a:moveTo>
                <a:lnTo>
                  <a:pt x="44196" y="288417"/>
                </a:lnTo>
                <a:lnTo>
                  <a:pt x="41148" y="286892"/>
                </a:lnTo>
                <a:lnTo>
                  <a:pt x="58007" y="286892"/>
                </a:lnTo>
                <a:lnTo>
                  <a:pt x="56483" y="2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3797426" y="3093434"/>
            <a:ext cx="323850" cy="288925"/>
            <a:chOff x="3797426" y="3093434"/>
            <a:chExt cx="323850" cy="288925"/>
          </a:xfrm>
        </p:grpSpPr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97426" y="3133058"/>
              <a:ext cx="120491" cy="24879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962114" y="3093434"/>
              <a:ext cx="158750" cy="287020"/>
            </a:xfrm>
            <a:custGeom>
              <a:avLst/>
              <a:gdLst/>
              <a:ahLst/>
              <a:cxnLst/>
              <a:rect l="l" t="t" r="r" b="b"/>
              <a:pathLst>
                <a:path w="158750" h="287020">
                  <a:moveTo>
                    <a:pt x="30575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29051" y="0"/>
                  </a:lnTo>
                  <a:lnTo>
                    <a:pt x="30575" y="1524"/>
                  </a:lnTo>
                  <a:close/>
                </a:path>
                <a:path w="158750" h="287020">
                  <a:moveTo>
                    <a:pt x="32099" y="3048"/>
                  </a:moveTo>
                  <a:lnTo>
                    <a:pt x="1524" y="3048"/>
                  </a:lnTo>
                  <a:lnTo>
                    <a:pt x="1524" y="1524"/>
                  </a:lnTo>
                  <a:lnTo>
                    <a:pt x="32099" y="1524"/>
                  </a:lnTo>
                  <a:lnTo>
                    <a:pt x="32099" y="3048"/>
                  </a:lnTo>
                  <a:close/>
                </a:path>
                <a:path w="158750" h="287020">
                  <a:moveTo>
                    <a:pt x="30575" y="285369"/>
                  </a:moveTo>
                  <a:lnTo>
                    <a:pt x="3048" y="285369"/>
                  </a:lnTo>
                  <a:lnTo>
                    <a:pt x="0" y="282321"/>
                  </a:lnTo>
                  <a:lnTo>
                    <a:pt x="0" y="3048"/>
                  </a:lnTo>
                  <a:lnTo>
                    <a:pt x="33623" y="3048"/>
                  </a:lnTo>
                  <a:lnTo>
                    <a:pt x="33623" y="116014"/>
                  </a:lnTo>
                  <a:lnTo>
                    <a:pt x="85439" y="116014"/>
                  </a:lnTo>
                  <a:lnTo>
                    <a:pt x="47339" y="135826"/>
                  </a:lnTo>
                  <a:lnTo>
                    <a:pt x="33623" y="151066"/>
                  </a:lnTo>
                  <a:lnTo>
                    <a:pt x="33623" y="282321"/>
                  </a:lnTo>
                  <a:lnTo>
                    <a:pt x="30575" y="285369"/>
                  </a:lnTo>
                  <a:close/>
                </a:path>
                <a:path w="158750" h="287020">
                  <a:moveTo>
                    <a:pt x="155638" y="285369"/>
                  </a:moveTo>
                  <a:lnTo>
                    <a:pt x="128206" y="285369"/>
                  </a:lnTo>
                  <a:lnTo>
                    <a:pt x="125158" y="282321"/>
                  </a:lnTo>
                  <a:lnTo>
                    <a:pt x="125158" y="172402"/>
                  </a:lnTo>
                  <a:lnTo>
                    <a:pt x="125002" y="167830"/>
                  </a:lnTo>
                  <a:lnTo>
                    <a:pt x="112966" y="125158"/>
                  </a:lnTo>
                  <a:lnTo>
                    <a:pt x="97726" y="117538"/>
                  </a:lnTo>
                  <a:lnTo>
                    <a:pt x="93059" y="116014"/>
                  </a:lnTo>
                  <a:lnTo>
                    <a:pt x="33623" y="116014"/>
                  </a:lnTo>
                  <a:lnTo>
                    <a:pt x="40719" y="109411"/>
                  </a:lnTo>
                  <a:lnTo>
                    <a:pt x="77819" y="88487"/>
                  </a:lnTo>
                  <a:lnTo>
                    <a:pt x="85445" y="87272"/>
                  </a:lnTo>
                  <a:lnTo>
                    <a:pt x="85850" y="87272"/>
                  </a:lnTo>
                  <a:lnTo>
                    <a:pt x="93059" y="86963"/>
                  </a:lnTo>
                  <a:lnTo>
                    <a:pt x="101948" y="87272"/>
                  </a:lnTo>
                  <a:lnTo>
                    <a:pt x="110097" y="88296"/>
                  </a:lnTo>
                  <a:lnTo>
                    <a:pt x="117370" y="90177"/>
                  </a:lnTo>
                  <a:lnTo>
                    <a:pt x="123634" y="93059"/>
                  </a:lnTo>
                  <a:lnTo>
                    <a:pt x="129968" y="95894"/>
                  </a:lnTo>
                  <a:lnTo>
                    <a:pt x="153328" y="127492"/>
                  </a:lnTo>
                  <a:lnTo>
                    <a:pt x="158686" y="282321"/>
                  </a:lnTo>
                  <a:lnTo>
                    <a:pt x="155638" y="285369"/>
                  </a:lnTo>
                  <a:close/>
                </a:path>
                <a:path w="158750" h="287020">
                  <a:moveTo>
                    <a:pt x="22955" y="286893"/>
                  </a:moveTo>
                  <a:lnTo>
                    <a:pt x="10763" y="286893"/>
                  </a:lnTo>
                  <a:lnTo>
                    <a:pt x="9239" y="285369"/>
                  </a:lnTo>
                  <a:lnTo>
                    <a:pt x="26003" y="285369"/>
                  </a:lnTo>
                  <a:lnTo>
                    <a:pt x="22955" y="286893"/>
                  </a:lnTo>
                  <a:close/>
                </a:path>
                <a:path w="158750" h="287020">
                  <a:moveTo>
                    <a:pt x="148018" y="286893"/>
                  </a:moveTo>
                  <a:lnTo>
                    <a:pt x="135826" y="286893"/>
                  </a:lnTo>
                  <a:lnTo>
                    <a:pt x="134302" y="285369"/>
                  </a:lnTo>
                  <a:lnTo>
                    <a:pt x="149542" y="285369"/>
                  </a:lnTo>
                  <a:lnTo>
                    <a:pt x="148018" y="2868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169664" y="3180397"/>
            <a:ext cx="170878" cy="201453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4488465" y="3111722"/>
            <a:ext cx="564515" cy="270510"/>
            <a:chOff x="4488465" y="3111722"/>
            <a:chExt cx="564515" cy="270510"/>
          </a:xfrm>
        </p:grpSpPr>
        <p:sp>
          <p:nvSpPr>
            <p:cNvPr id="33" name="object 33"/>
            <p:cNvSpPr/>
            <p:nvPr/>
          </p:nvSpPr>
          <p:spPr>
            <a:xfrm>
              <a:off x="4488465" y="3111722"/>
              <a:ext cx="137795" cy="267335"/>
            </a:xfrm>
            <a:custGeom>
              <a:avLst/>
              <a:gdLst/>
              <a:ahLst/>
              <a:cxnLst/>
              <a:rect l="l" t="t" r="r" b="b"/>
              <a:pathLst>
                <a:path w="137795" h="267335">
                  <a:moveTo>
                    <a:pt x="26003" y="1524"/>
                  </a:moveTo>
                  <a:lnTo>
                    <a:pt x="9239" y="1524"/>
                  </a:lnTo>
                  <a:lnTo>
                    <a:pt x="10763" y="0"/>
                  </a:lnTo>
                  <a:lnTo>
                    <a:pt x="24479" y="0"/>
                  </a:lnTo>
                  <a:lnTo>
                    <a:pt x="26003" y="1524"/>
                  </a:lnTo>
                  <a:close/>
                </a:path>
                <a:path w="137795" h="267335">
                  <a:moveTo>
                    <a:pt x="132778" y="267081"/>
                  </a:moveTo>
                  <a:lnTo>
                    <a:pt x="10763" y="267081"/>
                  </a:lnTo>
                  <a:lnTo>
                    <a:pt x="7715" y="265557"/>
                  </a:lnTo>
                  <a:lnTo>
                    <a:pt x="4572" y="264033"/>
                  </a:lnTo>
                  <a:lnTo>
                    <a:pt x="1524" y="260985"/>
                  </a:lnTo>
                  <a:lnTo>
                    <a:pt x="0" y="257937"/>
                  </a:lnTo>
                  <a:lnTo>
                    <a:pt x="0" y="4572"/>
                  </a:lnTo>
                  <a:lnTo>
                    <a:pt x="3048" y="1524"/>
                  </a:lnTo>
                  <a:lnTo>
                    <a:pt x="32099" y="1524"/>
                  </a:lnTo>
                  <a:lnTo>
                    <a:pt x="32099" y="3048"/>
                  </a:lnTo>
                  <a:lnTo>
                    <a:pt x="33623" y="3048"/>
                  </a:lnTo>
                  <a:lnTo>
                    <a:pt x="35147" y="4572"/>
                  </a:lnTo>
                  <a:lnTo>
                    <a:pt x="35147" y="236601"/>
                  </a:lnTo>
                  <a:lnTo>
                    <a:pt x="132778" y="236601"/>
                  </a:lnTo>
                  <a:lnTo>
                    <a:pt x="134302" y="238125"/>
                  </a:lnTo>
                  <a:lnTo>
                    <a:pt x="135826" y="238125"/>
                  </a:lnTo>
                  <a:lnTo>
                    <a:pt x="135826" y="241173"/>
                  </a:lnTo>
                  <a:lnTo>
                    <a:pt x="137350" y="242697"/>
                  </a:lnTo>
                  <a:lnTo>
                    <a:pt x="137350" y="259461"/>
                  </a:lnTo>
                  <a:lnTo>
                    <a:pt x="135826" y="262509"/>
                  </a:lnTo>
                  <a:lnTo>
                    <a:pt x="135826" y="264033"/>
                  </a:lnTo>
                  <a:lnTo>
                    <a:pt x="134302" y="265557"/>
                  </a:lnTo>
                  <a:lnTo>
                    <a:pt x="132778" y="265557"/>
                  </a:lnTo>
                  <a:lnTo>
                    <a:pt x="132778" y="267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647152" y="3180397"/>
              <a:ext cx="184509" cy="20145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868417" y="3180397"/>
              <a:ext cx="184509" cy="201453"/>
            </a:xfrm>
            <a:prstGeom prst="rect">
              <a:avLst/>
            </a:prstGeom>
          </p:spPr>
        </p:pic>
      </p:grpSp>
      <p:sp>
        <p:nvSpPr>
          <p:cNvPr id="36" name="object 36"/>
          <p:cNvSpPr/>
          <p:nvPr/>
        </p:nvSpPr>
        <p:spPr>
          <a:xfrm>
            <a:off x="5103304" y="3093440"/>
            <a:ext cx="274955" cy="287020"/>
          </a:xfrm>
          <a:custGeom>
            <a:avLst/>
            <a:gdLst/>
            <a:ahLst/>
            <a:cxnLst/>
            <a:rect l="l" t="t" r="r" b="b"/>
            <a:pathLst>
              <a:path w="274954" h="287020">
                <a:moveTo>
                  <a:pt x="151066" y="277749"/>
                </a:moveTo>
                <a:lnTo>
                  <a:pt x="149542" y="276225"/>
                </a:lnTo>
                <a:lnTo>
                  <a:pt x="149542" y="274701"/>
                </a:lnTo>
                <a:lnTo>
                  <a:pt x="148018" y="273177"/>
                </a:lnTo>
                <a:lnTo>
                  <a:pt x="146494" y="270129"/>
                </a:lnTo>
                <a:lnTo>
                  <a:pt x="75209" y="176974"/>
                </a:lnTo>
                <a:lnTo>
                  <a:pt x="71716" y="172402"/>
                </a:lnTo>
                <a:lnTo>
                  <a:pt x="137350" y="105244"/>
                </a:lnTo>
                <a:lnTo>
                  <a:pt x="140398" y="103720"/>
                </a:lnTo>
                <a:lnTo>
                  <a:pt x="141922" y="102196"/>
                </a:lnTo>
                <a:lnTo>
                  <a:pt x="141922" y="100672"/>
                </a:lnTo>
                <a:lnTo>
                  <a:pt x="143446" y="99148"/>
                </a:lnTo>
                <a:lnTo>
                  <a:pt x="143446" y="93052"/>
                </a:lnTo>
                <a:lnTo>
                  <a:pt x="141922" y="91528"/>
                </a:lnTo>
                <a:lnTo>
                  <a:pt x="140398" y="91528"/>
                </a:lnTo>
                <a:lnTo>
                  <a:pt x="140398" y="90004"/>
                </a:lnTo>
                <a:lnTo>
                  <a:pt x="131254" y="90004"/>
                </a:lnTo>
                <a:lnTo>
                  <a:pt x="128206" y="88480"/>
                </a:lnTo>
                <a:lnTo>
                  <a:pt x="122110" y="88480"/>
                </a:lnTo>
                <a:lnTo>
                  <a:pt x="119062" y="90004"/>
                </a:lnTo>
                <a:lnTo>
                  <a:pt x="111442" y="90004"/>
                </a:lnTo>
                <a:lnTo>
                  <a:pt x="109918" y="91528"/>
                </a:lnTo>
                <a:lnTo>
                  <a:pt x="108394" y="91528"/>
                </a:lnTo>
                <a:lnTo>
                  <a:pt x="105346" y="94576"/>
                </a:lnTo>
                <a:lnTo>
                  <a:pt x="103822" y="94576"/>
                </a:lnTo>
                <a:lnTo>
                  <a:pt x="103822" y="96100"/>
                </a:lnTo>
                <a:lnTo>
                  <a:pt x="33616" y="172402"/>
                </a:lnTo>
                <a:lnTo>
                  <a:pt x="33616" y="4572"/>
                </a:lnTo>
                <a:lnTo>
                  <a:pt x="29044" y="0"/>
                </a:lnTo>
                <a:lnTo>
                  <a:pt x="6184" y="0"/>
                </a:lnTo>
                <a:lnTo>
                  <a:pt x="4660" y="1524"/>
                </a:lnTo>
                <a:lnTo>
                  <a:pt x="1612" y="1524"/>
                </a:lnTo>
                <a:lnTo>
                  <a:pt x="0" y="3048"/>
                </a:lnTo>
                <a:lnTo>
                  <a:pt x="0" y="282321"/>
                </a:lnTo>
                <a:lnTo>
                  <a:pt x="1612" y="283845"/>
                </a:lnTo>
                <a:lnTo>
                  <a:pt x="3136" y="285369"/>
                </a:lnTo>
                <a:lnTo>
                  <a:pt x="7708" y="285369"/>
                </a:lnTo>
                <a:lnTo>
                  <a:pt x="10756" y="286893"/>
                </a:lnTo>
                <a:lnTo>
                  <a:pt x="22948" y="286893"/>
                </a:lnTo>
                <a:lnTo>
                  <a:pt x="24472" y="285369"/>
                </a:lnTo>
                <a:lnTo>
                  <a:pt x="30568" y="285369"/>
                </a:lnTo>
                <a:lnTo>
                  <a:pt x="30568" y="283845"/>
                </a:lnTo>
                <a:lnTo>
                  <a:pt x="32092" y="283845"/>
                </a:lnTo>
                <a:lnTo>
                  <a:pt x="32092" y="282321"/>
                </a:lnTo>
                <a:lnTo>
                  <a:pt x="33616" y="282321"/>
                </a:lnTo>
                <a:lnTo>
                  <a:pt x="33616" y="176974"/>
                </a:lnTo>
                <a:lnTo>
                  <a:pt x="111442" y="279273"/>
                </a:lnTo>
                <a:lnTo>
                  <a:pt x="111442" y="280797"/>
                </a:lnTo>
                <a:lnTo>
                  <a:pt x="112966" y="282321"/>
                </a:lnTo>
                <a:lnTo>
                  <a:pt x="114490" y="282321"/>
                </a:lnTo>
                <a:lnTo>
                  <a:pt x="114490" y="283845"/>
                </a:lnTo>
                <a:lnTo>
                  <a:pt x="116014" y="285369"/>
                </a:lnTo>
                <a:lnTo>
                  <a:pt x="123634" y="285369"/>
                </a:lnTo>
                <a:lnTo>
                  <a:pt x="126682" y="286893"/>
                </a:lnTo>
                <a:lnTo>
                  <a:pt x="140398" y="286893"/>
                </a:lnTo>
                <a:lnTo>
                  <a:pt x="141922" y="285369"/>
                </a:lnTo>
                <a:lnTo>
                  <a:pt x="148018" y="285369"/>
                </a:lnTo>
                <a:lnTo>
                  <a:pt x="148018" y="283845"/>
                </a:lnTo>
                <a:lnTo>
                  <a:pt x="149542" y="283845"/>
                </a:lnTo>
                <a:lnTo>
                  <a:pt x="149542" y="282321"/>
                </a:lnTo>
                <a:lnTo>
                  <a:pt x="151066" y="282321"/>
                </a:lnTo>
                <a:lnTo>
                  <a:pt x="151066" y="277749"/>
                </a:lnTo>
                <a:close/>
              </a:path>
              <a:path w="274954" h="287020">
                <a:moveTo>
                  <a:pt x="274688" y="173926"/>
                </a:moveTo>
                <a:lnTo>
                  <a:pt x="273164" y="172402"/>
                </a:lnTo>
                <a:lnTo>
                  <a:pt x="273164" y="170878"/>
                </a:lnTo>
                <a:lnTo>
                  <a:pt x="270116" y="167830"/>
                </a:lnTo>
                <a:lnTo>
                  <a:pt x="180111" y="167830"/>
                </a:lnTo>
                <a:lnTo>
                  <a:pt x="175539" y="172402"/>
                </a:lnTo>
                <a:lnTo>
                  <a:pt x="175539" y="190779"/>
                </a:lnTo>
                <a:lnTo>
                  <a:pt x="177063" y="192303"/>
                </a:lnTo>
                <a:lnTo>
                  <a:pt x="178587" y="195351"/>
                </a:lnTo>
                <a:lnTo>
                  <a:pt x="271640" y="195351"/>
                </a:lnTo>
                <a:lnTo>
                  <a:pt x="273164" y="192303"/>
                </a:lnTo>
                <a:lnTo>
                  <a:pt x="274688" y="190779"/>
                </a:lnTo>
                <a:lnTo>
                  <a:pt x="274688" y="1739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428297" y="3111722"/>
            <a:ext cx="200025" cy="270510"/>
          </a:xfrm>
          <a:custGeom>
            <a:avLst/>
            <a:gdLst/>
            <a:ahLst/>
            <a:cxnLst/>
            <a:rect l="l" t="t" r="r" b="b"/>
            <a:pathLst>
              <a:path w="200025" h="270510">
                <a:moveTo>
                  <a:pt x="26003" y="1524"/>
                </a:moveTo>
                <a:lnTo>
                  <a:pt x="9143" y="1524"/>
                </a:lnTo>
                <a:lnTo>
                  <a:pt x="10667" y="0"/>
                </a:lnTo>
                <a:lnTo>
                  <a:pt x="22860" y="0"/>
                </a:lnTo>
                <a:lnTo>
                  <a:pt x="26003" y="1524"/>
                </a:lnTo>
                <a:close/>
              </a:path>
              <a:path w="200025" h="270510">
                <a:moveTo>
                  <a:pt x="190690" y="1524"/>
                </a:moveTo>
                <a:lnTo>
                  <a:pt x="173926" y="1524"/>
                </a:lnTo>
                <a:lnTo>
                  <a:pt x="175450" y="0"/>
                </a:lnTo>
                <a:lnTo>
                  <a:pt x="187642" y="0"/>
                </a:lnTo>
                <a:lnTo>
                  <a:pt x="190690" y="1524"/>
                </a:lnTo>
                <a:close/>
              </a:path>
              <a:path w="200025" h="270510">
                <a:moveTo>
                  <a:pt x="97631" y="270129"/>
                </a:moveTo>
                <a:lnTo>
                  <a:pt x="58007" y="264033"/>
                </a:lnTo>
                <a:lnTo>
                  <a:pt x="20280" y="239467"/>
                </a:lnTo>
                <a:lnTo>
                  <a:pt x="3214" y="204835"/>
                </a:lnTo>
                <a:lnTo>
                  <a:pt x="0" y="170973"/>
                </a:lnTo>
                <a:lnTo>
                  <a:pt x="0" y="4572"/>
                </a:lnTo>
                <a:lnTo>
                  <a:pt x="3048" y="1524"/>
                </a:lnTo>
                <a:lnTo>
                  <a:pt x="30575" y="1524"/>
                </a:lnTo>
                <a:lnTo>
                  <a:pt x="32099" y="3048"/>
                </a:lnTo>
                <a:lnTo>
                  <a:pt x="33623" y="3048"/>
                </a:lnTo>
                <a:lnTo>
                  <a:pt x="33623" y="4572"/>
                </a:lnTo>
                <a:lnTo>
                  <a:pt x="35147" y="4572"/>
                </a:lnTo>
                <a:lnTo>
                  <a:pt x="35245" y="170973"/>
                </a:lnTo>
                <a:lnTo>
                  <a:pt x="44672" y="212502"/>
                </a:lnTo>
                <a:lnTo>
                  <a:pt x="79224" y="238601"/>
                </a:lnTo>
                <a:lnTo>
                  <a:pt x="99155" y="241173"/>
                </a:lnTo>
                <a:lnTo>
                  <a:pt x="175089" y="241173"/>
                </a:lnTo>
                <a:lnTo>
                  <a:pt x="172402" y="244221"/>
                </a:lnTo>
                <a:lnTo>
                  <a:pt x="130729" y="266914"/>
                </a:lnTo>
                <a:lnTo>
                  <a:pt x="109068" y="269819"/>
                </a:lnTo>
                <a:lnTo>
                  <a:pt x="97631" y="270129"/>
                </a:lnTo>
                <a:close/>
              </a:path>
              <a:path w="200025" h="270510">
                <a:moveTo>
                  <a:pt x="175089" y="241173"/>
                </a:moveTo>
                <a:lnTo>
                  <a:pt x="99155" y="241173"/>
                </a:lnTo>
                <a:lnTo>
                  <a:pt x="106885" y="240887"/>
                </a:lnTo>
                <a:lnTo>
                  <a:pt x="114061" y="240030"/>
                </a:lnTo>
                <a:lnTo>
                  <a:pt x="151423" y="217932"/>
                </a:lnTo>
                <a:lnTo>
                  <a:pt x="164496" y="178069"/>
                </a:lnTo>
                <a:lnTo>
                  <a:pt x="164782" y="4572"/>
                </a:lnTo>
                <a:lnTo>
                  <a:pt x="167830" y="1524"/>
                </a:lnTo>
                <a:lnTo>
                  <a:pt x="195262" y="1524"/>
                </a:lnTo>
                <a:lnTo>
                  <a:pt x="196786" y="3048"/>
                </a:lnTo>
                <a:lnTo>
                  <a:pt x="198310" y="3048"/>
                </a:lnTo>
                <a:lnTo>
                  <a:pt x="198310" y="4572"/>
                </a:lnTo>
                <a:lnTo>
                  <a:pt x="199929" y="6096"/>
                </a:lnTo>
                <a:lnTo>
                  <a:pt x="199854" y="170973"/>
                </a:lnTo>
                <a:lnTo>
                  <a:pt x="192214" y="212121"/>
                </a:lnTo>
                <a:lnTo>
                  <a:pt x="178712" y="237062"/>
                </a:lnTo>
                <a:lnTo>
                  <a:pt x="175089" y="2411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693759" y="3180397"/>
            <a:ext cx="169545" cy="273685"/>
          </a:xfrm>
          <a:custGeom>
            <a:avLst/>
            <a:gdLst/>
            <a:ahLst/>
            <a:cxnLst/>
            <a:rect l="l" t="t" r="r" b="b"/>
            <a:pathLst>
              <a:path w="169545" h="273685">
                <a:moveTo>
                  <a:pt x="67151" y="33623"/>
                </a:moveTo>
                <a:lnTo>
                  <a:pt x="30575" y="33623"/>
                </a:lnTo>
                <a:lnTo>
                  <a:pt x="35147" y="27527"/>
                </a:lnTo>
                <a:lnTo>
                  <a:pt x="41243" y="22955"/>
                </a:lnTo>
                <a:lnTo>
                  <a:pt x="45815" y="18288"/>
                </a:lnTo>
                <a:lnTo>
                  <a:pt x="50387" y="13716"/>
                </a:lnTo>
                <a:lnTo>
                  <a:pt x="56483" y="10668"/>
                </a:lnTo>
                <a:lnTo>
                  <a:pt x="61055" y="7620"/>
                </a:lnTo>
                <a:lnTo>
                  <a:pt x="67151" y="4572"/>
                </a:lnTo>
                <a:lnTo>
                  <a:pt x="71723" y="3048"/>
                </a:lnTo>
                <a:lnTo>
                  <a:pt x="83915" y="0"/>
                </a:lnTo>
                <a:lnTo>
                  <a:pt x="94583" y="0"/>
                </a:lnTo>
                <a:lnTo>
                  <a:pt x="136302" y="11598"/>
                </a:lnTo>
                <a:lnTo>
                  <a:pt x="152590" y="29051"/>
                </a:lnTo>
                <a:lnTo>
                  <a:pt x="79343" y="29051"/>
                </a:lnTo>
                <a:lnTo>
                  <a:pt x="76295" y="30575"/>
                </a:lnTo>
                <a:lnTo>
                  <a:pt x="67151" y="33623"/>
                </a:lnTo>
                <a:close/>
              </a:path>
              <a:path w="169545" h="273685">
                <a:moveTo>
                  <a:pt x="19812" y="3048"/>
                </a:moveTo>
                <a:lnTo>
                  <a:pt x="9144" y="3048"/>
                </a:lnTo>
                <a:lnTo>
                  <a:pt x="12192" y="1524"/>
                </a:lnTo>
                <a:lnTo>
                  <a:pt x="18288" y="1524"/>
                </a:lnTo>
                <a:lnTo>
                  <a:pt x="19812" y="3048"/>
                </a:lnTo>
                <a:close/>
              </a:path>
              <a:path w="169545" h="273685">
                <a:moveTo>
                  <a:pt x="30575" y="271653"/>
                </a:moveTo>
                <a:lnTo>
                  <a:pt x="3048" y="271653"/>
                </a:lnTo>
                <a:lnTo>
                  <a:pt x="1524" y="270129"/>
                </a:lnTo>
                <a:lnTo>
                  <a:pt x="1524" y="268605"/>
                </a:lnTo>
                <a:lnTo>
                  <a:pt x="0" y="268605"/>
                </a:lnTo>
                <a:lnTo>
                  <a:pt x="0" y="6096"/>
                </a:lnTo>
                <a:lnTo>
                  <a:pt x="3048" y="3048"/>
                </a:lnTo>
                <a:lnTo>
                  <a:pt x="26003" y="3048"/>
                </a:lnTo>
                <a:lnTo>
                  <a:pt x="27527" y="4572"/>
                </a:lnTo>
                <a:lnTo>
                  <a:pt x="29051" y="4572"/>
                </a:lnTo>
                <a:lnTo>
                  <a:pt x="29051" y="6096"/>
                </a:lnTo>
                <a:lnTo>
                  <a:pt x="30575" y="7620"/>
                </a:lnTo>
                <a:lnTo>
                  <a:pt x="30575" y="33623"/>
                </a:lnTo>
                <a:lnTo>
                  <a:pt x="67151" y="33623"/>
                </a:lnTo>
                <a:lnTo>
                  <a:pt x="53435" y="42767"/>
                </a:lnTo>
                <a:lnTo>
                  <a:pt x="44291" y="51911"/>
                </a:lnTo>
                <a:lnTo>
                  <a:pt x="39719" y="58007"/>
                </a:lnTo>
                <a:lnTo>
                  <a:pt x="33623" y="64103"/>
                </a:lnTo>
                <a:lnTo>
                  <a:pt x="33623" y="137350"/>
                </a:lnTo>
                <a:lnTo>
                  <a:pt x="67032" y="167354"/>
                </a:lnTo>
                <a:lnTo>
                  <a:pt x="86963" y="172497"/>
                </a:lnTo>
                <a:lnTo>
                  <a:pt x="150505" y="172497"/>
                </a:lnTo>
                <a:lnTo>
                  <a:pt x="149542" y="174021"/>
                </a:lnTo>
                <a:lnTo>
                  <a:pt x="33623" y="174021"/>
                </a:lnTo>
                <a:lnTo>
                  <a:pt x="33623" y="268605"/>
                </a:lnTo>
                <a:lnTo>
                  <a:pt x="30575" y="271653"/>
                </a:lnTo>
                <a:close/>
              </a:path>
              <a:path w="169545" h="273685">
                <a:moveTo>
                  <a:pt x="150505" y="172497"/>
                </a:moveTo>
                <a:lnTo>
                  <a:pt x="94583" y="172497"/>
                </a:lnTo>
                <a:lnTo>
                  <a:pt x="102203" y="170973"/>
                </a:lnTo>
                <a:lnTo>
                  <a:pt x="108394" y="166401"/>
                </a:lnTo>
                <a:lnTo>
                  <a:pt x="114490" y="163353"/>
                </a:lnTo>
                <a:lnTo>
                  <a:pt x="119062" y="157162"/>
                </a:lnTo>
                <a:lnTo>
                  <a:pt x="123634" y="151066"/>
                </a:lnTo>
                <a:lnTo>
                  <a:pt x="134040" y="108275"/>
                </a:lnTo>
                <a:lnTo>
                  <a:pt x="134302" y="102298"/>
                </a:lnTo>
                <a:lnTo>
                  <a:pt x="134128" y="97726"/>
                </a:lnTo>
                <a:lnTo>
                  <a:pt x="134040" y="95425"/>
                </a:lnTo>
                <a:lnTo>
                  <a:pt x="133350" y="88534"/>
                </a:lnTo>
                <a:lnTo>
                  <a:pt x="132373" y="81644"/>
                </a:lnTo>
                <a:lnTo>
                  <a:pt x="131254" y="74771"/>
                </a:lnTo>
                <a:lnTo>
                  <a:pt x="131254" y="65627"/>
                </a:lnTo>
                <a:lnTo>
                  <a:pt x="125158" y="50387"/>
                </a:lnTo>
                <a:lnTo>
                  <a:pt x="116014" y="38195"/>
                </a:lnTo>
                <a:lnTo>
                  <a:pt x="109918" y="35147"/>
                </a:lnTo>
                <a:lnTo>
                  <a:pt x="105251" y="30575"/>
                </a:lnTo>
                <a:lnTo>
                  <a:pt x="97631" y="29051"/>
                </a:lnTo>
                <a:lnTo>
                  <a:pt x="152590" y="29051"/>
                </a:lnTo>
                <a:lnTo>
                  <a:pt x="167425" y="68700"/>
                </a:lnTo>
                <a:lnTo>
                  <a:pt x="169294" y="95425"/>
                </a:lnTo>
                <a:lnTo>
                  <a:pt x="169246" y="102298"/>
                </a:lnTo>
                <a:lnTo>
                  <a:pt x="164782" y="141922"/>
                </a:lnTo>
                <a:lnTo>
                  <a:pt x="154066" y="166863"/>
                </a:lnTo>
                <a:lnTo>
                  <a:pt x="150505" y="172497"/>
                </a:lnTo>
                <a:close/>
              </a:path>
              <a:path w="169545" h="273685">
                <a:moveTo>
                  <a:pt x="90011" y="201453"/>
                </a:moveTo>
                <a:lnTo>
                  <a:pt x="79343" y="201453"/>
                </a:lnTo>
                <a:lnTo>
                  <a:pt x="74771" y="199929"/>
                </a:lnTo>
                <a:lnTo>
                  <a:pt x="70199" y="199929"/>
                </a:lnTo>
                <a:lnTo>
                  <a:pt x="65627" y="198405"/>
                </a:lnTo>
                <a:lnTo>
                  <a:pt x="61055" y="195357"/>
                </a:lnTo>
                <a:lnTo>
                  <a:pt x="56483" y="193833"/>
                </a:lnTo>
                <a:lnTo>
                  <a:pt x="51863" y="190738"/>
                </a:lnTo>
                <a:lnTo>
                  <a:pt x="44291" y="183165"/>
                </a:lnTo>
                <a:lnTo>
                  <a:pt x="38195" y="178593"/>
                </a:lnTo>
                <a:lnTo>
                  <a:pt x="33623" y="174021"/>
                </a:lnTo>
                <a:lnTo>
                  <a:pt x="149542" y="174021"/>
                </a:lnTo>
                <a:lnTo>
                  <a:pt x="116237" y="198239"/>
                </a:lnTo>
                <a:lnTo>
                  <a:pt x="99122" y="201144"/>
                </a:lnTo>
                <a:lnTo>
                  <a:pt x="90011" y="201453"/>
                </a:lnTo>
                <a:close/>
              </a:path>
              <a:path w="169545" h="273685">
                <a:moveTo>
                  <a:pt x="22955" y="273177"/>
                </a:moveTo>
                <a:lnTo>
                  <a:pt x="10668" y="273177"/>
                </a:lnTo>
                <a:lnTo>
                  <a:pt x="9144" y="271653"/>
                </a:lnTo>
                <a:lnTo>
                  <a:pt x="26003" y="271653"/>
                </a:lnTo>
                <a:lnTo>
                  <a:pt x="22955" y="2731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5979128" y="3113246"/>
            <a:ext cx="337185" cy="268605"/>
            <a:chOff x="5979128" y="3113246"/>
            <a:chExt cx="337185" cy="268605"/>
          </a:xfrm>
        </p:grpSpPr>
        <p:sp>
          <p:nvSpPr>
            <p:cNvPr id="40" name="object 40"/>
            <p:cNvSpPr/>
            <p:nvPr/>
          </p:nvSpPr>
          <p:spPr>
            <a:xfrm>
              <a:off x="5979128" y="3113246"/>
              <a:ext cx="198755" cy="267335"/>
            </a:xfrm>
            <a:custGeom>
              <a:avLst/>
              <a:gdLst/>
              <a:ahLst/>
              <a:cxnLst/>
              <a:rect l="l" t="t" r="r" b="b"/>
              <a:pathLst>
                <a:path w="198754" h="267335">
                  <a:moveTo>
                    <a:pt x="193738" y="30575"/>
                  </a:moveTo>
                  <a:lnTo>
                    <a:pt x="4572" y="30575"/>
                  </a:lnTo>
                  <a:lnTo>
                    <a:pt x="4572" y="29051"/>
                  </a:lnTo>
                  <a:lnTo>
                    <a:pt x="3048" y="29051"/>
                  </a:lnTo>
                  <a:lnTo>
                    <a:pt x="3048" y="27527"/>
                  </a:lnTo>
                  <a:lnTo>
                    <a:pt x="1524" y="26003"/>
                  </a:lnTo>
                  <a:lnTo>
                    <a:pt x="1524" y="21431"/>
                  </a:lnTo>
                  <a:lnTo>
                    <a:pt x="0" y="19812"/>
                  </a:lnTo>
                  <a:lnTo>
                    <a:pt x="0" y="10668"/>
                  </a:lnTo>
                  <a:lnTo>
                    <a:pt x="1524" y="9144"/>
                  </a:lnTo>
                  <a:lnTo>
                    <a:pt x="1524" y="3048"/>
                  </a:lnTo>
                  <a:lnTo>
                    <a:pt x="3048" y="3048"/>
                  </a:lnTo>
                  <a:lnTo>
                    <a:pt x="3048" y="1524"/>
                  </a:lnTo>
                  <a:lnTo>
                    <a:pt x="4572" y="1524"/>
                  </a:lnTo>
                  <a:lnTo>
                    <a:pt x="4572" y="0"/>
                  </a:lnTo>
                  <a:lnTo>
                    <a:pt x="193738" y="0"/>
                  </a:lnTo>
                  <a:lnTo>
                    <a:pt x="196786" y="3048"/>
                  </a:lnTo>
                  <a:lnTo>
                    <a:pt x="196786" y="4572"/>
                  </a:lnTo>
                  <a:lnTo>
                    <a:pt x="198310" y="6096"/>
                  </a:lnTo>
                  <a:lnTo>
                    <a:pt x="198310" y="24479"/>
                  </a:lnTo>
                  <a:lnTo>
                    <a:pt x="196786" y="26003"/>
                  </a:lnTo>
                  <a:lnTo>
                    <a:pt x="196786" y="27527"/>
                  </a:lnTo>
                  <a:lnTo>
                    <a:pt x="193738" y="30575"/>
                  </a:lnTo>
                  <a:close/>
                </a:path>
                <a:path w="198754" h="267335">
                  <a:moveTo>
                    <a:pt x="112871" y="265557"/>
                  </a:moveTo>
                  <a:lnTo>
                    <a:pt x="85439" y="265557"/>
                  </a:lnTo>
                  <a:lnTo>
                    <a:pt x="83820" y="264033"/>
                  </a:lnTo>
                  <a:lnTo>
                    <a:pt x="82296" y="262508"/>
                  </a:lnTo>
                  <a:lnTo>
                    <a:pt x="82296" y="30575"/>
                  </a:lnTo>
                  <a:lnTo>
                    <a:pt x="117443" y="30575"/>
                  </a:lnTo>
                  <a:lnTo>
                    <a:pt x="117443" y="262508"/>
                  </a:lnTo>
                  <a:lnTo>
                    <a:pt x="115919" y="262508"/>
                  </a:lnTo>
                  <a:lnTo>
                    <a:pt x="115919" y="264033"/>
                  </a:lnTo>
                  <a:lnTo>
                    <a:pt x="114395" y="264033"/>
                  </a:lnTo>
                  <a:lnTo>
                    <a:pt x="112871" y="265557"/>
                  </a:lnTo>
                  <a:close/>
                </a:path>
                <a:path w="198754" h="267335">
                  <a:moveTo>
                    <a:pt x="105251" y="267081"/>
                  </a:moveTo>
                  <a:lnTo>
                    <a:pt x="93059" y="267081"/>
                  </a:lnTo>
                  <a:lnTo>
                    <a:pt x="91535" y="265557"/>
                  </a:lnTo>
                  <a:lnTo>
                    <a:pt x="108299" y="265557"/>
                  </a:lnTo>
                  <a:lnTo>
                    <a:pt x="105251" y="2670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165246" y="3180397"/>
              <a:ext cx="150971" cy="201406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6378797" y="3093434"/>
            <a:ext cx="169545" cy="288925"/>
          </a:xfrm>
          <a:custGeom>
            <a:avLst/>
            <a:gdLst/>
            <a:ahLst/>
            <a:cxnLst/>
            <a:rect l="l" t="t" r="r" b="b"/>
            <a:pathLst>
              <a:path w="169545" h="288925">
                <a:moveTo>
                  <a:pt x="30480" y="1523"/>
                </a:moveTo>
                <a:lnTo>
                  <a:pt x="4572" y="1523"/>
                </a:lnTo>
                <a:lnTo>
                  <a:pt x="6096" y="0"/>
                </a:lnTo>
                <a:lnTo>
                  <a:pt x="28956" y="0"/>
                </a:lnTo>
                <a:lnTo>
                  <a:pt x="30480" y="1523"/>
                </a:lnTo>
                <a:close/>
              </a:path>
              <a:path w="169545" h="288925">
                <a:moveTo>
                  <a:pt x="30480" y="282320"/>
                </a:moveTo>
                <a:lnTo>
                  <a:pt x="0" y="282320"/>
                </a:lnTo>
                <a:lnTo>
                  <a:pt x="0" y="4571"/>
                </a:lnTo>
                <a:lnTo>
                  <a:pt x="1524" y="3047"/>
                </a:lnTo>
                <a:lnTo>
                  <a:pt x="1524" y="1523"/>
                </a:lnTo>
                <a:lnTo>
                  <a:pt x="32004" y="1523"/>
                </a:lnTo>
                <a:lnTo>
                  <a:pt x="32004" y="3047"/>
                </a:lnTo>
                <a:lnTo>
                  <a:pt x="33528" y="3047"/>
                </a:lnTo>
                <a:lnTo>
                  <a:pt x="33528" y="116014"/>
                </a:lnTo>
                <a:lnTo>
                  <a:pt x="79343" y="116014"/>
                </a:lnTo>
                <a:lnTo>
                  <a:pt x="76295" y="117538"/>
                </a:lnTo>
                <a:lnTo>
                  <a:pt x="67151" y="120586"/>
                </a:lnTo>
                <a:lnTo>
                  <a:pt x="53435" y="129730"/>
                </a:lnTo>
                <a:lnTo>
                  <a:pt x="44291" y="138874"/>
                </a:lnTo>
                <a:lnTo>
                  <a:pt x="39719" y="144970"/>
                </a:lnTo>
                <a:lnTo>
                  <a:pt x="33528" y="151066"/>
                </a:lnTo>
                <a:lnTo>
                  <a:pt x="33528" y="225837"/>
                </a:lnTo>
                <a:lnTo>
                  <a:pt x="40441" y="233530"/>
                </a:lnTo>
                <a:lnTo>
                  <a:pt x="73437" y="257365"/>
                </a:lnTo>
                <a:lnTo>
                  <a:pt x="75908" y="257936"/>
                </a:lnTo>
                <a:lnTo>
                  <a:pt x="30480" y="257936"/>
                </a:lnTo>
                <a:lnTo>
                  <a:pt x="30480" y="282320"/>
                </a:lnTo>
                <a:close/>
              </a:path>
              <a:path w="169545" h="288925">
                <a:moveTo>
                  <a:pt x="150505" y="259460"/>
                </a:moveTo>
                <a:lnTo>
                  <a:pt x="96107" y="259460"/>
                </a:lnTo>
                <a:lnTo>
                  <a:pt x="102203" y="257936"/>
                </a:lnTo>
                <a:lnTo>
                  <a:pt x="108299" y="253364"/>
                </a:lnTo>
                <a:lnTo>
                  <a:pt x="114395" y="250316"/>
                </a:lnTo>
                <a:lnTo>
                  <a:pt x="118967" y="244125"/>
                </a:lnTo>
                <a:lnTo>
                  <a:pt x="123634" y="238029"/>
                </a:lnTo>
                <a:lnTo>
                  <a:pt x="133947" y="196738"/>
                </a:lnTo>
                <a:lnTo>
                  <a:pt x="134040" y="195881"/>
                </a:lnTo>
                <a:lnTo>
                  <a:pt x="134302" y="189261"/>
                </a:lnTo>
                <a:lnTo>
                  <a:pt x="134144" y="184689"/>
                </a:lnTo>
                <a:lnTo>
                  <a:pt x="134064" y="182388"/>
                </a:lnTo>
                <a:lnTo>
                  <a:pt x="133016" y="168607"/>
                </a:lnTo>
                <a:lnTo>
                  <a:pt x="132778" y="161734"/>
                </a:lnTo>
                <a:lnTo>
                  <a:pt x="115919" y="126682"/>
                </a:lnTo>
                <a:lnTo>
                  <a:pt x="109823" y="122110"/>
                </a:lnTo>
                <a:lnTo>
                  <a:pt x="105251" y="117538"/>
                </a:lnTo>
                <a:lnTo>
                  <a:pt x="97631" y="116014"/>
                </a:lnTo>
                <a:lnTo>
                  <a:pt x="33528" y="116014"/>
                </a:lnTo>
                <a:lnTo>
                  <a:pt x="39719" y="111442"/>
                </a:lnTo>
                <a:lnTo>
                  <a:pt x="70199" y="91535"/>
                </a:lnTo>
                <a:lnTo>
                  <a:pt x="74771" y="88487"/>
                </a:lnTo>
                <a:lnTo>
                  <a:pt x="79343" y="88487"/>
                </a:lnTo>
                <a:lnTo>
                  <a:pt x="83915" y="86963"/>
                </a:lnTo>
                <a:lnTo>
                  <a:pt x="94583" y="86963"/>
                </a:lnTo>
                <a:lnTo>
                  <a:pt x="136302" y="98561"/>
                </a:lnTo>
                <a:lnTo>
                  <a:pt x="160591" y="130682"/>
                </a:lnTo>
                <a:lnTo>
                  <a:pt x="169092" y="175252"/>
                </a:lnTo>
                <a:lnTo>
                  <a:pt x="169290" y="182388"/>
                </a:lnTo>
                <a:lnTo>
                  <a:pt x="169246" y="189261"/>
                </a:lnTo>
                <a:lnTo>
                  <a:pt x="164782" y="228885"/>
                </a:lnTo>
                <a:lnTo>
                  <a:pt x="154066" y="253826"/>
                </a:lnTo>
                <a:lnTo>
                  <a:pt x="150505" y="259460"/>
                </a:lnTo>
                <a:close/>
              </a:path>
              <a:path w="169545" h="288925">
                <a:moveTo>
                  <a:pt x="90011" y="288416"/>
                </a:moveTo>
                <a:lnTo>
                  <a:pt x="79343" y="288416"/>
                </a:lnTo>
                <a:lnTo>
                  <a:pt x="74771" y="286892"/>
                </a:lnTo>
                <a:lnTo>
                  <a:pt x="68675" y="286892"/>
                </a:lnTo>
                <a:lnTo>
                  <a:pt x="64103" y="283844"/>
                </a:lnTo>
                <a:lnTo>
                  <a:pt x="59531" y="282320"/>
                </a:lnTo>
                <a:lnTo>
                  <a:pt x="50387" y="276224"/>
                </a:lnTo>
                <a:lnTo>
                  <a:pt x="45815" y="271652"/>
                </a:lnTo>
                <a:lnTo>
                  <a:pt x="41243" y="268604"/>
                </a:lnTo>
                <a:lnTo>
                  <a:pt x="35147" y="262508"/>
                </a:lnTo>
                <a:lnTo>
                  <a:pt x="30480" y="257936"/>
                </a:lnTo>
                <a:lnTo>
                  <a:pt x="75908" y="257936"/>
                </a:lnTo>
                <a:lnTo>
                  <a:pt x="80129" y="258913"/>
                </a:lnTo>
                <a:lnTo>
                  <a:pt x="86963" y="259460"/>
                </a:lnTo>
                <a:lnTo>
                  <a:pt x="150505" y="259460"/>
                </a:lnTo>
                <a:lnTo>
                  <a:pt x="149542" y="260984"/>
                </a:lnTo>
                <a:lnTo>
                  <a:pt x="116411" y="285202"/>
                </a:lnTo>
                <a:lnTo>
                  <a:pt x="99752" y="288107"/>
                </a:lnTo>
                <a:lnTo>
                  <a:pt x="90011" y="288416"/>
                </a:lnTo>
                <a:close/>
              </a:path>
              <a:path w="169545" h="288925">
                <a:moveTo>
                  <a:pt x="25908" y="285368"/>
                </a:moveTo>
                <a:lnTo>
                  <a:pt x="3048" y="285368"/>
                </a:lnTo>
                <a:lnTo>
                  <a:pt x="1524" y="283844"/>
                </a:lnTo>
                <a:lnTo>
                  <a:pt x="1524" y="282320"/>
                </a:lnTo>
                <a:lnTo>
                  <a:pt x="28956" y="282320"/>
                </a:lnTo>
                <a:lnTo>
                  <a:pt x="28956" y="283844"/>
                </a:lnTo>
                <a:lnTo>
                  <a:pt x="27432" y="283844"/>
                </a:lnTo>
                <a:lnTo>
                  <a:pt x="25908" y="285368"/>
                </a:lnTo>
                <a:close/>
              </a:path>
              <a:path w="169545" h="288925">
                <a:moveTo>
                  <a:pt x="19812" y="286892"/>
                </a:moveTo>
                <a:lnTo>
                  <a:pt x="9144" y="286892"/>
                </a:lnTo>
                <a:lnTo>
                  <a:pt x="7620" y="285368"/>
                </a:lnTo>
                <a:lnTo>
                  <a:pt x="21336" y="285368"/>
                </a:lnTo>
                <a:lnTo>
                  <a:pt x="19812" y="2868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598539" y="3093434"/>
            <a:ext cx="35560" cy="287020"/>
          </a:xfrm>
          <a:custGeom>
            <a:avLst/>
            <a:gdLst/>
            <a:ahLst/>
            <a:cxnLst/>
            <a:rect l="l" t="t" r="r" b="b"/>
            <a:pathLst>
              <a:path w="35559" h="287020">
                <a:moveTo>
                  <a:pt x="30480" y="1524"/>
                </a:moveTo>
                <a:lnTo>
                  <a:pt x="6096" y="1524"/>
                </a:lnTo>
                <a:lnTo>
                  <a:pt x="7620" y="0"/>
                </a:lnTo>
                <a:lnTo>
                  <a:pt x="30480" y="0"/>
                </a:lnTo>
                <a:lnTo>
                  <a:pt x="30480" y="1524"/>
                </a:lnTo>
                <a:close/>
              </a:path>
              <a:path w="35559" h="287020">
                <a:moveTo>
                  <a:pt x="33528" y="4572"/>
                </a:moveTo>
                <a:lnTo>
                  <a:pt x="1524" y="4572"/>
                </a:lnTo>
                <a:lnTo>
                  <a:pt x="1524" y="3048"/>
                </a:lnTo>
                <a:lnTo>
                  <a:pt x="3048" y="1524"/>
                </a:lnTo>
                <a:lnTo>
                  <a:pt x="32004" y="1524"/>
                </a:lnTo>
                <a:lnTo>
                  <a:pt x="33528" y="3048"/>
                </a:lnTo>
                <a:lnTo>
                  <a:pt x="33528" y="4572"/>
                </a:lnTo>
                <a:close/>
              </a:path>
              <a:path w="35559" h="287020">
                <a:moveTo>
                  <a:pt x="33528" y="283845"/>
                </a:moveTo>
                <a:lnTo>
                  <a:pt x="1524" y="283845"/>
                </a:lnTo>
                <a:lnTo>
                  <a:pt x="1524" y="282321"/>
                </a:lnTo>
                <a:lnTo>
                  <a:pt x="0" y="280797"/>
                </a:lnTo>
                <a:lnTo>
                  <a:pt x="0" y="4572"/>
                </a:lnTo>
                <a:lnTo>
                  <a:pt x="35052" y="4572"/>
                </a:lnTo>
                <a:lnTo>
                  <a:pt x="35052" y="282321"/>
                </a:lnTo>
                <a:lnTo>
                  <a:pt x="33528" y="282321"/>
                </a:lnTo>
                <a:lnTo>
                  <a:pt x="33528" y="283845"/>
                </a:lnTo>
                <a:close/>
              </a:path>
              <a:path w="35559" h="287020">
                <a:moveTo>
                  <a:pt x="30480" y="285369"/>
                </a:moveTo>
                <a:lnTo>
                  <a:pt x="4572" y="285369"/>
                </a:lnTo>
                <a:lnTo>
                  <a:pt x="3048" y="283845"/>
                </a:lnTo>
                <a:lnTo>
                  <a:pt x="32004" y="283845"/>
                </a:lnTo>
                <a:lnTo>
                  <a:pt x="30480" y="285369"/>
                </a:lnTo>
                <a:close/>
              </a:path>
              <a:path w="35559" h="287020">
                <a:moveTo>
                  <a:pt x="24384" y="286893"/>
                </a:moveTo>
                <a:lnTo>
                  <a:pt x="12192" y="286893"/>
                </a:lnTo>
                <a:lnTo>
                  <a:pt x="9144" y="285369"/>
                </a:lnTo>
                <a:lnTo>
                  <a:pt x="25908" y="285369"/>
                </a:lnTo>
                <a:lnTo>
                  <a:pt x="24384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684288" y="3180397"/>
            <a:ext cx="169044" cy="201453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27030" y="3732847"/>
            <a:ext cx="103727" cy="105346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017650" y="3661124"/>
            <a:ext cx="1455420" cy="346424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2586024" y="3661130"/>
            <a:ext cx="358775" cy="273685"/>
          </a:xfrm>
          <a:custGeom>
            <a:avLst/>
            <a:gdLst/>
            <a:ahLst/>
            <a:cxnLst/>
            <a:rect l="l" t="t" r="r" b="b"/>
            <a:pathLst>
              <a:path w="358775" h="273685">
                <a:moveTo>
                  <a:pt x="279184" y="79336"/>
                </a:moveTo>
                <a:lnTo>
                  <a:pt x="277660" y="79336"/>
                </a:lnTo>
                <a:lnTo>
                  <a:pt x="277660" y="77812"/>
                </a:lnTo>
                <a:lnTo>
                  <a:pt x="276136" y="77812"/>
                </a:lnTo>
                <a:lnTo>
                  <a:pt x="276136" y="76288"/>
                </a:lnTo>
                <a:lnTo>
                  <a:pt x="271564" y="76288"/>
                </a:lnTo>
                <a:lnTo>
                  <a:pt x="268516" y="74764"/>
                </a:lnTo>
                <a:lnTo>
                  <a:pt x="259372" y="74764"/>
                </a:lnTo>
                <a:lnTo>
                  <a:pt x="256324" y="76288"/>
                </a:lnTo>
                <a:lnTo>
                  <a:pt x="248602" y="76288"/>
                </a:lnTo>
                <a:lnTo>
                  <a:pt x="245554" y="79336"/>
                </a:lnTo>
                <a:lnTo>
                  <a:pt x="245554" y="82384"/>
                </a:lnTo>
                <a:lnTo>
                  <a:pt x="201358" y="233553"/>
                </a:lnTo>
                <a:lnTo>
                  <a:pt x="201358" y="236601"/>
                </a:lnTo>
                <a:lnTo>
                  <a:pt x="199834" y="233553"/>
                </a:lnTo>
                <a:lnTo>
                  <a:pt x="170472" y="129730"/>
                </a:lnTo>
                <a:lnTo>
                  <a:pt x="157073" y="82384"/>
                </a:lnTo>
                <a:lnTo>
                  <a:pt x="155549" y="80860"/>
                </a:lnTo>
                <a:lnTo>
                  <a:pt x="155549" y="79336"/>
                </a:lnTo>
                <a:lnTo>
                  <a:pt x="152501" y="76288"/>
                </a:lnTo>
                <a:lnTo>
                  <a:pt x="144881" y="76288"/>
                </a:lnTo>
                <a:lnTo>
                  <a:pt x="143357" y="74764"/>
                </a:lnTo>
                <a:lnTo>
                  <a:pt x="135737" y="74764"/>
                </a:lnTo>
                <a:lnTo>
                  <a:pt x="132689" y="76288"/>
                </a:lnTo>
                <a:lnTo>
                  <a:pt x="126593" y="76288"/>
                </a:lnTo>
                <a:lnTo>
                  <a:pt x="125069" y="77812"/>
                </a:lnTo>
                <a:lnTo>
                  <a:pt x="123545" y="77812"/>
                </a:lnTo>
                <a:lnTo>
                  <a:pt x="123545" y="79336"/>
                </a:lnTo>
                <a:lnTo>
                  <a:pt x="122021" y="79336"/>
                </a:lnTo>
                <a:lnTo>
                  <a:pt x="122021" y="82384"/>
                </a:lnTo>
                <a:lnTo>
                  <a:pt x="80873" y="233553"/>
                </a:lnTo>
                <a:lnTo>
                  <a:pt x="36576" y="82384"/>
                </a:lnTo>
                <a:lnTo>
                  <a:pt x="35052" y="80860"/>
                </a:lnTo>
                <a:lnTo>
                  <a:pt x="35052" y="79336"/>
                </a:lnTo>
                <a:lnTo>
                  <a:pt x="32004" y="76288"/>
                </a:lnTo>
                <a:lnTo>
                  <a:pt x="24384" y="76288"/>
                </a:lnTo>
                <a:lnTo>
                  <a:pt x="21336" y="74764"/>
                </a:lnTo>
                <a:lnTo>
                  <a:pt x="13716" y="74764"/>
                </a:lnTo>
                <a:lnTo>
                  <a:pt x="12192" y="76288"/>
                </a:lnTo>
                <a:lnTo>
                  <a:pt x="4572" y="76288"/>
                </a:lnTo>
                <a:lnTo>
                  <a:pt x="3048" y="77812"/>
                </a:lnTo>
                <a:lnTo>
                  <a:pt x="1524" y="77812"/>
                </a:lnTo>
                <a:lnTo>
                  <a:pt x="0" y="79336"/>
                </a:lnTo>
                <a:lnTo>
                  <a:pt x="0" y="83908"/>
                </a:lnTo>
                <a:lnTo>
                  <a:pt x="1524" y="85432"/>
                </a:lnTo>
                <a:lnTo>
                  <a:pt x="1524" y="88480"/>
                </a:lnTo>
                <a:lnTo>
                  <a:pt x="3048" y="90004"/>
                </a:lnTo>
                <a:lnTo>
                  <a:pt x="56388" y="265557"/>
                </a:lnTo>
                <a:lnTo>
                  <a:pt x="56388" y="267081"/>
                </a:lnTo>
                <a:lnTo>
                  <a:pt x="59436" y="270129"/>
                </a:lnTo>
                <a:lnTo>
                  <a:pt x="62484" y="271653"/>
                </a:lnTo>
                <a:lnTo>
                  <a:pt x="68580" y="271653"/>
                </a:lnTo>
                <a:lnTo>
                  <a:pt x="71628" y="273177"/>
                </a:lnTo>
                <a:lnTo>
                  <a:pt x="86969" y="273177"/>
                </a:lnTo>
                <a:lnTo>
                  <a:pt x="88493" y="271653"/>
                </a:lnTo>
                <a:lnTo>
                  <a:pt x="96113" y="271653"/>
                </a:lnTo>
                <a:lnTo>
                  <a:pt x="97637" y="270129"/>
                </a:lnTo>
                <a:lnTo>
                  <a:pt x="99161" y="270129"/>
                </a:lnTo>
                <a:lnTo>
                  <a:pt x="102209" y="267081"/>
                </a:lnTo>
                <a:lnTo>
                  <a:pt x="102209" y="265557"/>
                </a:lnTo>
                <a:lnTo>
                  <a:pt x="109766" y="236601"/>
                </a:lnTo>
                <a:lnTo>
                  <a:pt x="137261" y="131254"/>
                </a:lnTo>
                <a:lnTo>
                  <a:pt x="138785" y="129730"/>
                </a:lnTo>
                <a:lnTo>
                  <a:pt x="138785" y="131254"/>
                </a:lnTo>
                <a:lnTo>
                  <a:pt x="176974" y="265557"/>
                </a:lnTo>
                <a:lnTo>
                  <a:pt x="176974" y="267081"/>
                </a:lnTo>
                <a:lnTo>
                  <a:pt x="180022" y="270129"/>
                </a:lnTo>
                <a:lnTo>
                  <a:pt x="181546" y="270129"/>
                </a:lnTo>
                <a:lnTo>
                  <a:pt x="183070" y="271653"/>
                </a:lnTo>
                <a:lnTo>
                  <a:pt x="189166" y="271653"/>
                </a:lnTo>
                <a:lnTo>
                  <a:pt x="192214" y="273177"/>
                </a:lnTo>
                <a:lnTo>
                  <a:pt x="207454" y="273177"/>
                </a:lnTo>
                <a:lnTo>
                  <a:pt x="210502" y="271653"/>
                </a:lnTo>
                <a:lnTo>
                  <a:pt x="216598" y="271653"/>
                </a:lnTo>
                <a:lnTo>
                  <a:pt x="218122" y="270129"/>
                </a:lnTo>
                <a:lnTo>
                  <a:pt x="219646" y="270129"/>
                </a:lnTo>
                <a:lnTo>
                  <a:pt x="222694" y="267081"/>
                </a:lnTo>
                <a:lnTo>
                  <a:pt x="222694" y="265557"/>
                </a:lnTo>
                <a:lnTo>
                  <a:pt x="231762" y="236601"/>
                </a:lnTo>
                <a:lnTo>
                  <a:pt x="277660" y="90004"/>
                </a:lnTo>
                <a:lnTo>
                  <a:pt x="277660" y="86956"/>
                </a:lnTo>
                <a:lnTo>
                  <a:pt x="279184" y="85432"/>
                </a:lnTo>
                <a:lnTo>
                  <a:pt x="279184" y="79336"/>
                </a:lnTo>
                <a:close/>
              </a:path>
              <a:path w="358775" h="273685">
                <a:moveTo>
                  <a:pt x="355485" y="80873"/>
                </a:moveTo>
                <a:lnTo>
                  <a:pt x="353961" y="79349"/>
                </a:lnTo>
                <a:lnTo>
                  <a:pt x="353961" y="77825"/>
                </a:lnTo>
                <a:lnTo>
                  <a:pt x="350913" y="77825"/>
                </a:lnTo>
                <a:lnTo>
                  <a:pt x="349389" y="76301"/>
                </a:lnTo>
                <a:lnTo>
                  <a:pt x="343293" y="76301"/>
                </a:lnTo>
                <a:lnTo>
                  <a:pt x="341769" y="74777"/>
                </a:lnTo>
                <a:lnTo>
                  <a:pt x="334149" y="74777"/>
                </a:lnTo>
                <a:lnTo>
                  <a:pt x="331000" y="76301"/>
                </a:lnTo>
                <a:lnTo>
                  <a:pt x="324904" y="76301"/>
                </a:lnTo>
                <a:lnTo>
                  <a:pt x="324904" y="77825"/>
                </a:lnTo>
                <a:lnTo>
                  <a:pt x="321856" y="77825"/>
                </a:lnTo>
                <a:lnTo>
                  <a:pt x="321856" y="79349"/>
                </a:lnTo>
                <a:lnTo>
                  <a:pt x="320332" y="80873"/>
                </a:lnTo>
                <a:lnTo>
                  <a:pt x="320332" y="267081"/>
                </a:lnTo>
                <a:lnTo>
                  <a:pt x="321856" y="268605"/>
                </a:lnTo>
                <a:lnTo>
                  <a:pt x="321856" y="270129"/>
                </a:lnTo>
                <a:lnTo>
                  <a:pt x="323380" y="270129"/>
                </a:lnTo>
                <a:lnTo>
                  <a:pt x="324904" y="271653"/>
                </a:lnTo>
                <a:lnTo>
                  <a:pt x="329476" y="271653"/>
                </a:lnTo>
                <a:lnTo>
                  <a:pt x="332524" y="273177"/>
                </a:lnTo>
                <a:lnTo>
                  <a:pt x="344817" y="273177"/>
                </a:lnTo>
                <a:lnTo>
                  <a:pt x="346341" y="271653"/>
                </a:lnTo>
                <a:lnTo>
                  <a:pt x="350913" y="271653"/>
                </a:lnTo>
                <a:lnTo>
                  <a:pt x="352437" y="270129"/>
                </a:lnTo>
                <a:lnTo>
                  <a:pt x="353961" y="270129"/>
                </a:lnTo>
                <a:lnTo>
                  <a:pt x="353961" y="268605"/>
                </a:lnTo>
                <a:lnTo>
                  <a:pt x="355485" y="267081"/>
                </a:lnTo>
                <a:lnTo>
                  <a:pt x="355485" y="80873"/>
                </a:lnTo>
                <a:close/>
              </a:path>
              <a:path w="358775" h="273685">
                <a:moveTo>
                  <a:pt x="358533" y="12192"/>
                </a:moveTo>
                <a:lnTo>
                  <a:pt x="357009" y="6096"/>
                </a:lnTo>
                <a:lnTo>
                  <a:pt x="353961" y="3048"/>
                </a:lnTo>
                <a:lnTo>
                  <a:pt x="350913" y="1524"/>
                </a:lnTo>
                <a:lnTo>
                  <a:pt x="346341" y="0"/>
                </a:lnTo>
                <a:lnTo>
                  <a:pt x="329476" y="0"/>
                </a:lnTo>
                <a:lnTo>
                  <a:pt x="324904" y="1524"/>
                </a:lnTo>
                <a:lnTo>
                  <a:pt x="321856" y="3048"/>
                </a:lnTo>
                <a:lnTo>
                  <a:pt x="318808" y="6096"/>
                </a:lnTo>
                <a:lnTo>
                  <a:pt x="317284" y="12192"/>
                </a:lnTo>
                <a:lnTo>
                  <a:pt x="317284" y="27533"/>
                </a:lnTo>
                <a:lnTo>
                  <a:pt x="318808" y="33629"/>
                </a:lnTo>
                <a:lnTo>
                  <a:pt x="321856" y="36677"/>
                </a:lnTo>
                <a:lnTo>
                  <a:pt x="324904" y="38201"/>
                </a:lnTo>
                <a:lnTo>
                  <a:pt x="329476" y="39725"/>
                </a:lnTo>
                <a:lnTo>
                  <a:pt x="346341" y="39725"/>
                </a:lnTo>
                <a:lnTo>
                  <a:pt x="350913" y="38201"/>
                </a:lnTo>
                <a:lnTo>
                  <a:pt x="353961" y="35153"/>
                </a:lnTo>
                <a:lnTo>
                  <a:pt x="357009" y="33629"/>
                </a:lnTo>
                <a:lnTo>
                  <a:pt x="358533" y="27533"/>
                </a:lnTo>
                <a:lnTo>
                  <a:pt x="358533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003994" y="3647408"/>
            <a:ext cx="33655" cy="287020"/>
          </a:xfrm>
          <a:custGeom>
            <a:avLst/>
            <a:gdLst/>
            <a:ahLst/>
            <a:cxnLst/>
            <a:rect l="l" t="t" r="r" b="b"/>
            <a:pathLst>
              <a:path w="33655" h="287020">
                <a:moveTo>
                  <a:pt x="32099" y="283845"/>
                </a:moveTo>
                <a:lnTo>
                  <a:pt x="0" y="283845"/>
                </a:lnTo>
                <a:lnTo>
                  <a:pt x="0" y="3048"/>
                </a:lnTo>
                <a:lnTo>
                  <a:pt x="1524" y="1524"/>
                </a:lnTo>
                <a:lnTo>
                  <a:pt x="4572" y="1524"/>
                </a:lnTo>
                <a:lnTo>
                  <a:pt x="6191" y="0"/>
                </a:lnTo>
                <a:lnTo>
                  <a:pt x="29051" y="0"/>
                </a:lnTo>
                <a:lnTo>
                  <a:pt x="33623" y="4572"/>
                </a:lnTo>
                <a:lnTo>
                  <a:pt x="33623" y="282321"/>
                </a:lnTo>
                <a:lnTo>
                  <a:pt x="32099" y="282321"/>
                </a:lnTo>
                <a:lnTo>
                  <a:pt x="32099" y="283845"/>
                </a:lnTo>
                <a:close/>
              </a:path>
              <a:path w="33655" h="287020">
                <a:moveTo>
                  <a:pt x="30575" y="285369"/>
                </a:moveTo>
                <a:lnTo>
                  <a:pt x="3048" y="285369"/>
                </a:lnTo>
                <a:lnTo>
                  <a:pt x="1524" y="283845"/>
                </a:lnTo>
                <a:lnTo>
                  <a:pt x="30575" y="283845"/>
                </a:lnTo>
                <a:lnTo>
                  <a:pt x="30575" y="285369"/>
                </a:lnTo>
                <a:close/>
              </a:path>
              <a:path w="33655" h="287020">
                <a:moveTo>
                  <a:pt x="22955" y="286893"/>
                </a:moveTo>
                <a:lnTo>
                  <a:pt x="10763" y="286893"/>
                </a:lnTo>
                <a:lnTo>
                  <a:pt x="7715" y="285369"/>
                </a:lnTo>
                <a:lnTo>
                  <a:pt x="24479" y="285369"/>
                </a:lnTo>
                <a:lnTo>
                  <a:pt x="22955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100197" y="3647408"/>
            <a:ext cx="33655" cy="287020"/>
          </a:xfrm>
          <a:custGeom>
            <a:avLst/>
            <a:gdLst/>
            <a:ahLst/>
            <a:cxnLst/>
            <a:rect l="l" t="t" r="r" b="b"/>
            <a:pathLst>
              <a:path w="33655" h="287020">
                <a:moveTo>
                  <a:pt x="30480" y="1524"/>
                </a:moveTo>
                <a:lnTo>
                  <a:pt x="4572" y="1524"/>
                </a:lnTo>
                <a:lnTo>
                  <a:pt x="6096" y="0"/>
                </a:lnTo>
                <a:lnTo>
                  <a:pt x="28956" y="0"/>
                </a:lnTo>
                <a:lnTo>
                  <a:pt x="30480" y="1524"/>
                </a:lnTo>
                <a:close/>
              </a:path>
              <a:path w="33655" h="287020">
                <a:moveTo>
                  <a:pt x="32004" y="3048"/>
                </a:moveTo>
                <a:lnTo>
                  <a:pt x="1524" y="3048"/>
                </a:lnTo>
                <a:lnTo>
                  <a:pt x="1524" y="1524"/>
                </a:lnTo>
                <a:lnTo>
                  <a:pt x="32004" y="1524"/>
                </a:lnTo>
                <a:lnTo>
                  <a:pt x="32004" y="3048"/>
                </a:lnTo>
                <a:close/>
              </a:path>
              <a:path w="33655" h="287020">
                <a:moveTo>
                  <a:pt x="30480" y="285369"/>
                </a:moveTo>
                <a:lnTo>
                  <a:pt x="3048" y="285369"/>
                </a:lnTo>
                <a:lnTo>
                  <a:pt x="0" y="282321"/>
                </a:lnTo>
                <a:lnTo>
                  <a:pt x="0" y="3048"/>
                </a:lnTo>
                <a:lnTo>
                  <a:pt x="33528" y="3048"/>
                </a:lnTo>
                <a:lnTo>
                  <a:pt x="33528" y="282321"/>
                </a:lnTo>
                <a:lnTo>
                  <a:pt x="30480" y="285369"/>
                </a:lnTo>
                <a:close/>
              </a:path>
              <a:path w="33655" h="287020">
                <a:moveTo>
                  <a:pt x="22860" y="286893"/>
                </a:moveTo>
                <a:lnTo>
                  <a:pt x="10668" y="286893"/>
                </a:lnTo>
                <a:lnTo>
                  <a:pt x="9144" y="285369"/>
                </a:lnTo>
                <a:lnTo>
                  <a:pt x="24384" y="285369"/>
                </a:lnTo>
                <a:lnTo>
                  <a:pt x="22860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object 5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289363" y="3734371"/>
            <a:ext cx="158686" cy="199929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3496902" y="3687127"/>
            <a:ext cx="329565" cy="248920"/>
            <a:chOff x="3496902" y="3687127"/>
            <a:chExt cx="329565" cy="248920"/>
          </a:xfrm>
        </p:grpSpPr>
        <p:pic>
          <p:nvPicPr>
            <p:cNvPr id="52" name="object 5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96902" y="3734371"/>
              <a:ext cx="184425" cy="20145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05796" y="3687127"/>
              <a:ext cx="120586" cy="248697"/>
            </a:xfrm>
            <a:prstGeom prst="rect">
              <a:avLst/>
            </a:prstGeom>
          </p:spPr>
        </p:pic>
      </p:grpSp>
      <p:sp>
        <p:nvSpPr>
          <p:cNvPr id="54" name="object 54"/>
          <p:cNvSpPr/>
          <p:nvPr/>
        </p:nvSpPr>
        <p:spPr>
          <a:xfrm>
            <a:off x="3966686" y="3647408"/>
            <a:ext cx="158750" cy="287020"/>
          </a:xfrm>
          <a:custGeom>
            <a:avLst/>
            <a:gdLst/>
            <a:ahLst/>
            <a:cxnLst/>
            <a:rect l="l" t="t" r="r" b="b"/>
            <a:pathLst>
              <a:path w="158750" h="287020">
                <a:moveTo>
                  <a:pt x="30575" y="1524"/>
                </a:moveTo>
                <a:lnTo>
                  <a:pt x="4667" y="1524"/>
                </a:lnTo>
                <a:lnTo>
                  <a:pt x="6191" y="0"/>
                </a:lnTo>
                <a:lnTo>
                  <a:pt x="29051" y="0"/>
                </a:lnTo>
                <a:lnTo>
                  <a:pt x="30575" y="1524"/>
                </a:lnTo>
                <a:close/>
              </a:path>
              <a:path w="158750" h="287020">
                <a:moveTo>
                  <a:pt x="33623" y="283845"/>
                </a:moveTo>
                <a:lnTo>
                  <a:pt x="1524" y="283845"/>
                </a:lnTo>
                <a:lnTo>
                  <a:pt x="1524" y="282321"/>
                </a:lnTo>
                <a:lnTo>
                  <a:pt x="0" y="280797"/>
                </a:lnTo>
                <a:lnTo>
                  <a:pt x="0" y="4572"/>
                </a:lnTo>
                <a:lnTo>
                  <a:pt x="1524" y="3048"/>
                </a:lnTo>
                <a:lnTo>
                  <a:pt x="3143" y="1524"/>
                </a:lnTo>
                <a:lnTo>
                  <a:pt x="32099" y="1524"/>
                </a:lnTo>
                <a:lnTo>
                  <a:pt x="33623" y="3048"/>
                </a:lnTo>
                <a:lnTo>
                  <a:pt x="33623" y="116014"/>
                </a:lnTo>
                <a:lnTo>
                  <a:pt x="86963" y="116014"/>
                </a:lnTo>
                <a:lnTo>
                  <a:pt x="47910" y="135826"/>
                </a:lnTo>
                <a:lnTo>
                  <a:pt x="33623" y="151066"/>
                </a:lnTo>
                <a:lnTo>
                  <a:pt x="33623" y="283845"/>
                </a:lnTo>
                <a:close/>
              </a:path>
              <a:path w="158750" h="287020">
                <a:moveTo>
                  <a:pt x="158686" y="283845"/>
                </a:moveTo>
                <a:lnTo>
                  <a:pt x="126682" y="283845"/>
                </a:lnTo>
                <a:lnTo>
                  <a:pt x="126682" y="282321"/>
                </a:lnTo>
                <a:lnTo>
                  <a:pt x="125158" y="282321"/>
                </a:lnTo>
                <a:lnTo>
                  <a:pt x="125134" y="164711"/>
                </a:lnTo>
                <a:lnTo>
                  <a:pt x="124976" y="158091"/>
                </a:lnTo>
                <a:lnTo>
                  <a:pt x="124968" y="157734"/>
                </a:lnTo>
                <a:lnTo>
                  <a:pt x="103822" y="119062"/>
                </a:lnTo>
                <a:lnTo>
                  <a:pt x="93154" y="116014"/>
                </a:lnTo>
                <a:lnTo>
                  <a:pt x="33623" y="116014"/>
                </a:lnTo>
                <a:lnTo>
                  <a:pt x="41386" y="109451"/>
                </a:lnTo>
                <a:lnTo>
                  <a:pt x="48863" y="103584"/>
                </a:lnTo>
                <a:lnTo>
                  <a:pt x="56340" y="98574"/>
                </a:lnTo>
                <a:lnTo>
                  <a:pt x="64103" y="94583"/>
                </a:lnTo>
                <a:lnTo>
                  <a:pt x="71200" y="90820"/>
                </a:lnTo>
                <a:lnTo>
                  <a:pt x="78593" y="88487"/>
                </a:lnTo>
                <a:lnTo>
                  <a:pt x="86151" y="87272"/>
                </a:lnTo>
                <a:lnTo>
                  <a:pt x="86514" y="87272"/>
                </a:lnTo>
                <a:lnTo>
                  <a:pt x="93154" y="86963"/>
                </a:lnTo>
                <a:lnTo>
                  <a:pt x="101988" y="87272"/>
                </a:lnTo>
                <a:lnTo>
                  <a:pt x="110109" y="88296"/>
                </a:lnTo>
                <a:lnTo>
                  <a:pt x="117371" y="90177"/>
                </a:lnTo>
                <a:lnTo>
                  <a:pt x="123634" y="93059"/>
                </a:lnTo>
                <a:lnTo>
                  <a:pt x="129968" y="95894"/>
                </a:lnTo>
                <a:lnTo>
                  <a:pt x="153971" y="127492"/>
                </a:lnTo>
                <a:lnTo>
                  <a:pt x="158625" y="157734"/>
                </a:lnTo>
                <a:lnTo>
                  <a:pt x="158686" y="283845"/>
                </a:lnTo>
                <a:close/>
              </a:path>
              <a:path w="158750" h="287020">
                <a:moveTo>
                  <a:pt x="30575" y="285369"/>
                </a:moveTo>
                <a:lnTo>
                  <a:pt x="4667" y="285369"/>
                </a:lnTo>
                <a:lnTo>
                  <a:pt x="3143" y="283845"/>
                </a:lnTo>
                <a:lnTo>
                  <a:pt x="32099" y="283845"/>
                </a:lnTo>
                <a:lnTo>
                  <a:pt x="30575" y="285369"/>
                </a:lnTo>
                <a:close/>
              </a:path>
              <a:path w="158750" h="287020">
                <a:moveTo>
                  <a:pt x="155638" y="285369"/>
                </a:moveTo>
                <a:lnTo>
                  <a:pt x="129730" y="285369"/>
                </a:lnTo>
                <a:lnTo>
                  <a:pt x="128206" y="283845"/>
                </a:lnTo>
                <a:lnTo>
                  <a:pt x="157162" y="283845"/>
                </a:lnTo>
                <a:lnTo>
                  <a:pt x="155638" y="285369"/>
                </a:lnTo>
                <a:close/>
              </a:path>
              <a:path w="158750" h="287020">
                <a:moveTo>
                  <a:pt x="22955" y="286893"/>
                </a:moveTo>
                <a:lnTo>
                  <a:pt x="10763" y="286893"/>
                </a:lnTo>
                <a:lnTo>
                  <a:pt x="9239" y="285369"/>
                </a:lnTo>
                <a:lnTo>
                  <a:pt x="26003" y="285369"/>
                </a:lnTo>
                <a:lnTo>
                  <a:pt x="22955" y="286893"/>
                </a:lnTo>
                <a:close/>
              </a:path>
              <a:path w="158750" h="287020">
                <a:moveTo>
                  <a:pt x="148018" y="286893"/>
                </a:moveTo>
                <a:lnTo>
                  <a:pt x="135826" y="286893"/>
                </a:lnTo>
                <a:lnTo>
                  <a:pt x="134302" y="285369"/>
                </a:lnTo>
                <a:lnTo>
                  <a:pt x="151066" y="285369"/>
                </a:lnTo>
                <a:lnTo>
                  <a:pt x="148018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5" name="object 55"/>
          <p:cNvGrpSpPr/>
          <p:nvPr/>
        </p:nvGrpSpPr>
        <p:grpSpPr>
          <a:xfrm>
            <a:off x="4175760" y="3734371"/>
            <a:ext cx="549275" cy="201930"/>
            <a:chOff x="4175760" y="3734371"/>
            <a:chExt cx="549275" cy="201930"/>
          </a:xfrm>
        </p:grpSpPr>
        <p:pic>
          <p:nvPicPr>
            <p:cNvPr id="56" name="object 5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355782" y="3735895"/>
              <a:ext cx="176974" cy="19840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175760" y="3734371"/>
              <a:ext cx="151066" cy="20140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555926" y="3734371"/>
              <a:ext cx="169044" cy="201453"/>
            </a:xfrm>
            <a:prstGeom prst="rect">
              <a:avLst/>
            </a:prstGeom>
          </p:spPr>
        </p:pic>
      </p:grpSp>
      <p:pic>
        <p:nvPicPr>
          <p:cNvPr id="59" name="object 5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858059" y="3647408"/>
            <a:ext cx="1236987" cy="360140"/>
          </a:xfrm>
          <a:prstGeom prst="rect">
            <a:avLst/>
          </a:prstGeom>
        </p:spPr>
      </p:pic>
      <p:grpSp>
        <p:nvGrpSpPr>
          <p:cNvPr id="60" name="object 60"/>
          <p:cNvGrpSpPr/>
          <p:nvPr/>
        </p:nvGrpSpPr>
        <p:grpSpPr>
          <a:xfrm>
            <a:off x="6226206" y="3661124"/>
            <a:ext cx="205104" cy="274955"/>
            <a:chOff x="6226206" y="3661124"/>
            <a:chExt cx="205104" cy="274955"/>
          </a:xfrm>
        </p:grpSpPr>
        <p:pic>
          <p:nvPicPr>
            <p:cNvPr id="61" name="object 6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226206" y="3687127"/>
              <a:ext cx="120586" cy="24869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387940" y="3661124"/>
              <a:ext cx="43180" cy="273685"/>
            </a:xfrm>
            <a:custGeom>
              <a:avLst/>
              <a:gdLst/>
              <a:ahLst/>
              <a:cxnLst/>
              <a:rect l="l" t="t" r="r" b="b"/>
              <a:pathLst>
                <a:path w="43179" h="273685">
                  <a:moveTo>
                    <a:pt x="27527" y="76295"/>
                  </a:moveTo>
                  <a:lnTo>
                    <a:pt x="15240" y="76295"/>
                  </a:lnTo>
                  <a:lnTo>
                    <a:pt x="18288" y="74771"/>
                  </a:lnTo>
                  <a:lnTo>
                    <a:pt x="24384" y="74771"/>
                  </a:lnTo>
                  <a:lnTo>
                    <a:pt x="27527" y="76295"/>
                  </a:lnTo>
                  <a:close/>
                </a:path>
                <a:path w="43179" h="273685">
                  <a:moveTo>
                    <a:pt x="35147" y="77819"/>
                  </a:moveTo>
                  <a:lnTo>
                    <a:pt x="7620" y="77819"/>
                  </a:lnTo>
                  <a:lnTo>
                    <a:pt x="9144" y="76295"/>
                  </a:lnTo>
                  <a:lnTo>
                    <a:pt x="33623" y="76295"/>
                  </a:lnTo>
                  <a:lnTo>
                    <a:pt x="35147" y="77819"/>
                  </a:lnTo>
                  <a:close/>
                </a:path>
                <a:path w="43179" h="273685">
                  <a:moveTo>
                    <a:pt x="35147" y="271653"/>
                  </a:moveTo>
                  <a:lnTo>
                    <a:pt x="7620" y="271653"/>
                  </a:lnTo>
                  <a:lnTo>
                    <a:pt x="7620" y="270129"/>
                  </a:lnTo>
                  <a:lnTo>
                    <a:pt x="6096" y="270129"/>
                  </a:lnTo>
                  <a:lnTo>
                    <a:pt x="6096" y="268605"/>
                  </a:lnTo>
                  <a:lnTo>
                    <a:pt x="4572" y="268605"/>
                  </a:lnTo>
                  <a:lnTo>
                    <a:pt x="4572" y="79343"/>
                  </a:lnTo>
                  <a:lnTo>
                    <a:pt x="6096" y="79343"/>
                  </a:lnTo>
                  <a:lnTo>
                    <a:pt x="6096" y="77819"/>
                  </a:lnTo>
                  <a:lnTo>
                    <a:pt x="36671" y="77819"/>
                  </a:lnTo>
                  <a:lnTo>
                    <a:pt x="38195" y="79343"/>
                  </a:lnTo>
                  <a:lnTo>
                    <a:pt x="38195" y="268605"/>
                  </a:lnTo>
                  <a:lnTo>
                    <a:pt x="35147" y="271653"/>
                  </a:lnTo>
                  <a:close/>
                </a:path>
                <a:path w="43179" h="273685">
                  <a:moveTo>
                    <a:pt x="27527" y="273177"/>
                  </a:moveTo>
                  <a:lnTo>
                    <a:pt x="15240" y="273177"/>
                  </a:lnTo>
                  <a:lnTo>
                    <a:pt x="13716" y="271653"/>
                  </a:lnTo>
                  <a:lnTo>
                    <a:pt x="30575" y="271653"/>
                  </a:lnTo>
                  <a:lnTo>
                    <a:pt x="27527" y="273177"/>
                  </a:lnTo>
                  <a:close/>
                </a:path>
                <a:path w="43179" h="273685">
                  <a:moveTo>
                    <a:pt x="29051" y="39719"/>
                  </a:moveTo>
                  <a:lnTo>
                    <a:pt x="13716" y="39719"/>
                  </a:lnTo>
                  <a:lnTo>
                    <a:pt x="7620" y="38195"/>
                  </a:lnTo>
                  <a:lnTo>
                    <a:pt x="4572" y="36671"/>
                  </a:lnTo>
                  <a:lnTo>
                    <a:pt x="1524" y="33623"/>
                  </a:lnTo>
                  <a:lnTo>
                    <a:pt x="0" y="27527"/>
                  </a:lnTo>
                  <a:lnTo>
                    <a:pt x="0" y="12192"/>
                  </a:lnTo>
                  <a:lnTo>
                    <a:pt x="1524" y="6096"/>
                  </a:lnTo>
                  <a:lnTo>
                    <a:pt x="4572" y="3048"/>
                  </a:lnTo>
                  <a:lnTo>
                    <a:pt x="7620" y="1524"/>
                  </a:lnTo>
                  <a:lnTo>
                    <a:pt x="13716" y="0"/>
                  </a:lnTo>
                  <a:lnTo>
                    <a:pt x="29051" y="0"/>
                  </a:lnTo>
                  <a:lnTo>
                    <a:pt x="35147" y="1524"/>
                  </a:lnTo>
                  <a:lnTo>
                    <a:pt x="38195" y="3048"/>
                  </a:lnTo>
                  <a:lnTo>
                    <a:pt x="41243" y="6096"/>
                  </a:lnTo>
                  <a:lnTo>
                    <a:pt x="42767" y="12192"/>
                  </a:lnTo>
                  <a:lnTo>
                    <a:pt x="42767" y="27527"/>
                  </a:lnTo>
                  <a:lnTo>
                    <a:pt x="41243" y="33623"/>
                  </a:lnTo>
                  <a:lnTo>
                    <a:pt x="38195" y="35147"/>
                  </a:lnTo>
                  <a:lnTo>
                    <a:pt x="35147" y="38195"/>
                  </a:lnTo>
                  <a:lnTo>
                    <a:pt x="29051" y="397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/>
          <p:nvPr/>
        </p:nvSpPr>
        <p:spPr>
          <a:xfrm>
            <a:off x="6488620" y="3734371"/>
            <a:ext cx="274955" cy="200025"/>
          </a:xfrm>
          <a:custGeom>
            <a:avLst/>
            <a:gdLst/>
            <a:ahLst/>
            <a:cxnLst/>
            <a:rect l="l" t="t" r="r" b="b"/>
            <a:pathLst>
              <a:path w="274954" h="200025">
                <a:moveTo>
                  <a:pt x="67360" y="33623"/>
                </a:moveTo>
                <a:lnTo>
                  <a:pt x="30575" y="33623"/>
                </a:lnTo>
                <a:lnTo>
                  <a:pt x="38552" y="25059"/>
                </a:lnTo>
                <a:lnTo>
                  <a:pt x="76295" y="1523"/>
                </a:lnTo>
                <a:lnTo>
                  <a:pt x="83921" y="309"/>
                </a:lnTo>
                <a:lnTo>
                  <a:pt x="84326" y="309"/>
                </a:lnTo>
                <a:lnTo>
                  <a:pt x="91535" y="0"/>
                </a:lnTo>
                <a:lnTo>
                  <a:pt x="105346" y="0"/>
                </a:lnTo>
                <a:lnTo>
                  <a:pt x="117538" y="3047"/>
                </a:lnTo>
                <a:lnTo>
                  <a:pt x="123634" y="6096"/>
                </a:lnTo>
                <a:lnTo>
                  <a:pt x="132778" y="12192"/>
                </a:lnTo>
                <a:lnTo>
                  <a:pt x="135826" y="16764"/>
                </a:lnTo>
                <a:lnTo>
                  <a:pt x="138874" y="21431"/>
                </a:lnTo>
                <a:lnTo>
                  <a:pt x="143446" y="26003"/>
                </a:lnTo>
                <a:lnTo>
                  <a:pt x="144462" y="29051"/>
                </a:lnTo>
                <a:lnTo>
                  <a:pt x="83915" y="29051"/>
                </a:lnTo>
                <a:lnTo>
                  <a:pt x="78176" y="29622"/>
                </a:lnTo>
                <a:lnTo>
                  <a:pt x="72294" y="31337"/>
                </a:lnTo>
                <a:lnTo>
                  <a:pt x="67360" y="33623"/>
                </a:lnTo>
                <a:close/>
              </a:path>
              <a:path w="274954" h="200025">
                <a:moveTo>
                  <a:pt x="181951" y="36671"/>
                </a:moveTo>
                <a:lnTo>
                  <a:pt x="148018" y="36671"/>
                </a:lnTo>
                <a:lnTo>
                  <a:pt x="154114" y="29051"/>
                </a:lnTo>
                <a:lnTo>
                  <a:pt x="160210" y="22955"/>
                </a:lnTo>
                <a:lnTo>
                  <a:pt x="164782" y="18288"/>
                </a:lnTo>
                <a:lnTo>
                  <a:pt x="170878" y="13716"/>
                </a:lnTo>
                <a:lnTo>
                  <a:pt x="175450" y="10668"/>
                </a:lnTo>
                <a:lnTo>
                  <a:pt x="181546" y="7620"/>
                </a:lnTo>
                <a:lnTo>
                  <a:pt x="186213" y="4571"/>
                </a:lnTo>
                <a:lnTo>
                  <a:pt x="190785" y="3047"/>
                </a:lnTo>
                <a:lnTo>
                  <a:pt x="196881" y="1523"/>
                </a:lnTo>
                <a:lnTo>
                  <a:pt x="201453" y="0"/>
                </a:lnTo>
                <a:lnTo>
                  <a:pt x="210597" y="0"/>
                </a:lnTo>
                <a:lnTo>
                  <a:pt x="219217" y="309"/>
                </a:lnTo>
                <a:lnTo>
                  <a:pt x="256293" y="17494"/>
                </a:lnTo>
                <a:lnTo>
                  <a:pt x="264516" y="29051"/>
                </a:lnTo>
                <a:lnTo>
                  <a:pt x="195357" y="29051"/>
                </a:lnTo>
                <a:lnTo>
                  <a:pt x="187737" y="32099"/>
                </a:lnTo>
                <a:lnTo>
                  <a:pt x="181951" y="36671"/>
                </a:lnTo>
                <a:close/>
              </a:path>
              <a:path w="274954" h="200025">
                <a:moveTo>
                  <a:pt x="21431" y="3047"/>
                </a:moveTo>
                <a:lnTo>
                  <a:pt x="10668" y="3047"/>
                </a:lnTo>
                <a:lnTo>
                  <a:pt x="12287" y="1523"/>
                </a:lnTo>
                <a:lnTo>
                  <a:pt x="18383" y="1523"/>
                </a:lnTo>
                <a:lnTo>
                  <a:pt x="21431" y="3047"/>
                </a:lnTo>
                <a:close/>
              </a:path>
              <a:path w="274954" h="200025">
                <a:moveTo>
                  <a:pt x="29051" y="4571"/>
                </a:moveTo>
                <a:lnTo>
                  <a:pt x="3048" y="4571"/>
                </a:lnTo>
                <a:lnTo>
                  <a:pt x="3048" y="3047"/>
                </a:lnTo>
                <a:lnTo>
                  <a:pt x="27527" y="3047"/>
                </a:lnTo>
                <a:lnTo>
                  <a:pt x="29051" y="4571"/>
                </a:lnTo>
                <a:close/>
              </a:path>
              <a:path w="274954" h="200025">
                <a:moveTo>
                  <a:pt x="33623" y="196881"/>
                </a:moveTo>
                <a:lnTo>
                  <a:pt x="1524" y="196881"/>
                </a:lnTo>
                <a:lnTo>
                  <a:pt x="1524" y="195357"/>
                </a:lnTo>
                <a:lnTo>
                  <a:pt x="0" y="193833"/>
                </a:lnTo>
                <a:lnTo>
                  <a:pt x="0" y="6096"/>
                </a:lnTo>
                <a:lnTo>
                  <a:pt x="1524" y="6096"/>
                </a:lnTo>
                <a:lnTo>
                  <a:pt x="1524" y="4571"/>
                </a:lnTo>
                <a:lnTo>
                  <a:pt x="30575" y="4571"/>
                </a:lnTo>
                <a:lnTo>
                  <a:pt x="30575" y="33623"/>
                </a:lnTo>
                <a:lnTo>
                  <a:pt x="67360" y="33623"/>
                </a:lnTo>
                <a:lnTo>
                  <a:pt x="35147" y="64103"/>
                </a:lnTo>
                <a:lnTo>
                  <a:pt x="35147" y="193833"/>
                </a:lnTo>
                <a:lnTo>
                  <a:pt x="33623" y="195357"/>
                </a:lnTo>
                <a:lnTo>
                  <a:pt x="33623" y="196881"/>
                </a:lnTo>
                <a:close/>
              </a:path>
              <a:path w="274954" h="200025">
                <a:moveTo>
                  <a:pt x="151066" y="198405"/>
                </a:moveTo>
                <a:lnTo>
                  <a:pt x="123634" y="198405"/>
                </a:lnTo>
                <a:lnTo>
                  <a:pt x="120586" y="195357"/>
                </a:lnTo>
                <a:lnTo>
                  <a:pt x="120586" y="73247"/>
                </a:lnTo>
                <a:lnTo>
                  <a:pt x="119062" y="65627"/>
                </a:lnTo>
                <a:lnTo>
                  <a:pt x="100774" y="32099"/>
                </a:lnTo>
                <a:lnTo>
                  <a:pt x="90011" y="29051"/>
                </a:lnTo>
                <a:lnTo>
                  <a:pt x="144462" y="29051"/>
                </a:lnTo>
                <a:lnTo>
                  <a:pt x="144970" y="30575"/>
                </a:lnTo>
                <a:lnTo>
                  <a:pt x="148018" y="36671"/>
                </a:lnTo>
                <a:lnTo>
                  <a:pt x="181951" y="36671"/>
                </a:lnTo>
                <a:lnTo>
                  <a:pt x="180022" y="38195"/>
                </a:lnTo>
                <a:lnTo>
                  <a:pt x="174045" y="43100"/>
                </a:lnTo>
                <a:lnTo>
                  <a:pt x="167640" y="48863"/>
                </a:lnTo>
                <a:lnTo>
                  <a:pt x="160948" y="55768"/>
                </a:lnTo>
                <a:lnTo>
                  <a:pt x="154114" y="64103"/>
                </a:lnTo>
                <a:lnTo>
                  <a:pt x="154114" y="195357"/>
                </a:lnTo>
                <a:lnTo>
                  <a:pt x="151066" y="198405"/>
                </a:lnTo>
                <a:close/>
              </a:path>
              <a:path w="274954" h="200025">
                <a:moveTo>
                  <a:pt x="273177" y="196881"/>
                </a:moveTo>
                <a:lnTo>
                  <a:pt x="241077" y="196881"/>
                </a:lnTo>
                <a:lnTo>
                  <a:pt x="241077" y="195357"/>
                </a:lnTo>
                <a:lnTo>
                  <a:pt x="239553" y="193833"/>
                </a:lnTo>
                <a:lnTo>
                  <a:pt x="239553" y="65627"/>
                </a:lnTo>
                <a:lnTo>
                  <a:pt x="234981" y="47339"/>
                </a:lnTo>
                <a:lnTo>
                  <a:pt x="228885" y="38195"/>
                </a:lnTo>
                <a:lnTo>
                  <a:pt x="219741" y="32099"/>
                </a:lnTo>
                <a:lnTo>
                  <a:pt x="210597" y="29051"/>
                </a:lnTo>
                <a:lnTo>
                  <a:pt x="264516" y="29051"/>
                </a:lnTo>
                <a:lnTo>
                  <a:pt x="274437" y="68556"/>
                </a:lnTo>
                <a:lnTo>
                  <a:pt x="274701" y="193833"/>
                </a:lnTo>
                <a:lnTo>
                  <a:pt x="273177" y="195357"/>
                </a:lnTo>
                <a:lnTo>
                  <a:pt x="273177" y="196881"/>
                </a:lnTo>
                <a:close/>
              </a:path>
              <a:path w="274954" h="200025">
                <a:moveTo>
                  <a:pt x="30575" y="198405"/>
                </a:moveTo>
                <a:lnTo>
                  <a:pt x="4571" y="198405"/>
                </a:lnTo>
                <a:lnTo>
                  <a:pt x="3048" y="196881"/>
                </a:lnTo>
                <a:lnTo>
                  <a:pt x="32099" y="196881"/>
                </a:lnTo>
                <a:lnTo>
                  <a:pt x="30575" y="198405"/>
                </a:lnTo>
                <a:close/>
              </a:path>
              <a:path w="274954" h="200025">
                <a:moveTo>
                  <a:pt x="270033" y="198405"/>
                </a:moveTo>
                <a:lnTo>
                  <a:pt x="244125" y="198405"/>
                </a:lnTo>
                <a:lnTo>
                  <a:pt x="242601" y="196881"/>
                </a:lnTo>
                <a:lnTo>
                  <a:pt x="271557" y="196881"/>
                </a:lnTo>
                <a:lnTo>
                  <a:pt x="270033" y="198405"/>
                </a:lnTo>
                <a:close/>
              </a:path>
              <a:path w="274954" h="200025">
                <a:moveTo>
                  <a:pt x="22955" y="199929"/>
                </a:moveTo>
                <a:lnTo>
                  <a:pt x="10668" y="199929"/>
                </a:lnTo>
                <a:lnTo>
                  <a:pt x="9144" y="198405"/>
                </a:lnTo>
                <a:lnTo>
                  <a:pt x="26003" y="198405"/>
                </a:lnTo>
                <a:lnTo>
                  <a:pt x="22955" y="199929"/>
                </a:lnTo>
                <a:close/>
              </a:path>
              <a:path w="274954" h="200025">
                <a:moveTo>
                  <a:pt x="143446" y="199929"/>
                </a:moveTo>
                <a:lnTo>
                  <a:pt x="131254" y="199929"/>
                </a:lnTo>
                <a:lnTo>
                  <a:pt x="129730" y="198405"/>
                </a:lnTo>
                <a:lnTo>
                  <a:pt x="144970" y="198405"/>
                </a:lnTo>
                <a:lnTo>
                  <a:pt x="143446" y="199929"/>
                </a:lnTo>
                <a:close/>
              </a:path>
              <a:path w="274954" h="200025">
                <a:moveTo>
                  <a:pt x="263937" y="199929"/>
                </a:moveTo>
                <a:lnTo>
                  <a:pt x="251745" y="199929"/>
                </a:lnTo>
                <a:lnTo>
                  <a:pt x="248697" y="198405"/>
                </a:lnTo>
                <a:lnTo>
                  <a:pt x="265461" y="198405"/>
                </a:lnTo>
                <a:lnTo>
                  <a:pt x="263937" y="1999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object 6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812398" y="3734371"/>
            <a:ext cx="169044" cy="201429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7100410" y="3687127"/>
            <a:ext cx="332740" cy="248920"/>
            <a:chOff x="7100410" y="3687127"/>
            <a:chExt cx="332740" cy="248920"/>
          </a:xfrm>
        </p:grpSpPr>
        <p:pic>
          <p:nvPicPr>
            <p:cNvPr id="66" name="object 6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100410" y="3687127"/>
              <a:ext cx="120586" cy="24869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248429" y="3734371"/>
              <a:ext cx="184509" cy="201453"/>
            </a:xfrm>
            <a:prstGeom prst="rect">
              <a:avLst/>
            </a:prstGeom>
          </p:spPr>
        </p:pic>
      </p:grpSp>
      <p:pic>
        <p:nvPicPr>
          <p:cNvPr id="68" name="object 68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565873" y="3687032"/>
            <a:ext cx="1029772" cy="248792"/>
          </a:xfrm>
          <a:prstGeom prst="rect">
            <a:avLst/>
          </a:prstGeom>
        </p:spPr>
      </p:pic>
      <p:grpSp>
        <p:nvGrpSpPr>
          <p:cNvPr id="69" name="object 69"/>
          <p:cNvGrpSpPr/>
          <p:nvPr/>
        </p:nvGrpSpPr>
        <p:grpSpPr>
          <a:xfrm>
            <a:off x="8713089" y="3647408"/>
            <a:ext cx="323850" cy="288925"/>
            <a:chOff x="8713089" y="3647408"/>
            <a:chExt cx="323850" cy="288925"/>
          </a:xfrm>
        </p:grpSpPr>
        <p:pic>
          <p:nvPicPr>
            <p:cNvPr id="70" name="object 7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713089" y="3687127"/>
              <a:ext cx="120491" cy="248697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8877871" y="3647408"/>
              <a:ext cx="158750" cy="287020"/>
            </a:xfrm>
            <a:custGeom>
              <a:avLst/>
              <a:gdLst/>
              <a:ahLst/>
              <a:cxnLst/>
              <a:rect l="l" t="t" r="r" b="b"/>
              <a:pathLst>
                <a:path w="158750" h="287020">
                  <a:moveTo>
                    <a:pt x="30480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28956" y="0"/>
                  </a:lnTo>
                  <a:lnTo>
                    <a:pt x="30480" y="1524"/>
                  </a:lnTo>
                  <a:close/>
                </a:path>
                <a:path w="158750" h="287020">
                  <a:moveTo>
                    <a:pt x="32004" y="3048"/>
                  </a:moveTo>
                  <a:lnTo>
                    <a:pt x="1524" y="3048"/>
                  </a:lnTo>
                  <a:lnTo>
                    <a:pt x="1524" y="1524"/>
                  </a:lnTo>
                  <a:lnTo>
                    <a:pt x="32004" y="1524"/>
                  </a:lnTo>
                  <a:lnTo>
                    <a:pt x="32004" y="3048"/>
                  </a:lnTo>
                  <a:close/>
                </a:path>
                <a:path w="158750" h="287020">
                  <a:moveTo>
                    <a:pt x="30480" y="285369"/>
                  </a:moveTo>
                  <a:lnTo>
                    <a:pt x="3048" y="285369"/>
                  </a:lnTo>
                  <a:lnTo>
                    <a:pt x="0" y="282321"/>
                  </a:lnTo>
                  <a:lnTo>
                    <a:pt x="0" y="3048"/>
                  </a:lnTo>
                  <a:lnTo>
                    <a:pt x="33528" y="3048"/>
                  </a:lnTo>
                  <a:lnTo>
                    <a:pt x="33528" y="116014"/>
                  </a:lnTo>
                  <a:lnTo>
                    <a:pt x="85439" y="116014"/>
                  </a:lnTo>
                  <a:lnTo>
                    <a:pt x="47244" y="135826"/>
                  </a:lnTo>
                  <a:lnTo>
                    <a:pt x="33528" y="151066"/>
                  </a:lnTo>
                  <a:lnTo>
                    <a:pt x="33528" y="282321"/>
                  </a:lnTo>
                  <a:lnTo>
                    <a:pt x="30480" y="285369"/>
                  </a:lnTo>
                  <a:close/>
                </a:path>
                <a:path w="158750" h="287020">
                  <a:moveTo>
                    <a:pt x="155638" y="285369"/>
                  </a:moveTo>
                  <a:lnTo>
                    <a:pt x="128111" y="285369"/>
                  </a:lnTo>
                  <a:lnTo>
                    <a:pt x="125063" y="282321"/>
                  </a:lnTo>
                  <a:lnTo>
                    <a:pt x="125063" y="172402"/>
                  </a:lnTo>
                  <a:lnTo>
                    <a:pt x="124907" y="167830"/>
                  </a:lnTo>
                  <a:lnTo>
                    <a:pt x="124801" y="164711"/>
                  </a:lnTo>
                  <a:lnTo>
                    <a:pt x="124146" y="158091"/>
                  </a:lnTo>
                  <a:lnTo>
                    <a:pt x="124110" y="157734"/>
                  </a:lnTo>
                  <a:lnTo>
                    <a:pt x="103727" y="119062"/>
                  </a:lnTo>
                  <a:lnTo>
                    <a:pt x="91535" y="116014"/>
                  </a:lnTo>
                  <a:lnTo>
                    <a:pt x="33528" y="116014"/>
                  </a:lnTo>
                  <a:lnTo>
                    <a:pt x="40624" y="109451"/>
                  </a:lnTo>
                  <a:lnTo>
                    <a:pt x="77807" y="88487"/>
                  </a:lnTo>
                  <a:lnTo>
                    <a:pt x="85444" y="87272"/>
                  </a:lnTo>
                  <a:lnTo>
                    <a:pt x="85849" y="87272"/>
                  </a:lnTo>
                  <a:lnTo>
                    <a:pt x="93059" y="86963"/>
                  </a:lnTo>
                  <a:lnTo>
                    <a:pt x="101893" y="87272"/>
                  </a:lnTo>
                  <a:lnTo>
                    <a:pt x="110013" y="88296"/>
                  </a:lnTo>
                  <a:lnTo>
                    <a:pt x="117276" y="90177"/>
                  </a:lnTo>
                  <a:lnTo>
                    <a:pt x="123539" y="93059"/>
                  </a:lnTo>
                  <a:lnTo>
                    <a:pt x="129849" y="95894"/>
                  </a:lnTo>
                  <a:lnTo>
                    <a:pt x="135159" y="99738"/>
                  </a:lnTo>
                  <a:lnTo>
                    <a:pt x="139612" y="104457"/>
                  </a:lnTo>
                  <a:lnTo>
                    <a:pt x="143351" y="109918"/>
                  </a:lnTo>
                  <a:lnTo>
                    <a:pt x="147414" y="115014"/>
                  </a:lnTo>
                  <a:lnTo>
                    <a:pt x="158396" y="157734"/>
                  </a:lnTo>
                  <a:lnTo>
                    <a:pt x="158686" y="282321"/>
                  </a:lnTo>
                  <a:lnTo>
                    <a:pt x="157162" y="282321"/>
                  </a:lnTo>
                  <a:lnTo>
                    <a:pt x="157162" y="283845"/>
                  </a:lnTo>
                  <a:lnTo>
                    <a:pt x="155638" y="285369"/>
                  </a:lnTo>
                  <a:close/>
                </a:path>
                <a:path w="158750" h="287020">
                  <a:moveTo>
                    <a:pt x="22860" y="286893"/>
                  </a:moveTo>
                  <a:lnTo>
                    <a:pt x="10668" y="286893"/>
                  </a:lnTo>
                  <a:lnTo>
                    <a:pt x="9144" y="285369"/>
                  </a:lnTo>
                  <a:lnTo>
                    <a:pt x="24384" y="285369"/>
                  </a:lnTo>
                  <a:lnTo>
                    <a:pt x="22860" y="286893"/>
                  </a:lnTo>
                  <a:close/>
                </a:path>
                <a:path w="158750" h="287020">
                  <a:moveTo>
                    <a:pt x="147923" y="286893"/>
                  </a:moveTo>
                  <a:lnTo>
                    <a:pt x="135731" y="286893"/>
                  </a:lnTo>
                  <a:lnTo>
                    <a:pt x="132683" y="285369"/>
                  </a:lnTo>
                  <a:lnTo>
                    <a:pt x="149447" y="285369"/>
                  </a:lnTo>
                  <a:lnTo>
                    <a:pt x="147923" y="2868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2" name="object 72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9085326" y="3734371"/>
            <a:ext cx="169354" cy="201453"/>
          </a:xfrm>
          <a:prstGeom prst="rect">
            <a:avLst/>
          </a:prstGeom>
        </p:spPr>
      </p:pic>
      <p:grpSp>
        <p:nvGrpSpPr>
          <p:cNvPr id="73" name="object 73"/>
          <p:cNvGrpSpPr/>
          <p:nvPr/>
        </p:nvGrpSpPr>
        <p:grpSpPr>
          <a:xfrm>
            <a:off x="988599" y="4140326"/>
            <a:ext cx="299085" cy="250825"/>
            <a:chOff x="988599" y="4140326"/>
            <a:chExt cx="299085" cy="250825"/>
          </a:xfrm>
        </p:grpSpPr>
        <p:pic>
          <p:nvPicPr>
            <p:cNvPr id="74" name="object 7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88599" y="4140326"/>
              <a:ext cx="120586" cy="248793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136618" y="4187666"/>
              <a:ext cx="151066" cy="202977"/>
            </a:xfrm>
            <a:prstGeom prst="rect">
              <a:avLst/>
            </a:prstGeom>
          </p:spPr>
        </p:pic>
      </p:grpSp>
      <p:sp>
        <p:nvSpPr>
          <p:cNvPr id="76" name="object 76"/>
          <p:cNvSpPr/>
          <p:nvPr/>
        </p:nvSpPr>
        <p:spPr>
          <a:xfrm>
            <a:off x="1350168" y="4100702"/>
            <a:ext cx="169545" cy="290195"/>
          </a:xfrm>
          <a:custGeom>
            <a:avLst/>
            <a:gdLst/>
            <a:ahLst/>
            <a:cxnLst/>
            <a:rect l="l" t="t" r="r" b="b"/>
            <a:pathLst>
              <a:path w="169544" h="290195">
                <a:moveTo>
                  <a:pt x="29051" y="1524"/>
                </a:moveTo>
                <a:lnTo>
                  <a:pt x="4667" y="1524"/>
                </a:lnTo>
                <a:lnTo>
                  <a:pt x="6191" y="0"/>
                </a:lnTo>
                <a:lnTo>
                  <a:pt x="27527" y="0"/>
                </a:lnTo>
                <a:lnTo>
                  <a:pt x="29051" y="1524"/>
                </a:lnTo>
                <a:close/>
              </a:path>
              <a:path w="169544" h="290195">
                <a:moveTo>
                  <a:pt x="27527" y="285369"/>
                </a:moveTo>
                <a:lnTo>
                  <a:pt x="1524" y="285369"/>
                </a:lnTo>
                <a:lnTo>
                  <a:pt x="1524" y="283845"/>
                </a:lnTo>
                <a:lnTo>
                  <a:pt x="0" y="283845"/>
                </a:lnTo>
                <a:lnTo>
                  <a:pt x="0" y="4572"/>
                </a:lnTo>
                <a:lnTo>
                  <a:pt x="1524" y="3048"/>
                </a:lnTo>
                <a:lnTo>
                  <a:pt x="1524" y="1524"/>
                </a:lnTo>
                <a:lnTo>
                  <a:pt x="32099" y="1524"/>
                </a:lnTo>
                <a:lnTo>
                  <a:pt x="32099" y="3048"/>
                </a:lnTo>
                <a:lnTo>
                  <a:pt x="33623" y="3048"/>
                </a:lnTo>
                <a:lnTo>
                  <a:pt x="33623" y="117443"/>
                </a:lnTo>
                <a:lnTo>
                  <a:pt x="76295" y="117443"/>
                </a:lnTo>
                <a:lnTo>
                  <a:pt x="67151" y="120491"/>
                </a:lnTo>
                <a:lnTo>
                  <a:pt x="53435" y="129635"/>
                </a:lnTo>
                <a:lnTo>
                  <a:pt x="48863" y="134302"/>
                </a:lnTo>
                <a:lnTo>
                  <a:pt x="44291" y="138874"/>
                </a:lnTo>
                <a:lnTo>
                  <a:pt x="39719" y="144970"/>
                </a:lnTo>
                <a:lnTo>
                  <a:pt x="33623" y="151066"/>
                </a:lnTo>
                <a:lnTo>
                  <a:pt x="33623" y="225837"/>
                </a:lnTo>
                <a:lnTo>
                  <a:pt x="67032" y="255746"/>
                </a:lnTo>
                <a:lnTo>
                  <a:pt x="71729" y="257841"/>
                </a:lnTo>
                <a:lnTo>
                  <a:pt x="30575" y="257841"/>
                </a:lnTo>
                <a:lnTo>
                  <a:pt x="30575" y="282321"/>
                </a:lnTo>
                <a:lnTo>
                  <a:pt x="27527" y="285369"/>
                </a:lnTo>
                <a:close/>
              </a:path>
              <a:path w="169544" h="290195">
                <a:moveTo>
                  <a:pt x="76295" y="117443"/>
                </a:moveTo>
                <a:lnTo>
                  <a:pt x="33623" y="117443"/>
                </a:lnTo>
                <a:lnTo>
                  <a:pt x="44291" y="106775"/>
                </a:lnTo>
                <a:lnTo>
                  <a:pt x="50387" y="102203"/>
                </a:lnTo>
                <a:lnTo>
                  <a:pt x="59531" y="96107"/>
                </a:lnTo>
                <a:lnTo>
                  <a:pt x="65627" y="93059"/>
                </a:lnTo>
                <a:lnTo>
                  <a:pt x="83915" y="86963"/>
                </a:lnTo>
                <a:lnTo>
                  <a:pt x="94678" y="86963"/>
                </a:lnTo>
                <a:lnTo>
                  <a:pt x="136302" y="98559"/>
                </a:lnTo>
                <a:lnTo>
                  <a:pt x="152590" y="115919"/>
                </a:lnTo>
                <a:lnTo>
                  <a:pt x="79343" y="115919"/>
                </a:lnTo>
                <a:lnTo>
                  <a:pt x="76295" y="117443"/>
                </a:lnTo>
                <a:close/>
              </a:path>
              <a:path w="169544" h="290195">
                <a:moveTo>
                  <a:pt x="149542" y="260889"/>
                </a:moveTo>
                <a:lnTo>
                  <a:pt x="96202" y="260889"/>
                </a:lnTo>
                <a:lnTo>
                  <a:pt x="102298" y="257841"/>
                </a:lnTo>
                <a:lnTo>
                  <a:pt x="108394" y="253269"/>
                </a:lnTo>
                <a:lnTo>
                  <a:pt x="131254" y="215169"/>
                </a:lnTo>
                <a:lnTo>
                  <a:pt x="134302" y="189166"/>
                </a:lnTo>
                <a:lnTo>
                  <a:pt x="134064" y="182308"/>
                </a:lnTo>
                <a:lnTo>
                  <a:pt x="133016" y="168592"/>
                </a:lnTo>
                <a:lnTo>
                  <a:pt x="132778" y="161734"/>
                </a:lnTo>
                <a:lnTo>
                  <a:pt x="116014" y="126587"/>
                </a:lnTo>
                <a:lnTo>
                  <a:pt x="109918" y="122015"/>
                </a:lnTo>
                <a:lnTo>
                  <a:pt x="105346" y="117443"/>
                </a:lnTo>
                <a:lnTo>
                  <a:pt x="97726" y="115919"/>
                </a:lnTo>
                <a:lnTo>
                  <a:pt x="152590" y="115919"/>
                </a:lnTo>
                <a:lnTo>
                  <a:pt x="167425" y="156543"/>
                </a:lnTo>
                <a:lnTo>
                  <a:pt x="169276" y="189166"/>
                </a:lnTo>
                <a:lnTo>
                  <a:pt x="169107" y="195801"/>
                </a:lnTo>
                <a:lnTo>
                  <a:pt x="161972" y="237744"/>
                </a:lnTo>
                <a:lnTo>
                  <a:pt x="154066" y="253746"/>
                </a:lnTo>
                <a:lnTo>
                  <a:pt x="149542" y="260889"/>
                </a:lnTo>
                <a:close/>
              </a:path>
              <a:path w="169544" h="290195">
                <a:moveTo>
                  <a:pt x="90106" y="289941"/>
                </a:moveTo>
                <a:lnTo>
                  <a:pt x="83915" y="289941"/>
                </a:lnTo>
                <a:lnTo>
                  <a:pt x="74771" y="286893"/>
                </a:lnTo>
                <a:lnTo>
                  <a:pt x="68675" y="286893"/>
                </a:lnTo>
                <a:lnTo>
                  <a:pt x="64103" y="285369"/>
                </a:lnTo>
                <a:lnTo>
                  <a:pt x="50387" y="276225"/>
                </a:lnTo>
                <a:lnTo>
                  <a:pt x="45815" y="271557"/>
                </a:lnTo>
                <a:lnTo>
                  <a:pt x="41243" y="268509"/>
                </a:lnTo>
                <a:lnTo>
                  <a:pt x="35147" y="263937"/>
                </a:lnTo>
                <a:lnTo>
                  <a:pt x="30575" y="257841"/>
                </a:lnTo>
                <a:lnTo>
                  <a:pt x="71729" y="257841"/>
                </a:lnTo>
                <a:lnTo>
                  <a:pt x="73437" y="258603"/>
                </a:lnTo>
                <a:lnTo>
                  <a:pt x="80129" y="260318"/>
                </a:lnTo>
                <a:lnTo>
                  <a:pt x="86963" y="260889"/>
                </a:lnTo>
                <a:lnTo>
                  <a:pt x="149542" y="260889"/>
                </a:lnTo>
                <a:lnTo>
                  <a:pt x="143779" y="267453"/>
                </a:lnTo>
                <a:lnTo>
                  <a:pt x="108585" y="287845"/>
                </a:lnTo>
                <a:lnTo>
                  <a:pt x="99845" y="289393"/>
                </a:lnTo>
                <a:lnTo>
                  <a:pt x="90106" y="289941"/>
                </a:lnTo>
                <a:close/>
              </a:path>
              <a:path w="169544" h="290195">
                <a:moveTo>
                  <a:pt x="21431" y="286893"/>
                </a:moveTo>
                <a:lnTo>
                  <a:pt x="7715" y="286893"/>
                </a:lnTo>
                <a:lnTo>
                  <a:pt x="6191" y="285369"/>
                </a:lnTo>
                <a:lnTo>
                  <a:pt x="24479" y="285369"/>
                </a:lnTo>
                <a:lnTo>
                  <a:pt x="21431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571434" y="4100702"/>
            <a:ext cx="33655" cy="287020"/>
          </a:xfrm>
          <a:custGeom>
            <a:avLst/>
            <a:gdLst/>
            <a:ahLst/>
            <a:cxnLst/>
            <a:rect l="l" t="t" r="r" b="b"/>
            <a:pathLst>
              <a:path w="33655" h="287020">
                <a:moveTo>
                  <a:pt x="28956" y="1524"/>
                </a:moveTo>
                <a:lnTo>
                  <a:pt x="4572" y="1524"/>
                </a:lnTo>
                <a:lnTo>
                  <a:pt x="6096" y="0"/>
                </a:lnTo>
                <a:lnTo>
                  <a:pt x="25908" y="0"/>
                </a:lnTo>
                <a:lnTo>
                  <a:pt x="28956" y="1524"/>
                </a:lnTo>
                <a:close/>
              </a:path>
              <a:path w="33655" h="287020">
                <a:moveTo>
                  <a:pt x="32004" y="283845"/>
                </a:moveTo>
                <a:lnTo>
                  <a:pt x="0" y="283845"/>
                </a:lnTo>
                <a:lnTo>
                  <a:pt x="0" y="3048"/>
                </a:lnTo>
                <a:lnTo>
                  <a:pt x="1524" y="1524"/>
                </a:lnTo>
                <a:lnTo>
                  <a:pt x="30480" y="1524"/>
                </a:lnTo>
                <a:lnTo>
                  <a:pt x="33528" y="4572"/>
                </a:lnTo>
                <a:lnTo>
                  <a:pt x="33528" y="282321"/>
                </a:lnTo>
                <a:lnTo>
                  <a:pt x="32004" y="282321"/>
                </a:lnTo>
                <a:lnTo>
                  <a:pt x="32004" y="283845"/>
                </a:lnTo>
                <a:close/>
              </a:path>
              <a:path w="33655" h="287020">
                <a:moveTo>
                  <a:pt x="28956" y="285369"/>
                </a:moveTo>
                <a:lnTo>
                  <a:pt x="3048" y="285369"/>
                </a:lnTo>
                <a:lnTo>
                  <a:pt x="1524" y="283845"/>
                </a:lnTo>
                <a:lnTo>
                  <a:pt x="30480" y="283845"/>
                </a:lnTo>
                <a:lnTo>
                  <a:pt x="28956" y="285369"/>
                </a:lnTo>
                <a:close/>
              </a:path>
              <a:path w="33655" h="287020">
                <a:moveTo>
                  <a:pt x="24384" y="286893"/>
                </a:moveTo>
                <a:lnTo>
                  <a:pt x="7620" y="286893"/>
                </a:lnTo>
                <a:lnTo>
                  <a:pt x="6096" y="285369"/>
                </a:lnTo>
                <a:lnTo>
                  <a:pt x="27432" y="285369"/>
                </a:lnTo>
                <a:lnTo>
                  <a:pt x="24384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8" name="object 78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655659" y="4187666"/>
            <a:ext cx="169044" cy="202977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27030" y="4741640"/>
            <a:ext cx="103727" cy="103727"/>
          </a:xfrm>
          <a:prstGeom prst="rect">
            <a:avLst/>
          </a:prstGeom>
        </p:spPr>
      </p:pic>
      <p:sp>
        <p:nvSpPr>
          <p:cNvPr id="80" name="object 80"/>
          <p:cNvSpPr/>
          <p:nvPr/>
        </p:nvSpPr>
        <p:spPr>
          <a:xfrm>
            <a:off x="1017650" y="4674489"/>
            <a:ext cx="200025" cy="267335"/>
          </a:xfrm>
          <a:custGeom>
            <a:avLst/>
            <a:gdLst/>
            <a:ahLst/>
            <a:cxnLst/>
            <a:rect l="l" t="t" r="r" b="b"/>
            <a:pathLst>
              <a:path w="200025" h="267335">
                <a:moveTo>
                  <a:pt x="28955" y="265557"/>
                </a:moveTo>
                <a:lnTo>
                  <a:pt x="3048" y="265557"/>
                </a:lnTo>
                <a:lnTo>
                  <a:pt x="0" y="262509"/>
                </a:lnTo>
                <a:lnTo>
                  <a:pt x="0" y="10668"/>
                </a:lnTo>
                <a:lnTo>
                  <a:pt x="1524" y="6096"/>
                </a:lnTo>
                <a:lnTo>
                  <a:pt x="4572" y="4572"/>
                </a:lnTo>
                <a:lnTo>
                  <a:pt x="6096" y="1524"/>
                </a:lnTo>
                <a:lnTo>
                  <a:pt x="10667" y="0"/>
                </a:lnTo>
                <a:lnTo>
                  <a:pt x="38100" y="0"/>
                </a:lnTo>
                <a:lnTo>
                  <a:pt x="41148" y="1524"/>
                </a:lnTo>
                <a:lnTo>
                  <a:pt x="42672" y="1524"/>
                </a:lnTo>
                <a:lnTo>
                  <a:pt x="45720" y="3048"/>
                </a:lnTo>
                <a:lnTo>
                  <a:pt x="47244" y="4572"/>
                </a:lnTo>
                <a:lnTo>
                  <a:pt x="50292" y="6096"/>
                </a:lnTo>
                <a:lnTo>
                  <a:pt x="51816" y="9144"/>
                </a:lnTo>
                <a:lnTo>
                  <a:pt x="56388" y="13716"/>
                </a:lnTo>
                <a:lnTo>
                  <a:pt x="57912" y="18288"/>
                </a:lnTo>
                <a:lnTo>
                  <a:pt x="59436" y="21336"/>
                </a:lnTo>
                <a:lnTo>
                  <a:pt x="69647" y="39624"/>
                </a:lnTo>
                <a:lnTo>
                  <a:pt x="32003" y="39624"/>
                </a:lnTo>
                <a:lnTo>
                  <a:pt x="32003" y="264033"/>
                </a:lnTo>
                <a:lnTo>
                  <a:pt x="30479" y="264033"/>
                </a:lnTo>
                <a:lnTo>
                  <a:pt x="28955" y="265557"/>
                </a:lnTo>
                <a:close/>
              </a:path>
              <a:path w="200025" h="267335">
                <a:moveTo>
                  <a:pt x="195262" y="1524"/>
                </a:moveTo>
                <a:lnTo>
                  <a:pt x="170878" y="1524"/>
                </a:lnTo>
                <a:lnTo>
                  <a:pt x="172402" y="0"/>
                </a:lnTo>
                <a:lnTo>
                  <a:pt x="193738" y="0"/>
                </a:lnTo>
                <a:lnTo>
                  <a:pt x="195262" y="1524"/>
                </a:lnTo>
                <a:close/>
              </a:path>
              <a:path w="200025" h="267335">
                <a:moveTo>
                  <a:pt x="199834" y="218217"/>
                </a:moveTo>
                <a:lnTo>
                  <a:pt x="166306" y="218217"/>
                </a:lnTo>
                <a:lnTo>
                  <a:pt x="166306" y="4572"/>
                </a:lnTo>
                <a:lnTo>
                  <a:pt x="169354" y="1524"/>
                </a:lnTo>
                <a:lnTo>
                  <a:pt x="196786" y="1524"/>
                </a:lnTo>
                <a:lnTo>
                  <a:pt x="199834" y="4572"/>
                </a:lnTo>
                <a:lnTo>
                  <a:pt x="199834" y="218217"/>
                </a:lnTo>
                <a:close/>
              </a:path>
              <a:path w="200025" h="267335">
                <a:moveTo>
                  <a:pt x="192214" y="265557"/>
                </a:moveTo>
                <a:lnTo>
                  <a:pt x="164782" y="265557"/>
                </a:lnTo>
                <a:lnTo>
                  <a:pt x="161734" y="264033"/>
                </a:lnTo>
                <a:lnTo>
                  <a:pt x="158591" y="262509"/>
                </a:lnTo>
                <a:lnTo>
                  <a:pt x="157067" y="260985"/>
                </a:lnTo>
                <a:lnTo>
                  <a:pt x="154019" y="259461"/>
                </a:lnTo>
                <a:lnTo>
                  <a:pt x="152495" y="256413"/>
                </a:lnTo>
                <a:lnTo>
                  <a:pt x="146399" y="250317"/>
                </a:lnTo>
                <a:lnTo>
                  <a:pt x="144875" y="245649"/>
                </a:lnTo>
                <a:lnTo>
                  <a:pt x="141827" y="239553"/>
                </a:lnTo>
                <a:lnTo>
                  <a:pt x="57912" y="88487"/>
                </a:lnTo>
                <a:lnTo>
                  <a:pt x="54483" y="82748"/>
                </a:lnTo>
                <a:lnTo>
                  <a:pt x="51054" y="76866"/>
                </a:lnTo>
                <a:lnTo>
                  <a:pt x="47625" y="70699"/>
                </a:lnTo>
                <a:lnTo>
                  <a:pt x="44196" y="64103"/>
                </a:lnTo>
                <a:lnTo>
                  <a:pt x="41005" y="58148"/>
                </a:lnTo>
                <a:lnTo>
                  <a:pt x="35194" y="45632"/>
                </a:lnTo>
                <a:lnTo>
                  <a:pt x="32003" y="39624"/>
                </a:lnTo>
                <a:lnTo>
                  <a:pt x="69647" y="39624"/>
                </a:lnTo>
                <a:lnTo>
                  <a:pt x="125063" y="138874"/>
                </a:lnTo>
                <a:lnTo>
                  <a:pt x="128111" y="144970"/>
                </a:lnTo>
                <a:lnTo>
                  <a:pt x="132683" y="152590"/>
                </a:lnTo>
                <a:lnTo>
                  <a:pt x="135731" y="158686"/>
                </a:lnTo>
                <a:lnTo>
                  <a:pt x="140303" y="166306"/>
                </a:lnTo>
                <a:lnTo>
                  <a:pt x="146399" y="178498"/>
                </a:lnTo>
                <a:lnTo>
                  <a:pt x="149447" y="186213"/>
                </a:lnTo>
                <a:lnTo>
                  <a:pt x="154019" y="192309"/>
                </a:lnTo>
                <a:lnTo>
                  <a:pt x="157067" y="198405"/>
                </a:lnTo>
                <a:lnTo>
                  <a:pt x="160210" y="204501"/>
                </a:lnTo>
                <a:lnTo>
                  <a:pt x="163258" y="210597"/>
                </a:lnTo>
                <a:lnTo>
                  <a:pt x="166306" y="218217"/>
                </a:lnTo>
                <a:lnTo>
                  <a:pt x="199834" y="218217"/>
                </a:lnTo>
                <a:lnTo>
                  <a:pt x="199834" y="256413"/>
                </a:lnTo>
                <a:lnTo>
                  <a:pt x="198310" y="257937"/>
                </a:lnTo>
                <a:lnTo>
                  <a:pt x="198310" y="259461"/>
                </a:lnTo>
                <a:lnTo>
                  <a:pt x="192214" y="265557"/>
                </a:lnTo>
                <a:close/>
              </a:path>
              <a:path w="200025" h="267335">
                <a:moveTo>
                  <a:pt x="24384" y="267081"/>
                </a:moveTo>
                <a:lnTo>
                  <a:pt x="7620" y="267081"/>
                </a:lnTo>
                <a:lnTo>
                  <a:pt x="6096" y="265557"/>
                </a:lnTo>
                <a:lnTo>
                  <a:pt x="25908" y="265557"/>
                </a:lnTo>
                <a:lnTo>
                  <a:pt x="24384" y="2670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1" name="object 81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271072" y="4741640"/>
            <a:ext cx="184358" cy="202977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88198" y="4694301"/>
            <a:ext cx="929163" cy="320516"/>
          </a:xfrm>
          <a:prstGeom prst="rect">
            <a:avLst/>
          </a:prstGeom>
        </p:spPr>
      </p:pic>
      <p:grpSp>
        <p:nvGrpSpPr>
          <p:cNvPr id="83" name="object 83"/>
          <p:cNvGrpSpPr/>
          <p:nvPr/>
        </p:nvGrpSpPr>
        <p:grpSpPr>
          <a:xfrm>
            <a:off x="2640901" y="4741640"/>
            <a:ext cx="360045" cy="203200"/>
            <a:chOff x="2640901" y="4741640"/>
            <a:chExt cx="360045" cy="203200"/>
          </a:xfrm>
        </p:grpSpPr>
        <p:pic>
          <p:nvPicPr>
            <p:cNvPr id="84" name="object 8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640901" y="4741640"/>
              <a:ext cx="146494" cy="202977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816441" y="4741640"/>
              <a:ext cx="184504" cy="202977"/>
            </a:xfrm>
            <a:prstGeom prst="rect">
              <a:avLst/>
            </a:prstGeom>
          </p:spPr>
        </p:pic>
      </p:grpSp>
      <p:pic>
        <p:nvPicPr>
          <p:cNvPr id="86" name="object 86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3048285" y="4744687"/>
            <a:ext cx="160210" cy="199929"/>
          </a:xfrm>
          <a:prstGeom prst="rect">
            <a:avLst/>
          </a:prstGeom>
        </p:spPr>
      </p:pic>
      <p:sp>
        <p:nvSpPr>
          <p:cNvPr id="87" name="object 87"/>
          <p:cNvSpPr/>
          <p:nvPr/>
        </p:nvSpPr>
        <p:spPr>
          <a:xfrm>
            <a:off x="3270980" y="4654676"/>
            <a:ext cx="33655" cy="287020"/>
          </a:xfrm>
          <a:custGeom>
            <a:avLst/>
            <a:gdLst/>
            <a:ahLst/>
            <a:cxnLst/>
            <a:rect l="l" t="t" r="r" b="b"/>
            <a:pathLst>
              <a:path w="33654" h="287020">
                <a:moveTo>
                  <a:pt x="29051" y="1524"/>
                </a:moveTo>
                <a:lnTo>
                  <a:pt x="4667" y="1524"/>
                </a:lnTo>
                <a:lnTo>
                  <a:pt x="6191" y="0"/>
                </a:lnTo>
                <a:lnTo>
                  <a:pt x="26003" y="0"/>
                </a:lnTo>
                <a:lnTo>
                  <a:pt x="29051" y="1524"/>
                </a:lnTo>
                <a:close/>
              </a:path>
              <a:path w="33654" h="287020">
                <a:moveTo>
                  <a:pt x="32099" y="283845"/>
                </a:moveTo>
                <a:lnTo>
                  <a:pt x="0" y="283845"/>
                </a:lnTo>
                <a:lnTo>
                  <a:pt x="0" y="3048"/>
                </a:lnTo>
                <a:lnTo>
                  <a:pt x="1619" y="1524"/>
                </a:lnTo>
                <a:lnTo>
                  <a:pt x="30575" y="1524"/>
                </a:lnTo>
                <a:lnTo>
                  <a:pt x="32099" y="3048"/>
                </a:lnTo>
                <a:lnTo>
                  <a:pt x="32099" y="4572"/>
                </a:lnTo>
                <a:lnTo>
                  <a:pt x="33623" y="6096"/>
                </a:lnTo>
                <a:lnTo>
                  <a:pt x="33623" y="282321"/>
                </a:lnTo>
                <a:lnTo>
                  <a:pt x="32099" y="282321"/>
                </a:lnTo>
                <a:lnTo>
                  <a:pt x="32099" y="283845"/>
                </a:lnTo>
                <a:close/>
              </a:path>
              <a:path w="33654" h="287020">
                <a:moveTo>
                  <a:pt x="29051" y="285369"/>
                </a:moveTo>
                <a:lnTo>
                  <a:pt x="3143" y="285369"/>
                </a:lnTo>
                <a:lnTo>
                  <a:pt x="1619" y="283845"/>
                </a:lnTo>
                <a:lnTo>
                  <a:pt x="30575" y="283845"/>
                </a:lnTo>
                <a:lnTo>
                  <a:pt x="29051" y="285369"/>
                </a:lnTo>
                <a:close/>
              </a:path>
              <a:path w="33654" h="287020">
                <a:moveTo>
                  <a:pt x="24479" y="286893"/>
                </a:moveTo>
                <a:lnTo>
                  <a:pt x="7715" y="286893"/>
                </a:lnTo>
                <a:lnTo>
                  <a:pt x="6191" y="285369"/>
                </a:lnTo>
                <a:lnTo>
                  <a:pt x="27527" y="285369"/>
                </a:lnTo>
                <a:lnTo>
                  <a:pt x="24479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354961" y="4656200"/>
            <a:ext cx="169545" cy="288925"/>
          </a:xfrm>
          <a:custGeom>
            <a:avLst/>
            <a:gdLst/>
            <a:ahLst/>
            <a:cxnLst/>
            <a:rect l="l" t="t" r="r" b="b"/>
            <a:pathLst>
              <a:path w="169545" h="288925">
                <a:moveTo>
                  <a:pt x="166240" y="1524"/>
                </a:moveTo>
                <a:lnTo>
                  <a:pt x="138808" y="1524"/>
                </a:lnTo>
                <a:lnTo>
                  <a:pt x="140332" y="0"/>
                </a:lnTo>
                <a:lnTo>
                  <a:pt x="164716" y="0"/>
                </a:lnTo>
                <a:lnTo>
                  <a:pt x="166240" y="1524"/>
                </a:lnTo>
                <a:close/>
              </a:path>
              <a:path w="169545" h="288925">
                <a:moveTo>
                  <a:pt x="169288" y="112871"/>
                </a:moveTo>
                <a:lnTo>
                  <a:pt x="135760" y="112871"/>
                </a:lnTo>
                <a:lnTo>
                  <a:pt x="135760" y="4572"/>
                </a:lnTo>
                <a:lnTo>
                  <a:pt x="137284" y="3048"/>
                </a:lnTo>
                <a:lnTo>
                  <a:pt x="137284" y="1524"/>
                </a:lnTo>
                <a:lnTo>
                  <a:pt x="167764" y="1524"/>
                </a:lnTo>
                <a:lnTo>
                  <a:pt x="169288" y="3048"/>
                </a:lnTo>
                <a:lnTo>
                  <a:pt x="169288" y="112871"/>
                </a:lnTo>
                <a:close/>
              </a:path>
              <a:path w="169545" h="288925">
                <a:moveTo>
                  <a:pt x="74705" y="288417"/>
                </a:moveTo>
                <a:lnTo>
                  <a:pt x="64966" y="287845"/>
                </a:lnTo>
                <a:lnTo>
                  <a:pt x="56227" y="286131"/>
                </a:lnTo>
                <a:lnTo>
                  <a:pt x="48345" y="283273"/>
                </a:lnTo>
                <a:lnTo>
                  <a:pt x="41177" y="279273"/>
                </a:lnTo>
                <a:lnTo>
                  <a:pt x="33724" y="275281"/>
                </a:lnTo>
                <a:lnTo>
                  <a:pt x="9554" y="244316"/>
                </a:lnTo>
                <a:lnTo>
                  <a:pt x="221" y="199246"/>
                </a:lnTo>
                <a:lnTo>
                  <a:pt x="0" y="191467"/>
                </a:lnTo>
                <a:lnTo>
                  <a:pt x="43" y="184594"/>
                </a:lnTo>
                <a:lnTo>
                  <a:pt x="4601" y="146494"/>
                </a:lnTo>
                <a:lnTo>
                  <a:pt x="25631" y="106537"/>
                </a:lnTo>
                <a:lnTo>
                  <a:pt x="61370" y="86963"/>
                </a:lnTo>
                <a:lnTo>
                  <a:pt x="70357" y="85748"/>
                </a:lnTo>
                <a:lnTo>
                  <a:pt x="70831" y="85748"/>
                </a:lnTo>
                <a:lnTo>
                  <a:pt x="79277" y="85439"/>
                </a:lnTo>
                <a:lnTo>
                  <a:pt x="122235" y="101060"/>
                </a:lnTo>
                <a:lnTo>
                  <a:pt x="135760" y="112871"/>
                </a:lnTo>
                <a:lnTo>
                  <a:pt x="169288" y="112871"/>
                </a:lnTo>
                <a:lnTo>
                  <a:pt x="169288" y="114395"/>
                </a:lnTo>
                <a:lnTo>
                  <a:pt x="73181" y="114395"/>
                </a:lnTo>
                <a:lnTo>
                  <a:pt x="67085" y="115919"/>
                </a:lnTo>
                <a:lnTo>
                  <a:pt x="39653" y="151066"/>
                </a:lnTo>
                <a:lnTo>
                  <a:pt x="35081" y="184594"/>
                </a:lnTo>
                <a:lnTo>
                  <a:pt x="35255" y="189166"/>
                </a:lnTo>
                <a:lnTo>
                  <a:pt x="35343" y="191467"/>
                </a:lnTo>
                <a:lnTo>
                  <a:pt x="36034" y="198358"/>
                </a:lnTo>
                <a:lnTo>
                  <a:pt x="37010" y="205248"/>
                </a:lnTo>
                <a:lnTo>
                  <a:pt x="38129" y="212121"/>
                </a:lnTo>
                <a:lnTo>
                  <a:pt x="38129" y="221265"/>
                </a:lnTo>
                <a:lnTo>
                  <a:pt x="44101" y="236196"/>
                </a:lnTo>
                <a:lnTo>
                  <a:pt x="44225" y="236505"/>
                </a:lnTo>
                <a:lnTo>
                  <a:pt x="53369" y="248697"/>
                </a:lnTo>
                <a:lnTo>
                  <a:pt x="59465" y="253269"/>
                </a:lnTo>
                <a:lnTo>
                  <a:pt x="71657" y="259365"/>
                </a:lnTo>
                <a:lnTo>
                  <a:pt x="135580" y="259365"/>
                </a:lnTo>
                <a:lnTo>
                  <a:pt x="132570" y="262261"/>
                </a:lnTo>
                <a:lnTo>
                  <a:pt x="92850" y="286131"/>
                </a:lnTo>
                <a:lnTo>
                  <a:pt x="83840" y="287845"/>
                </a:lnTo>
                <a:lnTo>
                  <a:pt x="74705" y="288417"/>
                </a:lnTo>
                <a:close/>
              </a:path>
              <a:path w="169545" h="288925">
                <a:moveTo>
                  <a:pt x="135580" y="259365"/>
                </a:moveTo>
                <a:lnTo>
                  <a:pt x="85373" y="259365"/>
                </a:lnTo>
                <a:lnTo>
                  <a:pt x="94612" y="256317"/>
                </a:lnTo>
                <a:lnTo>
                  <a:pt x="97660" y="256317"/>
                </a:lnTo>
                <a:lnTo>
                  <a:pt x="106804" y="250221"/>
                </a:lnTo>
                <a:lnTo>
                  <a:pt x="111376" y="248697"/>
                </a:lnTo>
                <a:lnTo>
                  <a:pt x="131188" y="228885"/>
                </a:lnTo>
                <a:lnTo>
                  <a:pt x="135760" y="222789"/>
                </a:lnTo>
                <a:lnTo>
                  <a:pt x="135760" y="149542"/>
                </a:lnTo>
                <a:lnTo>
                  <a:pt x="102993" y="119538"/>
                </a:lnTo>
                <a:lnTo>
                  <a:pt x="82325" y="114395"/>
                </a:lnTo>
                <a:lnTo>
                  <a:pt x="169288" y="114395"/>
                </a:lnTo>
                <a:lnTo>
                  <a:pt x="169288" y="254793"/>
                </a:lnTo>
                <a:lnTo>
                  <a:pt x="140332" y="254793"/>
                </a:lnTo>
                <a:lnTo>
                  <a:pt x="135580" y="259365"/>
                </a:lnTo>
                <a:close/>
              </a:path>
              <a:path w="169545" h="288925">
                <a:moveTo>
                  <a:pt x="167764" y="283845"/>
                </a:moveTo>
                <a:lnTo>
                  <a:pt x="141856" y="283845"/>
                </a:lnTo>
                <a:lnTo>
                  <a:pt x="141856" y="282321"/>
                </a:lnTo>
                <a:lnTo>
                  <a:pt x="140332" y="282321"/>
                </a:lnTo>
                <a:lnTo>
                  <a:pt x="140332" y="254793"/>
                </a:lnTo>
                <a:lnTo>
                  <a:pt x="169288" y="254793"/>
                </a:lnTo>
                <a:lnTo>
                  <a:pt x="169288" y="282321"/>
                </a:lnTo>
                <a:lnTo>
                  <a:pt x="167764" y="283845"/>
                </a:lnTo>
                <a:close/>
              </a:path>
              <a:path w="169545" h="288925">
                <a:moveTo>
                  <a:pt x="161668" y="285369"/>
                </a:moveTo>
                <a:lnTo>
                  <a:pt x="147952" y="285369"/>
                </a:lnTo>
                <a:lnTo>
                  <a:pt x="146428" y="283845"/>
                </a:lnTo>
                <a:lnTo>
                  <a:pt x="163192" y="283845"/>
                </a:lnTo>
                <a:lnTo>
                  <a:pt x="161668" y="2853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679888" y="4654676"/>
            <a:ext cx="33655" cy="287020"/>
          </a:xfrm>
          <a:custGeom>
            <a:avLst/>
            <a:gdLst/>
            <a:ahLst/>
            <a:cxnLst/>
            <a:rect l="l" t="t" r="r" b="b"/>
            <a:pathLst>
              <a:path w="33654" h="287020">
                <a:moveTo>
                  <a:pt x="29051" y="1524"/>
                </a:moveTo>
                <a:lnTo>
                  <a:pt x="4572" y="1524"/>
                </a:lnTo>
                <a:lnTo>
                  <a:pt x="6096" y="0"/>
                </a:lnTo>
                <a:lnTo>
                  <a:pt x="27432" y="0"/>
                </a:lnTo>
                <a:lnTo>
                  <a:pt x="29051" y="1524"/>
                </a:lnTo>
                <a:close/>
              </a:path>
              <a:path w="33654" h="287020">
                <a:moveTo>
                  <a:pt x="32099" y="3048"/>
                </a:moveTo>
                <a:lnTo>
                  <a:pt x="1524" y="3048"/>
                </a:lnTo>
                <a:lnTo>
                  <a:pt x="1524" y="1524"/>
                </a:lnTo>
                <a:lnTo>
                  <a:pt x="32099" y="1524"/>
                </a:lnTo>
                <a:lnTo>
                  <a:pt x="32099" y="3048"/>
                </a:lnTo>
                <a:close/>
              </a:path>
              <a:path w="33654" h="287020">
                <a:moveTo>
                  <a:pt x="30575" y="285369"/>
                </a:moveTo>
                <a:lnTo>
                  <a:pt x="3048" y="285369"/>
                </a:lnTo>
                <a:lnTo>
                  <a:pt x="0" y="282321"/>
                </a:lnTo>
                <a:lnTo>
                  <a:pt x="0" y="3048"/>
                </a:lnTo>
                <a:lnTo>
                  <a:pt x="33623" y="3048"/>
                </a:lnTo>
                <a:lnTo>
                  <a:pt x="33623" y="282321"/>
                </a:lnTo>
                <a:lnTo>
                  <a:pt x="30575" y="285369"/>
                </a:lnTo>
                <a:close/>
              </a:path>
              <a:path w="33654" h="287020">
                <a:moveTo>
                  <a:pt x="24384" y="286893"/>
                </a:moveTo>
                <a:lnTo>
                  <a:pt x="9144" y="286893"/>
                </a:lnTo>
                <a:lnTo>
                  <a:pt x="6096" y="285369"/>
                </a:lnTo>
                <a:lnTo>
                  <a:pt x="27432" y="285369"/>
                </a:lnTo>
                <a:lnTo>
                  <a:pt x="24384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0" name="object 90"/>
          <p:cNvGrpSpPr/>
          <p:nvPr/>
        </p:nvGrpSpPr>
        <p:grpSpPr>
          <a:xfrm>
            <a:off x="3763882" y="4741640"/>
            <a:ext cx="358775" cy="203200"/>
            <a:chOff x="3763882" y="4741640"/>
            <a:chExt cx="358775" cy="203200"/>
          </a:xfrm>
        </p:grpSpPr>
        <p:pic>
          <p:nvPicPr>
            <p:cNvPr id="91" name="object 9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763882" y="4741640"/>
              <a:ext cx="169276" cy="202977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971353" y="4741640"/>
              <a:ext cx="150971" cy="202977"/>
            </a:xfrm>
            <a:prstGeom prst="rect">
              <a:avLst/>
            </a:prstGeom>
          </p:spPr>
        </p:pic>
      </p:grpSp>
      <p:grpSp>
        <p:nvGrpSpPr>
          <p:cNvPr id="93" name="object 93"/>
          <p:cNvGrpSpPr/>
          <p:nvPr/>
        </p:nvGrpSpPr>
        <p:grpSpPr>
          <a:xfrm>
            <a:off x="4184904" y="4741640"/>
            <a:ext cx="305435" cy="200025"/>
            <a:chOff x="4184904" y="4741640"/>
            <a:chExt cx="305435" cy="200025"/>
          </a:xfrm>
        </p:grpSpPr>
        <p:pic>
          <p:nvPicPr>
            <p:cNvPr id="94" name="object 9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184904" y="4741640"/>
              <a:ext cx="106775" cy="199929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331398" y="4741640"/>
              <a:ext cx="158591" cy="199929"/>
            </a:xfrm>
            <a:prstGeom prst="rect">
              <a:avLst/>
            </a:prstGeom>
          </p:spPr>
        </p:pic>
      </p:grpSp>
      <p:pic>
        <p:nvPicPr>
          <p:cNvPr id="96" name="object 96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4633436" y="4741640"/>
            <a:ext cx="151066" cy="202977"/>
          </a:xfrm>
          <a:prstGeom prst="rect">
            <a:avLst/>
          </a:prstGeom>
        </p:spPr>
      </p:pic>
      <p:sp>
        <p:nvSpPr>
          <p:cNvPr id="97" name="object 97"/>
          <p:cNvSpPr/>
          <p:nvPr/>
        </p:nvSpPr>
        <p:spPr>
          <a:xfrm>
            <a:off x="4847082" y="4654676"/>
            <a:ext cx="33655" cy="287020"/>
          </a:xfrm>
          <a:custGeom>
            <a:avLst/>
            <a:gdLst/>
            <a:ahLst/>
            <a:cxnLst/>
            <a:rect l="l" t="t" r="r" b="b"/>
            <a:pathLst>
              <a:path w="33654" h="287020">
                <a:moveTo>
                  <a:pt x="28956" y="1524"/>
                </a:moveTo>
                <a:lnTo>
                  <a:pt x="4572" y="1524"/>
                </a:lnTo>
                <a:lnTo>
                  <a:pt x="6096" y="0"/>
                </a:lnTo>
                <a:lnTo>
                  <a:pt x="27432" y="0"/>
                </a:lnTo>
                <a:lnTo>
                  <a:pt x="28956" y="1524"/>
                </a:lnTo>
                <a:close/>
              </a:path>
              <a:path w="33654" h="287020">
                <a:moveTo>
                  <a:pt x="32004" y="3048"/>
                </a:moveTo>
                <a:lnTo>
                  <a:pt x="1524" y="3048"/>
                </a:lnTo>
                <a:lnTo>
                  <a:pt x="1524" y="1524"/>
                </a:lnTo>
                <a:lnTo>
                  <a:pt x="32004" y="1524"/>
                </a:lnTo>
                <a:lnTo>
                  <a:pt x="32004" y="3048"/>
                </a:lnTo>
                <a:close/>
              </a:path>
              <a:path w="33654" h="287020">
                <a:moveTo>
                  <a:pt x="30480" y="285369"/>
                </a:moveTo>
                <a:lnTo>
                  <a:pt x="3048" y="285369"/>
                </a:lnTo>
                <a:lnTo>
                  <a:pt x="0" y="282321"/>
                </a:lnTo>
                <a:lnTo>
                  <a:pt x="0" y="3048"/>
                </a:lnTo>
                <a:lnTo>
                  <a:pt x="33528" y="3048"/>
                </a:lnTo>
                <a:lnTo>
                  <a:pt x="33528" y="282321"/>
                </a:lnTo>
                <a:lnTo>
                  <a:pt x="30480" y="285369"/>
                </a:lnTo>
                <a:close/>
              </a:path>
              <a:path w="33654" h="287020">
                <a:moveTo>
                  <a:pt x="25908" y="286893"/>
                </a:moveTo>
                <a:lnTo>
                  <a:pt x="9144" y="286893"/>
                </a:lnTo>
                <a:lnTo>
                  <a:pt x="6096" y="285369"/>
                </a:lnTo>
                <a:lnTo>
                  <a:pt x="27432" y="285369"/>
                </a:lnTo>
                <a:lnTo>
                  <a:pt x="25908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943188" y="4654676"/>
            <a:ext cx="33655" cy="287020"/>
          </a:xfrm>
          <a:custGeom>
            <a:avLst/>
            <a:gdLst/>
            <a:ahLst/>
            <a:cxnLst/>
            <a:rect l="l" t="t" r="r" b="b"/>
            <a:pathLst>
              <a:path w="33654" h="287020">
                <a:moveTo>
                  <a:pt x="28956" y="1524"/>
                </a:moveTo>
                <a:lnTo>
                  <a:pt x="4572" y="1524"/>
                </a:lnTo>
                <a:lnTo>
                  <a:pt x="6096" y="0"/>
                </a:lnTo>
                <a:lnTo>
                  <a:pt x="27432" y="0"/>
                </a:lnTo>
                <a:lnTo>
                  <a:pt x="28956" y="1524"/>
                </a:lnTo>
                <a:close/>
              </a:path>
              <a:path w="33654" h="287020">
                <a:moveTo>
                  <a:pt x="33528" y="283845"/>
                </a:moveTo>
                <a:lnTo>
                  <a:pt x="1524" y="283845"/>
                </a:lnTo>
                <a:lnTo>
                  <a:pt x="1524" y="282321"/>
                </a:lnTo>
                <a:lnTo>
                  <a:pt x="0" y="282321"/>
                </a:lnTo>
                <a:lnTo>
                  <a:pt x="0" y="4572"/>
                </a:lnTo>
                <a:lnTo>
                  <a:pt x="3048" y="1524"/>
                </a:lnTo>
                <a:lnTo>
                  <a:pt x="32004" y="1524"/>
                </a:lnTo>
                <a:lnTo>
                  <a:pt x="32004" y="3048"/>
                </a:lnTo>
                <a:lnTo>
                  <a:pt x="33528" y="3048"/>
                </a:lnTo>
                <a:lnTo>
                  <a:pt x="33528" y="283845"/>
                </a:lnTo>
                <a:close/>
              </a:path>
              <a:path w="33654" h="287020">
                <a:moveTo>
                  <a:pt x="30480" y="285369"/>
                </a:moveTo>
                <a:lnTo>
                  <a:pt x="3048" y="285369"/>
                </a:lnTo>
                <a:lnTo>
                  <a:pt x="3048" y="283845"/>
                </a:lnTo>
                <a:lnTo>
                  <a:pt x="32004" y="283845"/>
                </a:lnTo>
                <a:lnTo>
                  <a:pt x="30480" y="285369"/>
                </a:lnTo>
                <a:close/>
              </a:path>
              <a:path w="33654" h="287020">
                <a:moveTo>
                  <a:pt x="25908" y="286893"/>
                </a:moveTo>
                <a:lnTo>
                  <a:pt x="9144" y="286893"/>
                </a:lnTo>
                <a:lnTo>
                  <a:pt x="6096" y="285369"/>
                </a:lnTo>
                <a:lnTo>
                  <a:pt x="27432" y="285369"/>
                </a:lnTo>
                <a:lnTo>
                  <a:pt x="25908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9" name="object 99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5111019" y="4694301"/>
            <a:ext cx="118967" cy="248793"/>
          </a:xfrm>
          <a:prstGeom prst="rect">
            <a:avLst/>
          </a:prstGeom>
        </p:spPr>
      </p:pic>
      <p:sp>
        <p:nvSpPr>
          <p:cNvPr id="100" name="object 100"/>
          <p:cNvSpPr/>
          <p:nvPr/>
        </p:nvSpPr>
        <p:spPr>
          <a:xfrm>
            <a:off x="5275706" y="4654676"/>
            <a:ext cx="158750" cy="287020"/>
          </a:xfrm>
          <a:custGeom>
            <a:avLst/>
            <a:gdLst/>
            <a:ahLst/>
            <a:cxnLst/>
            <a:rect l="l" t="t" r="r" b="b"/>
            <a:pathLst>
              <a:path w="158750" h="287020">
                <a:moveTo>
                  <a:pt x="29051" y="1524"/>
                </a:moveTo>
                <a:lnTo>
                  <a:pt x="4667" y="1524"/>
                </a:lnTo>
                <a:lnTo>
                  <a:pt x="6191" y="0"/>
                </a:lnTo>
                <a:lnTo>
                  <a:pt x="27527" y="0"/>
                </a:lnTo>
                <a:lnTo>
                  <a:pt x="29051" y="1524"/>
                </a:lnTo>
                <a:close/>
              </a:path>
              <a:path w="158750" h="287020">
                <a:moveTo>
                  <a:pt x="30575" y="285369"/>
                </a:moveTo>
                <a:lnTo>
                  <a:pt x="3143" y="285369"/>
                </a:lnTo>
                <a:lnTo>
                  <a:pt x="1524" y="283845"/>
                </a:lnTo>
                <a:lnTo>
                  <a:pt x="0" y="282321"/>
                </a:lnTo>
                <a:lnTo>
                  <a:pt x="0" y="3048"/>
                </a:lnTo>
                <a:lnTo>
                  <a:pt x="1524" y="3048"/>
                </a:lnTo>
                <a:lnTo>
                  <a:pt x="1524" y="1524"/>
                </a:lnTo>
                <a:lnTo>
                  <a:pt x="30575" y="1524"/>
                </a:lnTo>
                <a:lnTo>
                  <a:pt x="33623" y="4572"/>
                </a:lnTo>
                <a:lnTo>
                  <a:pt x="33623" y="117443"/>
                </a:lnTo>
                <a:lnTo>
                  <a:pt x="75903" y="117443"/>
                </a:lnTo>
                <a:lnTo>
                  <a:pt x="40457" y="143373"/>
                </a:lnTo>
                <a:lnTo>
                  <a:pt x="33623" y="151066"/>
                </a:lnTo>
                <a:lnTo>
                  <a:pt x="33623" y="282321"/>
                </a:lnTo>
                <a:lnTo>
                  <a:pt x="32099" y="282321"/>
                </a:lnTo>
                <a:lnTo>
                  <a:pt x="32099" y="283845"/>
                </a:lnTo>
                <a:lnTo>
                  <a:pt x="30575" y="283845"/>
                </a:lnTo>
                <a:lnTo>
                  <a:pt x="30575" y="285369"/>
                </a:lnTo>
                <a:close/>
              </a:path>
              <a:path w="158750" h="287020">
                <a:moveTo>
                  <a:pt x="75903" y="117443"/>
                </a:moveTo>
                <a:lnTo>
                  <a:pt x="33623" y="117443"/>
                </a:lnTo>
                <a:lnTo>
                  <a:pt x="40719" y="110013"/>
                </a:lnTo>
                <a:lnTo>
                  <a:pt x="77831" y="88487"/>
                </a:lnTo>
                <a:lnTo>
                  <a:pt x="85486" y="87272"/>
                </a:lnTo>
                <a:lnTo>
                  <a:pt x="85894" y="87272"/>
                </a:lnTo>
                <a:lnTo>
                  <a:pt x="93154" y="86963"/>
                </a:lnTo>
                <a:lnTo>
                  <a:pt x="134683" y="100298"/>
                </a:lnTo>
                <a:lnTo>
                  <a:pt x="143446" y="109823"/>
                </a:lnTo>
                <a:lnTo>
                  <a:pt x="147494" y="114920"/>
                </a:lnTo>
                <a:lnTo>
                  <a:pt x="148028" y="115919"/>
                </a:lnTo>
                <a:lnTo>
                  <a:pt x="85439" y="115919"/>
                </a:lnTo>
                <a:lnTo>
                  <a:pt x="79462" y="116490"/>
                </a:lnTo>
                <a:lnTo>
                  <a:pt x="75903" y="117443"/>
                </a:lnTo>
                <a:close/>
              </a:path>
              <a:path w="158750" h="287020">
                <a:moveTo>
                  <a:pt x="155638" y="285369"/>
                </a:moveTo>
                <a:lnTo>
                  <a:pt x="128206" y="285369"/>
                </a:lnTo>
                <a:lnTo>
                  <a:pt x="125158" y="282321"/>
                </a:lnTo>
                <a:lnTo>
                  <a:pt x="125158" y="172402"/>
                </a:lnTo>
                <a:lnTo>
                  <a:pt x="125002" y="167830"/>
                </a:lnTo>
                <a:lnTo>
                  <a:pt x="114490" y="129635"/>
                </a:lnTo>
                <a:lnTo>
                  <a:pt x="91630" y="115919"/>
                </a:lnTo>
                <a:lnTo>
                  <a:pt x="148028" y="115919"/>
                </a:lnTo>
                <a:lnTo>
                  <a:pt x="158396" y="157734"/>
                </a:lnTo>
                <a:lnTo>
                  <a:pt x="158686" y="282321"/>
                </a:lnTo>
                <a:lnTo>
                  <a:pt x="157162" y="282321"/>
                </a:lnTo>
                <a:lnTo>
                  <a:pt x="157162" y="283845"/>
                </a:lnTo>
                <a:lnTo>
                  <a:pt x="155638" y="283845"/>
                </a:lnTo>
                <a:lnTo>
                  <a:pt x="155638" y="285369"/>
                </a:lnTo>
                <a:close/>
              </a:path>
              <a:path w="158750" h="287020">
                <a:moveTo>
                  <a:pt x="24479" y="286893"/>
                </a:moveTo>
                <a:lnTo>
                  <a:pt x="7715" y="286893"/>
                </a:lnTo>
                <a:lnTo>
                  <a:pt x="6191" y="285369"/>
                </a:lnTo>
                <a:lnTo>
                  <a:pt x="27527" y="285369"/>
                </a:lnTo>
                <a:lnTo>
                  <a:pt x="24479" y="286893"/>
                </a:lnTo>
                <a:close/>
              </a:path>
              <a:path w="158750" h="287020">
                <a:moveTo>
                  <a:pt x="149542" y="286893"/>
                </a:moveTo>
                <a:lnTo>
                  <a:pt x="132778" y="286893"/>
                </a:lnTo>
                <a:lnTo>
                  <a:pt x="131254" y="285369"/>
                </a:lnTo>
                <a:lnTo>
                  <a:pt x="152590" y="285369"/>
                </a:lnTo>
                <a:lnTo>
                  <a:pt x="149542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1" name="object 101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5483335" y="4741640"/>
            <a:ext cx="169276" cy="202977"/>
          </a:xfrm>
          <a:prstGeom prst="rect">
            <a:avLst/>
          </a:prstGeom>
        </p:spPr>
      </p:pic>
      <p:grpSp>
        <p:nvGrpSpPr>
          <p:cNvPr id="102" name="object 102"/>
          <p:cNvGrpSpPr/>
          <p:nvPr/>
        </p:nvGrpSpPr>
        <p:grpSpPr>
          <a:xfrm>
            <a:off x="5797486" y="4654676"/>
            <a:ext cx="752475" cy="360680"/>
            <a:chOff x="5797486" y="4654676"/>
            <a:chExt cx="752475" cy="360680"/>
          </a:xfrm>
        </p:grpSpPr>
        <p:pic>
          <p:nvPicPr>
            <p:cNvPr id="103" name="object 10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797486" y="4741640"/>
              <a:ext cx="108394" cy="19992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5939409" y="4654676"/>
              <a:ext cx="456565" cy="360680"/>
            </a:xfrm>
            <a:custGeom>
              <a:avLst/>
              <a:gdLst/>
              <a:ahLst/>
              <a:cxnLst/>
              <a:rect l="l" t="t" r="r" b="b"/>
              <a:pathLst>
                <a:path w="456564" h="360679">
                  <a:moveTo>
                    <a:pt x="38188" y="93065"/>
                  </a:moveTo>
                  <a:lnTo>
                    <a:pt x="36576" y="93065"/>
                  </a:lnTo>
                  <a:lnTo>
                    <a:pt x="36576" y="91541"/>
                  </a:lnTo>
                  <a:lnTo>
                    <a:pt x="35052" y="91541"/>
                  </a:lnTo>
                  <a:lnTo>
                    <a:pt x="33528" y="90017"/>
                  </a:lnTo>
                  <a:lnTo>
                    <a:pt x="9144" y="90017"/>
                  </a:lnTo>
                  <a:lnTo>
                    <a:pt x="7620" y="91541"/>
                  </a:lnTo>
                  <a:lnTo>
                    <a:pt x="6096" y="91541"/>
                  </a:lnTo>
                  <a:lnTo>
                    <a:pt x="6096" y="93065"/>
                  </a:lnTo>
                  <a:lnTo>
                    <a:pt x="4572" y="94589"/>
                  </a:lnTo>
                  <a:lnTo>
                    <a:pt x="4572" y="282321"/>
                  </a:lnTo>
                  <a:lnTo>
                    <a:pt x="6096" y="282321"/>
                  </a:lnTo>
                  <a:lnTo>
                    <a:pt x="6096" y="283845"/>
                  </a:lnTo>
                  <a:lnTo>
                    <a:pt x="7620" y="283845"/>
                  </a:lnTo>
                  <a:lnTo>
                    <a:pt x="7620" y="285369"/>
                  </a:lnTo>
                  <a:lnTo>
                    <a:pt x="10668" y="285369"/>
                  </a:lnTo>
                  <a:lnTo>
                    <a:pt x="13716" y="286893"/>
                  </a:lnTo>
                  <a:lnTo>
                    <a:pt x="30480" y="286893"/>
                  </a:lnTo>
                  <a:lnTo>
                    <a:pt x="32004" y="285369"/>
                  </a:lnTo>
                  <a:lnTo>
                    <a:pt x="35052" y="285369"/>
                  </a:lnTo>
                  <a:lnTo>
                    <a:pt x="36576" y="283845"/>
                  </a:lnTo>
                  <a:lnTo>
                    <a:pt x="38188" y="282321"/>
                  </a:lnTo>
                  <a:lnTo>
                    <a:pt x="38188" y="93065"/>
                  </a:lnTo>
                  <a:close/>
                </a:path>
                <a:path w="456564" h="360679">
                  <a:moveTo>
                    <a:pt x="42760" y="25908"/>
                  </a:moveTo>
                  <a:lnTo>
                    <a:pt x="41236" y="19812"/>
                  </a:lnTo>
                  <a:lnTo>
                    <a:pt x="38188" y="18288"/>
                  </a:lnTo>
                  <a:lnTo>
                    <a:pt x="35052" y="15240"/>
                  </a:lnTo>
                  <a:lnTo>
                    <a:pt x="28956" y="13716"/>
                  </a:lnTo>
                  <a:lnTo>
                    <a:pt x="13716" y="13716"/>
                  </a:lnTo>
                  <a:lnTo>
                    <a:pt x="7620" y="15240"/>
                  </a:lnTo>
                  <a:lnTo>
                    <a:pt x="1524" y="21336"/>
                  </a:lnTo>
                  <a:lnTo>
                    <a:pt x="0" y="25908"/>
                  </a:lnTo>
                  <a:lnTo>
                    <a:pt x="0" y="41148"/>
                  </a:lnTo>
                  <a:lnTo>
                    <a:pt x="1524" y="47244"/>
                  </a:lnTo>
                  <a:lnTo>
                    <a:pt x="7620" y="53340"/>
                  </a:lnTo>
                  <a:lnTo>
                    <a:pt x="35052" y="53340"/>
                  </a:lnTo>
                  <a:lnTo>
                    <a:pt x="38188" y="50292"/>
                  </a:lnTo>
                  <a:lnTo>
                    <a:pt x="41236" y="47244"/>
                  </a:lnTo>
                  <a:lnTo>
                    <a:pt x="42760" y="41148"/>
                  </a:lnTo>
                  <a:lnTo>
                    <a:pt x="42760" y="25908"/>
                  </a:lnTo>
                  <a:close/>
                </a:path>
                <a:path w="456564" h="360679">
                  <a:moveTo>
                    <a:pt x="254787" y="99161"/>
                  </a:moveTo>
                  <a:lnTo>
                    <a:pt x="253263" y="96113"/>
                  </a:lnTo>
                  <a:lnTo>
                    <a:pt x="251739" y="94589"/>
                  </a:lnTo>
                  <a:lnTo>
                    <a:pt x="251739" y="91541"/>
                  </a:lnTo>
                  <a:lnTo>
                    <a:pt x="248691" y="90017"/>
                  </a:lnTo>
                  <a:lnTo>
                    <a:pt x="201345" y="90017"/>
                  </a:lnTo>
                  <a:lnTo>
                    <a:pt x="201345" y="152603"/>
                  </a:lnTo>
                  <a:lnTo>
                    <a:pt x="201345" y="158699"/>
                  </a:lnTo>
                  <a:lnTo>
                    <a:pt x="195249" y="176987"/>
                  </a:lnTo>
                  <a:lnTo>
                    <a:pt x="192201" y="181559"/>
                  </a:lnTo>
                  <a:lnTo>
                    <a:pt x="187629" y="184607"/>
                  </a:lnTo>
                  <a:lnTo>
                    <a:pt x="184581" y="187655"/>
                  </a:lnTo>
                  <a:lnTo>
                    <a:pt x="180009" y="190703"/>
                  </a:lnTo>
                  <a:lnTo>
                    <a:pt x="173913" y="192227"/>
                  </a:lnTo>
                  <a:lnTo>
                    <a:pt x="169341" y="193751"/>
                  </a:lnTo>
                  <a:lnTo>
                    <a:pt x="161721" y="193751"/>
                  </a:lnTo>
                  <a:lnTo>
                    <a:pt x="153136" y="192938"/>
                  </a:lnTo>
                  <a:lnTo>
                    <a:pt x="122834" y="162712"/>
                  </a:lnTo>
                  <a:lnTo>
                    <a:pt x="122008" y="154127"/>
                  </a:lnTo>
                  <a:lnTo>
                    <a:pt x="122008" y="148031"/>
                  </a:lnTo>
                  <a:lnTo>
                    <a:pt x="123532" y="143459"/>
                  </a:lnTo>
                  <a:lnTo>
                    <a:pt x="125145" y="138887"/>
                  </a:lnTo>
                  <a:lnTo>
                    <a:pt x="126669" y="132791"/>
                  </a:lnTo>
                  <a:lnTo>
                    <a:pt x="129730" y="129628"/>
                  </a:lnTo>
                  <a:lnTo>
                    <a:pt x="135813" y="120497"/>
                  </a:lnTo>
                  <a:lnTo>
                    <a:pt x="144957" y="115925"/>
                  </a:lnTo>
                  <a:lnTo>
                    <a:pt x="149529" y="114401"/>
                  </a:lnTo>
                  <a:lnTo>
                    <a:pt x="155625" y="112877"/>
                  </a:lnTo>
                  <a:lnTo>
                    <a:pt x="161721" y="112877"/>
                  </a:lnTo>
                  <a:lnTo>
                    <a:pt x="198869" y="136398"/>
                  </a:lnTo>
                  <a:lnTo>
                    <a:pt x="201345" y="152603"/>
                  </a:lnTo>
                  <a:lnTo>
                    <a:pt x="201345" y="90017"/>
                  </a:lnTo>
                  <a:lnTo>
                    <a:pt x="187629" y="90017"/>
                  </a:lnTo>
                  <a:lnTo>
                    <a:pt x="183057" y="88493"/>
                  </a:lnTo>
                  <a:lnTo>
                    <a:pt x="178485" y="88493"/>
                  </a:lnTo>
                  <a:lnTo>
                    <a:pt x="172389" y="86969"/>
                  </a:lnTo>
                  <a:lnTo>
                    <a:pt x="161721" y="86969"/>
                  </a:lnTo>
                  <a:lnTo>
                    <a:pt x="121488" y="97256"/>
                  </a:lnTo>
                  <a:lnTo>
                    <a:pt x="98602" y="120497"/>
                  </a:lnTo>
                  <a:lnTo>
                    <a:pt x="96100" y="126593"/>
                  </a:lnTo>
                  <a:lnTo>
                    <a:pt x="93827" y="132791"/>
                  </a:lnTo>
                  <a:lnTo>
                    <a:pt x="91909" y="139255"/>
                  </a:lnTo>
                  <a:lnTo>
                    <a:pt x="90525" y="146405"/>
                  </a:lnTo>
                  <a:lnTo>
                    <a:pt x="90424" y="148031"/>
                  </a:lnTo>
                  <a:lnTo>
                    <a:pt x="90106" y="152603"/>
                  </a:lnTo>
                  <a:lnTo>
                    <a:pt x="90004" y="163271"/>
                  </a:lnTo>
                  <a:lnTo>
                    <a:pt x="91528" y="170891"/>
                  </a:lnTo>
                  <a:lnTo>
                    <a:pt x="94576" y="176987"/>
                  </a:lnTo>
                  <a:lnTo>
                    <a:pt x="96100" y="183083"/>
                  </a:lnTo>
                  <a:lnTo>
                    <a:pt x="100672" y="189179"/>
                  </a:lnTo>
                  <a:lnTo>
                    <a:pt x="103720" y="193751"/>
                  </a:lnTo>
                  <a:lnTo>
                    <a:pt x="99148" y="199847"/>
                  </a:lnTo>
                  <a:lnTo>
                    <a:pt x="94576" y="206032"/>
                  </a:lnTo>
                  <a:lnTo>
                    <a:pt x="88480" y="218224"/>
                  </a:lnTo>
                  <a:lnTo>
                    <a:pt x="88404" y="218605"/>
                  </a:lnTo>
                  <a:lnTo>
                    <a:pt x="86956" y="225844"/>
                  </a:lnTo>
                  <a:lnTo>
                    <a:pt x="86956" y="241084"/>
                  </a:lnTo>
                  <a:lnTo>
                    <a:pt x="88480" y="245656"/>
                  </a:lnTo>
                  <a:lnTo>
                    <a:pt x="91528" y="251752"/>
                  </a:lnTo>
                  <a:lnTo>
                    <a:pt x="94576" y="256324"/>
                  </a:lnTo>
                  <a:lnTo>
                    <a:pt x="99148" y="260896"/>
                  </a:lnTo>
                  <a:lnTo>
                    <a:pt x="106768" y="263944"/>
                  </a:lnTo>
                  <a:lnTo>
                    <a:pt x="102196" y="266992"/>
                  </a:lnTo>
                  <a:lnTo>
                    <a:pt x="97624" y="271665"/>
                  </a:lnTo>
                  <a:lnTo>
                    <a:pt x="91528" y="277761"/>
                  </a:lnTo>
                  <a:lnTo>
                    <a:pt x="91427" y="277901"/>
                  </a:lnTo>
                  <a:lnTo>
                    <a:pt x="88480" y="282333"/>
                  </a:lnTo>
                  <a:lnTo>
                    <a:pt x="85432" y="285381"/>
                  </a:lnTo>
                  <a:lnTo>
                    <a:pt x="83908" y="289953"/>
                  </a:lnTo>
                  <a:lnTo>
                    <a:pt x="82384" y="293001"/>
                  </a:lnTo>
                  <a:lnTo>
                    <a:pt x="79336" y="302145"/>
                  </a:lnTo>
                  <a:lnTo>
                    <a:pt x="79336" y="317385"/>
                  </a:lnTo>
                  <a:lnTo>
                    <a:pt x="80860" y="325005"/>
                  </a:lnTo>
                  <a:lnTo>
                    <a:pt x="86956" y="337197"/>
                  </a:lnTo>
                  <a:lnTo>
                    <a:pt x="91528" y="341858"/>
                  </a:lnTo>
                  <a:lnTo>
                    <a:pt x="99148" y="346430"/>
                  </a:lnTo>
                  <a:lnTo>
                    <a:pt x="104241" y="349592"/>
                  </a:lnTo>
                  <a:lnTo>
                    <a:pt x="141528" y="359194"/>
                  </a:lnTo>
                  <a:lnTo>
                    <a:pt x="151142" y="359867"/>
                  </a:lnTo>
                  <a:lnTo>
                    <a:pt x="150558" y="359867"/>
                  </a:lnTo>
                  <a:lnTo>
                    <a:pt x="161721" y="360146"/>
                  </a:lnTo>
                  <a:lnTo>
                    <a:pt x="173520" y="359867"/>
                  </a:lnTo>
                  <a:lnTo>
                    <a:pt x="184010" y="359003"/>
                  </a:lnTo>
                  <a:lnTo>
                    <a:pt x="224396" y="346151"/>
                  </a:lnTo>
                  <a:lnTo>
                    <a:pt x="250215" y="314337"/>
                  </a:lnTo>
                  <a:lnTo>
                    <a:pt x="251739" y="305193"/>
                  </a:lnTo>
                  <a:lnTo>
                    <a:pt x="251739" y="288429"/>
                  </a:lnTo>
                  <a:lnTo>
                    <a:pt x="250215" y="282333"/>
                  </a:lnTo>
                  <a:lnTo>
                    <a:pt x="244881" y="271665"/>
                  </a:lnTo>
                  <a:lnTo>
                    <a:pt x="244119" y="270141"/>
                  </a:lnTo>
                  <a:lnTo>
                    <a:pt x="239547" y="263944"/>
                  </a:lnTo>
                  <a:lnTo>
                    <a:pt x="233451" y="260896"/>
                  </a:lnTo>
                  <a:lnTo>
                    <a:pt x="228879" y="256324"/>
                  </a:lnTo>
                  <a:lnTo>
                    <a:pt x="218211" y="252056"/>
                  </a:lnTo>
                  <a:lnTo>
                    <a:pt x="218211" y="291477"/>
                  </a:lnTo>
                  <a:lnTo>
                    <a:pt x="218211" y="303669"/>
                  </a:lnTo>
                  <a:lnTo>
                    <a:pt x="189153" y="331101"/>
                  </a:lnTo>
                  <a:lnTo>
                    <a:pt x="184175" y="332816"/>
                  </a:lnTo>
                  <a:lnTo>
                    <a:pt x="184365" y="332816"/>
                  </a:lnTo>
                  <a:lnTo>
                    <a:pt x="177914" y="333768"/>
                  </a:lnTo>
                  <a:lnTo>
                    <a:pt x="170942" y="334098"/>
                  </a:lnTo>
                  <a:lnTo>
                    <a:pt x="161582" y="334098"/>
                  </a:lnTo>
                  <a:lnTo>
                    <a:pt x="149885" y="333768"/>
                  </a:lnTo>
                  <a:lnTo>
                    <a:pt x="151714" y="333768"/>
                  </a:lnTo>
                  <a:lnTo>
                    <a:pt x="142671" y="332816"/>
                  </a:lnTo>
                  <a:lnTo>
                    <a:pt x="112864" y="306717"/>
                  </a:lnTo>
                  <a:lnTo>
                    <a:pt x="112864" y="299097"/>
                  </a:lnTo>
                  <a:lnTo>
                    <a:pt x="117436" y="289953"/>
                  </a:lnTo>
                  <a:lnTo>
                    <a:pt x="118960" y="288429"/>
                  </a:lnTo>
                  <a:lnTo>
                    <a:pt x="120484" y="285381"/>
                  </a:lnTo>
                  <a:lnTo>
                    <a:pt x="123532" y="282333"/>
                  </a:lnTo>
                  <a:lnTo>
                    <a:pt x="126669" y="279285"/>
                  </a:lnTo>
                  <a:lnTo>
                    <a:pt x="134289" y="271665"/>
                  </a:lnTo>
                  <a:lnTo>
                    <a:pt x="181533" y="273189"/>
                  </a:lnTo>
                  <a:lnTo>
                    <a:pt x="218211" y="291477"/>
                  </a:lnTo>
                  <a:lnTo>
                    <a:pt x="218211" y="252056"/>
                  </a:lnTo>
                  <a:lnTo>
                    <a:pt x="213639" y="250228"/>
                  </a:lnTo>
                  <a:lnTo>
                    <a:pt x="198297" y="247180"/>
                  </a:lnTo>
                  <a:lnTo>
                    <a:pt x="189153" y="247180"/>
                  </a:lnTo>
                  <a:lnTo>
                    <a:pt x="140385" y="245656"/>
                  </a:lnTo>
                  <a:lnTo>
                    <a:pt x="128193" y="242608"/>
                  </a:lnTo>
                  <a:lnTo>
                    <a:pt x="123532" y="239560"/>
                  </a:lnTo>
                  <a:lnTo>
                    <a:pt x="118960" y="236512"/>
                  </a:lnTo>
                  <a:lnTo>
                    <a:pt x="115912" y="233464"/>
                  </a:lnTo>
                  <a:lnTo>
                    <a:pt x="115912" y="224320"/>
                  </a:lnTo>
                  <a:lnTo>
                    <a:pt x="117436" y="219748"/>
                  </a:lnTo>
                  <a:lnTo>
                    <a:pt x="122008" y="210604"/>
                  </a:lnTo>
                  <a:lnTo>
                    <a:pt x="125145" y="209080"/>
                  </a:lnTo>
                  <a:lnTo>
                    <a:pt x="128193" y="212128"/>
                  </a:lnTo>
                  <a:lnTo>
                    <a:pt x="134289" y="213652"/>
                  </a:lnTo>
                  <a:lnTo>
                    <a:pt x="140385" y="216700"/>
                  </a:lnTo>
                  <a:lnTo>
                    <a:pt x="148005" y="218224"/>
                  </a:lnTo>
                  <a:lnTo>
                    <a:pt x="154101" y="219748"/>
                  </a:lnTo>
                  <a:lnTo>
                    <a:pt x="161721" y="219748"/>
                  </a:lnTo>
                  <a:lnTo>
                    <a:pt x="169684" y="219468"/>
                  </a:lnTo>
                  <a:lnTo>
                    <a:pt x="208724" y="205752"/>
                  </a:lnTo>
                  <a:lnTo>
                    <a:pt x="219735" y="195275"/>
                  </a:lnTo>
                  <a:lnTo>
                    <a:pt x="221259" y="193751"/>
                  </a:lnTo>
                  <a:lnTo>
                    <a:pt x="233222" y="158699"/>
                  </a:lnTo>
                  <a:lnTo>
                    <a:pt x="233400" y="154127"/>
                  </a:lnTo>
                  <a:lnTo>
                    <a:pt x="233426" y="146405"/>
                  </a:lnTo>
                  <a:lnTo>
                    <a:pt x="228879" y="128117"/>
                  </a:lnTo>
                  <a:lnTo>
                    <a:pt x="225831" y="122021"/>
                  </a:lnTo>
                  <a:lnTo>
                    <a:pt x="221259" y="117449"/>
                  </a:lnTo>
                  <a:lnTo>
                    <a:pt x="248691" y="117449"/>
                  </a:lnTo>
                  <a:lnTo>
                    <a:pt x="253263" y="112877"/>
                  </a:lnTo>
                  <a:lnTo>
                    <a:pt x="254787" y="108305"/>
                  </a:lnTo>
                  <a:lnTo>
                    <a:pt x="254787" y="99161"/>
                  </a:lnTo>
                  <a:close/>
                </a:path>
                <a:path w="456564" h="360679">
                  <a:moveTo>
                    <a:pt x="456145" y="282321"/>
                  </a:moveTo>
                  <a:lnTo>
                    <a:pt x="456057" y="164719"/>
                  </a:lnTo>
                  <a:lnTo>
                    <a:pt x="448335" y="120891"/>
                  </a:lnTo>
                  <a:lnTo>
                    <a:pt x="446049" y="115925"/>
                  </a:lnTo>
                  <a:lnTo>
                    <a:pt x="445592" y="114922"/>
                  </a:lnTo>
                  <a:lnTo>
                    <a:pt x="414832" y="90182"/>
                  </a:lnTo>
                  <a:lnTo>
                    <a:pt x="390613" y="86969"/>
                  </a:lnTo>
                  <a:lnTo>
                    <a:pt x="383349" y="87274"/>
                  </a:lnTo>
                  <a:lnTo>
                    <a:pt x="382943" y="87274"/>
                  </a:lnTo>
                  <a:lnTo>
                    <a:pt x="346138" y="103733"/>
                  </a:lnTo>
                  <a:lnTo>
                    <a:pt x="331089" y="117449"/>
                  </a:lnTo>
                  <a:lnTo>
                    <a:pt x="331089" y="3048"/>
                  </a:lnTo>
                  <a:lnTo>
                    <a:pt x="329565" y="3048"/>
                  </a:lnTo>
                  <a:lnTo>
                    <a:pt x="329565" y="1524"/>
                  </a:lnTo>
                  <a:lnTo>
                    <a:pt x="326517" y="1524"/>
                  </a:lnTo>
                  <a:lnTo>
                    <a:pt x="324993" y="0"/>
                  </a:lnTo>
                  <a:lnTo>
                    <a:pt x="303657" y="0"/>
                  </a:lnTo>
                  <a:lnTo>
                    <a:pt x="302133" y="1524"/>
                  </a:lnTo>
                  <a:lnTo>
                    <a:pt x="299085" y="1524"/>
                  </a:lnTo>
                  <a:lnTo>
                    <a:pt x="299085" y="3048"/>
                  </a:lnTo>
                  <a:lnTo>
                    <a:pt x="297459" y="4572"/>
                  </a:lnTo>
                  <a:lnTo>
                    <a:pt x="297459" y="282321"/>
                  </a:lnTo>
                  <a:lnTo>
                    <a:pt x="299085" y="282321"/>
                  </a:lnTo>
                  <a:lnTo>
                    <a:pt x="299085" y="283845"/>
                  </a:lnTo>
                  <a:lnTo>
                    <a:pt x="300609" y="285369"/>
                  </a:lnTo>
                  <a:lnTo>
                    <a:pt x="303657" y="285369"/>
                  </a:lnTo>
                  <a:lnTo>
                    <a:pt x="306705" y="286893"/>
                  </a:lnTo>
                  <a:lnTo>
                    <a:pt x="323469" y="286893"/>
                  </a:lnTo>
                  <a:lnTo>
                    <a:pt x="324993" y="285369"/>
                  </a:lnTo>
                  <a:lnTo>
                    <a:pt x="328041" y="285369"/>
                  </a:lnTo>
                  <a:lnTo>
                    <a:pt x="331089" y="282321"/>
                  </a:lnTo>
                  <a:lnTo>
                    <a:pt x="331089" y="151066"/>
                  </a:lnTo>
                  <a:lnTo>
                    <a:pt x="337947" y="143383"/>
                  </a:lnTo>
                  <a:lnTo>
                    <a:pt x="370713" y="118211"/>
                  </a:lnTo>
                  <a:lnTo>
                    <a:pt x="382905" y="115925"/>
                  </a:lnTo>
                  <a:lnTo>
                    <a:pt x="390613" y="115925"/>
                  </a:lnTo>
                  <a:lnTo>
                    <a:pt x="395185" y="117449"/>
                  </a:lnTo>
                  <a:lnTo>
                    <a:pt x="401281" y="118973"/>
                  </a:lnTo>
                  <a:lnTo>
                    <a:pt x="421665" y="157734"/>
                  </a:lnTo>
                  <a:lnTo>
                    <a:pt x="422617" y="172402"/>
                  </a:lnTo>
                  <a:lnTo>
                    <a:pt x="422617" y="282321"/>
                  </a:lnTo>
                  <a:lnTo>
                    <a:pt x="424141" y="282321"/>
                  </a:lnTo>
                  <a:lnTo>
                    <a:pt x="424141" y="283845"/>
                  </a:lnTo>
                  <a:lnTo>
                    <a:pt x="425665" y="285369"/>
                  </a:lnTo>
                  <a:lnTo>
                    <a:pt x="428713" y="285369"/>
                  </a:lnTo>
                  <a:lnTo>
                    <a:pt x="431761" y="286893"/>
                  </a:lnTo>
                  <a:lnTo>
                    <a:pt x="447001" y="286893"/>
                  </a:lnTo>
                  <a:lnTo>
                    <a:pt x="450049" y="285369"/>
                  </a:lnTo>
                  <a:lnTo>
                    <a:pt x="453097" y="285369"/>
                  </a:lnTo>
                  <a:lnTo>
                    <a:pt x="456145" y="282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429184" y="4694301"/>
              <a:ext cx="120491" cy="248793"/>
            </a:xfrm>
            <a:prstGeom prst="rect">
              <a:avLst/>
            </a:prstGeom>
          </p:spPr>
        </p:pic>
      </p:grpSp>
      <p:grpSp>
        <p:nvGrpSpPr>
          <p:cNvPr id="106" name="object 106"/>
          <p:cNvGrpSpPr/>
          <p:nvPr/>
        </p:nvGrpSpPr>
        <p:grpSpPr>
          <a:xfrm>
            <a:off x="6664070" y="4694301"/>
            <a:ext cx="299085" cy="250825"/>
            <a:chOff x="6664070" y="4694301"/>
            <a:chExt cx="299085" cy="250825"/>
          </a:xfrm>
        </p:grpSpPr>
        <p:pic>
          <p:nvPicPr>
            <p:cNvPr id="107" name="object 10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664070" y="4694301"/>
              <a:ext cx="120586" cy="248793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812089" y="4741639"/>
              <a:ext cx="151066" cy="202977"/>
            </a:xfrm>
            <a:prstGeom prst="rect">
              <a:avLst/>
            </a:prstGeom>
          </p:spPr>
        </p:pic>
      </p:grpSp>
      <p:sp>
        <p:nvSpPr>
          <p:cNvPr id="109" name="object 109"/>
          <p:cNvSpPr/>
          <p:nvPr/>
        </p:nvSpPr>
        <p:spPr>
          <a:xfrm>
            <a:off x="7025735" y="4654677"/>
            <a:ext cx="169545" cy="290195"/>
          </a:xfrm>
          <a:custGeom>
            <a:avLst/>
            <a:gdLst/>
            <a:ahLst/>
            <a:cxnLst/>
            <a:rect l="l" t="t" r="r" b="b"/>
            <a:pathLst>
              <a:path w="169545" h="290195">
                <a:moveTo>
                  <a:pt x="28956" y="1524"/>
                </a:moveTo>
                <a:lnTo>
                  <a:pt x="4571" y="1524"/>
                </a:lnTo>
                <a:lnTo>
                  <a:pt x="6096" y="0"/>
                </a:lnTo>
                <a:lnTo>
                  <a:pt x="27432" y="0"/>
                </a:lnTo>
                <a:lnTo>
                  <a:pt x="28956" y="1524"/>
                </a:lnTo>
                <a:close/>
              </a:path>
              <a:path w="169545" h="290195">
                <a:moveTo>
                  <a:pt x="27432" y="285369"/>
                </a:moveTo>
                <a:lnTo>
                  <a:pt x="1523" y="285369"/>
                </a:lnTo>
                <a:lnTo>
                  <a:pt x="1523" y="283845"/>
                </a:lnTo>
                <a:lnTo>
                  <a:pt x="0" y="283845"/>
                </a:lnTo>
                <a:lnTo>
                  <a:pt x="0" y="4572"/>
                </a:lnTo>
                <a:lnTo>
                  <a:pt x="1523" y="3048"/>
                </a:lnTo>
                <a:lnTo>
                  <a:pt x="1523" y="1524"/>
                </a:lnTo>
                <a:lnTo>
                  <a:pt x="32004" y="1524"/>
                </a:lnTo>
                <a:lnTo>
                  <a:pt x="32004" y="3048"/>
                </a:lnTo>
                <a:lnTo>
                  <a:pt x="33528" y="3048"/>
                </a:lnTo>
                <a:lnTo>
                  <a:pt x="33528" y="117443"/>
                </a:lnTo>
                <a:lnTo>
                  <a:pt x="74676" y="117443"/>
                </a:lnTo>
                <a:lnTo>
                  <a:pt x="71628" y="118967"/>
                </a:lnTo>
                <a:lnTo>
                  <a:pt x="67056" y="120491"/>
                </a:lnTo>
                <a:lnTo>
                  <a:pt x="53340" y="129635"/>
                </a:lnTo>
                <a:lnTo>
                  <a:pt x="48768" y="134302"/>
                </a:lnTo>
                <a:lnTo>
                  <a:pt x="44196" y="138874"/>
                </a:lnTo>
                <a:lnTo>
                  <a:pt x="39624" y="144970"/>
                </a:lnTo>
                <a:lnTo>
                  <a:pt x="33528" y="151066"/>
                </a:lnTo>
                <a:lnTo>
                  <a:pt x="33528" y="225837"/>
                </a:lnTo>
                <a:lnTo>
                  <a:pt x="66938" y="255746"/>
                </a:lnTo>
                <a:lnTo>
                  <a:pt x="71643" y="257841"/>
                </a:lnTo>
                <a:lnTo>
                  <a:pt x="30480" y="257841"/>
                </a:lnTo>
                <a:lnTo>
                  <a:pt x="30480" y="282321"/>
                </a:lnTo>
                <a:lnTo>
                  <a:pt x="27432" y="285369"/>
                </a:lnTo>
                <a:close/>
              </a:path>
              <a:path w="169545" h="290195">
                <a:moveTo>
                  <a:pt x="74676" y="117443"/>
                </a:moveTo>
                <a:lnTo>
                  <a:pt x="33528" y="117443"/>
                </a:lnTo>
                <a:lnTo>
                  <a:pt x="44196" y="106775"/>
                </a:lnTo>
                <a:lnTo>
                  <a:pt x="50292" y="102203"/>
                </a:lnTo>
                <a:lnTo>
                  <a:pt x="59436" y="96107"/>
                </a:lnTo>
                <a:lnTo>
                  <a:pt x="65532" y="93059"/>
                </a:lnTo>
                <a:lnTo>
                  <a:pt x="83820" y="86963"/>
                </a:lnTo>
                <a:lnTo>
                  <a:pt x="94583" y="86963"/>
                </a:lnTo>
                <a:lnTo>
                  <a:pt x="136207" y="99202"/>
                </a:lnTo>
                <a:lnTo>
                  <a:pt x="152495" y="115919"/>
                </a:lnTo>
                <a:lnTo>
                  <a:pt x="79248" y="115919"/>
                </a:lnTo>
                <a:lnTo>
                  <a:pt x="74676" y="117443"/>
                </a:lnTo>
                <a:close/>
              </a:path>
              <a:path w="169545" h="290195">
                <a:moveTo>
                  <a:pt x="149447" y="260889"/>
                </a:moveTo>
                <a:lnTo>
                  <a:pt x="96107" y="260889"/>
                </a:lnTo>
                <a:lnTo>
                  <a:pt x="102203" y="257841"/>
                </a:lnTo>
                <a:lnTo>
                  <a:pt x="108299" y="253269"/>
                </a:lnTo>
                <a:lnTo>
                  <a:pt x="131159" y="215169"/>
                </a:lnTo>
                <a:lnTo>
                  <a:pt x="134207" y="189166"/>
                </a:lnTo>
                <a:lnTo>
                  <a:pt x="133945" y="182308"/>
                </a:lnTo>
                <a:lnTo>
                  <a:pt x="133319" y="176093"/>
                </a:lnTo>
                <a:lnTo>
                  <a:pt x="133254" y="175450"/>
                </a:lnTo>
                <a:lnTo>
                  <a:pt x="132278" y="168592"/>
                </a:lnTo>
                <a:lnTo>
                  <a:pt x="131159" y="161734"/>
                </a:lnTo>
                <a:lnTo>
                  <a:pt x="131159" y="152590"/>
                </a:lnTo>
                <a:lnTo>
                  <a:pt x="103727" y="117443"/>
                </a:lnTo>
                <a:lnTo>
                  <a:pt x="97631" y="115919"/>
                </a:lnTo>
                <a:lnTo>
                  <a:pt x="152495" y="115919"/>
                </a:lnTo>
                <a:lnTo>
                  <a:pt x="167330" y="157186"/>
                </a:lnTo>
                <a:lnTo>
                  <a:pt x="169183" y="189166"/>
                </a:lnTo>
                <a:lnTo>
                  <a:pt x="169017" y="195801"/>
                </a:lnTo>
                <a:lnTo>
                  <a:pt x="161877" y="237744"/>
                </a:lnTo>
                <a:lnTo>
                  <a:pt x="153971" y="253746"/>
                </a:lnTo>
                <a:lnTo>
                  <a:pt x="149447" y="260889"/>
                </a:lnTo>
                <a:close/>
              </a:path>
              <a:path w="169545" h="290195">
                <a:moveTo>
                  <a:pt x="90011" y="289941"/>
                </a:moveTo>
                <a:lnTo>
                  <a:pt x="83820" y="289941"/>
                </a:lnTo>
                <a:lnTo>
                  <a:pt x="74676" y="286893"/>
                </a:lnTo>
                <a:lnTo>
                  <a:pt x="68580" y="286893"/>
                </a:lnTo>
                <a:lnTo>
                  <a:pt x="64008" y="285369"/>
                </a:lnTo>
                <a:lnTo>
                  <a:pt x="50292" y="276225"/>
                </a:lnTo>
                <a:lnTo>
                  <a:pt x="45720" y="271653"/>
                </a:lnTo>
                <a:lnTo>
                  <a:pt x="41148" y="268509"/>
                </a:lnTo>
                <a:lnTo>
                  <a:pt x="35052" y="263937"/>
                </a:lnTo>
                <a:lnTo>
                  <a:pt x="30480" y="257841"/>
                </a:lnTo>
                <a:lnTo>
                  <a:pt x="71643" y="257841"/>
                </a:lnTo>
                <a:lnTo>
                  <a:pt x="73354" y="258603"/>
                </a:lnTo>
                <a:lnTo>
                  <a:pt x="80073" y="260318"/>
                </a:lnTo>
                <a:lnTo>
                  <a:pt x="86963" y="260889"/>
                </a:lnTo>
                <a:lnTo>
                  <a:pt x="149447" y="260889"/>
                </a:lnTo>
                <a:lnTo>
                  <a:pt x="143684" y="267493"/>
                </a:lnTo>
                <a:lnTo>
                  <a:pt x="108489" y="287845"/>
                </a:lnTo>
                <a:lnTo>
                  <a:pt x="99750" y="289393"/>
                </a:lnTo>
                <a:lnTo>
                  <a:pt x="90011" y="289941"/>
                </a:lnTo>
                <a:close/>
              </a:path>
              <a:path w="169545" h="290195">
                <a:moveTo>
                  <a:pt x="21336" y="286893"/>
                </a:moveTo>
                <a:lnTo>
                  <a:pt x="7620" y="286893"/>
                </a:lnTo>
                <a:lnTo>
                  <a:pt x="6096" y="285369"/>
                </a:lnTo>
                <a:lnTo>
                  <a:pt x="24384" y="285369"/>
                </a:lnTo>
                <a:lnTo>
                  <a:pt x="21336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245381" y="4654676"/>
            <a:ext cx="35560" cy="287020"/>
          </a:xfrm>
          <a:custGeom>
            <a:avLst/>
            <a:gdLst/>
            <a:ahLst/>
            <a:cxnLst/>
            <a:rect l="l" t="t" r="r" b="b"/>
            <a:pathLst>
              <a:path w="35559" h="287020">
                <a:moveTo>
                  <a:pt x="30480" y="1524"/>
                </a:moveTo>
                <a:lnTo>
                  <a:pt x="4572" y="1524"/>
                </a:lnTo>
                <a:lnTo>
                  <a:pt x="7620" y="0"/>
                </a:lnTo>
                <a:lnTo>
                  <a:pt x="27432" y="0"/>
                </a:lnTo>
                <a:lnTo>
                  <a:pt x="30480" y="1524"/>
                </a:lnTo>
                <a:close/>
              </a:path>
              <a:path w="35559" h="287020">
                <a:moveTo>
                  <a:pt x="33528" y="283845"/>
                </a:moveTo>
                <a:lnTo>
                  <a:pt x="1524" y="283845"/>
                </a:lnTo>
                <a:lnTo>
                  <a:pt x="1524" y="282321"/>
                </a:lnTo>
                <a:lnTo>
                  <a:pt x="0" y="280797"/>
                </a:lnTo>
                <a:lnTo>
                  <a:pt x="0" y="6096"/>
                </a:lnTo>
                <a:lnTo>
                  <a:pt x="1524" y="4572"/>
                </a:lnTo>
                <a:lnTo>
                  <a:pt x="1524" y="3048"/>
                </a:lnTo>
                <a:lnTo>
                  <a:pt x="3048" y="1524"/>
                </a:lnTo>
                <a:lnTo>
                  <a:pt x="32004" y="1524"/>
                </a:lnTo>
                <a:lnTo>
                  <a:pt x="33528" y="3048"/>
                </a:lnTo>
                <a:lnTo>
                  <a:pt x="33528" y="4572"/>
                </a:lnTo>
                <a:lnTo>
                  <a:pt x="35052" y="6096"/>
                </a:lnTo>
                <a:lnTo>
                  <a:pt x="35052" y="280797"/>
                </a:lnTo>
                <a:lnTo>
                  <a:pt x="33528" y="282321"/>
                </a:lnTo>
                <a:lnTo>
                  <a:pt x="33528" y="283845"/>
                </a:lnTo>
                <a:close/>
              </a:path>
              <a:path w="35559" h="287020">
                <a:moveTo>
                  <a:pt x="30480" y="285369"/>
                </a:moveTo>
                <a:lnTo>
                  <a:pt x="4572" y="285369"/>
                </a:lnTo>
                <a:lnTo>
                  <a:pt x="3048" y="283845"/>
                </a:lnTo>
                <a:lnTo>
                  <a:pt x="32004" y="283845"/>
                </a:lnTo>
                <a:lnTo>
                  <a:pt x="30480" y="285369"/>
                </a:lnTo>
                <a:close/>
              </a:path>
              <a:path w="35559" h="287020">
                <a:moveTo>
                  <a:pt x="25908" y="286893"/>
                </a:moveTo>
                <a:lnTo>
                  <a:pt x="9144" y="286893"/>
                </a:lnTo>
                <a:lnTo>
                  <a:pt x="7620" y="285369"/>
                </a:lnTo>
                <a:lnTo>
                  <a:pt x="27432" y="285369"/>
                </a:lnTo>
                <a:lnTo>
                  <a:pt x="25908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1" name="object 111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7330899" y="4741640"/>
            <a:ext cx="169276" cy="202977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7632937" y="4668392"/>
            <a:ext cx="1142731" cy="276225"/>
          </a:xfrm>
          <a:prstGeom prst="rect">
            <a:avLst/>
          </a:prstGeom>
        </p:spPr>
      </p:pic>
      <p:grpSp>
        <p:nvGrpSpPr>
          <p:cNvPr id="113" name="object 113"/>
          <p:cNvGrpSpPr/>
          <p:nvPr/>
        </p:nvGrpSpPr>
        <p:grpSpPr>
          <a:xfrm>
            <a:off x="988599" y="5106352"/>
            <a:ext cx="462280" cy="291465"/>
            <a:chOff x="988599" y="5106352"/>
            <a:chExt cx="462280" cy="291465"/>
          </a:xfrm>
        </p:grpSpPr>
        <p:sp>
          <p:nvSpPr>
            <p:cNvPr id="114" name="object 114"/>
            <p:cNvSpPr/>
            <p:nvPr/>
          </p:nvSpPr>
          <p:spPr>
            <a:xfrm>
              <a:off x="988599" y="5106352"/>
              <a:ext cx="125730" cy="288925"/>
            </a:xfrm>
            <a:custGeom>
              <a:avLst/>
              <a:gdLst/>
              <a:ahLst/>
              <a:cxnLst/>
              <a:rect l="l" t="t" r="r" b="b"/>
              <a:pathLst>
                <a:path w="125730" h="288925">
                  <a:moveTo>
                    <a:pt x="67151" y="91535"/>
                  </a:moveTo>
                  <a:lnTo>
                    <a:pt x="33623" y="91535"/>
                  </a:lnTo>
                  <a:lnTo>
                    <a:pt x="33623" y="73247"/>
                  </a:lnTo>
                  <a:lnTo>
                    <a:pt x="39719" y="30575"/>
                  </a:lnTo>
                  <a:lnTo>
                    <a:pt x="72270" y="2571"/>
                  </a:lnTo>
                  <a:lnTo>
                    <a:pt x="93059" y="0"/>
                  </a:lnTo>
                  <a:lnTo>
                    <a:pt x="102298" y="0"/>
                  </a:lnTo>
                  <a:lnTo>
                    <a:pt x="106870" y="1524"/>
                  </a:lnTo>
                  <a:lnTo>
                    <a:pt x="111442" y="1524"/>
                  </a:lnTo>
                  <a:lnTo>
                    <a:pt x="117538" y="4572"/>
                  </a:lnTo>
                  <a:lnTo>
                    <a:pt x="119062" y="4572"/>
                  </a:lnTo>
                  <a:lnTo>
                    <a:pt x="123634" y="9144"/>
                  </a:lnTo>
                  <a:lnTo>
                    <a:pt x="123634" y="10668"/>
                  </a:lnTo>
                  <a:lnTo>
                    <a:pt x="125158" y="12192"/>
                  </a:lnTo>
                  <a:lnTo>
                    <a:pt x="125158" y="27527"/>
                  </a:lnTo>
                  <a:lnTo>
                    <a:pt x="90011" y="27527"/>
                  </a:lnTo>
                  <a:lnTo>
                    <a:pt x="85439" y="29051"/>
                  </a:lnTo>
                  <a:lnTo>
                    <a:pt x="82391" y="30575"/>
                  </a:lnTo>
                  <a:lnTo>
                    <a:pt x="77819" y="32099"/>
                  </a:lnTo>
                  <a:lnTo>
                    <a:pt x="76295" y="35147"/>
                  </a:lnTo>
                  <a:lnTo>
                    <a:pt x="73247" y="38195"/>
                  </a:lnTo>
                  <a:lnTo>
                    <a:pt x="71723" y="41243"/>
                  </a:lnTo>
                  <a:lnTo>
                    <a:pt x="70199" y="45815"/>
                  </a:lnTo>
                  <a:lnTo>
                    <a:pt x="67151" y="58007"/>
                  </a:lnTo>
                  <a:lnTo>
                    <a:pt x="67151" y="91535"/>
                  </a:lnTo>
                  <a:close/>
                </a:path>
                <a:path w="125730" h="288925">
                  <a:moveTo>
                    <a:pt x="123634" y="33623"/>
                  </a:moveTo>
                  <a:lnTo>
                    <a:pt x="117538" y="33623"/>
                  </a:lnTo>
                  <a:lnTo>
                    <a:pt x="116014" y="32099"/>
                  </a:lnTo>
                  <a:lnTo>
                    <a:pt x="114490" y="32099"/>
                  </a:lnTo>
                  <a:lnTo>
                    <a:pt x="111442" y="30575"/>
                  </a:lnTo>
                  <a:lnTo>
                    <a:pt x="109918" y="30575"/>
                  </a:lnTo>
                  <a:lnTo>
                    <a:pt x="106870" y="29051"/>
                  </a:lnTo>
                  <a:lnTo>
                    <a:pt x="102298" y="29051"/>
                  </a:lnTo>
                  <a:lnTo>
                    <a:pt x="99155" y="27527"/>
                  </a:lnTo>
                  <a:lnTo>
                    <a:pt x="125158" y="27527"/>
                  </a:lnTo>
                  <a:lnTo>
                    <a:pt x="125158" y="30575"/>
                  </a:lnTo>
                  <a:lnTo>
                    <a:pt x="123634" y="32099"/>
                  </a:lnTo>
                  <a:lnTo>
                    <a:pt x="123634" y="33623"/>
                  </a:lnTo>
                  <a:close/>
                </a:path>
                <a:path w="125730" h="288925">
                  <a:moveTo>
                    <a:pt x="109918" y="120586"/>
                  </a:moveTo>
                  <a:lnTo>
                    <a:pt x="4572" y="120586"/>
                  </a:lnTo>
                  <a:lnTo>
                    <a:pt x="3048" y="119062"/>
                  </a:lnTo>
                  <a:lnTo>
                    <a:pt x="3048" y="117538"/>
                  </a:lnTo>
                  <a:lnTo>
                    <a:pt x="0" y="111442"/>
                  </a:lnTo>
                  <a:lnTo>
                    <a:pt x="0" y="103822"/>
                  </a:lnTo>
                  <a:lnTo>
                    <a:pt x="1524" y="102298"/>
                  </a:lnTo>
                  <a:lnTo>
                    <a:pt x="1524" y="96202"/>
                  </a:lnTo>
                  <a:lnTo>
                    <a:pt x="3048" y="94678"/>
                  </a:lnTo>
                  <a:lnTo>
                    <a:pt x="3048" y="93154"/>
                  </a:lnTo>
                  <a:lnTo>
                    <a:pt x="4572" y="93154"/>
                  </a:lnTo>
                  <a:lnTo>
                    <a:pt x="6096" y="91535"/>
                  </a:lnTo>
                  <a:lnTo>
                    <a:pt x="109918" y="91535"/>
                  </a:lnTo>
                  <a:lnTo>
                    <a:pt x="111442" y="93154"/>
                  </a:lnTo>
                  <a:lnTo>
                    <a:pt x="114490" y="96202"/>
                  </a:lnTo>
                  <a:lnTo>
                    <a:pt x="114490" y="100774"/>
                  </a:lnTo>
                  <a:lnTo>
                    <a:pt x="116014" y="103822"/>
                  </a:lnTo>
                  <a:lnTo>
                    <a:pt x="116014" y="111442"/>
                  </a:lnTo>
                  <a:lnTo>
                    <a:pt x="112966" y="117538"/>
                  </a:lnTo>
                  <a:lnTo>
                    <a:pt x="112966" y="119062"/>
                  </a:lnTo>
                  <a:lnTo>
                    <a:pt x="109918" y="120586"/>
                  </a:lnTo>
                  <a:close/>
                </a:path>
                <a:path w="125730" h="288925">
                  <a:moveTo>
                    <a:pt x="64103" y="286892"/>
                  </a:moveTo>
                  <a:lnTo>
                    <a:pt x="36671" y="286892"/>
                  </a:lnTo>
                  <a:lnTo>
                    <a:pt x="33623" y="283844"/>
                  </a:lnTo>
                  <a:lnTo>
                    <a:pt x="33623" y="120586"/>
                  </a:lnTo>
                  <a:lnTo>
                    <a:pt x="67151" y="120586"/>
                  </a:lnTo>
                  <a:lnTo>
                    <a:pt x="67151" y="283844"/>
                  </a:lnTo>
                  <a:lnTo>
                    <a:pt x="64103" y="286892"/>
                  </a:lnTo>
                  <a:close/>
                </a:path>
                <a:path w="125730" h="288925">
                  <a:moveTo>
                    <a:pt x="58007" y="288417"/>
                  </a:moveTo>
                  <a:lnTo>
                    <a:pt x="42767" y="288417"/>
                  </a:lnTo>
                  <a:lnTo>
                    <a:pt x="39719" y="286892"/>
                  </a:lnTo>
                  <a:lnTo>
                    <a:pt x="61055" y="286892"/>
                  </a:lnTo>
                  <a:lnTo>
                    <a:pt x="58007" y="2884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141190" y="5194839"/>
              <a:ext cx="309668" cy="202977"/>
            </a:xfrm>
            <a:prstGeom prst="rect">
              <a:avLst/>
            </a:prstGeom>
          </p:spPr>
        </p:pic>
      </p:grpSp>
      <p:sp>
        <p:nvSpPr>
          <p:cNvPr id="116" name="object 116"/>
          <p:cNvSpPr/>
          <p:nvPr/>
        </p:nvSpPr>
        <p:spPr>
          <a:xfrm>
            <a:off x="1501235" y="5194839"/>
            <a:ext cx="273685" cy="200025"/>
          </a:xfrm>
          <a:custGeom>
            <a:avLst/>
            <a:gdLst/>
            <a:ahLst/>
            <a:cxnLst/>
            <a:rect l="l" t="t" r="r" b="b"/>
            <a:pathLst>
              <a:path w="273685" h="200025">
                <a:moveTo>
                  <a:pt x="65246" y="33623"/>
                </a:moveTo>
                <a:lnTo>
                  <a:pt x="30575" y="33623"/>
                </a:lnTo>
                <a:lnTo>
                  <a:pt x="38338" y="25288"/>
                </a:lnTo>
                <a:lnTo>
                  <a:pt x="75533" y="2107"/>
                </a:lnTo>
                <a:lnTo>
                  <a:pt x="90011" y="0"/>
                </a:lnTo>
                <a:lnTo>
                  <a:pt x="105251" y="0"/>
                </a:lnTo>
                <a:lnTo>
                  <a:pt x="111347" y="3047"/>
                </a:lnTo>
                <a:lnTo>
                  <a:pt x="117054" y="4540"/>
                </a:lnTo>
                <a:lnTo>
                  <a:pt x="122110" y="6191"/>
                </a:lnTo>
                <a:lnTo>
                  <a:pt x="126682" y="9239"/>
                </a:lnTo>
                <a:lnTo>
                  <a:pt x="131254" y="13811"/>
                </a:lnTo>
                <a:lnTo>
                  <a:pt x="135826" y="16859"/>
                </a:lnTo>
                <a:lnTo>
                  <a:pt x="143954" y="29051"/>
                </a:lnTo>
                <a:lnTo>
                  <a:pt x="74771" y="29051"/>
                </a:lnTo>
                <a:lnTo>
                  <a:pt x="67151" y="32099"/>
                </a:lnTo>
                <a:lnTo>
                  <a:pt x="65246" y="33623"/>
                </a:lnTo>
                <a:close/>
              </a:path>
              <a:path w="273685" h="200025">
                <a:moveTo>
                  <a:pt x="181927" y="36671"/>
                </a:moveTo>
                <a:lnTo>
                  <a:pt x="146494" y="36671"/>
                </a:lnTo>
                <a:lnTo>
                  <a:pt x="152590" y="29051"/>
                </a:lnTo>
                <a:lnTo>
                  <a:pt x="164782" y="19907"/>
                </a:lnTo>
                <a:lnTo>
                  <a:pt x="169354" y="15335"/>
                </a:lnTo>
                <a:lnTo>
                  <a:pt x="199834" y="0"/>
                </a:lnTo>
                <a:lnTo>
                  <a:pt x="210597" y="0"/>
                </a:lnTo>
                <a:lnTo>
                  <a:pt x="250602" y="13430"/>
                </a:lnTo>
                <a:lnTo>
                  <a:pt x="263267" y="29051"/>
                </a:lnTo>
                <a:lnTo>
                  <a:pt x="195262" y="29051"/>
                </a:lnTo>
                <a:lnTo>
                  <a:pt x="187642" y="32099"/>
                </a:lnTo>
                <a:lnTo>
                  <a:pt x="181927" y="36671"/>
                </a:lnTo>
                <a:close/>
              </a:path>
              <a:path w="273685" h="200025">
                <a:moveTo>
                  <a:pt x="27408" y="4540"/>
                </a:moveTo>
                <a:lnTo>
                  <a:pt x="3167" y="4540"/>
                </a:lnTo>
                <a:lnTo>
                  <a:pt x="4571" y="3047"/>
                </a:lnTo>
                <a:lnTo>
                  <a:pt x="26003" y="3047"/>
                </a:lnTo>
                <a:lnTo>
                  <a:pt x="27408" y="4540"/>
                </a:lnTo>
                <a:close/>
              </a:path>
              <a:path w="273685" h="200025">
                <a:moveTo>
                  <a:pt x="29051" y="6191"/>
                </a:moveTo>
                <a:lnTo>
                  <a:pt x="1524" y="6191"/>
                </a:lnTo>
                <a:lnTo>
                  <a:pt x="1524" y="4540"/>
                </a:lnTo>
                <a:lnTo>
                  <a:pt x="29051" y="4540"/>
                </a:lnTo>
                <a:lnTo>
                  <a:pt x="29051" y="6191"/>
                </a:lnTo>
                <a:close/>
              </a:path>
              <a:path w="273685" h="200025">
                <a:moveTo>
                  <a:pt x="30575" y="198405"/>
                </a:moveTo>
                <a:lnTo>
                  <a:pt x="3048" y="198405"/>
                </a:lnTo>
                <a:lnTo>
                  <a:pt x="0" y="195357"/>
                </a:lnTo>
                <a:lnTo>
                  <a:pt x="0" y="6191"/>
                </a:lnTo>
                <a:lnTo>
                  <a:pt x="30575" y="6191"/>
                </a:lnTo>
                <a:lnTo>
                  <a:pt x="30575" y="33623"/>
                </a:lnTo>
                <a:lnTo>
                  <a:pt x="65246" y="33623"/>
                </a:lnTo>
                <a:lnTo>
                  <a:pt x="33623" y="64103"/>
                </a:lnTo>
                <a:lnTo>
                  <a:pt x="33623" y="195357"/>
                </a:lnTo>
                <a:lnTo>
                  <a:pt x="32099" y="195357"/>
                </a:lnTo>
                <a:lnTo>
                  <a:pt x="32099" y="196881"/>
                </a:lnTo>
                <a:lnTo>
                  <a:pt x="30575" y="198405"/>
                </a:lnTo>
                <a:close/>
              </a:path>
              <a:path w="273685" h="200025">
                <a:moveTo>
                  <a:pt x="152590" y="196881"/>
                </a:moveTo>
                <a:lnTo>
                  <a:pt x="120586" y="196881"/>
                </a:lnTo>
                <a:lnTo>
                  <a:pt x="120586" y="195357"/>
                </a:lnTo>
                <a:lnTo>
                  <a:pt x="119062" y="193833"/>
                </a:lnTo>
                <a:lnTo>
                  <a:pt x="119062" y="65627"/>
                </a:lnTo>
                <a:lnTo>
                  <a:pt x="114490" y="47339"/>
                </a:lnTo>
                <a:lnTo>
                  <a:pt x="111347" y="42767"/>
                </a:lnTo>
                <a:lnTo>
                  <a:pt x="108299" y="38195"/>
                </a:lnTo>
                <a:lnTo>
                  <a:pt x="99155" y="32099"/>
                </a:lnTo>
                <a:lnTo>
                  <a:pt x="90011" y="29051"/>
                </a:lnTo>
                <a:lnTo>
                  <a:pt x="143954" y="29051"/>
                </a:lnTo>
                <a:lnTo>
                  <a:pt x="144970" y="30575"/>
                </a:lnTo>
                <a:lnTo>
                  <a:pt x="146494" y="36671"/>
                </a:lnTo>
                <a:lnTo>
                  <a:pt x="181927" y="36671"/>
                </a:lnTo>
                <a:lnTo>
                  <a:pt x="180022" y="38195"/>
                </a:lnTo>
                <a:lnTo>
                  <a:pt x="173402" y="43314"/>
                </a:lnTo>
                <a:lnTo>
                  <a:pt x="167068" y="49434"/>
                </a:lnTo>
                <a:lnTo>
                  <a:pt x="160734" y="56411"/>
                </a:lnTo>
                <a:lnTo>
                  <a:pt x="154114" y="64103"/>
                </a:lnTo>
                <a:lnTo>
                  <a:pt x="154114" y="193833"/>
                </a:lnTo>
                <a:lnTo>
                  <a:pt x="152590" y="195357"/>
                </a:lnTo>
                <a:lnTo>
                  <a:pt x="152590" y="196881"/>
                </a:lnTo>
                <a:close/>
              </a:path>
              <a:path w="273685" h="200025">
                <a:moveTo>
                  <a:pt x="270033" y="198405"/>
                </a:moveTo>
                <a:lnTo>
                  <a:pt x="242601" y="198405"/>
                </a:lnTo>
                <a:lnTo>
                  <a:pt x="239553" y="195357"/>
                </a:lnTo>
                <a:lnTo>
                  <a:pt x="239553" y="73342"/>
                </a:lnTo>
                <a:lnTo>
                  <a:pt x="238029" y="65627"/>
                </a:lnTo>
                <a:lnTo>
                  <a:pt x="236505" y="59531"/>
                </a:lnTo>
                <a:lnTo>
                  <a:pt x="236505" y="53435"/>
                </a:lnTo>
                <a:lnTo>
                  <a:pt x="233457" y="47339"/>
                </a:lnTo>
                <a:lnTo>
                  <a:pt x="209073" y="29051"/>
                </a:lnTo>
                <a:lnTo>
                  <a:pt x="263267" y="29051"/>
                </a:lnTo>
                <a:lnTo>
                  <a:pt x="272819" y="68596"/>
                </a:lnTo>
                <a:lnTo>
                  <a:pt x="273081" y="195357"/>
                </a:lnTo>
                <a:lnTo>
                  <a:pt x="270033" y="198405"/>
                </a:lnTo>
                <a:close/>
              </a:path>
              <a:path w="273685" h="200025">
                <a:moveTo>
                  <a:pt x="149542" y="198405"/>
                </a:moveTo>
                <a:lnTo>
                  <a:pt x="123634" y="198405"/>
                </a:lnTo>
                <a:lnTo>
                  <a:pt x="122110" y="196881"/>
                </a:lnTo>
                <a:lnTo>
                  <a:pt x="151066" y="196881"/>
                </a:lnTo>
                <a:lnTo>
                  <a:pt x="149542" y="198405"/>
                </a:lnTo>
                <a:close/>
              </a:path>
              <a:path w="273685" h="200025">
                <a:moveTo>
                  <a:pt x="24383" y="199929"/>
                </a:moveTo>
                <a:lnTo>
                  <a:pt x="9144" y="199929"/>
                </a:lnTo>
                <a:lnTo>
                  <a:pt x="6095" y="198405"/>
                </a:lnTo>
                <a:lnTo>
                  <a:pt x="27527" y="198405"/>
                </a:lnTo>
                <a:lnTo>
                  <a:pt x="24383" y="199929"/>
                </a:lnTo>
                <a:close/>
              </a:path>
              <a:path w="273685" h="200025">
                <a:moveTo>
                  <a:pt x="144970" y="199929"/>
                </a:moveTo>
                <a:lnTo>
                  <a:pt x="128206" y="199929"/>
                </a:lnTo>
                <a:lnTo>
                  <a:pt x="126682" y="198405"/>
                </a:lnTo>
                <a:lnTo>
                  <a:pt x="146494" y="198405"/>
                </a:lnTo>
                <a:lnTo>
                  <a:pt x="144970" y="199929"/>
                </a:lnTo>
                <a:close/>
              </a:path>
              <a:path w="273685" h="200025">
                <a:moveTo>
                  <a:pt x="263937" y="199929"/>
                </a:moveTo>
                <a:lnTo>
                  <a:pt x="248697" y="199929"/>
                </a:lnTo>
                <a:lnTo>
                  <a:pt x="245649" y="198405"/>
                </a:lnTo>
                <a:lnTo>
                  <a:pt x="266985" y="198405"/>
                </a:lnTo>
                <a:lnTo>
                  <a:pt x="263937" y="1999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7" name="object 117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920889" y="5121592"/>
            <a:ext cx="1826150" cy="346424"/>
          </a:xfrm>
          <a:prstGeom prst="rect">
            <a:avLst/>
          </a:prstGeom>
        </p:spPr>
      </p:pic>
      <p:pic>
        <p:nvPicPr>
          <p:cNvPr id="118" name="object 118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627030" y="5748813"/>
            <a:ext cx="103727" cy="103822"/>
          </a:xfrm>
          <a:prstGeom prst="rect">
            <a:avLst/>
          </a:prstGeom>
        </p:spPr>
      </p:pic>
      <p:sp>
        <p:nvSpPr>
          <p:cNvPr id="119" name="object 119"/>
          <p:cNvSpPr/>
          <p:nvPr/>
        </p:nvSpPr>
        <p:spPr>
          <a:xfrm>
            <a:off x="985545" y="5661862"/>
            <a:ext cx="391160" cy="287020"/>
          </a:xfrm>
          <a:custGeom>
            <a:avLst/>
            <a:gdLst/>
            <a:ahLst/>
            <a:cxnLst/>
            <a:rect l="l" t="t" r="r" b="b"/>
            <a:pathLst>
              <a:path w="391159" h="287020">
                <a:moveTo>
                  <a:pt x="198412" y="33616"/>
                </a:moveTo>
                <a:lnTo>
                  <a:pt x="196888" y="30568"/>
                </a:lnTo>
                <a:lnTo>
                  <a:pt x="196888" y="25996"/>
                </a:lnTo>
                <a:lnTo>
                  <a:pt x="195364" y="24472"/>
                </a:lnTo>
                <a:lnTo>
                  <a:pt x="195364" y="21424"/>
                </a:lnTo>
                <a:lnTo>
                  <a:pt x="192316" y="21424"/>
                </a:lnTo>
                <a:lnTo>
                  <a:pt x="192316" y="19900"/>
                </a:lnTo>
                <a:lnTo>
                  <a:pt x="4572" y="19900"/>
                </a:lnTo>
                <a:lnTo>
                  <a:pt x="4572" y="21424"/>
                </a:lnTo>
                <a:lnTo>
                  <a:pt x="3048" y="21424"/>
                </a:lnTo>
                <a:lnTo>
                  <a:pt x="1524" y="22948"/>
                </a:lnTo>
                <a:lnTo>
                  <a:pt x="1524" y="24472"/>
                </a:lnTo>
                <a:lnTo>
                  <a:pt x="0" y="25996"/>
                </a:lnTo>
                <a:lnTo>
                  <a:pt x="0" y="45808"/>
                </a:lnTo>
                <a:lnTo>
                  <a:pt x="1524" y="47332"/>
                </a:lnTo>
                <a:lnTo>
                  <a:pt x="1524" y="48856"/>
                </a:lnTo>
                <a:lnTo>
                  <a:pt x="3048" y="48856"/>
                </a:lnTo>
                <a:lnTo>
                  <a:pt x="3048" y="50380"/>
                </a:lnTo>
                <a:lnTo>
                  <a:pt x="80873" y="50380"/>
                </a:lnTo>
                <a:lnTo>
                  <a:pt x="80873" y="282308"/>
                </a:lnTo>
                <a:lnTo>
                  <a:pt x="83921" y="285356"/>
                </a:lnTo>
                <a:lnTo>
                  <a:pt x="85445" y="285356"/>
                </a:lnTo>
                <a:lnTo>
                  <a:pt x="88493" y="286880"/>
                </a:lnTo>
                <a:lnTo>
                  <a:pt x="109918" y="286880"/>
                </a:lnTo>
                <a:lnTo>
                  <a:pt x="111442" y="285356"/>
                </a:lnTo>
                <a:lnTo>
                  <a:pt x="114490" y="285356"/>
                </a:lnTo>
                <a:lnTo>
                  <a:pt x="114490" y="283832"/>
                </a:lnTo>
                <a:lnTo>
                  <a:pt x="116014" y="283832"/>
                </a:lnTo>
                <a:lnTo>
                  <a:pt x="116014" y="50380"/>
                </a:lnTo>
                <a:lnTo>
                  <a:pt x="193840" y="50380"/>
                </a:lnTo>
                <a:lnTo>
                  <a:pt x="195364" y="48856"/>
                </a:lnTo>
                <a:lnTo>
                  <a:pt x="195364" y="47332"/>
                </a:lnTo>
                <a:lnTo>
                  <a:pt x="196888" y="45808"/>
                </a:lnTo>
                <a:lnTo>
                  <a:pt x="196888" y="42760"/>
                </a:lnTo>
                <a:lnTo>
                  <a:pt x="198412" y="41236"/>
                </a:lnTo>
                <a:lnTo>
                  <a:pt x="198412" y="33616"/>
                </a:lnTo>
                <a:close/>
              </a:path>
              <a:path w="391159" h="287020">
                <a:moveTo>
                  <a:pt x="390613" y="283845"/>
                </a:moveTo>
                <a:lnTo>
                  <a:pt x="390550" y="158343"/>
                </a:lnTo>
                <a:lnTo>
                  <a:pt x="380479" y="116014"/>
                </a:lnTo>
                <a:lnTo>
                  <a:pt x="380288" y="115646"/>
                </a:lnTo>
                <a:lnTo>
                  <a:pt x="349211" y="90246"/>
                </a:lnTo>
                <a:lnTo>
                  <a:pt x="324993" y="86956"/>
                </a:lnTo>
                <a:lnTo>
                  <a:pt x="317233" y="87515"/>
                </a:lnTo>
                <a:lnTo>
                  <a:pt x="280555" y="103822"/>
                </a:lnTo>
                <a:lnTo>
                  <a:pt x="265455" y="117538"/>
                </a:lnTo>
                <a:lnTo>
                  <a:pt x="265455" y="4572"/>
                </a:lnTo>
                <a:lnTo>
                  <a:pt x="262407" y="1524"/>
                </a:lnTo>
                <a:lnTo>
                  <a:pt x="259359" y="1524"/>
                </a:lnTo>
                <a:lnTo>
                  <a:pt x="257835" y="0"/>
                </a:lnTo>
                <a:lnTo>
                  <a:pt x="241071" y="0"/>
                </a:lnTo>
                <a:lnTo>
                  <a:pt x="238023" y="1524"/>
                </a:lnTo>
                <a:lnTo>
                  <a:pt x="234975" y="1524"/>
                </a:lnTo>
                <a:lnTo>
                  <a:pt x="233451" y="3048"/>
                </a:lnTo>
                <a:lnTo>
                  <a:pt x="233451" y="4572"/>
                </a:lnTo>
                <a:lnTo>
                  <a:pt x="231927" y="4572"/>
                </a:lnTo>
                <a:lnTo>
                  <a:pt x="231927" y="282321"/>
                </a:lnTo>
                <a:lnTo>
                  <a:pt x="234975" y="285369"/>
                </a:lnTo>
                <a:lnTo>
                  <a:pt x="236499" y="285369"/>
                </a:lnTo>
                <a:lnTo>
                  <a:pt x="238023" y="286893"/>
                </a:lnTo>
                <a:lnTo>
                  <a:pt x="259359" y="286893"/>
                </a:lnTo>
                <a:lnTo>
                  <a:pt x="260883" y="285369"/>
                </a:lnTo>
                <a:lnTo>
                  <a:pt x="263931" y="285369"/>
                </a:lnTo>
                <a:lnTo>
                  <a:pt x="263931" y="283845"/>
                </a:lnTo>
                <a:lnTo>
                  <a:pt x="265455" y="283845"/>
                </a:lnTo>
                <a:lnTo>
                  <a:pt x="265455" y="151066"/>
                </a:lnTo>
                <a:lnTo>
                  <a:pt x="298945" y="121158"/>
                </a:lnTo>
                <a:lnTo>
                  <a:pt x="317373" y="116014"/>
                </a:lnTo>
                <a:lnTo>
                  <a:pt x="324993" y="116014"/>
                </a:lnTo>
                <a:lnTo>
                  <a:pt x="331089" y="117538"/>
                </a:lnTo>
                <a:lnTo>
                  <a:pt x="335661" y="120586"/>
                </a:lnTo>
                <a:lnTo>
                  <a:pt x="340233" y="122110"/>
                </a:lnTo>
                <a:lnTo>
                  <a:pt x="344805" y="126682"/>
                </a:lnTo>
                <a:lnTo>
                  <a:pt x="350901" y="135826"/>
                </a:lnTo>
                <a:lnTo>
                  <a:pt x="352425" y="140398"/>
                </a:lnTo>
                <a:lnTo>
                  <a:pt x="353949" y="146494"/>
                </a:lnTo>
                <a:lnTo>
                  <a:pt x="355714" y="152260"/>
                </a:lnTo>
                <a:lnTo>
                  <a:pt x="356616" y="158343"/>
                </a:lnTo>
                <a:lnTo>
                  <a:pt x="356641" y="158762"/>
                </a:lnTo>
                <a:lnTo>
                  <a:pt x="356946" y="164998"/>
                </a:lnTo>
                <a:lnTo>
                  <a:pt x="356997" y="282321"/>
                </a:lnTo>
                <a:lnTo>
                  <a:pt x="360045" y="285369"/>
                </a:lnTo>
                <a:lnTo>
                  <a:pt x="361569" y="285369"/>
                </a:lnTo>
                <a:lnTo>
                  <a:pt x="363093" y="286893"/>
                </a:lnTo>
                <a:lnTo>
                  <a:pt x="384517" y="286893"/>
                </a:lnTo>
                <a:lnTo>
                  <a:pt x="386041" y="285369"/>
                </a:lnTo>
                <a:lnTo>
                  <a:pt x="389089" y="285369"/>
                </a:lnTo>
                <a:lnTo>
                  <a:pt x="389089" y="283845"/>
                </a:lnTo>
                <a:lnTo>
                  <a:pt x="390613" y="2838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0" name="object 120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1426546" y="5748813"/>
            <a:ext cx="169271" cy="202977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1728679" y="5663374"/>
            <a:ext cx="1432477" cy="358568"/>
          </a:xfrm>
          <a:prstGeom prst="rect">
            <a:avLst/>
          </a:prstGeom>
        </p:spPr>
      </p:pic>
      <p:grpSp>
        <p:nvGrpSpPr>
          <p:cNvPr id="122" name="object 122"/>
          <p:cNvGrpSpPr/>
          <p:nvPr/>
        </p:nvGrpSpPr>
        <p:grpSpPr>
          <a:xfrm>
            <a:off x="3280219" y="5675566"/>
            <a:ext cx="352425" cy="276225"/>
            <a:chOff x="3280219" y="5675566"/>
            <a:chExt cx="352425" cy="276225"/>
          </a:xfrm>
        </p:grpSpPr>
        <p:pic>
          <p:nvPicPr>
            <p:cNvPr id="123" name="object 123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280219" y="5701569"/>
              <a:ext cx="270033" cy="250221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3591401" y="5675566"/>
              <a:ext cx="41275" cy="273685"/>
            </a:xfrm>
            <a:custGeom>
              <a:avLst/>
              <a:gdLst/>
              <a:ahLst/>
              <a:cxnLst/>
              <a:rect l="l" t="t" r="r" b="b"/>
              <a:pathLst>
                <a:path w="41275" h="273685">
                  <a:moveTo>
                    <a:pt x="33623" y="77914"/>
                  </a:moveTo>
                  <a:lnTo>
                    <a:pt x="9144" y="77914"/>
                  </a:lnTo>
                  <a:lnTo>
                    <a:pt x="10668" y="76390"/>
                  </a:lnTo>
                  <a:lnTo>
                    <a:pt x="32099" y="76390"/>
                  </a:lnTo>
                  <a:lnTo>
                    <a:pt x="33623" y="77914"/>
                  </a:lnTo>
                  <a:close/>
                </a:path>
                <a:path w="41275" h="273685">
                  <a:moveTo>
                    <a:pt x="35147" y="271653"/>
                  </a:moveTo>
                  <a:lnTo>
                    <a:pt x="6096" y="271653"/>
                  </a:lnTo>
                  <a:lnTo>
                    <a:pt x="4572" y="270129"/>
                  </a:lnTo>
                  <a:lnTo>
                    <a:pt x="4572" y="79438"/>
                  </a:lnTo>
                  <a:lnTo>
                    <a:pt x="6096" y="77914"/>
                  </a:lnTo>
                  <a:lnTo>
                    <a:pt x="35147" y="77914"/>
                  </a:lnTo>
                  <a:lnTo>
                    <a:pt x="38195" y="80962"/>
                  </a:lnTo>
                  <a:lnTo>
                    <a:pt x="38195" y="268605"/>
                  </a:lnTo>
                  <a:lnTo>
                    <a:pt x="35147" y="271653"/>
                  </a:lnTo>
                  <a:close/>
                </a:path>
                <a:path w="41275" h="273685">
                  <a:moveTo>
                    <a:pt x="32099" y="273177"/>
                  </a:moveTo>
                  <a:lnTo>
                    <a:pt x="10668" y="273177"/>
                  </a:lnTo>
                  <a:lnTo>
                    <a:pt x="9144" y="271653"/>
                  </a:lnTo>
                  <a:lnTo>
                    <a:pt x="33623" y="271653"/>
                  </a:lnTo>
                  <a:lnTo>
                    <a:pt x="32099" y="273177"/>
                  </a:lnTo>
                  <a:close/>
                </a:path>
                <a:path w="41275" h="273685">
                  <a:moveTo>
                    <a:pt x="28956" y="41243"/>
                  </a:moveTo>
                  <a:lnTo>
                    <a:pt x="12192" y="41243"/>
                  </a:lnTo>
                  <a:lnTo>
                    <a:pt x="7620" y="39719"/>
                  </a:lnTo>
                  <a:lnTo>
                    <a:pt x="1524" y="33623"/>
                  </a:lnTo>
                  <a:lnTo>
                    <a:pt x="0" y="29051"/>
                  </a:lnTo>
                  <a:lnTo>
                    <a:pt x="0" y="12287"/>
                  </a:lnTo>
                  <a:lnTo>
                    <a:pt x="1524" y="7715"/>
                  </a:lnTo>
                  <a:lnTo>
                    <a:pt x="4572" y="4572"/>
                  </a:lnTo>
                  <a:lnTo>
                    <a:pt x="7620" y="1524"/>
                  </a:lnTo>
                  <a:lnTo>
                    <a:pt x="13716" y="0"/>
                  </a:lnTo>
                  <a:lnTo>
                    <a:pt x="28956" y="0"/>
                  </a:lnTo>
                  <a:lnTo>
                    <a:pt x="35147" y="1524"/>
                  </a:lnTo>
                  <a:lnTo>
                    <a:pt x="38195" y="4572"/>
                  </a:lnTo>
                  <a:lnTo>
                    <a:pt x="39719" y="7715"/>
                  </a:lnTo>
                  <a:lnTo>
                    <a:pt x="41243" y="12287"/>
                  </a:lnTo>
                  <a:lnTo>
                    <a:pt x="41243" y="27527"/>
                  </a:lnTo>
                  <a:lnTo>
                    <a:pt x="39719" y="33623"/>
                  </a:lnTo>
                  <a:lnTo>
                    <a:pt x="33623" y="39719"/>
                  </a:lnTo>
                  <a:lnTo>
                    <a:pt x="28956" y="41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/>
          <p:nvPr/>
        </p:nvSpPr>
        <p:spPr>
          <a:xfrm>
            <a:off x="3692068" y="5661862"/>
            <a:ext cx="33655" cy="287020"/>
          </a:xfrm>
          <a:custGeom>
            <a:avLst/>
            <a:gdLst/>
            <a:ahLst/>
            <a:cxnLst/>
            <a:rect l="l" t="t" r="r" b="b"/>
            <a:pathLst>
              <a:path w="33654" h="287020">
                <a:moveTo>
                  <a:pt x="32105" y="283845"/>
                </a:moveTo>
                <a:lnTo>
                  <a:pt x="1524" y="283845"/>
                </a:lnTo>
                <a:lnTo>
                  <a:pt x="1524" y="285369"/>
                </a:lnTo>
                <a:lnTo>
                  <a:pt x="4572" y="285369"/>
                </a:lnTo>
                <a:lnTo>
                  <a:pt x="6096" y="286893"/>
                </a:lnTo>
                <a:lnTo>
                  <a:pt x="27533" y="286893"/>
                </a:lnTo>
                <a:lnTo>
                  <a:pt x="29057" y="285369"/>
                </a:lnTo>
                <a:lnTo>
                  <a:pt x="32105" y="285369"/>
                </a:lnTo>
                <a:lnTo>
                  <a:pt x="32105" y="283845"/>
                </a:lnTo>
                <a:close/>
              </a:path>
              <a:path w="33654" h="287020">
                <a:moveTo>
                  <a:pt x="33629" y="3937"/>
                </a:moveTo>
                <a:lnTo>
                  <a:pt x="31724" y="3937"/>
                </a:lnTo>
                <a:lnTo>
                  <a:pt x="31724" y="1397"/>
                </a:lnTo>
                <a:lnTo>
                  <a:pt x="27279" y="1397"/>
                </a:lnTo>
                <a:lnTo>
                  <a:pt x="24485" y="0"/>
                </a:lnTo>
                <a:lnTo>
                  <a:pt x="9144" y="0"/>
                </a:lnTo>
                <a:lnTo>
                  <a:pt x="6350" y="1397"/>
                </a:lnTo>
                <a:lnTo>
                  <a:pt x="1905" y="1397"/>
                </a:lnTo>
                <a:lnTo>
                  <a:pt x="1905" y="3937"/>
                </a:lnTo>
                <a:lnTo>
                  <a:pt x="0" y="3937"/>
                </a:lnTo>
                <a:lnTo>
                  <a:pt x="0" y="283337"/>
                </a:lnTo>
                <a:lnTo>
                  <a:pt x="33629" y="283337"/>
                </a:lnTo>
                <a:lnTo>
                  <a:pt x="33629" y="39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3786663" y="5661850"/>
            <a:ext cx="33655" cy="287020"/>
          </a:xfrm>
          <a:custGeom>
            <a:avLst/>
            <a:gdLst/>
            <a:ahLst/>
            <a:cxnLst/>
            <a:rect l="l" t="t" r="r" b="b"/>
            <a:pathLst>
              <a:path w="33654" h="287020">
                <a:moveTo>
                  <a:pt x="27527" y="1524"/>
                </a:moveTo>
                <a:lnTo>
                  <a:pt x="6096" y="1524"/>
                </a:lnTo>
                <a:lnTo>
                  <a:pt x="9239" y="0"/>
                </a:lnTo>
                <a:lnTo>
                  <a:pt x="26003" y="0"/>
                </a:lnTo>
                <a:lnTo>
                  <a:pt x="27527" y="1524"/>
                </a:lnTo>
                <a:close/>
              </a:path>
              <a:path w="33654" h="287020">
                <a:moveTo>
                  <a:pt x="32099" y="285369"/>
                </a:moveTo>
                <a:lnTo>
                  <a:pt x="3048" y="285369"/>
                </a:lnTo>
                <a:lnTo>
                  <a:pt x="0" y="282321"/>
                </a:lnTo>
                <a:lnTo>
                  <a:pt x="0" y="4572"/>
                </a:lnTo>
                <a:lnTo>
                  <a:pt x="1524" y="4572"/>
                </a:lnTo>
                <a:lnTo>
                  <a:pt x="1524" y="3048"/>
                </a:lnTo>
                <a:lnTo>
                  <a:pt x="3048" y="3048"/>
                </a:lnTo>
                <a:lnTo>
                  <a:pt x="3048" y="1524"/>
                </a:lnTo>
                <a:lnTo>
                  <a:pt x="30575" y="1524"/>
                </a:lnTo>
                <a:lnTo>
                  <a:pt x="33623" y="4572"/>
                </a:lnTo>
                <a:lnTo>
                  <a:pt x="33623" y="283845"/>
                </a:lnTo>
                <a:lnTo>
                  <a:pt x="32099" y="283845"/>
                </a:lnTo>
                <a:lnTo>
                  <a:pt x="32099" y="285369"/>
                </a:lnTo>
                <a:close/>
              </a:path>
              <a:path w="33654" h="287020">
                <a:moveTo>
                  <a:pt x="27527" y="286893"/>
                </a:moveTo>
                <a:lnTo>
                  <a:pt x="6096" y="286893"/>
                </a:lnTo>
                <a:lnTo>
                  <a:pt x="4572" y="285369"/>
                </a:lnTo>
                <a:lnTo>
                  <a:pt x="29051" y="285369"/>
                </a:lnTo>
                <a:lnTo>
                  <a:pt x="27527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7" name="object 127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3966763" y="5660326"/>
            <a:ext cx="1246459" cy="291465"/>
          </a:xfrm>
          <a:prstGeom prst="rect">
            <a:avLst/>
          </a:prstGeom>
        </p:spPr>
      </p:pic>
      <p:sp>
        <p:nvSpPr>
          <p:cNvPr id="128" name="object 128"/>
          <p:cNvSpPr/>
          <p:nvPr/>
        </p:nvSpPr>
        <p:spPr>
          <a:xfrm>
            <a:off x="5352002" y="5661850"/>
            <a:ext cx="153035" cy="287020"/>
          </a:xfrm>
          <a:custGeom>
            <a:avLst/>
            <a:gdLst/>
            <a:ahLst/>
            <a:cxnLst/>
            <a:rect l="l" t="t" r="r" b="b"/>
            <a:pathLst>
              <a:path w="153035" h="287020">
                <a:moveTo>
                  <a:pt x="27527" y="1524"/>
                </a:moveTo>
                <a:lnTo>
                  <a:pt x="7620" y="1524"/>
                </a:lnTo>
                <a:lnTo>
                  <a:pt x="9144" y="0"/>
                </a:lnTo>
                <a:lnTo>
                  <a:pt x="26003" y="0"/>
                </a:lnTo>
                <a:lnTo>
                  <a:pt x="27527" y="1524"/>
                </a:lnTo>
                <a:close/>
              </a:path>
              <a:path w="153035" h="287020">
                <a:moveTo>
                  <a:pt x="32099" y="3048"/>
                </a:moveTo>
                <a:lnTo>
                  <a:pt x="3048" y="3048"/>
                </a:lnTo>
                <a:lnTo>
                  <a:pt x="4572" y="1524"/>
                </a:lnTo>
                <a:lnTo>
                  <a:pt x="30575" y="1524"/>
                </a:lnTo>
                <a:lnTo>
                  <a:pt x="32099" y="3048"/>
                </a:lnTo>
                <a:close/>
              </a:path>
              <a:path w="153035" h="287020">
                <a:moveTo>
                  <a:pt x="35147" y="282321"/>
                </a:moveTo>
                <a:lnTo>
                  <a:pt x="0" y="282321"/>
                </a:lnTo>
                <a:lnTo>
                  <a:pt x="0" y="6096"/>
                </a:lnTo>
                <a:lnTo>
                  <a:pt x="1524" y="4572"/>
                </a:lnTo>
                <a:lnTo>
                  <a:pt x="1524" y="3048"/>
                </a:lnTo>
                <a:lnTo>
                  <a:pt x="33623" y="3048"/>
                </a:lnTo>
                <a:lnTo>
                  <a:pt x="33623" y="4572"/>
                </a:lnTo>
                <a:lnTo>
                  <a:pt x="35147" y="6096"/>
                </a:lnTo>
                <a:lnTo>
                  <a:pt x="35147" y="174021"/>
                </a:lnTo>
                <a:lnTo>
                  <a:pt x="71723" y="174021"/>
                </a:lnTo>
                <a:lnTo>
                  <a:pt x="75296" y="178593"/>
                </a:lnTo>
                <a:lnTo>
                  <a:pt x="35147" y="178593"/>
                </a:lnTo>
                <a:lnTo>
                  <a:pt x="35147" y="282321"/>
                </a:lnTo>
                <a:close/>
              </a:path>
              <a:path w="153035" h="287020">
                <a:moveTo>
                  <a:pt x="140398" y="91630"/>
                </a:moveTo>
                <a:lnTo>
                  <a:pt x="111442" y="91630"/>
                </a:lnTo>
                <a:lnTo>
                  <a:pt x="114490" y="90106"/>
                </a:lnTo>
                <a:lnTo>
                  <a:pt x="138874" y="90106"/>
                </a:lnTo>
                <a:lnTo>
                  <a:pt x="140398" y="91630"/>
                </a:lnTo>
                <a:close/>
              </a:path>
              <a:path w="153035" h="287020">
                <a:moveTo>
                  <a:pt x="71723" y="174021"/>
                </a:moveTo>
                <a:lnTo>
                  <a:pt x="35147" y="174021"/>
                </a:lnTo>
                <a:lnTo>
                  <a:pt x="103822" y="97726"/>
                </a:lnTo>
                <a:lnTo>
                  <a:pt x="109918" y="91630"/>
                </a:lnTo>
                <a:lnTo>
                  <a:pt x="143446" y="91630"/>
                </a:lnTo>
                <a:lnTo>
                  <a:pt x="143446" y="93154"/>
                </a:lnTo>
                <a:lnTo>
                  <a:pt x="144970" y="93154"/>
                </a:lnTo>
                <a:lnTo>
                  <a:pt x="144970" y="99250"/>
                </a:lnTo>
                <a:lnTo>
                  <a:pt x="143446" y="100774"/>
                </a:lnTo>
                <a:lnTo>
                  <a:pt x="143446" y="102298"/>
                </a:lnTo>
                <a:lnTo>
                  <a:pt x="71723" y="174021"/>
                </a:lnTo>
                <a:close/>
              </a:path>
              <a:path w="153035" h="287020">
                <a:moveTo>
                  <a:pt x="149542" y="285369"/>
                </a:moveTo>
                <a:lnTo>
                  <a:pt x="116014" y="285369"/>
                </a:lnTo>
                <a:lnTo>
                  <a:pt x="116014" y="283845"/>
                </a:lnTo>
                <a:lnTo>
                  <a:pt x="114490" y="282321"/>
                </a:lnTo>
                <a:lnTo>
                  <a:pt x="112966" y="282321"/>
                </a:lnTo>
                <a:lnTo>
                  <a:pt x="112966" y="280797"/>
                </a:lnTo>
                <a:lnTo>
                  <a:pt x="35147" y="178593"/>
                </a:lnTo>
                <a:lnTo>
                  <a:pt x="75296" y="178593"/>
                </a:lnTo>
                <a:lnTo>
                  <a:pt x="148018" y="271653"/>
                </a:lnTo>
                <a:lnTo>
                  <a:pt x="149542" y="273177"/>
                </a:lnTo>
                <a:lnTo>
                  <a:pt x="149542" y="274701"/>
                </a:lnTo>
                <a:lnTo>
                  <a:pt x="152590" y="277749"/>
                </a:lnTo>
                <a:lnTo>
                  <a:pt x="152590" y="282321"/>
                </a:lnTo>
                <a:lnTo>
                  <a:pt x="149542" y="285369"/>
                </a:lnTo>
                <a:close/>
              </a:path>
              <a:path w="153035" h="287020">
                <a:moveTo>
                  <a:pt x="32099" y="285369"/>
                </a:moveTo>
                <a:lnTo>
                  <a:pt x="3048" y="285369"/>
                </a:lnTo>
                <a:lnTo>
                  <a:pt x="1524" y="283845"/>
                </a:lnTo>
                <a:lnTo>
                  <a:pt x="1524" y="282321"/>
                </a:lnTo>
                <a:lnTo>
                  <a:pt x="33623" y="282321"/>
                </a:lnTo>
                <a:lnTo>
                  <a:pt x="33623" y="283845"/>
                </a:lnTo>
                <a:lnTo>
                  <a:pt x="32099" y="285369"/>
                </a:lnTo>
                <a:close/>
              </a:path>
              <a:path w="153035" h="287020">
                <a:moveTo>
                  <a:pt x="27527" y="286893"/>
                </a:moveTo>
                <a:lnTo>
                  <a:pt x="7620" y="286893"/>
                </a:lnTo>
                <a:lnTo>
                  <a:pt x="6096" y="285369"/>
                </a:lnTo>
                <a:lnTo>
                  <a:pt x="30575" y="285369"/>
                </a:lnTo>
                <a:lnTo>
                  <a:pt x="27527" y="286893"/>
                </a:lnTo>
                <a:close/>
              </a:path>
              <a:path w="153035" h="287020">
                <a:moveTo>
                  <a:pt x="144970" y="286893"/>
                </a:moveTo>
                <a:lnTo>
                  <a:pt x="120586" y="286893"/>
                </a:lnTo>
                <a:lnTo>
                  <a:pt x="119062" y="285369"/>
                </a:lnTo>
                <a:lnTo>
                  <a:pt x="148018" y="285369"/>
                </a:lnTo>
                <a:lnTo>
                  <a:pt x="144970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9" name="object 129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5751893" y="5748813"/>
            <a:ext cx="184467" cy="202977"/>
          </a:xfrm>
          <a:prstGeom prst="rect">
            <a:avLst/>
          </a:prstGeom>
        </p:spPr>
      </p:pic>
      <p:pic>
        <p:nvPicPr>
          <p:cNvPr id="130" name="object 130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5544311" y="5748813"/>
            <a:ext cx="158591" cy="199929"/>
          </a:xfrm>
          <a:prstGeom prst="rect">
            <a:avLst/>
          </a:prstGeom>
        </p:spPr>
      </p:pic>
      <p:sp>
        <p:nvSpPr>
          <p:cNvPr id="131" name="object 131"/>
          <p:cNvSpPr/>
          <p:nvPr/>
        </p:nvSpPr>
        <p:spPr>
          <a:xfrm>
            <a:off x="5962269" y="5751957"/>
            <a:ext cx="279400" cy="196850"/>
          </a:xfrm>
          <a:custGeom>
            <a:avLst/>
            <a:gdLst/>
            <a:ahLst/>
            <a:cxnLst/>
            <a:rect l="l" t="t" r="r" b="b"/>
            <a:pathLst>
              <a:path w="279400" h="196850">
                <a:moveTo>
                  <a:pt x="32099" y="1524"/>
                </a:moveTo>
                <a:lnTo>
                  <a:pt x="4572" y="1524"/>
                </a:lnTo>
                <a:lnTo>
                  <a:pt x="6096" y="0"/>
                </a:lnTo>
                <a:lnTo>
                  <a:pt x="30575" y="0"/>
                </a:lnTo>
                <a:lnTo>
                  <a:pt x="32099" y="1524"/>
                </a:lnTo>
                <a:close/>
              </a:path>
              <a:path w="279400" h="196850">
                <a:moveTo>
                  <a:pt x="152590" y="1524"/>
                </a:moveTo>
                <a:lnTo>
                  <a:pt x="126682" y="1524"/>
                </a:lnTo>
                <a:lnTo>
                  <a:pt x="128206" y="0"/>
                </a:lnTo>
                <a:lnTo>
                  <a:pt x="151066" y="0"/>
                </a:lnTo>
                <a:lnTo>
                  <a:pt x="152590" y="1524"/>
                </a:lnTo>
                <a:close/>
              </a:path>
              <a:path w="279400" h="196850">
                <a:moveTo>
                  <a:pt x="231860" y="160210"/>
                </a:moveTo>
                <a:lnTo>
                  <a:pt x="201453" y="160210"/>
                </a:lnTo>
                <a:lnTo>
                  <a:pt x="201453" y="158686"/>
                </a:lnTo>
                <a:lnTo>
                  <a:pt x="245649" y="6096"/>
                </a:lnTo>
                <a:lnTo>
                  <a:pt x="245649" y="4572"/>
                </a:lnTo>
                <a:lnTo>
                  <a:pt x="250221" y="0"/>
                </a:lnTo>
                <a:lnTo>
                  <a:pt x="274605" y="0"/>
                </a:lnTo>
                <a:lnTo>
                  <a:pt x="276225" y="1524"/>
                </a:lnTo>
                <a:lnTo>
                  <a:pt x="277749" y="1524"/>
                </a:lnTo>
                <a:lnTo>
                  <a:pt x="279273" y="3048"/>
                </a:lnTo>
                <a:lnTo>
                  <a:pt x="279273" y="10668"/>
                </a:lnTo>
                <a:lnTo>
                  <a:pt x="277749" y="12192"/>
                </a:lnTo>
                <a:lnTo>
                  <a:pt x="277749" y="13716"/>
                </a:lnTo>
                <a:lnTo>
                  <a:pt x="231860" y="160210"/>
                </a:lnTo>
                <a:close/>
              </a:path>
              <a:path w="279400" h="196850">
                <a:moveTo>
                  <a:pt x="100679" y="193738"/>
                </a:moveTo>
                <a:lnTo>
                  <a:pt x="58007" y="193738"/>
                </a:lnTo>
                <a:lnTo>
                  <a:pt x="58007" y="192214"/>
                </a:lnTo>
                <a:lnTo>
                  <a:pt x="56483" y="190690"/>
                </a:lnTo>
                <a:lnTo>
                  <a:pt x="56483" y="189166"/>
                </a:lnTo>
                <a:lnTo>
                  <a:pt x="3048" y="13716"/>
                </a:lnTo>
                <a:lnTo>
                  <a:pt x="1524" y="12192"/>
                </a:lnTo>
                <a:lnTo>
                  <a:pt x="1524" y="7620"/>
                </a:lnTo>
                <a:lnTo>
                  <a:pt x="0" y="6096"/>
                </a:lnTo>
                <a:lnTo>
                  <a:pt x="0" y="4572"/>
                </a:lnTo>
                <a:lnTo>
                  <a:pt x="1524" y="3048"/>
                </a:lnTo>
                <a:lnTo>
                  <a:pt x="1524" y="1524"/>
                </a:lnTo>
                <a:lnTo>
                  <a:pt x="33623" y="1524"/>
                </a:lnTo>
                <a:lnTo>
                  <a:pt x="35147" y="3048"/>
                </a:lnTo>
                <a:lnTo>
                  <a:pt x="35147" y="4572"/>
                </a:lnTo>
                <a:lnTo>
                  <a:pt x="36671" y="6096"/>
                </a:lnTo>
                <a:lnTo>
                  <a:pt x="80867" y="158686"/>
                </a:lnTo>
                <a:lnTo>
                  <a:pt x="80867" y="160210"/>
                </a:lnTo>
                <a:lnTo>
                  <a:pt x="109942" y="160210"/>
                </a:lnTo>
                <a:lnTo>
                  <a:pt x="102298" y="189166"/>
                </a:lnTo>
                <a:lnTo>
                  <a:pt x="102298" y="190690"/>
                </a:lnTo>
                <a:lnTo>
                  <a:pt x="100679" y="192214"/>
                </a:lnTo>
                <a:lnTo>
                  <a:pt x="100679" y="193738"/>
                </a:lnTo>
                <a:close/>
              </a:path>
              <a:path w="279400" h="196850">
                <a:moveTo>
                  <a:pt x="109942" y="160210"/>
                </a:moveTo>
                <a:lnTo>
                  <a:pt x="80867" y="160210"/>
                </a:lnTo>
                <a:lnTo>
                  <a:pt x="80867" y="158686"/>
                </a:lnTo>
                <a:lnTo>
                  <a:pt x="122110" y="6096"/>
                </a:lnTo>
                <a:lnTo>
                  <a:pt x="122110" y="4572"/>
                </a:lnTo>
                <a:lnTo>
                  <a:pt x="123634" y="4572"/>
                </a:lnTo>
                <a:lnTo>
                  <a:pt x="123634" y="3048"/>
                </a:lnTo>
                <a:lnTo>
                  <a:pt x="125158" y="1524"/>
                </a:lnTo>
                <a:lnTo>
                  <a:pt x="154114" y="1524"/>
                </a:lnTo>
                <a:lnTo>
                  <a:pt x="155638" y="3048"/>
                </a:lnTo>
                <a:lnTo>
                  <a:pt x="155638" y="4572"/>
                </a:lnTo>
                <a:lnTo>
                  <a:pt x="157162" y="6096"/>
                </a:lnTo>
                <a:lnTo>
                  <a:pt x="170875" y="53340"/>
                </a:lnTo>
                <a:lnTo>
                  <a:pt x="138874" y="53340"/>
                </a:lnTo>
                <a:lnTo>
                  <a:pt x="137350" y="56388"/>
                </a:lnTo>
                <a:lnTo>
                  <a:pt x="109942" y="160210"/>
                </a:lnTo>
                <a:close/>
              </a:path>
              <a:path w="279400" h="196850">
                <a:moveTo>
                  <a:pt x="219741" y="195262"/>
                </a:moveTo>
                <a:lnTo>
                  <a:pt x="181546" y="195262"/>
                </a:lnTo>
                <a:lnTo>
                  <a:pt x="178498" y="192214"/>
                </a:lnTo>
                <a:lnTo>
                  <a:pt x="178498" y="190690"/>
                </a:lnTo>
                <a:lnTo>
                  <a:pt x="176974" y="189166"/>
                </a:lnTo>
                <a:lnTo>
                  <a:pt x="138874" y="56388"/>
                </a:lnTo>
                <a:lnTo>
                  <a:pt x="138874" y="53340"/>
                </a:lnTo>
                <a:lnTo>
                  <a:pt x="170875" y="53340"/>
                </a:lnTo>
                <a:lnTo>
                  <a:pt x="201453" y="158686"/>
                </a:lnTo>
                <a:lnTo>
                  <a:pt x="201453" y="160210"/>
                </a:lnTo>
                <a:lnTo>
                  <a:pt x="231860" y="160210"/>
                </a:lnTo>
                <a:lnTo>
                  <a:pt x="222789" y="189166"/>
                </a:lnTo>
                <a:lnTo>
                  <a:pt x="222789" y="192214"/>
                </a:lnTo>
                <a:lnTo>
                  <a:pt x="221265" y="193738"/>
                </a:lnTo>
                <a:lnTo>
                  <a:pt x="219741" y="193738"/>
                </a:lnTo>
                <a:lnTo>
                  <a:pt x="219741" y="195262"/>
                </a:lnTo>
                <a:close/>
              </a:path>
              <a:path w="279400" h="196850">
                <a:moveTo>
                  <a:pt x="97631" y="195262"/>
                </a:moveTo>
                <a:lnTo>
                  <a:pt x="61055" y="195262"/>
                </a:lnTo>
                <a:lnTo>
                  <a:pt x="59531" y="193738"/>
                </a:lnTo>
                <a:lnTo>
                  <a:pt x="99155" y="193738"/>
                </a:lnTo>
                <a:lnTo>
                  <a:pt x="97631" y="195262"/>
                </a:lnTo>
                <a:close/>
              </a:path>
              <a:path w="279400" h="196850">
                <a:moveTo>
                  <a:pt x="94583" y="196786"/>
                </a:moveTo>
                <a:lnTo>
                  <a:pt x="65627" y="196786"/>
                </a:lnTo>
                <a:lnTo>
                  <a:pt x="64103" y="195262"/>
                </a:lnTo>
                <a:lnTo>
                  <a:pt x="96107" y="195262"/>
                </a:lnTo>
                <a:lnTo>
                  <a:pt x="94583" y="196786"/>
                </a:lnTo>
                <a:close/>
              </a:path>
              <a:path w="279400" h="196850">
                <a:moveTo>
                  <a:pt x="216693" y="196786"/>
                </a:moveTo>
                <a:lnTo>
                  <a:pt x="187642" y="196786"/>
                </a:lnTo>
                <a:lnTo>
                  <a:pt x="184594" y="195262"/>
                </a:lnTo>
                <a:lnTo>
                  <a:pt x="218217" y="195262"/>
                </a:lnTo>
                <a:lnTo>
                  <a:pt x="216693" y="1967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2" name="object 132"/>
          <p:cNvGrpSpPr/>
          <p:nvPr/>
        </p:nvGrpSpPr>
        <p:grpSpPr>
          <a:xfrm>
            <a:off x="6354413" y="5661850"/>
            <a:ext cx="323850" cy="290195"/>
            <a:chOff x="6354413" y="5661850"/>
            <a:chExt cx="323850" cy="290195"/>
          </a:xfrm>
        </p:grpSpPr>
        <p:pic>
          <p:nvPicPr>
            <p:cNvPr id="133" name="object 133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6354413" y="5701569"/>
              <a:ext cx="120491" cy="250221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6519196" y="5661850"/>
              <a:ext cx="158750" cy="287020"/>
            </a:xfrm>
            <a:custGeom>
              <a:avLst/>
              <a:gdLst/>
              <a:ahLst/>
              <a:cxnLst/>
              <a:rect l="l" t="t" r="r" b="b"/>
              <a:pathLst>
                <a:path w="158750" h="287020">
                  <a:moveTo>
                    <a:pt x="27432" y="1524"/>
                  </a:moveTo>
                  <a:lnTo>
                    <a:pt x="6096" y="1524"/>
                  </a:lnTo>
                  <a:lnTo>
                    <a:pt x="9144" y="0"/>
                  </a:lnTo>
                  <a:lnTo>
                    <a:pt x="25908" y="0"/>
                  </a:lnTo>
                  <a:lnTo>
                    <a:pt x="27432" y="1524"/>
                  </a:lnTo>
                  <a:close/>
                </a:path>
                <a:path w="158750" h="287020">
                  <a:moveTo>
                    <a:pt x="33528" y="283845"/>
                  </a:moveTo>
                  <a:lnTo>
                    <a:pt x="0" y="283845"/>
                  </a:lnTo>
                  <a:lnTo>
                    <a:pt x="0" y="4572"/>
                  </a:lnTo>
                  <a:lnTo>
                    <a:pt x="3048" y="1524"/>
                  </a:lnTo>
                  <a:lnTo>
                    <a:pt x="30480" y="1524"/>
                  </a:lnTo>
                  <a:lnTo>
                    <a:pt x="33528" y="4572"/>
                  </a:lnTo>
                  <a:lnTo>
                    <a:pt x="33528" y="117538"/>
                  </a:lnTo>
                  <a:lnTo>
                    <a:pt x="76012" y="117538"/>
                  </a:lnTo>
                  <a:lnTo>
                    <a:pt x="40386" y="143375"/>
                  </a:lnTo>
                  <a:lnTo>
                    <a:pt x="33528" y="151066"/>
                  </a:lnTo>
                  <a:lnTo>
                    <a:pt x="33528" y="283845"/>
                  </a:lnTo>
                  <a:close/>
                </a:path>
                <a:path w="158750" h="287020">
                  <a:moveTo>
                    <a:pt x="76012" y="117538"/>
                  </a:moveTo>
                  <a:lnTo>
                    <a:pt x="33528" y="117538"/>
                  </a:lnTo>
                  <a:lnTo>
                    <a:pt x="41267" y="110109"/>
                  </a:lnTo>
                  <a:lnTo>
                    <a:pt x="77807" y="89106"/>
                  </a:lnTo>
                  <a:lnTo>
                    <a:pt x="93059" y="86963"/>
                  </a:lnTo>
                  <a:lnTo>
                    <a:pt x="101893" y="87287"/>
                  </a:lnTo>
                  <a:lnTo>
                    <a:pt x="140255" y="104727"/>
                  </a:lnTo>
                  <a:lnTo>
                    <a:pt x="148210" y="116014"/>
                  </a:lnTo>
                  <a:lnTo>
                    <a:pt x="85439" y="116014"/>
                  </a:lnTo>
                  <a:lnTo>
                    <a:pt x="79484" y="116586"/>
                  </a:lnTo>
                  <a:lnTo>
                    <a:pt x="76012" y="117538"/>
                  </a:lnTo>
                  <a:close/>
                </a:path>
                <a:path w="158750" h="287020">
                  <a:moveTo>
                    <a:pt x="157162" y="285369"/>
                  </a:moveTo>
                  <a:lnTo>
                    <a:pt x="126587" y="285369"/>
                  </a:lnTo>
                  <a:lnTo>
                    <a:pt x="126587" y="283845"/>
                  </a:lnTo>
                  <a:lnTo>
                    <a:pt x="125063" y="282321"/>
                  </a:lnTo>
                  <a:lnTo>
                    <a:pt x="125063" y="172497"/>
                  </a:lnTo>
                  <a:lnTo>
                    <a:pt x="124903" y="167925"/>
                  </a:lnTo>
                  <a:lnTo>
                    <a:pt x="124801" y="165005"/>
                  </a:lnTo>
                  <a:lnTo>
                    <a:pt x="124154" y="158774"/>
                  </a:lnTo>
                  <a:lnTo>
                    <a:pt x="124110" y="158353"/>
                  </a:lnTo>
                  <a:lnTo>
                    <a:pt x="108299" y="122110"/>
                  </a:lnTo>
                  <a:lnTo>
                    <a:pt x="103727" y="120586"/>
                  </a:lnTo>
                  <a:lnTo>
                    <a:pt x="97631" y="117538"/>
                  </a:lnTo>
                  <a:lnTo>
                    <a:pt x="93059" y="116014"/>
                  </a:lnTo>
                  <a:lnTo>
                    <a:pt x="148210" y="116014"/>
                  </a:lnTo>
                  <a:lnTo>
                    <a:pt x="158391" y="158353"/>
                  </a:lnTo>
                  <a:lnTo>
                    <a:pt x="158686" y="283845"/>
                  </a:lnTo>
                  <a:lnTo>
                    <a:pt x="157162" y="283845"/>
                  </a:lnTo>
                  <a:lnTo>
                    <a:pt x="157162" y="285369"/>
                  </a:lnTo>
                  <a:close/>
                </a:path>
                <a:path w="158750" h="287020">
                  <a:moveTo>
                    <a:pt x="32004" y="285369"/>
                  </a:moveTo>
                  <a:lnTo>
                    <a:pt x="1524" y="285369"/>
                  </a:lnTo>
                  <a:lnTo>
                    <a:pt x="1524" y="283845"/>
                  </a:lnTo>
                  <a:lnTo>
                    <a:pt x="32004" y="283845"/>
                  </a:lnTo>
                  <a:lnTo>
                    <a:pt x="32004" y="285369"/>
                  </a:lnTo>
                  <a:close/>
                </a:path>
                <a:path w="158750" h="287020">
                  <a:moveTo>
                    <a:pt x="27432" y="286893"/>
                  </a:moveTo>
                  <a:lnTo>
                    <a:pt x="6096" y="286893"/>
                  </a:lnTo>
                  <a:lnTo>
                    <a:pt x="4572" y="285369"/>
                  </a:lnTo>
                  <a:lnTo>
                    <a:pt x="28956" y="285369"/>
                  </a:lnTo>
                  <a:lnTo>
                    <a:pt x="27432" y="286893"/>
                  </a:lnTo>
                  <a:close/>
                </a:path>
                <a:path w="158750" h="287020">
                  <a:moveTo>
                    <a:pt x="152495" y="286893"/>
                  </a:moveTo>
                  <a:lnTo>
                    <a:pt x="131159" y="286893"/>
                  </a:lnTo>
                  <a:lnTo>
                    <a:pt x="129635" y="285369"/>
                  </a:lnTo>
                  <a:lnTo>
                    <a:pt x="154019" y="285369"/>
                  </a:lnTo>
                  <a:lnTo>
                    <a:pt x="152495" y="2868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5" name="object 135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6726650" y="5748813"/>
            <a:ext cx="170878" cy="202977"/>
          </a:xfrm>
          <a:prstGeom prst="rect">
            <a:avLst/>
          </a:prstGeom>
        </p:spPr>
      </p:pic>
      <p:grpSp>
        <p:nvGrpSpPr>
          <p:cNvPr id="136" name="object 136"/>
          <p:cNvGrpSpPr/>
          <p:nvPr/>
        </p:nvGrpSpPr>
        <p:grpSpPr>
          <a:xfrm>
            <a:off x="7040975" y="5661850"/>
            <a:ext cx="752475" cy="360680"/>
            <a:chOff x="7040975" y="5661850"/>
            <a:chExt cx="752475" cy="360680"/>
          </a:xfrm>
        </p:grpSpPr>
        <p:pic>
          <p:nvPicPr>
            <p:cNvPr id="137" name="object 13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040975" y="5748813"/>
              <a:ext cx="108299" cy="199929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7182790" y="5661862"/>
              <a:ext cx="457834" cy="360680"/>
            </a:xfrm>
            <a:custGeom>
              <a:avLst/>
              <a:gdLst/>
              <a:ahLst/>
              <a:cxnLst/>
              <a:rect l="l" t="t" r="r" b="b"/>
              <a:pathLst>
                <a:path w="457834" h="360679">
                  <a:moveTo>
                    <a:pt x="38201" y="94678"/>
                  </a:moveTo>
                  <a:lnTo>
                    <a:pt x="35153" y="91630"/>
                  </a:lnTo>
                  <a:lnTo>
                    <a:pt x="33629" y="91630"/>
                  </a:lnTo>
                  <a:lnTo>
                    <a:pt x="32105" y="90106"/>
                  </a:lnTo>
                  <a:lnTo>
                    <a:pt x="10668" y="90106"/>
                  </a:lnTo>
                  <a:lnTo>
                    <a:pt x="9144" y="91630"/>
                  </a:lnTo>
                  <a:lnTo>
                    <a:pt x="6096" y="91630"/>
                  </a:lnTo>
                  <a:lnTo>
                    <a:pt x="4572" y="93154"/>
                  </a:lnTo>
                  <a:lnTo>
                    <a:pt x="4572" y="283845"/>
                  </a:lnTo>
                  <a:lnTo>
                    <a:pt x="6096" y="285369"/>
                  </a:lnTo>
                  <a:lnTo>
                    <a:pt x="9144" y="285369"/>
                  </a:lnTo>
                  <a:lnTo>
                    <a:pt x="10668" y="286893"/>
                  </a:lnTo>
                  <a:lnTo>
                    <a:pt x="32105" y="286893"/>
                  </a:lnTo>
                  <a:lnTo>
                    <a:pt x="33629" y="285369"/>
                  </a:lnTo>
                  <a:lnTo>
                    <a:pt x="35153" y="285369"/>
                  </a:lnTo>
                  <a:lnTo>
                    <a:pt x="38201" y="282321"/>
                  </a:lnTo>
                  <a:lnTo>
                    <a:pt x="38201" y="94678"/>
                  </a:lnTo>
                  <a:close/>
                </a:path>
                <a:path w="457834" h="360679">
                  <a:moveTo>
                    <a:pt x="41249" y="25996"/>
                  </a:moveTo>
                  <a:lnTo>
                    <a:pt x="39725" y="21424"/>
                  </a:lnTo>
                  <a:lnTo>
                    <a:pt x="36677" y="18288"/>
                  </a:lnTo>
                  <a:lnTo>
                    <a:pt x="35153" y="15240"/>
                  </a:lnTo>
                  <a:lnTo>
                    <a:pt x="29057" y="13716"/>
                  </a:lnTo>
                  <a:lnTo>
                    <a:pt x="12192" y="13716"/>
                  </a:lnTo>
                  <a:lnTo>
                    <a:pt x="7620" y="15240"/>
                  </a:lnTo>
                  <a:lnTo>
                    <a:pt x="4572" y="18288"/>
                  </a:lnTo>
                  <a:lnTo>
                    <a:pt x="1524" y="21424"/>
                  </a:lnTo>
                  <a:lnTo>
                    <a:pt x="0" y="25996"/>
                  </a:lnTo>
                  <a:lnTo>
                    <a:pt x="0" y="42760"/>
                  </a:lnTo>
                  <a:lnTo>
                    <a:pt x="1524" y="47332"/>
                  </a:lnTo>
                  <a:lnTo>
                    <a:pt x="7620" y="53428"/>
                  </a:lnTo>
                  <a:lnTo>
                    <a:pt x="12192" y="54952"/>
                  </a:lnTo>
                  <a:lnTo>
                    <a:pt x="29057" y="54952"/>
                  </a:lnTo>
                  <a:lnTo>
                    <a:pt x="33629" y="53428"/>
                  </a:lnTo>
                  <a:lnTo>
                    <a:pt x="39725" y="47332"/>
                  </a:lnTo>
                  <a:lnTo>
                    <a:pt x="41249" y="41236"/>
                  </a:lnTo>
                  <a:lnTo>
                    <a:pt x="41249" y="25996"/>
                  </a:lnTo>
                  <a:close/>
                </a:path>
                <a:path w="457834" h="360679">
                  <a:moveTo>
                    <a:pt x="254800" y="96189"/>
                  </a:moveTo>
                  <a:lnTo>
                    <a:pt x="253276" y="94665"/>
                  </a:lnTo>
                  <a:lnTo>
                    <a:pt x="251752" y="91617"/>
                  </a:lnTo>
                  <a:lnTo>
                    <a:pt x="201460" y="91617"/>
                  </a:lnTo>
                  <a:lnTo>
                    <a:pt x="201460" y="152577"/>
                  </a:lnTo>
                  <a:lnTo>
                    <a:pt x="201460" y="163347"/>
                  </a:lnTo>
                  <a:lnTo>
                    <a:pt x="199936" y="167919"/>
                  </a:lnTo>
                  <a:lnTo>
                    <a:pt x="169354" y="193827"/>
                  </a:lnTo>
                  <a:lnTo>
                    <a:pt x="163258" y="193827"/>
                  </a:lnTo>
                  <a:lnTo>
                    <a:pt x="126111" y="170383"/>
                  </a:lnTo>
                  <a:lnTo>
                    <a:pt x="123634" y="154101"/>
                  </a:lnTo>
                  <a:lnTo>
                    <a:pt x="123634" y="143433"/>
                  </a:lnTo>
                  <a:lnTo>
                    <a:pt x="149542" y="114477"/>
                  </a:lnTo>
                  <a:lnTo>
                    <a:pt x="155638" y="112953"/>
                  </a:lnTo>
                  <a:lnTo>
                    <a:pt x="161734" y="112953"/>
                  </a:lnTo>
                  <a:lnTo>
                    <a:pt x="196316" y="129654"/>
                  </a:lnTo>
                  <a:lnTo>
                    <a:pt x="201460" y="152577"/>
                  </a:lnTo>
                  <a:lnTo>
                    <a:pt x="201460" y="91617"/>
                  </a:lnTo>
                  <a:lnTo>
                    <a:pt x="192316" y="91617"/>
                  </a:lnTo>
                  <a:lnTo>
                    <a:pt x="183070" y="88569"/>
                  </a:lnTo>
                  <a:lnTo>
                    <a:pt x="178498" y="88569"/>
                  </a:lnTo>
                  <a:lnTo>
                    <a:pt x="173926" y="86956"/>
                  </a:lnTo>
                  <a:lnTo>
                    <a:pt x="163258" y="86956"/>
                  </a:lnTo>
                  <a:lnTo>
                    <a:pt x="121729" y="97332"/>
                  </a:lnTo>
                  <a:lnTo>
                    <a:pt x="96113" y="126669"/>
                  </a:lnTo>
                  <a:lnTo>
                    <a:pt x="91541" y="163347"/>
                  </a:lnTo>
                  <a:lnTo>
                    <a:pt x="93065" y="170967"/>
                  </a:lnTo>
                  <a:lnTo>
                    <a:pt x="94589" y="177063"/>
                  </a:lnTo>
                  <a:lnTo>
                    <a:pt x="97637" y="184683"/>
                  </a:lnTo>
                  <a:lnTo>
                    <a:pt x="100685" y="189255"/>
                  </a:lnTo>
                  <a:lnTo>
                    <a:pt x="105346" y="195351"/>
                  </a:lnTo>
                  <a:lnTo>
                    <a:pt x="99161" y="199923"/>
                  </a:lnTo>
                  <a:lnTo>
                    <a:pt x="96113" y="206019"/>
                  </a:lnTo>
                  <a:lnTo>
                    <a:pt x="91541" y="212115"/>
                  </a:lnTo>
                  <a:lnTo>
                    <a:pt x="88493" y="219735"/>
                  </a:lnTo>
                  <a:lnTo>
                    <a:pt x="86969" y="225920"/>
                  </a:lnTo>
                  <a:lnTo>
                    <a:pt x="86969" y="241160"/>
                  </a:lnTo>
                  <a:lnTo>
                    <a:pt x="88493" y="247256"/>
                  </a:lnTo>
                  <a:lnTo>
                    <a:pt x="94589" y="256400"/>
                  </a:lnTo>
                  <a:lnTo>
                    <a:pt x="100685" y="260972"/>
                  </a:lnTo>
                  <a:lnTo>
                    <a:pt x="106870" y="264020"/>
                  </a:lnTo>
                  <a:lnTo>
                    <a:pt x="102298" y="268592"/>
                  </a:lnTo>
                  <a:lnTo>
                    <a:pt x="99161" y="271640"/>
                  </a:lnTo>
                  <a:lnTo>
                    <a:pt x="94589" y="274688"/>
                  </a:lnTo>
                  <a:lnTo>
                    <a:pt x="91541" y="277736"/>
                  </a:lnTo>
                  <a:lnTo>
                    <a:pt x="91427" y="277914"/>
                  </a:lnTo>
                  <a:lnTo>
                    <a:pt x="88493" y="282308"/>
                  </a:lnTo>
                  <a:lnTo>
                    <a:pt x="86969" y="285356"/>
                  </a:lnTo>
                  <a:lnTo>
                    <a:pt x="83921" y="289928"/>
                  </a:lnTo>
                  <a:lnTo>
                    <a:pt x="82397" y="292976"/>
                  </a:lnTo>
                  <a:lnTo>
                    <a:pt x="82397" y="297649"/>
                  </a:lnTo>
                  <a:lnTo>
                    <a:pt x="79349" y="306793"/>
                  </a:lnTo>
                  <a:lnTo>
                    <a:pt x="79349" y="318985"/>
                  </a:lnTo>
                  <a:lnTo>
                    <a:pt x="80873" y="325081"/>
                  </a:lnTo>
                  <a:lnTo>
                    <a:pt x="110490" y="352323"/>
                  </a:lnTo>
                  <a:lnTo>
                    <a:pt x="152387" y="360083"/>
                  </a:lnTo>
                  <a:lnTo>
                    <a:pt x="165125" y="360083"/>
                  </a:lnTo>
                  <a:lnTo>
                    <a:pt x="178117" y="359752"/>
                  </a:lnTo>
                  <a:lnTo>
                    <a:pt x="175564" y="359752"/>
                  </a:lnTo>
                  <a:lnTo>
                    <a:pt x="184835" y="358990"/>
                  </a:lnTo>
                  <a:lnTo>
                    <a:pt x="225272" y="346125"/>
                  </a:lnTo>
                  <a:lnTo>
                    <a:pt x="238861" y="334175"/>
                  </a:lnTo>
                  <a:lnTo>
                    <a:pt x="240512" y="332511"/>
                  </a:lnTo>
                  <a:lnTo>
                    <a:pt x="244348" y="327482"/>
                  </a:lnTo>
                  <a:lnTo>
                    <a:pt x="247180" y="322033"/>
                  </a:lnTo>
                  <a:lnTo>
                    <a:pt x="250228" y="314413"/>
                  </a:lnTo>
                  <a:lnTo>
                    <a:pt x="253276" y="305269"/>
                  </a:lnTo>
                  <a:lnTo>
                    <a:pt x="253276" y="289928"/>
                  </a:lnTo>
                  <a:lnTo>
                    <a:pt x="251752" y="282308"/>
                  </a:lnTo>
                  <a:lnTo>
                    <a:pt x="248704" y="276212"/>
                  </a:lnTo>
                  <a:lnTo>
                    <a:pt x="246418" y="273164"/>
                  </a:lnTo>
                  <a:lnTo>
                    <a:pt x="244132" y="270116"/>
                  </a:lnTo>
                  <a:lnTo>
                    <a:pt x="241084" y="265544"/>
                  </a:lnTo>
                  <a:lnTo>
                    <a:pt x="228892" y="256400"/>
                  </a:lnTo>
                  <a:lnTo>
                    <a:pt x="222796" y="253352"/>
                  </a:lnTo>
                  <a:lnTo>
                    <a:pt x="218224" y="252437"/>
                  </a:lnTo>
                  <a:lnTo>
                    <a:pt x="218224" y="291452"/>
                  </a:lnTo>
                  <a:lnTo>
                    <a:pt x="218224" y="308317"/>
                  </a:lnTo>
                  <a:lnTo>
                    <a:pt x="190792" y="331177"/>
                  </a:lnTo>
                  <a:lnTo>
                    <a:pt x="185127" y="332892"/>
                  </a:lnTo>
                  <a:lnTo>
                    <a:pt x="185293" y="332892"/>
                  </a:lnTo>
                  <a:lnTo>
                    <a:pt x="178892" y="333844"/>
                  </a:lnTo>
                  <a:lnTo>
                    <a:pt x="172262" y="334175"/>
                  </a:lnTo>
                  <a:lnTo>
                    <a:pt x="162979" y="334175"/>
                  </a:lnTo>
                  <a:lnTo>
                    <a:pt x="150342" y="333844"/>
                  </a:lnTo>
                  <a:lnTo>
                    <a:pt x="152336" y="333844"/>
                  </a:lnTo>
                  <a:lnTo>
                    <a:pt x="142875" y="332892"/>
                  </a:lnTo>
                  <a:lnTo>
                    <a:pt x="134137" y="331012"/>
                  </a:lnTo>
                  <a:lnTo>
                    <a:pt x="126682" y="328129"/>
                  </a:lnTo>
                  <a:lnTo>
                    <a:pt x="117538" y="323557"/>
                  </a:lnTo>
                  <a:lnTo>
                    <a:pt x="112966" y="315937"/>
                  </a:lnTo>
                  <a:lnTo>
                    <a:pt x="112966" y="302221"/>
                  </a:lnTo>
                  <a:lnTo>
                    <a:pt x="114490" y="299173"/>
                  </a:lnTo>
                  <a:lnTo>
                    <a:pt x="114490" y="296125"/>
                  </a:lnTo>
                  <a:lnTo>
                    <a:pt x="116014" y="294500"/>
                  </a:lnTo>
                  <a:lnTo>
                    <a:pt x="119062" y="288404"/>
                  </a:lnTo>
                  <a:lnTo>
                    <a:pt x="122110" y="285356"/>
                  </a:lnTo>
                  <a:lnTo>
                    <a:pt x="123634" y="282308"/>
                  </a:lnTo>
                  <a:lnTo>
                    <a:pt x="126682" y="279260"/>
                  </a:lnTo>
                  <a:lnTo>
                    <a:pt x="131254" y="276212"/>
                  </a:lnTo>
                  <a:lnTo>
                    <a:pt x="134302" y="273164"/>
                  </a:lnTo>
                  <a:lnTo>
                    <a:pt x="190817" y="275005"/>
                  </a:lnTo>
                  <a:lnTo>
                    <a:pt x="218224" y="291452"/>
                  </a:lnTo>
                  <a:lnTo>
                    <a:pt x="218224" y="252437"/>
                  </a:lnTo>
                  <a:lnTo>
                    <a:pt x="215176" y="251828"/>
                  </a:lnTo>
                  <a:lnTo>
                    <a:pt x="209194" y="249834"/>
                  </a:lnTo>
                  <a:lnTo>
                    <a:pt x="202780" y="248399"/>
                  </a:lnTo>
                  <a:lnTo>
                    <a:pt x="196062" y="247548"/>
                  </a:lnTo>
                  <a:lnTo>
                    <a:pt x="141922" y="245732"/>
                  </a:lnTo>
                  <a:lnTo>
                    <a:pt x="134302" y="245732"/>
                  </a:lnTo>
                  <a:lnTo>
                    <a:pt x="128206" y="242684"/>
                  </a:lnTo>
                  <a:lnTo>
                    <a:pt x="119062" y="236588"/>
                  </a:lnTo>
                  <a:lnTo>
                    <a:pt x="117538" y="233540"/>
                  </a:lnTo>
                  <a:lnTo>
                    <a:pt x="117538" y="221259"/>
                  </a:lnTo>
                  <a:lnTo>
                    <a:pt x="119062" y="218211"/>
                  </a:lnTo>
                  <a:lnTo>
                    <a:pt x="120586" y="213639"/>
                  </a:lnTo>
                  <a:lnTo>
                    <a:pt x="123634" y="212115"/>
                  </a:lnTo>
                  <a:lnTo>
                    <a:pt x="125158" y="209067"/>
                  </a:lnTo>
                  <a:lnTo>
                    <a:pt x="134302" y="215163"/>
                  </a:lnTo>
                  <a:lnTo>
                    <a:pt x="141922" y="216687"/>
                  </a:lnTo>
                  <a:lnTo>
                    <a:pt x="148018" y="218211"/>
                  </a:lnTo>
                  <a:lnTo>
                    <a:pt x="155638" y="219735"/>
                  </a:lnTo>
                  <a:lnTo>
                    <a:pt x="163258" y="219735"/>
                  </a:lnTo>
                  <a:lnTo>
                    <a:pt x="171005" y="219443"/>
                  </a:lnTo>
                  <a:lnTo>
                    <a:pt x="204863" y="209067"/>
                  </a:lnTo>
                  <a:lnTo>
                    <a:pt x="209677" y="205727"/>
                  </a:lnTo>
                  <a:lnTo>
                    <a:pt x="215176" y="201447"/>
                  </a:lnTo>
                  <a:lnTo>
                    <a:pt x="221272" y="196875"/>
                  </a:lnTo>
                  <a:lnTo>
                    <a:pt x="223100" y="193827"/>
                  </a:lnTo>
                  <a:lnTo>
                    <a:pt x="234886" y="154101"/>
                  </a:lnTo>
                  <a:lnTo>
                    <a:pt x="234962" y="146392"/>
                  </a:lnTo>
                  <a:lnTo>
                    <a:pt x="231940" y="134289"/>
                  </a:lnTo>
                  <a:lnTo>
                    <a:pt x="228892" y="128193"/>
                  </a:lnTo>
                  <a:lnTo>
                    <a:pt x="225844" y="123621"/>
                  </a:lnTo>
                  <a:lnTo>
                    <a:pt x="221272" y="117525"/>
                  </a:lnTo>
                  <a:lnTo>
                    <a:pt x="251752" y="117525"/>
                  </a:lnTo>
                  <a:lnTo>
                    <a:pt x="253276" y="114477"/>
                  </a:lnTo>
                  <a:lnTo>
                    <a:pt x="254800" y="112953"/>
                  </a:lnTo>
                  <a:lnTo>
                    <a:pt x="254800" y="96189"/>
                  </a:lnTo>
                  <a:close/>
                </a:path>
                <a:path w="457834" h="360679">
                  <a:moveTo>
                    <a:pt x="457771" y="282321"/>
                  </a:moveTo>
                  <a:lnTo>
                    <a:pt x="457682" y="164998"/>
                  </a:lnTo>
                  <a:lnTo>
                    <a:pt x="453199" y="134302"/>
                  </a:lnTo>
                  <a:lnTo>
                    <a:pt x="451739" y="127698"/>
                  </a:lnTo>
                  <a:lnTo>
                    <a:pt x="449541" y="121539"/>
                  </a:lnTo>
                  <a:lnTo>
                    <a:pt x="446671" y="116014"/>
                  </a:lnTo>
                  <a:lnTo>
                    <a:pt x="446481" y="115646"/>
                  </a:lnTo>
                  <a:lnTo>
                    <a:pt x="415480" y="90246"/>
                  </a:lnTo>
                  <a:lnTo>
                    <a:pt x="390626" y="86956"/>
                  </a:lnTo>
                  <a:lnTo>
                    <a:pt x="383527" y="87515"/>
                  </a:lnTo>
                  <a:lnTo>
                    <a:pt x="346519" y="103822"/>
                  </a:lnTo>
                  <a:lnTo>
                    <a:pt x="332613" y="117538"/>
                  </a:lnTo>
                  <a:lnTo>
                    <a:pt x="332613" y="4572"/>
                  </a:lnTo>
                  <a:lnTo>
                    <a:pt x="331089" y="4572"/>
                  </a:lnTo>
                  <a:lnTo>
                    <a:pt x="331089" y="3048"/>
                  </a:lnTo>
                  <a:lnTo>
                    <a:pt x="329565" y="3048"/>
                  </a:lnTo>
                  <a:lnTo>
                    <a:pt x="328041" y="1524"/>
                  </a:lnTo>
                  <a:lnTo>
                    <a:pt x="324993" y="1524"/>
                  </a:lnTo>
                  <a:lnTo>
                    <a:pt x="323469" y="0"/>
                  </a:lnTo>
                  <a:lnTo>
                    <a:pt x="306705" y="0"/>
                  </a:lnTo>
                  <a:lnTo>
                    <a:pt x="305181" y="1524"/>
                  </a:lnTo>
                  <a:lnTo>
                    <a:pt x="302133" y="1524"/>
                  </a:lnTo>
                  <a:lnTo>
                    <a:pt x="300609" y="3048"/>
                  </a:lnTo>
                  <a:lnTo>
                    <a:pt x="299085" y="3048"/>
                  </a:lnTo>
                  <a:lnTo>
                    <a:pt x="299085" y="283845"/>
                  </a:lnTo>
                  <a:lnTo>
                    <a:pt x="300609" y="285369"/>
                  </a:lnTo>
                  <a:lnTo>
                    <a:pt x="303657" y="285369"/>
                  </a:lnTo>
                  <a:lnTo>
                    <a:pt x="305181" y="286893"/>
                  </a:lnTo>
                  <a:lnTo>
                    <a:pt x="326517" y="286893"/>
                  </a:lnTo>
                  <a:lnTo>
                    <a:pt x="328041" y="285369"/>
                  </a:lnTo>
                  <a:lnTo>
                    <a:pt x="329565" y="285369"/>
                  </a:lnTo>
                  <a:lnTo>
                    <a:pt x="332613" y="282321"/>
                  </a:lnTo>
                  <a:lnTo>
                    <a:pt x="332613" y="151066"/>
                  </a:lnTo>
                  <a:lnTo>
                    <a:pt x="339458" y="143370"/>
                  </a:lnTo>
                  <a:lnTo>
                    <a:pt x="371563" y="118300"/>
                  </a:lnTo>
                  <a:lnTo>
                    <a:pt x="384530" y="116014"/>
                  </a:lnTo>
                  <a:lnTo>
                    <a:pt x="390626" y="116014"/>
                  </a:lnTo>
                  <a:lnTo>
                    <a:pt x="396722" y="117538"/>
                  </a:lnTo>
                  <a:lnTo>
                    <a:pt x="401294" y="120586"/>
                  </a:lnTo>
                  <a:lnTo>
                    <a:pt x="407390" y="122110"/>
                  </a:lnTo>
                  <a:lnTo>
                    <a:pt x="423202" y="158343"/>
                  </a:lnTo>
                  <a:lnTo>
                    <a:pt x="423240" y="158762"/>
                  </a:lnTo>
                  <a:lnTo>
                    <a:pt x="423887" y="164998"/>
                  </a:lnTo>
                  <a:lnTo>
                    <a:pt x="423989" y="167919"/>
                  </a:lnTo>
                  <a:lnTo>
                    <a:pt x="424154" y="172491"/>
                  </a:lnTo>
                  <a:lnTo>
                    <a:pt x="424154" y="283845"/>
                  </a:lnTo>
                  <a:lnTo>
                    <a:pt x="425678" y="285369"/>
                  </a:lnTo>
                  <a:lnTo>
                    <a:pt x="428726" y="285369"/>
                  </a:lnTo>
                  <a:lnTo>
                    <a:pt x="430250" y="286893"/>
                  </a:lnTo>
                  <a:lnTo>
                    <a:pt x="451675" y="286893"/>
                  </a:lnTo>
                  <a:lnTo>
                    <a:pt x="453199" y="285369"/>
                  </a:lnTo>
                  <a:lnTo>
                    <a:pt x="454723" y="285369"/>
                  </a:lnTo>
                  <a:lnTo>
                    <a:pt x="457771" y="282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7672578" y="5701569"/>
              <a:ext cx="120491" cy="250221"/>
            </a:xfrm>
            <a:prstGeom prst="rect">
              <a:avLst/>
            </a:prstGeom>
          </p:spPr>
        </p:pic>
      </p:grpSp>
      <p:grpSp>
        <p:nvGrpSpPr>
          <p:cNvPr id="140" name="object 140"/>
          <p:cNvGrpSpPr/>
          <p:nvPr/>
        </p:nvGrpSpPr>
        <p:grpSpPr>
          <a:xfrm>
            <a:off x="7912131" y="5748813"/>
            <a:ext cx="661035" cy="273685"/>
            <a:chOff x="7912131" y="5748813"/>
            <a:chExt cx="661035" cy="273685"/>
          </a:xfrm>
        </p:grpSpPr>
        <p:sp>
          <p:nvSpPr>
            <p:cNvPr id="141" name="object 141"/>
            <p:cNvSpPr/>
            <p:nvPr/>
          </p:nvSpPr>
          <p:spPr>
            <a:xfrm>
              <a:off x="7912131" y="5751957"/>
              <a:ext cx="279400" cy="196850"/>
            </a:xfrm>
            <a:custGeom>
              <a:avLst/>
              <a:gdLst/>
              <a:ahLst/>
              <a:cxnLst/>
              <a:rect l="l" t="t" r="r" b="b"/>
              <a:pathLst>
                <a:path w="279400" h="196850">
                  <a:moveTo>
                    <a:pt x="32003" y="1524"/>
                  </a:moveTo>
                  <a:lnTo>
                    <a:pt x="3047" y="1524"/>
                  </a:lnTo>
                  <a:lnTo>
                    <a:pt x="4571" y="0"/>
                  </a:lnTo>
                  <a:lnTo>
                    <a:pt x="30479" y="0"/>
                  </a:lnTo>
                  <a:lnTo>
                    <a:pt x="32003" y="1524"/>
                  </a:lnTo>
                  <a:close/>
                </a:path>
                <a:path w="279400" h="196850">
                  <a:moveTo>
                    <a:pt x="108655" y="160210"/>
                  </a:moveTo>
                  <a:lnTo>
                    <a:pt x="80867" y="160210"/>
                  </a:lnTo>
                  <a:lnTo>
                    <a:pt x="80867" y="158686"/>
                  </a:lnTo>
                  <a:lnTo>
                    <a:pt x="122015" y="6096"/>
                  </a:lnTo>
                  <a:lnTo>
                    <a:pt x="122015" y="4572"/>
                  </a:lnTo>
                  <a:lnTo>
                    <a:pt x="126587" y="0"/>
                  </a:lnTo>
                  <a:lnTo>
                    <a:pt x="150971" y="0"/>
                  </a:lnTo>
                  <a:lnTo>
                    <a:pt x="152495" y="1524"/>
                  </a:lnTo>
                  <a:lnTo>
                    <a:pt x="154019" y="1524"/>
                  </a:lnTo>
                  <a:lnTo>
                    <a:pt x="154019" y="3048"/>
                  </a:lnTo>
                  <a:lnTo>
                    <a:pt x="155543" y="4572"/>
                  </a:lnTo>
                  <a:lnTo>
                    <a:pt x="155543" y="6096"/>
                  </a:lnTo>
                  <a:lnTo>
                    <a:pt x="169256" y="53340"/>
                  </a:lnTo>
                  <a:lnTo>
                    <a:pt x="137255" y="53340"/>
                  </a:lnTo>
                  <a:lnTo>
                    <a:pt x="137255" y="56388"/>
                  </a:lnTo>
                  <a:lnTo>
                    <a:pt x="108655" y="160210"/>
                  </a:lnTo>
                  <a:close/>
                </a:path>
                <a:path w="279400" h="196850">
                  <a:moveTo>
                    <a:pt x="276129" y="1524"/>
                  </a:moveTo>
                  <a:lnTo>
                    <a:pt x="248697" y="1524"/>
                  </a:lnTo>
                  <a:lnTo>
                    <a:pt x="250221" y="0"/>
                  </a:lnTo>
                  <a:lnTo>
                    <a:pt x="274605" y="0"/>
                  </a:lnTo>
                  <a:lnTo>
                    <a:pt x="276129" y="1524"/>
                  </a:lnTo>
                  <a:close/>
                </a:path>
                <a:path w="279400" h="196850">
                  <a:moveTo>
                    <a:pt x="97631" y="195262"/>
                  </a:moveTo>
                  <a:lnTo>
                    <a:pt x="59435" y="195262"/>
                  </a:lnTo>
                  <a:lnTo>
                    <a:pt x="56388" y="192214"/>
                  </a:lnTo>
                  <a:lnTo>
                    <a:pt x="56388" y="189166"/>
                  </a:lnTo>
                  <a:lnTo>
                    <a:pt x="1523" y="13716"/>
                  </a:lnTo>
                  <a:lnTo>
                    <a:pt x="1523" y="12192"/>
                  </a:lnTo>
                  <a:lnTo>
                    <a:pt x="0" y="10668"/>
                  </a:lnTo>
                  <a:lnTo>
                    <a:pt x="0" y="3048"/>
                  </a:lnTo>
                  <a:lnTo>
                    <a:pt x="1523" y="3048"/>
                  </a:lnTo>
                  <a:lnTo>
                    <a:pt x="1523" y="1524"/>
                  </a:lnTo>
                  <a:lnTo>
                    <a:pt x="33527" y="1524"/>
                  </a:lnTo>
                  <a:lnTo>
                    <a:pt x="33527" y="3048"/>
                  </a:lnTo>
                  <a:lnTo>
                    <a:pt x="35052" y="4572"/>
                  </a:lnTo>
                  <a:lnTo>
                    <a:pt x="35052" y="6096"/>
                  </a:lnTo>
                  <a:lnTo>
                    <a:pt x="79343" y="158686"/>
                  </a:lnTo>
                  <a:lnTo>
                    <a:pt x="80867" y="160210"/>
                  </a:lnTo>
                  <a:lnTo>
                    <a:pt x="108655" y="160210"/>
                  </a:lnTo>
                  <a:lnTo>
                    <a:pt x="100679" y="189166"/>
                  </a:lnTo>
                  <a:lnTo>
                    <a:pt x="100679" y="192214"/>
                  </a:lnTo>
                  <a:lnTo>
                    <a:pt x="97631" y="195262"/>
                  </a:lnTo>
                  <a:close/>
                </a:path>
                <a:path w="279400" h="196850">
                  <a:moveTo>
                    <a:pt x="231513" y="160210"/>
                  </a:moveTo>
                  <a:lnTo>
                    <a:pt x="199834" y="160210"/>
                  </a:lnTo>
                  <a:lnTo>
                    <a:pt x="201358" y="158686"/>
                  </a:lnTo>
                  <a:lnTo>
                    <a:pt x="244030" y="6096"/>
                  </a:lnTo>
                  <a:lnTo>
                    <a:pt x="244030" y="4572"/>
                  </a:lnTo>
                  <a:lnTo>
                    <a:pt x="245649" y="4572"/>
                  </a:lnTo>
                  <a:lnTo>
                    <a:pt x="245649" y="3048"/>
                  </a:lnTo>
                  <a:lnTo>
                    <a:pt x="247173" y="3048"/>
                  </a:lnTo>
                  <a:lnTo>
                    <a:pt x="247173" y="1524"/>
                  </a:lnTo>
                  <a:lnTo>
                    <a:pt x="277653" y="1524"/>
                  </a:lnTo>
                  <a:lnTo>
                    <a:pt x="277653" y="3048"/>
                  </a:lnTo>
                  <a:lnTo>
                    <a:pt x="279177" y="4572"/>
                  </a:lnTo>
                  <a:lnTo>
                    <a:pt x="279177" y="7620"/>
                  </a:lnTo>
                  <a:lnTo>
                    <a:pt x="277653" y="9144"/>
                  </a:lnTo>
                  <a:lnTo>
                    <a:pt x="277653" y="12192"/>
                  </a:lnTo>
                  <a:lnTo>
                    <a:pt x="276129" y="13716"/>
                  </a:lnTo>
                  <a:lnTo>
                    <a:pt x="231513" y="160210"/>
                  </a:lnTo>
                  <a:close/>
                </a:path>
                <a:path w="279400" h="196850">
                  <a:moveTo>
                    <a:pt x="221170" y="193738"/>
                  </a:moveTo>
                  <a:lnTo>
                    <a:pt x="178498" y="193738"/>
                  </a:lnTo>
                  <a:lnTo>
                    <a:pt x="178498" y="192214"/>
                  </a:lnTo>
                  <a:lnTo>
                    <a:pt x="176974" y="190690"/>
                  </a:lnTo>
                  <a:lnTo>
                    <a:pt x="176974" y="189166"/>
                  </a:lnTo>
                  <a:lnTo>
                    <a:pt x="138779" y="56388"/>
                  </a:lnTo>
                  <a:lnTo>
                    <a:pt x="137255" y="53340"/>
                  </a:lnTo>
                  <a:lnTo>
                    <a:pt x="169256" y="53340"/>
                  </a:lnTo>
                  <a:lnTo>
                    <a:pt x="199834" y="158686"/>
                  </a:lnTo>
                  <a:lnTo>
                    <a:pt x="199834" y="160210"/>
                  </a:lnTo>
                  <a:lnTo>
                    <a:pt x="231513" y="160210"/>
                  </a:lnTo>
                  <a:lnTo>
                    <a:pt x="222694" y="189166"/>
                  </a:lnTo>
                  <a:lnTo>
                    <a:pt x="222694" y="190690"/>
                  </a:lnTo>
                  <a:lnTo>
                    <a:pt x="221170" y="192214"/>
                  </a:lnTo>
                  <a:lnTo>
                    <a:pt x="221170" y="193738"/>
                  </a:lnTo>
                  <a:close/>
                </a:path>
                <a:path w="279400" h="196850">
                  <a:moveTo>
                    <a:pt x="218122" y="195262"/>
                  </a:moveTo>
                  <a:lnTo>
                    <a:pt x="181546" y="195262"/>
                  </a:lnTo>
                  <a:lnTo>
                    <a:pt x="180022" y="193738"/>
                  </a:lnTo>
                  <a:lnTo>
                    <a:pt x="219646" y="193738"/>
                  </a:lnTo>
                  <a:lnTo>
                    <a:pt x="218122" y="195262"/>
                  </a:lnTo>
                  <a:close/>
                </a:path>
                <a:path w="279400" h="196850">
                  <a:moveTo>
                    <a:pt x="93059" y="196786"/>
                  </a:moveTo>
                  <a:lnTo>
                    <a:pt x="65531" y="196786"/>
                  </a:lnTo>
                  <a:lnTo>
                    <a:pt x="62483" y="195262"/>
                  </a:lnTo>
                  <a:lnTo>
                    <a:pt x="96107" y="195262"/>
                  </a:lnTo>
                  <a:lnTo>
                    <a:pt x="93059" y="196786"/>
                  </a:lnTo>
                  <a:close/>
                </a:path>
                <a:path w="279400" h="196850">
                  <a:moveTo>
                    <a:pt x="215074" y="196786"/>
                  </a:moveTo>
                  <a:lnTo>
                    <a:pt x="186118" y="196786"/>
                  </a:lnTo>
                  <a:lnTo>
                    <a:pt x="184594" y="195262"/>
                  </a:lnTo>
                  <a:lnTo>
                    <a:pt x="216598" y="195262"/>
                  </a:lnTo>
                  <a:lnTo>
                    <a:pt x="215074" y="1967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8214169" y="5748813"/>
              <a:ext cx="152590" cy="202977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8395716" y="5751956"/>
              <a:ext cx="177165" cy="270510"/>
            </a:xfrm>
            <a:custGeom>
              <a:avLst/>
              <a:gdLst/>
              <a:ahLst/>
              <a:cxnLst/>
              <a:rect l="l" t="t" r="r" b="b"/>
              <a:pathLst>
                <a:path w="177165" h="270510">
                  <a:moveTo>
                    <a:pt x="32099" y="1524"/>
                  </a:moveTo>
                  <a:lnTo>
                    <a:pt x="3048" y="1524"/>
                  </a:lnTo>
                  <a:lnTo>
                    <a:pt x="4572" y="0"/>
                  </a:lnTo>
                  <a:lnTo>
                    <a:pt x="30575" y="0"/>
                  </a:lnTo>
                  <a:lnTo>
                    <a:pt x="32099" y="1524"/>
                  </a:lnTo>
                  <a:close/>
                </a:path>
                <a:path w="177165" h="270510">
                  <a:moveTo>
                    <a:pt x="122833" y="155638"/>
                  </a:moveTo>
                  <a:lnTo>
                    <a:pt x="90011" y="155638"/>
                  </a:lnTo>
                  <a:lnTo>
                    <a:pt x="141922" y="7619"/>
                  </a:lnTo>
                  <a:lnTo>
                    <a:pt x="141922" y="4572"/>
                  </a:lnTo>
                  <a:lnTo>
                    <a:pt x="144970" y="1524"/>
                  </a:lnTo>
                  <a:lnTo>
                    <a:pt x="148018" y="0"/>
                  </a:lnTo>
                  <a:lnTo>
                    <a:pt x="170878" y="0"/>
                  </a:lnTo>
                  <a:lnTo>
                    <a:pt x="173926" y="1524"/>
                  </a:lnTo>
                  <a:lnTo>
                    <a:pt x="176974" y="4572"/>
                  </a:lnTo>
                  <a:lnTo>
                    <a:pt x="176974" y="7619"/>
                  </a:lnTo>
                  <a:lnTo>
                    <a:pt x="175450" y="9143"/>
                  </a:lnTo>
                  <a:lnTo>
                    <a:pt x="175450" y="12192"/>
                  </a:lnTo>
                  <a:lnTo>
                    <a:pt x="122833" y="155638"/>
                  </a:lnTo>
                  <a:close/>
                </a:path>
                <a:path w="177165" h="270510">
                  <a:moveTo>
                    <a:pt x="74771" y="270033"/>
                  </a:moveTo>
                  <a:lnTo>
                    <a:pt x="51911" y="270033"/>
                  </a:lnTo>
                  <a:lnTo>
                    <a:pt x="50387" y="268509"/>
                  </a:lnTo>
                  <a:lnTo>
                    <a:pt x="48863" y="268509"/>
                  </a:lnTo>
                  <a:lnTo>
                    <a:pt x="47339" y="266985"/>
                  </a:lnTo>
                  <a:lnTo>
                    <a:pt x="47339" y="262413"/>
                  </a:lnTo>
                  <a:lnTo>
                    <a:pt x="48863" y="259365"/>
                  </a:lnTo>
                  <a:lnTo>
                    <a:pt x="73247" y="195262"/>
                  </a:lnTo>
                  <a:lnTo>
                    <a:pt x="71723" y="195262"/>
                  </a:lnTo>
                  <a:lnTo>
                    <a:pt x="71723" y="193738"/>
                  </a:lnTo>
                  <a:lnTo>
                    <a:pt x="70199" y="193738"/>
                  </a:lnTo>
                  <a:lnTo>
                    <a:pt x="68675" y="192214"/>
                  </a:lnTo>
                  <a:lnTo>
                    <a:pt x="68675" y="190690"/>
                  </a:lnTo>
                  <a:lnTo>
                    <a:pt x="67151" y="189166"/>
                  </a:lnTo>
                  <a:lnTo>
                    <a:pt x="1524" y="12192"/>
                  </a:lnTo>
                  <a:lnTo>
                    <a:pt x="1524" y="10668"/>
                  </a:lnTo>
                  <a:lnTo>
                    <a:pt x="0" y="7619"/>
                  </a:lnTo>
                  <a:lnTo>
                    <a:pt x="0" y="4572"/>
                  </a:lnTo>
                  <a:lnTo>
                    <a:pt x="1524" y="3048"/>
                  </a:lnTo>
                  <a:lnTo>
                    <a:pt x="1524" y="1524"/>
                  </a:lnTo>
                  <a:lnTo>
                    <a:pt x="33623" y="1524"/>
                  </a:lnTo>
                  <a:lnTo>
                    <a:pt x="36671" y="4572"/>
                  </a:lnTo>
                  <a:lnTo>
                    <a:pt x="36671" y="7619"/>
                  </a:lnTo>
                  <a:lnTo>
                    <a:pt x="90011" y="155638"/>
                  </a:lnTo>
                  <a:lnTo>
                    <a:pt x="122833" y="155638"/>
                  </a:lnTo>
                  <a:lnTo>
                    <a:pt x="108299" y="195262"/>
                  </a:lnTo>
                  <a:lnTo>
                    <a:pt x="83915" y="263937"/>
                  </a:lnTo>
                  <a:lnTo>
                    <a:pt x="83915" y="265461"/>
                  </a:lnTo>
                  <a:lnTo>
                    <a:pt x="74771" y="2700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4" name="object 144"/>
          <p:cNvGrpSpPr/>
          <p:nvPr/>
        </p:nvGrpSpPr>
        <p:grpSpPr>
          <a:xfrm>
            <a:off x="8681084" y="5701569"/>
            <a:ext cx="334010" cy="250825"/>
            <a:chOff x="8681084" y="5701569"/>
            <a:chExt cx="334010" cy="250825"/>
          </a:xfrm>
        </p:grpSpPr>
        <p:pic>
          <p:nvPicPr>
            <p:cNvPr id="145" name="object 14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8681084" y="5701569"/>
              <a:ext cx="120491" cy="250221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8830658" y="5748813"/>
              <a:ext cx="184340" cy="202977"/>
            </a:xfrm>
            <a:prstGeom prst="rect">
              <a:avLst/>
            </a:prstGeom>
          </p:spPr>
        </p:pic>
      </p:grpSp>
      <p:sp>
        <p:nvSpPr>
          <p:cNvPr id="147" name="object 147"/>
          <p:cNvSpPr/>
          <p:nvPr/>
        </p:nvSpPr>
        <p:spPr>
          <a:xfrm>
            <a:off x="988593" y="6113627"/>
            <a:ext cx="191135" cy="288925"/>
          </a:xfrm>
          <a:custGeom>
            <a:avLst/>
            <a:gdLst/>
            <a:ahLst/>
            <a:cxnLst/>
            <a:rect l="l" t="t" r="r" b="b"/>
            <a:pathLst>
              <a:path w="191134" h="288925">
                <a:moveTo>
                  <a:pt x="125158" y="12192"/>
                </a:moveTo>
                <a:lnTo>
                  <a:pt x="123634" y="10668"/>
                </a:lnTo>
                <a:lnTo>
                  <a:pt x="123634" y="9144"/>
                </a:lnTo>
                <a:lnTo>
                  <a:pt x="120586" y="6096"/>
                </a:lnTo>
                <a:lnTo>
                  <a:pt x="119062" y="6096"/>
                </a:lnTo>
                <a:lnTo>
                  <a:pt x="117538" y="4572"/>
                </a:lnTo>
                <a:lnTo>
                  <a:pt x="114490" y="3048"/>
                </a:lnTo>
                <a:lnTo>
                  <a:pt x="111442" y="3048"/>
                </a:lnTo>
                <a:lnTo>
                  <a:pt x="106870" y="1524"/>
                </a:lnTo>
                <a:lnTo>
                  <a:pt x="102298" y="1524"/>
                </a:lnTo>
                <a:lnTo>
                  <a:pt x="97624" y="0"/>
                </a:lnTo>
                <a:lnTo>
                  <a:pt x="93052" y="0"/>
                </a:lnTo>
                <a:lnTo>
                  <a:pt x="53428" y="12192"/>
                </a:lnTo>
                <a:lnTo>
                  <a:pt x="35521" y="47244"/>
                </a:lnTo>
                <a:lnTo>
                  <a:pt x="33616" y="73253"/>
                </a:lnTo>
                <a:lnTo>
                  <a:pt x="33616" y="93065"/>
                </a:lnTo>
                <a:lnTo>
                  <a:pt x="3048" y="93065"/>
                </a:lnTo>
                <a:lnTo>
                  <a:pt x="3048" y="96113"/>
                </a:lnTo>
                <a:lnTo>
                  <a:pt x="1524" y="96113"/>
                </a:lnTo>
                <a:lnTo>
                  <a:pt x="1524" y="102209"/>
                </a:lnTo>
                <a:lnTo>
                  <a:pt x="0" y="103733"/>
                </a:lnTo>
                <a:lnTo>
                  <a:pt x="0" y="111353"/>
                </a:lnTo>
                <a:lnTo>
                  <a:pt x="3048" y="117449"/>
                </a:lnTo>
                <a:lnTo>
                  <a:pt x="3048" y="119062"/>
                </a:lnTo>
                <a:lnTo>
                  <a:pt x="4572" y="120586"/>
                </a:lnTo>
                <a:lnTo>
                  <a:pt x="33616" y="120586"/>
                </a:lnTo>
                <a:lnTo>
                  <a:pt x="33616" y="285369"/>
                </a:lnTo>
                <a:lnTo>
                  <a:pt x="35140" y="285369"/>
                </a:lnTo>
                <a:lnTo>
                  <a:pt x="35140" y="286893"/>
                </a:lnTo>
                <a:lnTo>
                  <a:pt x="38188" y="286893"/>
                </a:lnTo>
                <a:lnTo>
                  <a:pt x="39712" y="288417"/>
                </a:lnTo>
                <a:lnTo>
                  <a:pt x="61048" y="288417"/>
                </a:lnTo>
                <a:lnTo>
                  <a:pt x="62572" y="286893"/>
                </a:lnTo>
                <a:lnTo>
                  <a:pt x="65620" y="286893"/>
                </a:lnTo>
                <a:lnTo>
                  <a:pt x="65620" y="285369"/>
                </a:lnTo>
                <a:lnTo>
                  <a:pt x="67144" y="285369"/>
                </a:lnTo>
                <a:lnTo>
                  <a:pt x="67144" y="120586"/>
                </a:lnTo>
                <a:lnTo>
                  <a:pt x="109918" y="120586"/>
                </a:lnTo>
                <a:lnTo>
                  <a:pt x="112966" y="119062"/>
                </a:lnTo>
                <a:lnTo>
                  <a:pt x="112966" y="117449"/>
                </a:lnTo>
                <a:lnTo>
                  <a:pt x="116014" y="111353"/>
                </a:lnTo>
                <a:lnTo>
                  <a:pt x="116014" y="103733"/>
                </a:lnTo>
                <a:lnTo>
                  <a:pt x="114490" y="102209"/>
                </a:lnTo>
                <a:lnTo>
                  <a:pt x="114490" y="96113"/>
                </a:lnTo>
                <a:lnTo>
                  <a:pt x="112966" y="96113"/>
                </a:lnTo>
                <a:lnTo>
                  <a:pt x="112966" y="94589"/>
                </a:lnTo>
                <a:lnTo>
                  <a:pt x="111442" y="93065"/>
                </a:lnTo>
                <a:lnTo>
                  <a:pt x="67144" y="93065"/>
                </a:lnTo>
                <a:lnTo>
                  <a:pt x="67144" y="58013"/>
                </a:lnTo>
                <a:lnTo>
                  <a:pt x="68668" y="51917"/>
                </a:lnTo>
                <a:lnTo>
                  <a:pt x="70269" y="47015"/>
                </a:lnTo>
                <a:lnTo>
                  <a:pt x="73240" y="38100"/>
                </a:lnTo>
                <a:lnTo>
                  <a:pt x="76288" y="35052"/>
                </a:lnTo>
                <a:lnTo>
                  <a:pt x="77812" y="32004"/>
                </a:lnTo>
                <a:lnTo>
                  <a:pt x="82384" y="30480"/>
                </a:lnTo>
                <a:lnTo>
                  <a:pt x="85432" y="28956"/>
                </a:lnTo>
                <a:lnTo>
                  <a:pt x="105346" y="28956"/>
                </a:lnTo>
                <a:lnTo>
                  <a:pt x="106870" y="30480"/>
                </a:lnTo>
                <a:lnTo>
                  <a:pt x="109918" y="30480"/>
                </a:lnTo>
                <a:lnTo>
                  <a:pt x="111442" y="32004"/>
                </a:lnTo>
                <a:lnTo>
                  <a:pt x="114490" y="32004"/>
                </a:lnTo>
                <a:lnTo>
                  <a:pt x="116014" y="33528"/>
                </a:lnTo>
                <a:lnTo>
                  <a:pt x="119062" y="33528"/>
                </a:lnTo>
                <a:lnTo>
                  <a:pt x="120586" y="35052"/>
                </a:lnTo>
                <a:lnTo>
                  <a:pt x="122110" y="35052"/>
                </a:lnTo>
                <a:lnTo>
                  <a:pt x="122110" y="33528"/>
                </a:lnTo>
                <a:lnTo>
                  <a:pt x="123634" y="33528"/>
                </a:lnTo>
                <a:lnTo>
                  <a:pt x="123634" y="32004"/>
                </a:lnTo>
                <a:lnTo>
                  <a:pt x="125158" y="30480"/>
                </a:lnTo>
                <a:lnTo>
                  <a:pt x="125158" y="28956"/>
                </a:lnTo>
                <a:lnTo>
                  <a:pt x="125158" y="12192"/>
                </a:lnTo>
                <a:close/>
              </a:path>
              <a:path w="191134" h="288925">
                <a:moveTo>
                  <a:pt x="186118" y="94576"/>
                </a:moveTo>
                <a:lnTo>
                  <a:pt x="184594" y="94576"/>
                </a:lnTo>
                <a:lnTo>
                  <a:pt x="184594" y="93052"/>
                </a:lnTo>
                <a:lnTo>
                  <a:pt x="181546" y="93052"/>
                </a:lnTo>
                <a:lnTo>
                  <a:pt x="180022" y="91528"/>
                </a:lnTo>
                <a:lnTo>
                  <a:pt x="158686" y="91528"/>
                </a:lnTo>
                <a:lnTo>
                  <a:pt x="157162" y="93052"/>
                </a:lnTo>
                <a:lnTo>
                  <a:pt x="154114" y="93052"/>
                </a:lnTo>
                <a:lnTo>
                  <a:pt x="154114" y="94576"/>
                </a:lnTo>
                <a:lnTo>
                  <a:pt x="152590" y="94576"/>
                </a:lnTo>
                <a:lnTo>
                  <a:pt x="152590" y="285369"/>
                </a:lnTo>
                <a:lnTo>
                  <a:pt x="154114" y="285369"/>
                </a:lnTo>
                <a:lnTo>
                  <a:pt x="154114" y="286893"/>
                </a:lnTo>
                <a:lnTo>
                  <a:pt x="157162" y="286893"/>
                </a:lnTo>
                <a:lnTo>
                  <a:pt x="158686" y="288417"/>
                </a:lnTo>
                <a:lnTo>
                  <a:pt x="180022" y="288417"/>
                </a:lnTo>
                <a:lnTo>
                  <a:pt x="181546" y="286893"/>
                </a:lnTo>
                <a:lnTo>
                  <a:pt x="184594" y="286893"/>
                </a:lnTo>
                <a:lnTo>
                  <a:pt x="184594" y="285369"/>
                </a:lnTo>
                <a:lnTo>
                  <a:pt x="186118" y="285369"/>
                </a:lnTo>
                <a:lnTo>
                  <a:pt x="186118" y="94576"/>
                </a:lnTo>
                <a:close/>
              </a:path>
              <a:path w="191134" h="288925">
                <a:moveTo>
                  <a:pt x="190792" y="27432"/>
                </a:moveTo>
                <a:lnTo>
                  <a:pt x="189268" y="22860"/>
                </a:lnTo>
                <a:lnTo>
                  <a:pt x="186118" y="19812"/>
                </a:lnTo>
                <a:lnTo>
                  <a:pt x="183070" y="16764"/>
                </a:lnTo>
                <a:lnTo>
                  <a:pt x="176974" y="15240"/>
                </a:lnTo>
                <a:lnTo>
                  <a:pt x="161734" y="15240"/>
                </a:lnTo>
                <a:lnTo>
                  <a:pt x="155638" y="16764"/>
                </a:lnTo>
                <a:lnTo>
                  <a:pt x="149542" y="22860"/>
                </a:lnTo>
                <a:lnTo>
                  <a:pt x="148018" y="27432"/>
                </a:lnTo>
                <a:lnTo>
                  <a:pt x="148018" y="44196"/>
                </a:lnTo>
                <a:lnTo>
                  <a:pt x="149542" y="48768"/>
                </a:lnTo>
                <a:lnTo>
                  <a:pt x="152590" y="51904"/>
                </a:lnTo>
                <a:lnTo>
                  <a:pt x="155638" y="54952"/>
                </a:lnTo>
                <a:lnTo>
                  <a:pt x="161734" y="56476"/>
                </a:lnTo>
                <a:lnTo>
                  <a:pt x="176974" y="56476"/>
                </a:lnTo>
                <a:lnTo>
                  <a:pt x="183070" y="54952"/>
                </a:lnTo>
                <a:lnTo>
                  <a:pt x="189268" y="48768"/>
                </a:lnTo>
                <a:lnTo>
                  <a:pt x="190792" y="42672"/>
                </a:lnTo>
                <a:lnTo>
                  <a:pt x="190792" y="274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235773" y="6115144"/>
            <a:ext cx="35560" cy="287020"/>
          </a:xfrm>
          <a:custGeom>
            <a:avLst/>
            <a:gdLst/>
            <a:ahLst/>
            <a:cxnLst/>
            <a:rect l="l" t="t" r="r" b="b"/>
            <a:pathLst>
              <a:path w="35559" h="287020">
                <a:moveTo>
                  <a:pt x="25908" y="1524"/>
                </a:moveTo>
                <a:lnTo>
                  <a:pt x="9144" y="1524"/>
                </a:lnTo>
                <a:lnTo>
                  <a:pt x="10668" y="0"/>
                </a:lnTo>
                <a:lnTo>
                  <a:pt x="22860" y="0"/>
                </a:lnTo>
                <a:lnTo>
                  <a:pt x="25908" y="1524"/>
                </a:lnTo>
                <a:close/>
              </a:path>
              <a:path w="35559" h="287020">
                <a:moveTo>
                  <a:pt x="32099" y="3048"/>
                </a:moveTo>
                <a:lnTo>
                  <a:pt x="3048" y="3048"/>
                </a:lnTo>
                <a:lnTo>
                  <a:pt x="4572" y="1524"/>
                </a:lnTo>
                <a:lnTo>
                  <a:pt x="30575" y="1524"/>
                </a:lnTo>
                <a:lnTo>
                  <a:pt x="32099" y="3048"/>
                </a:lnTo>
                <a:close/>
              </a:path>
              <a:path w="35559" h="287020">
                <a:moveTo>
                  <a:pt x="35147" y="282321"/>
                </a:moveTo>
                <a:lnTo>
                  <a:pt x="0" y="282321"/>
                </a:lnTo>
                <a:lnTo>
                  <a:pt x="0" y="4572"/>
                </a:lnTo>
                <a:lnTo>
                  <a:pt x="1524" y="4572"/>
                </a:lnTo>
                <a:lnTo>
                  <a:pt x="1524" y="3048"/>
                </a:lnTo>
                <a:lnTo>
                  <a:pt x="33623" y="3048"/>
                </a:lnTo>
                <a:lnTo>
                  <a:pt x="33623" y="4572"/>
                </a:lnTo>
                <a:lnTo>
                  <a:pt x="35147" y="6096"/>
                </a:lnTo>
                <a:lnTo>
                  <a:pt x="35147" y="282321"/>
                </a:lnTo>
                <a:close/>
              </a:path>
              <a:path w="35559" h="287020">
                <a:moveTo>
                  <a:pt x="32099" y="285369"/>
                </a:moveTo>
                <a:lnTo>
                  <a:pt x="3048" y="285369"/>
                </a:lnTo>
                <a:lnTo>
                  <a:pt x="1524" y="283845"/>
                </a:lnTo>
                <a:lnTo>
                  <a:pt x="1524" y="282321"/>
                </a:lnTo>
                <a:lnTo>
                  <a:pt x="33623" y="282321"/>
                </a:lnTo>
                <a:lnTo>
                  <a:pt x="33623" y="283845"/>
                </a:lnTo>
                <a:lnTo>
                  <a:pt x="32099" y="285369"/>
                </a:lnTo>
                <a:close/>
              </a:path>
              <a:path w="35559" h="287020">
                <a:moveTo>
                  <a:pt x="27432" y="286893"/>
                </a:moveTo>
                <a:lnTo>
                  <a:pt x="7620" y="286893"/>
                </a:lnTo>
                <a:lnTo>
                  <a:pt x="4572" y="285369"/>
                </a:lnTo>
                <a:lnTo>
                  <a:pt x="28956" y="285369"/>
                </a:lnTo>
                <a:lnTo>
                  <a:pt x="27432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1333404" y="6115144"/>
            <a:ext cx="33655" cy="287020"/>
          </a:xfrm>
          <a:custGeom>
            <a:avLst/>
            <a:gdLst/>
            <a:ahLst/>
            <a:cxnLst/>
            <a:rect l="l" t="t" r="r" b="b"/>
            <a:pathLst>
              <a:path w="33655" h="287020">
                <a:moveTo>
                  <a:pt x="24479" y="1524"/>
                </a:moveTo>
                <a:lnTo>
                  <a:pt x="7620" y="1524"/>
                </a:lnTo>
                <a:lnTo>
                  <a:pt x="10668" y="0"/>
                </a:lnTo>
                <a:lnTo>
                  <a:pt x="22955" y="0"/>
                </a:lnTo>
                <a:lnTo>
                  <a:pt x="24479" y="1524"/>
                </a:lnTo>
                <a:close/>
              </a:path>
              <a:path w="33655" h="287020">
                <a:moveTo>
                  <a:pt x="30575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29051" y="1524"/>
                </a:lnTo>
                <a:lnTo>
                  <a:pt x="30575" y="3048"/>
                </a:lnTo>
                <a:close/>
              </a:path>
              <a:path w="33655" h="287020">
                <a:moveTo>
                  <a:pt x="30575" y="285369"/>
                </a:moveTo>
                <a:lnTo>
                  <a:pt x="1524" y="285369"/>
                </a:lnTo>
                <a:lnTo>
                  <a:pt x="0" y="283845"/>
                </a:lnTo>
                <a:lnTo>
                  <a:pt x="0" y="3048"/>
                </a:lnTo>
                <a:lnTo>
                  <a:pt x="32099" y="3048"/>
                </a:lnTo>
                <a:lnTo>
                  <a:pt x="32099" y="4572"/>
                </a:lnTo>
                <a:lnTo>
                  <a:pt x="33623" y="4572"/>
                </a:lnTo>
                <a:lnTo>
                  <a:pt x="33623" y="282321"/>
                </a:lnTo>
                <a:lnTo>
                  <a:pt x="30575" y="285369"/>
                </a:lnTo>
                <a:close/>
              </a:path>
              <a:path w="33655" h="287020">
                <a:moveTo>
                  <a:pt x="27527" y="286893"/>
                </a:moveTo>
                <a:lnTo>
                  <a:pt x="6096" y="286893"/>
                </a:lnTo>
                <a:lnTo>
                  <a:pt x="4572" y="285369"/>
                </a:lnTo>
                <a:lnTo>
                  <a:pt x="29051" y="285369"/>
                </a:lnTo>
                <a:lnTo>
                  <a:pt x="27527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0" name="object 150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1498187" y="6156293"/>
            <a:ext cx="120586" cy="248792"/>
          </a:xfrm>
          <a:prstGeom prst="rect">
            <a:avLst/>
          </a:prstGeom>
        </p:spPr>
      </p:pic>
      <p:sp>
        <p:nvSpPr>
          <p:cNvPr id="151" name="object 151"/>
          <p:cNvSpPr/>
          <p:nvPr/>
        </p:nvSpPr>
        <p:spPr>
          <a:xfrm>
            <a:off x="1664493" y="6115144"/>
            <a:ext cx="158750" cy="287020"/>
          </a:xfrm>
          <a:custGeom>
            <a:avLst/>
            <a:gdLst/>
            <a:ahLst/>
            <a:cxnLst/>
            <a:rect l="l" t="t" r="r" b="b"/>
            <a:pathLst>
              <a:path w="158750" h="287020">
                <a:moveTo>
                  <a:pt x="24384" y="1524"/>
                </a:moveTo>
                <a:lnTo>
                  <a:pt x="7620" y="1524"/>
                </a:lnTo>
                <a:lnTo>
                  <a:pt x="10668" y="0"/>
                </a:lnTo>
                <a:lnTo>
                  <a:pt x="22860" y="0"/>
                </a:lnTo>
                <a:lnTo>
                  <a:pt x="24384" y="1524"/>
                </a:lnTo>
                <a:close/>
              </a:path>
              <a:path w="158750" h="287020">
                <a:moveTo>
                  <a:pt x="30480" y="3048"/>
                </a:moveTo>
                <a:lnTo>
                  <a:pt x="1524" y="3048"/>
                </a:lnTo>
                <a:lnTo>
                  <a:pt x="3048" y="1524"/>
                </a:lnTo>
                <a:lnTo>
                  <a:pt x="28956" y="1524"/>
                </a:lnTo>
                <a:lnTo>
                  <a:pt x="30480" y="3048"/>
                </a:lnTo>
                <a:close/>
              </a:path>
              <a:path w="158750" h="287020">
                <a:moveTo>
                  <a:pt x="30480" y="285369"/>
                </a:moveTo>
                <a:lnTo>
                  <a:pt x="1524" y="285369"/>
                </a:lnTo>
                <a:lnTo>
                  <a:pt x="0" y="283845"/>
                </a:lnTo>
                <a:lnTo>
                  <a:pt x="0" y="3048"/>
                </a:lnTo>
                <a:lnTo>
                  <a:pt x="32004" y="3048"/>
                </a:lnTo>
                <a:lnTo>
                  <a:pt x="32004" y="4572"/>
                </a:lnTo>
                <a:lnTo>
                  <a:pt x="33528" y="4572"/>
                </a:lnTo>
                <a:lnTo>
                  <a:pt x="33528" y="117538"/>
                </a:lnTo>
                <a:lnTo>
                  <a:pt x="75075" y="117538"/>
                </a:lnTo>
                <a:lnTo>
                  <a:pt x="72485" y="118252"/>
                </a:lnTo>
                <a:lnTo>
                  <a:pt x="40417" y="143375"/>
                </a:lnTo>
                <a:lnTo>
                  <a:pt x="33528" y="151066"/>
                </a:lnTo>
                <a:lnTo>
                  <a:pt x="33528" y="282321"/>
                </a:lnTo>
                <a:lnTo>
                  <a:pt x="30480" y="285369"/>
                </a:lnTo>
                <a:close/>
              </a:path>
              <a:path w="158750" h="287020">
                <a:moveTo>
                  <a:pt x="75075" y="117538"/>
                </a:moveTo>
                <a:lnTo>
                  <a:pt x="33528" y="117538"/>
                </a:lnTo>
                <a:lnTo>
                  <a:pt x="40464" y="110053"/>
                </a:lnTo>
                <a:lnTo>
                  <a:pt x="77057" y="89058"/>
                </a:lnTo>
                <a:lnTo>
                  <a:pt x="91535" y="86963"/>
                </a:lnTo>
                <a:lnTo>
                  <a:pt x="100393" y="87272"/>
                </a:lnTo>
                <a:lnTo>
                  <a:pt x="139492" y="105275"/>
                </a:lnTo>
                <a:lnTo>
                  <a:pt x="146986" y="115919"/>
                </a:lnTo>
                <a:lnTo>
                  <a:pt x="85439" y="115919"/>
                </a:lnTo>
                <a:lnTo>
                  <a:pt x="78819" y="116505"/>
                </a:lnTo>
                <a:lnTo>
                  <a:pt x="75075" y="117538"/>
                </a:lnTo>
                <a:close/>
              </a:path>
              <a:path w="158750" h="287020">
                <a:moveTo>
                  <a:pt x="155638" y="285369"/>
                </a:moveTo>
                <a:lnTo>
                  <a:pt x="126682" y="285369"/>
                </a:lnTo>
                <a:lnTo>
                  <a:pt x="125158" y="283845"/>
                </a:lnTo>
                <a:lnTo>
                  <a:pt x="125158" y="282321"/>
                </a:lnTo>
                <a:lnTo>
                  <a:pt x="123539" y="282321"/>
                </a:lnTo>
                <a:lnTo>
                  <a:pt x="123539" y="154114"/>
                </a:lnTo>
                <a:lnTo>
                  <a:pt x="122015" y="148018"/>
                </a:lnTo>
                <a:lnTo>
                  <a:pt x="120491" y="140398"/>
                </a:lnTo>
                <a:lnTo>
                  <a:pt x="111347" y="126682"/>
                </a:lnTo>
                <a:lnTo>
                  <a:pt x="106775" y="122110"/>
                </a:lnTo>
                <a:lnTo>
                  <a:pt x="102203" y="120586"/>
                </a:lnTo>
                <a:lnTo>
                  <a:pt x="97631" y="117538"/>
                </a:lnTo>
                <a:lnTo>
                  <a:pt x="91535" y="115919"/>
                </a:lnTo>
                <a:lnTo>
                  <a:pt x="146986" y="115919"/>
                </a:lnTo>
                <a:lnTo>
                  <a:pt x="149923" y="121527"/>
                </a:lnTo>
                <a:lnTo>
                  <a:pt x="152447" y="127704"/>
                </a:lnTo>
                <a:lnTo>
                  <a:pt x="154114" y="134302"/>
                </a:lnTo>
                <a:lnTo>
                  <a:pt x="156114" y="141684"/>
                </a:lnTo>
                <a:lnTo>
                  <a:pt x="157543" y="149923"/>
                </a:lnTo>
                <a:lnTo>
                  <a:pt x="158400" y="158734"/>
                </a:lnTo>
                <a:lnTo>
                  <a:pt x="158686" y="167830"/>
                </a:lnTo>
                <a:lnTo>
                  <a:pt x="158686" y="282321"/>
                </a:lnTo>
                <a:lnTo>
                  <a:pt x="155638" y="285369"/>
                </a:lnTo>
                <a:close/>
              </a:path>
              <a:path w="158750" h="287020">
                <a:moveTo>
                  <a:pt x="27432" y="286893"/>
                </a:moveTo>
                <a:lnTo>
                  <a:pt x="6096" y="286893"/>
                </a:lnTo>
                <a:lnTo>
                  <a:pt x="4572" y="285369"/>
                </a:lnTo>
                <a:lnTo>
                  <a:pt x="28956" y="285369"/>
                </a:lnTo>
                <a:lnTo>
                  <a:pt x="27432" y="286893"/>
                </a:lnTo>
                <a:close/>
              </a:path>
              <a:path w="158750" h="287020">
                <a:moveTo>
                  <a:pt x="151066" y="286893"/>
                </a:moveTo>
                <a:lnTo>
                  <a:pt x="131254" y="286893"/>
                </a:lnTo>
                <a:lnTo>
                  <a:pt x="129730" y="285369"/>
                </a:lnTo>
                <a:lnTo>
                  <a:pt x="154114" y="285369"/>
                </a:lnTo>
                <a:lnTo>
                  <a:pt x="151066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2" name="object 152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1872031" y="6202108"/>
            <a:ext cx="169271" cy="202977"/>
          </a:xfrm>
          <a:prstGeom prst="rect">
            <a:avLst/>
          </a:prstGeom>
        </p:spPr>
      </p:pic>
      <p:grpSp>
        <p:nvGrpSpPr>
          <p:cNvPr id="153" name="object 153"/>
          <p:cNvGrpSpPr/>
          <p:nvPr/>
        </p:nvGrpSpPr>
        <p:grpSpPr>
          <a:xfrm>
            <a:off x="2161889" y="6156293"/>
            <a:ext cx="299085" cy="248920"/>
            <a:chOff x="2161889" y="6156293"/>
            <a:chExt cx="299085" cy="248920"/>
          </a:xfrm>
        </p:grpSpPr>
        <p:pic>
          <p:nvPicPr>
            <p:cNvPr id="154" name="object 154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2161889" y="6156293"/>
              <a:ext cx="120491" cy="248792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309812" y="6202108"/>
              <a:ext cx="151066" cy="202977"/>
            </a:xfrm>
            <a:prstGeom prst="rect">
              <a:avLst/>
            </a:prstGeom>
          </p:spPr>
        </p:pic>
      </p:grpSp>
      <p:sp>
        <p:nvSpPr>
          <p:cNvPr id="156" name="object 156"/>
          <p:cNvSpPr/>
          <p:nvPr/>
        </p:nvSpPr>
        <p:spPr>
          <a:xfrm>
            <a:off x="2521934" y="6115145"/>
            <a:ext cx="170815" cy="290195"/>
          </a:xfrm>
          <a:custGeom>
            <a:avLst/>
            <a:gdLst/>
            <a:ahLst/>
            <a:cxnLst/>
            <a:rect l="l" t="t" r="r" b="b"/>
            <a:pathLst>
              <a:path w="170814" h="290195">
                <a:moveTo>
                  <a:pt x="25908" y="1524"/>
                </a:moveTo>
                <a:lnTo>
                  <a:pt x="9144" y="1524"/>
                </a:lnTo>
                <a:lnTo>
                  <a:pt x="12192" y="0"/>
                </a:lnTo>
                <a:lnTo>
                  <a:pt x="24384" y="0"/>
                </a:lnTo>
                <a:lnTo>
                  <a:pt x="25908" y="1524"/>
                </a:lnTo>
                <a:close/>
              </a:path>
              <a:path w="170814" h="290195">
                <a:moveTo>
                  <a:pt x="32004" y="3047"/>
                </a:moveTo>
                <a:lnTo>
                  <a:pt x="3048" y="3047"/>
                </a:lnTo>
                <a:lnTo>
                  <a:pt x="4572" y="1524"/>
                </a:lnTo>
                <a:lnTo>
                  <a:pt x="30480" y="1524"/>
                </a:lnTo>
                <a:lnTo>
                  <a:pt x="32004" y="3047"/>
                </a:lnTo>
                <a:close/>
              </a:path>
              <a:path w="170814" h="290195">
                <a:moveTo>
                  <a:pt x="28956" y="285368"/>
                </a:moveTo>
                <a:lnTo>
                  <a:pt x="3048" y="285368"/>
                </a:lnTo>
                <a:lnTo>
                  <a:pt x="1524" y="283844"/>
                </a:lnTo>
                <a:lnTo>
                  <a:pt x="1524" y="282320"/>
                </a:lnTo>
                <a:lnTo>
                  <a:pt x="0" y="282320"/>
                </a:lnTo>
                <a:lnTo>
                  <a:pt x="0" y="6095"/>
                </a:lnTo>
                <a:lnTo>
                  <a:pt x="1524" y="4571"/>
                </a:lnTo>
                <a:lnTo>
                  <a:pt x="1524" y="3047"/>
                </a:lnTo>
                <a:lnTo>
                  <a:pt x="33528" y="3047"/>
                </a:lnTo>
                <a:lnTo>
                  <a:pt x="33528" y="4571"/>
                </a:lnTo>
                <a:lnTo>
                  <a:pt x="35052" y="6095"/>
                </a:lnTo>
                <a:lnTo>
                  <a:pt x="35052" y="117538"/>
                </a:lnTo>
                <a:lnTo>
                  <a:pt x="76295" y="117538"/>
                </a:lnTo>
                <a:lnTo>
                  <a:pt x="67151" y="120586"/>
                </a:lnTo>
                <a:lnTo>
                  <a:pt x="62579" y="123634"/>
                </a:lnTo>
                <a:lnTo>
                  <a:pt x="54959" y="131254"/>
                </a:lnTo>
                <a:lnTo>
                  <a:pt x="50292" y="135826"/>
                </a:lnTo>
                <a:lnTo>
                  <a:pt x="44196" y="140398"/>
                </a:lnTo>
                <a:lnTo>
                  <a:pt x="39624" y="144970"/>
                </a:lnTo>
                <a:lnTo>
                  <a:pt x="35052" y="152590"/>
                </a:lnTo>
                <a:lnTo>
                  <a:pt x="35052" y="225837"/>
                </a:lnTo>
                <a:lnTo>
                  <a:pt x="67675" y="255801"/>
                </a:lnTo>
                <a:lnTo>
                  <a:pt x="72362" y="257936"/>
                </a:lnTo>
                <a:lnTo>
                  <a:pt x="30480" y="257936"/>
                </a:lnTo>
                <a:lnTo>
                  <a:pt x="30480" y="283844"/>
                </a:lnTo>
                <a:lnTo>
                  <a:pt x="28956" y="283844"/>
                </a:lnTo>
                <a:lnTo>
                  <a:pt x="28956" y="285368"/>
                </a:lnTo>
                <a:close/>
              </a:path>
              <a:path w="170814" h="290195">
                <a:moveTo>
                  <a:pt x="80867" y="117538"/>
                </a:moveTo>
                <a:lnTo>
                  <a:pt x="35052" y="117538"/>
                </a:lnTo>
                <a:lnTo>
                  <a:pt x="39624" y="111347"/>
                </a:lnTo>
                <a:lnTo>
                  <a:pt x="45720" y="106775"/>
                </a:lnTo>
                <a:lnTo>
                  <a:pt x="50292" y="103727"/>
                </a:lnTo>
                <a:lnTo>
                  <a:pt x="54959" y="99155"/>
                </a:lnTo>
                <a:lnTo>
                  <a:pt x="61055" y="96107"/>
                </a:lnTo>
                <a:lnTo>
                  <a:pt x="65627" y="94583"/>
                </a:lnTo>
                <a:lnTo>
                  <a:pt x="70413" y="91463"/>
                </a:lnTo>
                <a:lnTo>
                  <a:pt x="74771" y="90011"/>
                </a:lnTo>
                <a:lnTo>
                  <a:pt x="80867" y="88487"/>
                </a:lnTo>
                <a:lnTo>
                  <a:pt x="85439" y="86963"/>
                </a:lnTo>
                <a:lnTo>
                  <a:pt x="96107" y="86963"/>
                </a:lnTo>
                <a:lnTo>
                  <a:pt x="105846" y="87510"/>
                </a:lnTo>
                <a:lnTo>
                  <a:pt x="142827" y="104108"/>
                </a:lnTo>
                <a:lnTo>
                  <a:pt x="152590" y="115919"/>
                </a:lnTo>
                <a:lnTo>
                  <a:pt x="85439" y="115919"/>
                </a:lnTo>
                <a:lnTo>
                  <a:pt x="80867" y="117538"/>
                </a:lnTo>
                <a:close/>
              </a:path>
              <a:path w="170814" h="290195">
                <a:moveTo>
                  <a:pt x="150601" y="260984"/>
                </a:moveTo>
                <a:lnTo>
                  <a:pt x="96107" y="260984"/>
                </a:lnTo>
                <a:lnTo>
                  <a:pt x="103727" y="257936"/>
                </a:lnTo>
                <a:lnTo>
                  <a:pt x="109823" y="254888"/>
                </a:lnTo>
                <a:lnTo>
                  <a:pt x="115919" y="250221"/>
                </a:lnTo>
                <a:lnTo>
                  <a:pt x="120491" y="244125"/>
                </a:lnTo>
                <a:lnTo>
                  <a:pt x="123573" y="237983"/>
                </a:lnTo>
                <a:lnTo>
                  <a:pt x="128111" y="231933"/>
                </a:lnTo>
                <a:lnTo>
                  <a:pt x="129635" y="224313"/>
                </a:lnTo>
                <a:lnTo>
                  <a:pt x="132683" y="215169"/>
                </a:lnTo>
                <a:lnTo>
                  <a:pt x="133564" y="209192"/>
                </a:lnTo>
                <a:lnTo>
                  <a:pt x="134016" y="202787"/>
                </a:lnTo>
                <a:lnTo>
                  <a:pt x="134146" y="197596"/>
                </a:lnTo>
                <a:lnTo>
                  <a:pt x="134183" y="182348"/>
                </a:lnTo>
                <a:lnTo>
                  <a:pt x="134033" y="176133"/>
                </a:lnTo>
                <a:lnTo>
                  <a:pt x="125063" y="138874"/>
                </a:lnTo>
                <a:lnTo>
                  <a:pt x="97631" y="115919"/>
                </a:lnTo>
                <a:lnTo>
                  <a:pt x="152590" y="115919"/>
                </a:lnTo>
                <a:lnTo>
                  <a:pt x="168306" y="157187"/>
                </a:lnTo>
                <a:lnTo>
                  <a:pt x="170532" y="175462"/>
                </a:lnTo>
                <a:lnTo>
                  <a:pt x="170592" y="176133"/>
                </a:lnTo>
                <a:lnTo>
                  <a:pt x="170768" y="182348"/>
                </a:lnTo>
                <a:lnTo>
                  <a:pt x="170795" y="189261"/>
                </a:lnTo>
                <a:lnTo>
                  <a:pt x="170609" y="196095"/>
                </a:lnTo>
                <a:lnTo>
                  <a:pt x="170568" y="197596"/>
                </a:lnTo>
                <a:lnTo>
                  <a:pt x="169545" y="208692"/>
                </a:lnTo>
                <a:lnTo>
                  <a:pt x="167663" y="219217"/>
                </a:lnTo>
                <a:lnTo>
                  <a:pt x="164782" y="228885"/>
                </a:lnTo>
                <a:lnTo>
                  <a:pt x="162186" y="237983"/>
                </a:lnTo>
                <a:lnTo>
                  <a:pt x="158944" y="246626"/>
                </a:lnTo>
                <a:lnTo>
                  <a:pt x="158877" y="246804"/>
                </a:lnTo>
                <a:lnTo>
                  <a:pt x="154802" y="254888"/>
                </a:lnTo>
                <a:lnTo>
                  <a:pt x="154709" y="255072"/>
                </a:lnTo>
                <a:lnTo>
                  <a:pt x="150601" y="260984"/>
                </a:lnTo>
                <a:close/>
              </a:path>
              <a:path w="170814" h="290195">
                <a:moveTo>
                  <a:pt x="91535" y="289940"/>
                </a:moveTo>
                <a:lnTo>
                  <a:pt x="85439" y="289940"/>
                </a:lnTo>
                <a:lnTo>
                  <a:pt x="79343" y="288416"/>
                </a:lnTo>
                <a:lnTo>
                  <a:pt x="74771" y="288416"/>
                </a:lnTo>
                <a:lnTo>
                  <a:pt x="65627" y="285368"/>
                </a:lnTo>
                <a:lnTo>
                  <a:pt x="59531" y="282320"/>
                </a:lnTo>
                <a:lnTo>
                  <a:pt x="54959" y="279272"/>
                </a:lnTo>
                <a:lnTo>
                  <a:pt x="50292" y="276224"/>
                </a:lnTo>
                <a:lnTo>
                  <a:pt x="45720" y="273176"/>
                </a:lnTo>
                <a:lnTo>
                  <a:pt x="30480" y="257936"/>
                </a:lnTo>
                <a:lnTo>
                  <a:pt x="72362" y="257936"/>
                </a:lnTo>
                <a:lnTo>
                  <a:pt x="74009" y="258687"/>
                </a:lnTo>
                <a:lnTo>
                  <a:pt x="80343" y="260412"/>
                </a:lnTo>
                <a:lnTo>
                  <a:pt x="86963" y="260984"/>
                </a:lnTo>
                <a:lnTo>
                  <a:pt x="150601" y="260984"/>
                </a:lnTo>
                <a:lnTo>
                  <a:pt x="149542" y="262508"/>
                </a:lnTo>
                <a:lnTo>
                  <a:pt x="117222" y="285368"/>
                </a:lnTo>
                <a:lnTo>
                  <a:pt x="100417" y="289393"/>
                </a:lnTo>
                <a:lnTo>
                  <a:pt x="91535" y="289940"/>
                </a:lnTo>
                <a:close/>
              </a:path>
              <a:path w="170814" h="290195">
                <a:moveTo>
                  <a:pt x="24384" y="286892"/>
                </a:moveTo>
                <a:lnTo>
                  <a:pt x="6096" y="286892"/>
                </a:lnTo>
                <a:lnTo>
                  <a:pt x="4572" y="285368"/>
                </a:lnTo>
                <a:lnTo>
                  <a:pt x="25908" y="285368"/>
                </a:lnTo>
                <a:lnTo>
                  <a:pt x="24384" y="2868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2743104" y="6115144"/>
            <a:ext cx="33655" cy="287020"/>
          </a:xfrm>
          <a:custGeom>
            <a:avLst/>
            <a:gdLst/>
            <a:ahLst/>
            <a:cxnLst/>
            <a:rect l="l" t="t" r="r" b="b"/>
            <a:pathLst>
              <a:path w="33655" h="287020">
                <a:moveTo>
                  <a:pt x="24479" y="1524"/>
                </a:moveTo>
                <a:lnTo>
                  <a:pt x="9239" y="1524"/>
                </a:lnTo>
                <a:lnTo>
                  <a:pt x="10763" y="0"/>
                </a:lnTo>
                <a:lnTo>
                  <a:pt x="22955" y="0"/>
                </a:lnTo>
                <a:lnTo>
                  <a:pt x="24479" y="1524"/>
                </a:lnTo>
                <a:close/>
              </a:path>
              <a:path w="33655" h="287020">
                <a:moveTo>
                  <a:pt x="32099" y="285369"/>
                </a:moveTo>
                <a:lnTo>
                  <a:pt x="1524" y="285369"/>
                </a:lnTo>
                <a:lnTo>
                  <a:pt x="1524" y="283845"/>
                </a:lnTo>
                <a:lnTo>
                  <a:pt x="0" y="283845"/>
                </a:lnTo>
                <a:lnTo>
                  <a:pt x="0" y="4572"/>
                </a:lnTo>
                <a:lnTo>
                  <a:pt x="3048" y="1524"/>
                </a:lnTo>
                <a:lnTo>
                  <a:pt x="30575" y="1524"/>
                </a:lnTo>
                <a:lnTo>
                  <a:pt x="32099" y="3048"/>
                </a:lnTo>
                <a:lnTo>
                  <a:pt x="32099" y="4572"/>
                </a:lnTo>
                <a:lnTo>
                  <a:pt x="33623" y="4572"/>
                </a:lnTo>
                <a:lnTo>
                  <a:pt x="33623" y="282321"/>
                </a:lnTo>
                <a:lnTo>
                  <a:pt x="32099" y="283845"/>
                </a:lnTo>
                <a:lnTo>
                  <a:pt x="32099" y="285369"/>
                </a:lnTo>
                <a:close/>
              </a:path>
              <a:path w="33655" h="287020">
                <a:moveTo>
                  <a:pt x="27527" y="286893"/>
                </a:moveTo>
                <a:lnTo>
                  <a:pt x="6191" y="286893"/>
                </a:lnTo>
                <a:lnTo>
                  <a:pt x="4572" y="285369"/>
                </a:lnTo>
                <a:lnTo>
                  <a:pt x="29051" y="285369"/>
                </a:lnTo>
                <a:lnTo>
                  <a:pt x="27527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8" name="object 158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2827102" y="6202108"/>
            <a:ext cx="169272" cy="202977"/>
          </a:xfrm>
          <a:prstGeom prst="rect">
            <a:avLst/>
          </a:prstGeom>
        </p:spPr>
      </p:pic>
      <p:sp>
        <p:nvSpPr>
          <p:cNvPr id="159" name="object 159"/>
          <p:cNvSpPr/>
          <p:nvPr/>
        </p:nvSpPr>
        <p:spPr>
          <a:xfrm>
            <a:off x="3046761" y="6354698"/>
            <a:ext cx="44450" cy="47625"/>
          </a:xfrm>
          <a:custGeom>
            <a:avLst/>
            <a:gdLst/>
            <a:ahLst/>
            <a:cxnLst/>
            <a:rect l="l" t="t" r="r" b="b"/>
            <a:pathLst>
              <a:path w="44450" h="47625">
                <a:moveTo>
                  <a:pt x="30479" y="47339"/>
                </a:moveTo>
                <a:lnTo>
                  <a:pt x="13715" y="47339"/>
                </a:lnTo>
                <a:lnTo>
                  <a:pt x="7619" y="45815"/>
                </a:lnTo>
                <a:lnTo>
                  <a:pt x="1523" y="39719"/>
                </a:lnTo>
                <a:lnTo>
                  <a:pt x="0" y="33623"/>
                </a:lnTo>
                <a:lnTo>
                  <a:pt x="0" y="15335"/>
                </a:lnTo>
                <a:lnTo>
                  <a:pt x="1523" y="9144"/>
                </a:lnTo>
                <a:lnTo>
                  <a:pt x="4571" y="4572"/>
                </a:lnTo>
                <a:lnTo>
                  <a:pt x="7619" y="1524"/>
                </a:lnTo>
                <a:lnTo>
                  <a:pt x="13715" y="0"/>
                </a:lnTo>
                <a:lnTo>
                  <a:pt x="30479" y="0"/>
                </a:lnTo>
                <a:lnTo>
                  <a:pt x="35051" y="1524"/>
                </a:lnTo>
                <a:lnTo>
                  <a:pt x="41147" y="7620"/>
                </a:lnTo>
                <a:lnTo>
                  <a:pt x="44195" y="13716"/>
                </a:lnTo>
                <a:lnTo>
                  <a:pt x="44195" y="24479"/>
                </a:lnTo>
                <a:lnTo>
                  <a:pt x="44195" y="33623"/>
                </a:lnTo>
                <a:lnTo>
                  <a:pt x="42671" y="39719"/>
                </a:lnTo>
                <a:lnTo>
                  <a:pt x="38099" y="42767"/>
                </a:lnTo>
                <a:lnTo>
                  <a:pt x="35051" y="45815"/>
                </a:lnTo>
                <a:lnTo>
                  <a:pt x="30479" y="473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4151" y="393191"/>
            <a:ext cx="9161145" cy="1513840"/>
            <a:chOff x="454151" y="393191"/>
            <a:chExt cx="9161145" cy="1513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8112" y="440436"/>
              <a:ext cx="6748271" cy="13959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73392" y="821045"/>
              <a:ext cx="5898184" cy="55246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65135" y="440436"/>
              <a:ext cx="981456" cy="1395983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8982" y="7268909"/>
            <a:ext cx="68580" cy="10829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34650" y="2064829"/>
            <a:ext cx="624205" cy="287020"/>
            <a:chOff x="634650" y="2064829"/>
            <a:chExt cx="624205" cy="287020"/>
          </a:xfrm>
        </p:grpSpPr>
        <p:sp>
          <p:nvSpPr>
            <p:cNvPr id="8" name="object 8"/>
            <p:cNvSpPr/>
            <p:nvPr/>
          </p:nvSpPr>
          <p:spPr>
            <a:xfrm>
              <a:off x="634650" y="2064829"/>
              <a:ext cx="158750" cy="283845"/>
            </a:xfrm>
            <a:custGeom>
              <a:avLst/>
              <a:gdLst/>
              <a:ahLst/>
              <a:cxnLst/>
              <a:rect l="l" t="t" r="r" b="b"/>
              <a:pathLst>
                <a:path w="158750" h="283844">
                  <a:moveTo>
                    <a:pt x="54959" y="280797"/>
                  </a:moveTo>
                  <a:lnTo>
                    <a:pt x="4572" y="280797"/>
                  </a:lnTo>
                  <a:lnTo>
                    <a:pt x="0" y="276225"/>
                  </a:lnTo>
                  <a:lnTo>
                    <a:pt x="0" y="10668"/>
                  </a:lnTo>
                  <a:lnTo>
                    <a:pt x="1524" y="6096"/>
                  </a:lnTo>
                  <a:lnTo>
                    <a:pt x="4572" y="3048"/>
                  </a:lnTo>
                  <a:lnTo>
                    <a:pt x="9144" y="1524"/>
                  </a:lnTo>
                  <a:lnTo>
                    <a:pt x="12192" y="0"/>
                  </a:lnTo>
                  <a:lnTo>
                    <a:pt x="154114" y="0"/>
                  </a:lnTo>
                  <a:lnTo>
                    <a:pt x="155638" y="1524"/>
                  </a:lnTo>
                  <a:lnTo>
                    <a:pt x="155638" y="3048"/>
                  </a:lnTo>
                  <a:lnTo>
                    <a:pt x="157162" y="4572"/>
                  </a:lnTo>
                  <a:lnTo>
                    <a:pt x="157162" y="6096"/>
                  </a:lnTo>
                  <a:lnTo>
                    <a:pt x="158686" y="9144"/>
                  </a:lnTo>
                  <a:lnTo>
                    <a:pt x="158686" y="36671"/>
                  </a:lnTo>
                  <a:lnTo>
                    <a:pt x="157162" y="39719"/>
                  </a:lnTo>
                  <a:lnTo>
                    <a:pt x="157162" y="41243"/>
                  </a:lnTo>
                  <a:lnTo>
                    <a:pt x="155638" y="42767"/>
                  </a:lnTo>
                  <a:lnTo>
                    <a:pt x="155638" y="44291"/>
                  </a:lnTo>
                  <a:lnTo>
                    <a:pt x="154114" y="45815"/>
                  </a:lnTo>
                  <a:lnTo>
                    <a:pt x="58007" y="45815"/>
                  </a:lnTo>
                  <a:lnTo>
                    <a:pt x="58007" y="122110"/>
                  </a:lnTo>
                  <a:lnTo>
                    <a:pt x="146494" y="122110"/>
                  </a:lnTo>
                  <a:lnTo>
                    <a:pt x="148018" y="123634"/>
                  </a:lnTo>
                  <a:lnTo>
                    <a:pt x="149542" y="123634"/>
                  </a:lnTo>
                  <a:lnTo>
                    <a:pt x="151066" y="125158"/>
                  </a:lnTo>
                  <a:lnTo>
                    <a:pt x="151066" y="128206"/>
                  </a:lnTo>
                  <a:lnTo>
                    <a:pt x="152590" y="129730"/>
                  </a:lnTo>
                  <a:lnTo>
                    <a:pt x="152590" y="137350"/>
                  </a:lnTo>
                  <a:lnTo>
                    <a:pt x="154114" y="140398"/>
                  </a:lnTo>
                  <a:lnTo>
                    <a:pt x="154114" y="154114"/>
                  </a:lnTo>
                  <a:lnTo>
                    <a:pt x="152590" y="155638"/>
                  </a:lnTo>
                  <a:lnTo>
                    <a:pt x="152590" y="161734"/>
                  </a:lnTo>
                  <a:lnTo>
                    <a:pt x="151066" y="163258"/>
                  </a:lnTo>
                  <a:lnTo>
                    <a:pt x="151066" y="164782"/>
                  </a:lnTo>
                  <a:lnTo>
                    <a:pt x="146494" y="169354"/>
                  </a:lnTo>
                  <a:lnTo>
                    <a:pt x="58007" y="169354"/>
                  </a:lnTo>
                  <a:lnTo>
                    <a:pt x="58007" y="277749"/>
                  </a:lnTo>
                  <a:lnTo>
                    <a:pt x="56483" y="277749"/>
                  </a:lnTo>
                  <a:lnTo>
                    <a:pt x="56483" y="279273"/>
                  </a:lnTo>
                  <a:lnTo>
                    <a:pt x="54959" y="280797"/>
                  </a:lnTo>
                  <a:close/>
                </a:path>
                <a:path w="158750" h="283844">
                  <a:moveTo>
                    <a:pt x="50387" y="282321"/>
                  </a:moveTo>
                  <a:lnTo>
                    <a:pt x="9144" y="282321"/>
                  </a:lnTo>
                  <a:lnTo>
                    <a:pt x="6096" y="280797"/>
                  </a:lnTo>
                  <a:lnTo>
                    <a:pt x="51911" y="280797"/>
                  </a:lnTo>
                  <a:lnTo>
                    <a:pt x="50387" y="282321"/>
                  </a:lnTo>
                  <a:close/>
                </a:path>
                <a:path w="158750" h="283844">
                  <a:moveTo>
                    <a:pt x="42767" y="283845"/>
                  </a:moveTo>
                  <a:lnTo>
                    <a:pt x="15240" y="283845"/>
                  </a:lnTo>
                  <a:lnTo>
                    <a:pt x="12192" y="282321"/>
                  </a:lnTo>
                  <a:lnTo>
                    <a:pt x="47339" y="282321"/>
                  </a:lnTo>
                  <a:lnTo>
                    <a:pt x="42767" y="283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0769" y="2131980"/>
              <a:ext cx="208764" cy="2197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2514" y="2136552"/>
              <a:ext cx="186118" cy="215169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15116" y="2131980"/>
            <a:ext cx="125158" cy="21669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76006" y="2049589"/>
            <a:ext cx="907732" cy="302133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2625648" y="2049589"/>
            <a:ext cx="300990" cy="299085"/>
          </a:xfrm>
          <a:custGeom>
            <a:avLst/>
            <a:gdLst/>
            <a:ahLst/>
            <a:cxnLst/>
            <a:rect l="l" t="t" r="r" b="b"/>
            <a:pathLst>
              <a:path w="300989" h="299085">
                <a:moveTo>
                  <a:pt x="205930" y="286893"/>
                </a:moveTo>
                <a:lnTo>
                  <a:pt x="204406" y="285369"/>
                </a:lnTo>
                <a:lnTo>
                  <a:pt x="204406" y="282321"/>
                </a:lnTo>
                <a:lnTo>
                  <a:pt x="199834" y="273177"/>
                </a:lnTo>
                <a:lnTo>
                  <a:pt x="121513" y="155638"/>
                </a:lnTo>
                <a:lnTo>
                  <a:pt x="114401" y="144970"/>
                </a:lnTo>
                <a:lnTo>
                  <a:pt x="115557" y="143446"/>
                </a:lnTo>
                <a:lnTo>
                  <a:pt x="192214" y="42672"/>
                </a:lnTo>
                <a:lnTo>
                  <a:pt x="195262" y="36576"/>
                </a:lnTo>
                <a:lnTo>
                  <a:pt x="198310" y="33528"/>
                </a:lnTo>
                <a:lnTo>
                  <a:pt x="201358" y="27432"/>
                </a:lnTo>
                <a:lnTo>
                  <a:pt x="201358" y="19812"/>
                </a:lnTo>
                <a:lnTo>
                  <a:pt x="198310" y="16764"/>
                </a:lnTo>
                <a:lnTo>
                  <a:pt x="195262" y="15240"/>
                </a:lnTo>
                <a:lnTo>
                  <a:pt x="193738" y="15240"/>
                </a:lnTo>
                <a:lnTo>
                  <a:pt x="190690" y="13716"/>
                </a:lnTo>
                <a:lnTo>
                  <a:pt x="154114" y="13716"/>
                </a:lnTo>
                <a:lnTo>
                  <a:pt x="151066" y="15240"/>
                </a:lnTo>
                <a:lnTo>
                  <a:pt x="149542" y="15240"/>
                </a:lnTo>
                <a:lnTo>
                  <a:pt x="146494" y="16764"/>
                </a:lnTo>
                <a:lnTo>
                  <a:pt x="144970" y="16764"/>
                </a:lnTo>
                <a:lnTo>
                  <a:pt x="140398" y="21336"/>
                </a:lnTo>
                <a:lnTo>
                  <a:pt x="140398" y="22860"/>
                </a:lnTo>
                <a:lnTo>
                  <a:pt x="56489" y="143446"/>
                </a:lnTo>
                <a:lnTo>
                  <a:pt x="56489" y="19812"/>
                </a:lnTo>
                <a:lnTo>
                  <a:pt x="54965" y="18288"/>
                </a:lnTo>
                <a:lnTo>
                  <a:pt x="54965" y="16764"/>
                </a:lnTo>
                <a:lnTo>
                  <a:pt x="53441" y="16764"/>
                </a:lnTo>
                <a:lnTo>
                  <a:pt x="50393" y="15240"/>
                </a:lnTo>
                <a:lnTo>
                  <a:pt x="48869" y="15240"/>
                </a:lnTo>
                <a:lnTo>
                  <a:pt x="45821" y="13716"/>
                </a:lnTo>
                <a:lnTo>
                  <a:pt x="10668" y="13716"/>
                </a:lnTo>
                <a:lnTo>
                  <a:pt x="7620" y="15240"/>
                </a:lnTo>
                <a:lnTo>
                  <a:pt x="6096" y="15240"/>
                </a:lnTo>
                <a:lnTo>
                  <a:pt x="3048" y="16764"/>
                </a:lnTo>
                <a:lnTo>
                  <a:pt x="1524" y="16764"/>
                </a:lnTo>
                <a:lnTo>
                  <a:pt x="0" y="18288"/>
                </a:lnTo>
                <a:lnTo>
                  <a:pt x="0" y="292989"/>
                </a:lnTo>
                <a:lnTo>
                  <a:pt x="3048" y="296037"/>
                </a:lnTo>
                <a:lnTo>
                  <a:pt x="6096" y="296037"/>
                </a:lnTo>
                <a:lnTo>
                  <a:pt x="7620" y="297561"/>
                </a:lnTo>
                <a:lnTo>
                  <a:pt x="10668" y="297561"/>
                </a:lnTo>
                <a:lnTo>
                  <a:pt x="13716" y="299085"/>
                </a:lnTo>
                <a:lnTo>
                  <a:pt x="42773" y="299085"/>
                </a:lnTo>
                <a:lnTo>
                  <a:pt x="45821" y="297561"/>
                </a:lnTo>
                <a:lnTo>
                  <a:pt x="48869" y="297561"/>
                </a:lnTo>
                <a:lnTo>
                  <a:pt x="50393" y="296037"/>
                </a:lnTo>
                <a:lnTo>
                  <a:pt x="53441" y="296037"/>
                </a:lnTo>
                <a:lnTo>
                  <a:pt x="54965" y="294513"/>
                </a:lnTo>
                <a:lnTo>
                  <a:pt x="54965" y="292989"/>
                </a:lnTo>
                <a:lnTo>
                  <a:pt x="56489" y="292989"/>
                </a:lnTo>
                <a:lnTo>
                  <a:pt x="56489" y="155638"/>
                </a:lnTo>
                <a:lnTo>
                  <a:pt x="141922" y="289941"/>
                </a:lnTo>
                <a:lnTo>
                  <a:pt x="148018" y="296037"/>
                </a:lnTo>
                <a:lnTo>
                  <a:pt x="151066" y="297561"/>
                </a:lnTo>
                <a:lnTo>
                  <a:pt x="155638" y="297561"/>
                </a:lnTo>
                <a:lnTo>
                  <a:pt x="160210" y="299085"/>
                </a:lnTo>
                <a:lnTo>
                  <a:pt x="190690" y="299085"/>
                </a:lnTo>
                <a:lnTo>
                  <a:pt x="195262" y="297561"/>
                </a:lnTo>
                <a:lnTo>
                  <a:pt x="198310" y="297561"/>
                </a:lnTo>
                <a:lnTo>
                  <a:pt x="199834" y="296037"/>
                </a:lnTo>
                <a:lnTo>
                  <a:pt x="202882" y="296037"/>
                </a:lnTo>
                <a:lnTo>
                  <a:pt x="204406" y="294513"/>
                </a:lnTo>
                <a:lnTo>
                  <a:pt x="204406" y="292989"/>
                </a:lnTo>
                <a:lnTo>
                  <a:pt x="205930" y="292989"/>
                </a:lnTo>
                <a:lnTo>
                  <a:pt x="205930" y="286893"/>
                </a:lnTo>
                <a:close/>
              </a:path>
              <a:path w="300989" h="299085">
                <a:moveTo>
                  <a:pt x="295948" y="93065"/>
                </a:moveTo>
                <a:lnTo>
                  <a:pt x="294424" y="91541"/>
                </a:lnTo>
                <a:lnTo>
                  <a:pt x="294424" y="90017"/>
                </a:lnTo>
                <a:lnTo>
                  <a:pt x="292900" y="90017"/>
                </a:lnTo>
                <a:lnTo>
                  <a:pt x="289852" y="88493"/>
                </a:lnTo>
                <a:lnTo>
                  <a:pt x="288328" y="88493"/>
                </a:lnTo>
                <a:lnTo>
                  <a:pt x="285280" y="86969"/>
                </a:lnTo>
                <a:lnTo>
                  <a:pt x="251752" y="86969"/>
                </a:lnTo>
                <a:lnTo>
                  <a:pt x="248704" y="88493"/>
                </a:lnTo>
                <a:lnTo>
                  <a:pt x="247180" y="88493"/>
                </a:lnTo>
                <a:lnTo>
                  <a:pt x="244132" y="90017"/>
                </a:lnTo>
                <a:lnTo>
                  <a:pt x="242608" y="90017"/>
                </a:lnTo>
                <a:lnTo>
                  <a:pt x="242608" y="91541"/>
                </a:lnTo>
                <a:lnTo>
                  <a:pt x="241084" y="93065"/>
                </a:lnTo>
                <a:lnTo>
                  <a:pt x="241084" y="292989"/>
                </a:lnTo>
                <a:lnTo>
                  <a:pt x="242608" y="294513"/>
                </a:lnTo>
                <a:lnTo>
                  <a:pt x="242608" y="296037"/>
                </a:lnTo>
                <a:lnTo>
                  <a:pt x="244132" y="296037"/>
                </a:lnTo>
                <a:lnTo>
                  <a:pt x="247180" y="297561"/>
                </a:lnTo>
                <a:lnTo>
                  <a:pt x="251752" y="297561"/>
                </a:lnTo>
                <a:lnTo>
                  <a:pt x="254800" y="299085"/>
                </a:lnTo>
                <a:lnTo>
                  <a:pt x="282232" y="299085"/>
                </a:lnTo>
                <a:lnTo>
                  <a:pt x="285280" y="297561"/>
                </a:lnTo>
                <a:lnTo>
                  <a:pt x="289852" y="297561"/>
                </a:lnTo>
                <a:lnTo>
                  <a:pt x="292900" y="296037"/>
                </a:lnTo>
                <a:lnTo>
                  <a:pt x="294424" y="296037"/>
                </a:lnTo>
                <a:lnTo>
                  <a:pt x="294424" y="294513"/>
                </a:lnTo>
                <a:lnTo>
                  <a:pt x="295948" y="292989"/>
                </a:lnTo>
                <a:lnTo>
                  <a:pt x="295948" y="93065"/>
                </a:lnTo>
                <a:close/>
              </a:path>
              <a:path w="300989" h="299085">
                <a:moveTo>
                  <a:pt x="300621" y="18288"/>
                </a:moveTo>
                <a:lnTo>
                  <a:pt x="268516" y="0"/>
                </a:lnTo>
                <a:lnTo>
                  <a:pt x="260210" y="558"/>
                </a:lnTo>
                <a:lnTo>
                  <a:pt x="236512" y="19812"/>
                </a:lnTo>
                <a:lnTo>
                  <a:pt x="236512" y="41148"/>
                </a:lnTo>
                <a:lnTo>
                  <a:pt x="239560" y="48768"/>
                </a:lnTo>
                <a:lnTo>
                  <a:pt x="244132" y="51917"/>
                </a:lnTo>
                <a:lnTo>
                  <a:pt x="247180" y="56489"/>
                </a:lnTo>
                <a:lnTo>
                  <a:pt x="256324" y="58013"/>
                </a:lnTo>
                <a:lnTo>
                  <a:pt x="280708" y="58013"/>
                </a:lnTo>
                <a:lnTo>
                  <a:pt x="289852" y="56489"/>
                </a:lnTo>
                <a:lnTo>
                  <a:pt x="292900" y="51917"/>
                </a:lnTo>
                <a:lnTo>
                  <a:pt x="297573" y="47244"/>
                </a:lnTo>
                <a:lnTo>
                  <a:pt x="300621" y="39624"/>
                </a:lnTo>
                <a:lnTo>
                  <a:pt x="300621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2976562" y="2043493"/>
            <a:ext cx="619760" cy="308610"/>
            <a:chOff x="2976562" y="2043493"/>
            <a:chExt cx="619760" cy="308610"/>
          </a:xfrm>
        </p:grpSpPr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76562" y="2131980"/>
              <a:ext cx="186118" cy="21669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06972" y="2043493"/>
              <a:ext cx="195580" cy="308610"/>
            </a:xfrm>
            <a:custGeom>
              <a:avLst/>
              <a:gdLst/>
              <a:ahLst/>
              <a:cxnLst/>
              <a:rect l="l" t="t" r="r" b="b"/>
              <a:pathLst>
                <a:path w="195579" h="308610">
                  <a:moveTo>
                    <a:pt x="184594" y="1524"/>
                  </a:moveTo>
                  <a:lnTo>
                    <a:pt x="150971" y="1524"/>
                  </a:lnTo>
                  <a:lnTo>
                    <a:pt x="155638" y="0"/>
                  </a:lnTo>
                  <a:lnTo>
                    <a:pt x="181546" y="0"/>
                  </a:lnTo>
                  <a:lnTo>
                    <a:pt x="184594" y="1524"/>
                  </a:lnTo>
                  <a:close/>
                </a:path>
                <a:path w="195579" h="308610">
                  <a:moveTo>
                    <a:pt x="190690" y="3048"/>
                  </a:moveTo>
                  <a:lnTo>
                    <a:pt x="146399" y="3048"/>
                  </a:lnTo>
                  <a:lnTo>
                    <a:pt x="149447" y="1524"/>
                  </a:lnTo>
                  <a:lnTo>
                    <a:pt x="187642" y="1524"/>
                  </a:lnTo>
                  <a:lnTo>
                    <a:pt x="190690" y="3048"/>
                  </a:lnTo>
                  <a:close/>
                </a:path>
                <a:path w="195579" h="308610">
                  <a:moveTo>
                    <a:pt x="195262" y="114395"/>
                  </a:moveTo>
                  <a:lnTo>
                    <a:pt x="140303" y="114395"/>
                  </a:lnTo>
                  <a:lnTo>
                    <a:pt x="140303" y="7619"/>
                  </a:lnTo>
                  <a:lnTo>
                    <a:pt x="144875" y="3048"/>
                  </a:lnTo>
                  <a:lnTo>
                    <a:pt x="192214" y="3048"/>
                  </a:lnTo>
                  <a:lnTo>
                    <a:pt x="193738" y="4572"/>
                  </a:lnTo>
                  <a:lnTo>
                    <a:pt x="193738" y="6095"/>
                  </a:lnTo>
                  <a:lnTo>
                    <a:pt x="195262" y="6095"/>
                  </a:lnTo>
                  <a:lnTo>
                    <a:pt x="195262" y="114395"/>
                  </a:lnTo>
                  <a:close/>
                </a:path>
                <a:path w="195579" h="308610">
                  <a:moveTo>
                    <a:pt x="80867" y="308229"/>
                  </a:moveTo>
                  <a:lnTo>
                    <a:pt x="42672" y="300609"/>
                  </a:lnTo>
                  <a:lnTo>
                    <a:pt x="14001" y="269685"/>
                  </a:lnTo>
                  <a:lnTo>
                    <a:pt x="2571" y="233172"/>
                  </a:lnTo>
                  <a:lnTo>
                    <a:pt x="117" y="206025"/>
                  </a:lnTo>
                  <a:lnTo>
                    <a:pt x="0" y="201453"/>
                  </a:lnTo>
                  <a:lnTo>
                    <a:pt x="4572" y="154114"/>
                  </a:lnTo>
                  <a:lnTo>
                    <a:pt x="21336" y="118967"/>
                  </a:lnTo>
                  <a:lnTo>
                    <a:pt x="56426" y="92987"/>
                  </a:lnTo>
                  <a:lnTo>
                    <a:pt x="85439" y="88487"/>
                  </a:lnTo>
                  <a:lnTo>
                    <a:pt x="93178" y="89034"/>
                  </a:lnTo>
                  <a:lnTo>
                    <a:pt x="134326" y="108751"/>
                  </a:lnTo>
                  <a:lnTo>
                    <a:pt x="140303" y="114395"/>
                  </a:lnTo>
                  <a:lnTo>
                    <a:pt x="195262" y="114395"/>
                  </a:lnTo>
                  <a:lnTo>
                    <a:pt x="195262" y="135826"/>
                  </a:lnTo>
                  <a:lnTo>
                    <a:pt x="88487" y="135826"/>
                  </a:lnTo>
                  <a:lnTo>
                    <a:pt x="82391" y="137350"/>
                  </a:lnTo>
                  <a:lnTo>
                    <a:pt x="77819" y="140398"/>
                  </a:lnTo>
                  <a:lnTo>
                    <a:pt x="71723" y="144970"/>
                  </a:lnTo>
                  <a:lnTo>
                    <a:pt x="68675" y="149542"/>
                  </a:lnTo>
                  <a:lnTo>
                    <a:pt x="65627" y="155638"/>
                  </a:lnTo>
                  <a:lnTo>
                    <a:pt x="60960" y="161734"/>
                  </a:lnTo>
                  <a:lnTo>
                    <a:pt x="59436" y="167830"/>
                  </a:lnTo>
                  <a:lnTo>
                    <a:pt x="54864" y="190690"/>
                  </a:lnTo>
                  <a:lnTo>
                    <a:pt x="54864" y="206025"/>
                  </a:lnTo>
                  <a:lnTo>
                    <a:pt x="67151" y="248697"/>
                  </a:lnTo>
                  <a:lnTo>
                    <a:pt x="76295" y="256317"/>
                  </a:lnTo>
                  <a:lnTo>
                    <a:pt x="80867" y="260889"/>
                  </a:lnTo>
                  <a:lnTo>
                    <a:pt x="86963" y="262413"/>
                  </a:lnTo>
                  <a:lnTo>
                    <a:pt x="195262" y="262413"/>
                  </a:lnTo>
                  <a:lnTo>
                    <a:pt x="195262" y="274701"/>
                  </a:lnTo>
                  <a:lnTo>
                    <a:pt x="149447" y="274701"/>
                  </a:lnTo>
                  <a:lnTo>
                    <a:pt x="141446" y="282392"/>
                  </a:lnTo>
                  <a:lnTo>
                    <a:pt x="133445" y="289369"/>
                  </a:lnTo>
                  <a:lnTo>
                    <a:pt x="90868" y="307681"/>
                  </a:lnTo>
                  <a:lnTo>
                    <a:pt x="80867" y="308229"/>
                  </a:lnTo>
                  <a:close/>
                </a:path>
                <a:path w="195579" h="308610">
                  <a:moveTo>
                    <a:pt x="195262" y="262413"/>
                  </a:moveTo>
                  <a:lnTo>
                    <a:pt x="102203" y="262413"/>
                  </a:lnTo>
                  <a:lnTo>
                    <a:pt x="105251" y="260889"/>
                  </a:lnTo>
                  <a:lnTo>
                    <a:pt x="109823" y="259365"/>
                  </a:lnTo>
                  <a:lnTo>
                    <a:pt x="112871" y="257841"/>
                  </a:lnTo>
                  <a:lnTo>
                    <a:pt x="115919" y="254793"/>
                  </a:lnTo>
                  <a:lnTo>
                    <a:pt x="120491" y="253269"/>
                  </a:lnTo>
                  <a:lnTo>
                    <a:pt x="132683" y="241077"/>
                  </a:lnTo>
                  <a:lnTo>
                    <a:pt x="135731" y="236505"/>
                  </a:lnTo>
                  <a:lnTo>
                    <a:pt x="140303" y="230409"/>
                  </a:lnTo>
                  <a:lnTo>
                    <a:pt x="140303" y="166306"/>
                  </a:lnTo>
                  <a:lnTo>
                    <a:pt x="111347" y="137350"/>
                  </a:lnTo>
                  <a:lnTo>
                    <a:pt x="103727" y="135826"/>
                  </a:lnTo>
                  <a:lnTo>
                    <a:pt x="195262" y="135826"/>
                  </a:lnTo>
                  <a:lnTo>
                    <a:pt x="195262" y="262413"/>
                  </a:lnTo>
                  <a:close/>
                </a:path>
                <a:path w="195579" h="308610">
                  <a:moveTo>
                    <a:pt x="193738" y="302133"/>
                  </a:moveTo>
                  <a:lnTo>
                    <a:pt x="150971" y="302133"/>
                  </a:lnTo>
                  <a:lnTo>
                    <a:pt x="150971" y="300609"/>
                  </a:lnTo>
                  <a:lnTo>
                    <a:pt x="149447" y="299085"/>
                  </a:lnTo>
                  <a:lnTo>
                    <a:pt x="149447" y="274701"/>
                  </a:lnTo>
                  <a:lnTo>
                    <a:pt x="195262" y="274701"/>
                  </a:lnTo>
                  <a:lnTo>
                    <a:pt x="195262" y="300609"/>
                  </a:lnTo>
                  <a:lnTo>
                    <a:pt x="193738" y="302133"/>
                  </a:lnTo>
                  <a:close/>
                </a:path>
                <a:path w="195579" h="308610">
                  <a:moveTo>
                    <a:pt x="190690" y="303657"/>
                  </a:moveTo>
                  <a:lnTo>
                    <a:pt x="154114" y="303657"/>
                  </a:lnTo>
                  <a:lnTo>
                    <a:pt x="152590" y="302133"/>
                  </a:lnTo>
                  <a:lnTo>
                    <a:pt x="192214" y="302133"/>
                  </a:lnTo>
                  <a:lnTo>
                    <a:pt x="190690" y="303657"/>
                  </a:lnTo>
                  <a:close/>
                </a:path>
                <a:path w="195579" h="308610">
                  <a:moveTo>
                    <a:pt x="187642" y="305181"/>
                  </a:moveTo>
                  <a:lnTo>
                    <a:pt x="158686" y="305181"/>
                  </a:lnTo>
                  <a:lnTo>
                    <a:pt x="155638" y="303657"/>
                  </a:lnTo>
                  <a:lnTo>
                    <a:pt x="189166" y="303657"/>
                  </a:lnTo>
                  <a:lnTo>
                    <a:pt x="187642" y="3051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46525" y="2131980"/>
              <a:ext cx="149447" cy="21969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3724179" y="2040445"/>
            <a:ext cx="370840" cy="311785"/>
            <a:chOff x="3724179" y="2040445"/>
            <a:chExt cx="370840" cy="311785"/>
          </a:xfrm>
        </p:grpSpPr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24179" y="2131980"/>
              <a:ext cx="208668" cy="21974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54494" y="2040445"/>
              <a:ext cx="140970" cy="308610"/>
            </a:xfrm>
            <a:custGeom>
              <a:avLst/>
              <a:gdLst/>
              <a:ahLst/>
              <a:cxnLst/>
              <a:rect l="l" t="t" r="r" b="b"/>
              <a:pathLst>
                <a:path w="140970" h="308610">
                  <a:moveTo>
                    <a:pt x="88487" y="97631"/>
                  </a:moveTo>
                  <a:lnTo>
                    <a:pt x="33623" y="97631"/>
                  </a:lnTo>
                  <a:lnTo>
                    <a:pt x="33623" y="80867"/>
                  </a:lnTo>
                  <a:lnTo>
                    <a:pt x="39243" y="38266"/>
                  </a:lnTo>
                  <a:lnTo>
                    <a:pt x="50387" y="21336"/>
                  </a:lnTo>
                  <a:lnTo>
                    <a:pt x="54363" y="16168"/>
                  </a:lnTo>
                  <a:lnTo>
                    <a:pt x="93368" y="523"/>
                  </a:lnTo>
                  <a:lnTo>
                    <a:pt x="102203" y="0"/>
                  </a:lnTo>
                  <a:lnTo>
                    <a:pt x="106870" y="0"/>
                  </a:lnTo>
                  <a:lnTo>
                    <a:pt x="112966" y="1524"/>
                  </a:lnTo>
                  <a:lnTo>
                    <a:pt x="117538" y="1524"/>
                  </a:lnTo>
                  <a:lnTo>
                    <a:pt x="123634" y="3048"/>
                  </a:lnTo>
                  <a:lnTo>
                    <a:pt x="126682" y="4572"/>
                  </a:lnTo>
                  <a:lnTo>
                    <a:pt x="129730" y="4572"/>
                  </a:lnTo>
                  <a:lnTo>
                    <a:pt x="132778" y="6096"/>
                  </a:lnTo>
                  <a:lnTo>
                    <a:pt x="134302" y="7620"/>
                  </a:lnTo>
                  <a:lnTo>
                    <a:pt x="135826" y="7620"/>
                  </a:lnTo>
                  <a:lnTo>
                    <a:pt x="137350" y="9144"/>
                  </a:lnTo>
                  <a:lnTo>
                    <a:pt x="137350" y="10668"/>
                  </a:lnTo>
                  <a:lnTo>
                    <a:pt x="138874" y="12192"/>
                  </a:lnTo>
                  <a:lnTo>
                    <a:pt x="138874" y="16764"/>
                  </a:lnTo>
                  <a:lnTo>
                    <a:pt x="140398" y="19812"/>
                  </a:lnTo>
                  <a:lnTo>
                    <a:pt x="140398" y="42672"/>
                  </a:lnTo>
                  <a:lnTo>
                    <a:pt x="138874" y="44196"/>
                  </a:lnTo>
                  <a:lnTo>
                    <a:pt x="106870" y="44196"/>
                  </a:lnTo>
                  <a:lnTo>
                    <a:pt x="103822" y="45720"/>
                  </a:lnTo>
                  <a:lnTo>
                    <a:pt x="100679" y="47244"/>
                  </a:lnTo>
                  <a:lnTo>
                    <a:pt x="97631" y="47244"/>
                  </a:lnTo>
                  <a:lnTo>
                    <a:pt x="96107" y="50292"/>
                  </a:lnTo>
                  <a:lnTo>
                    <a:pt x="93059" y="51816"/>
                  </a:lnTo>
                  <a:lnTo>
                    <a:pt x="90011" y="57912"/>
                  </a:lnTo>
                  <a:lnTo>
                    <a:pt x="90011" y="62579"/>
                  </a:lnTo>
                  <a:lnTo>
                    <a:pt x="88487" y="67151"/>
                  </a:lnTo>
                  <a:lnTo>
                    <a:pt x="88487" y="97631"/>
                  </a:lnTo>
                  <a:close/>
                </a:path>
                <a:path w="140970" h="308610">
                  <a:moveTo>
                    <a:pt x="137350" y="48768"/>
                  </a:moveTo>
                  <a:lnTo>
                    <a:pt x="129730" y="48768"/>
                  </a:lnTo>
                  <a:lnTo>
                    <a:pt x="128206" y="47244"/>
                  </a:lnTo>
                  <a:lnTo>
                    <a:pt x="125158" y="47244"/>
                  </a:lnTo>
                  <a:lnTo>
                    <a:pt x="122110" y="45720"/>
                  </a:lnTo>
                  <a:lnTo>
                    <a:pt x="117538" y="45720"/>
                  </a:lnTo>
                  <a:lnTo>
                    <a:pt x="114490" y="44196"/>
                  </a:lnTo>
                  <a:lnTo>
                    <a:pt x="138874" y="44196"/>
                  </a:lnTo>
                  <a:lnTo>
                    <a:pt x="138874" y="45720"/>
                  </a:lnTo>
                  <a:lnTo>
                    <a:pt x="137350" y="47244"/>
                  </a:lnTo>
                  <a:lnTo>
                    <a:pt x="137350" y="48768"/>
                  </a:lnTo>
                  <a:close/>
                </a:path>
                <a:path w="140970" h="308610">
                  <a:moveTo>
                    <a:pt x="135826" y="50292"/>
                  </a:moveTo>
                  <a:lnTo>
                    <a:pt x="132778" y="50292"/>
                  </a:lnTo>
                  <a:lnTo>
                    <a:pt x="132778" y="48768"/>
                  </a:lnTo>
                  <a:lnTo>
                    <a:pt x="135826" y="48768"/>
                  </a:lnTo>
                  <a:lnTo>
                    <a:pt x="135826" y="50292"/>
                  </a:lnTo>
                  <a:close/>
                </a:path>
                <a:path w="140970" h="308610">
                  <a:moveTo>
                    <a:pt x="126682" y="141922"/>
                  </a:moveTo>
                  <a:lnTo>
                    <a:pt x="6096" y="141922"/>
                  </a:lnTo>
                  <a:lnTo>
                    <a:pt x="4572" y="140398"/>
                  </a:lnTo>
                  <a:lnTo>
                    <a:pt x="3048" y="135826"/>
                  </a:lnTo>
                  <a:lnTo>
                    <a:pt x="1524" y="132778"/>
                  </a:lnTo>
                  <a:lnTo>
                    <a:pt x="0" y="126587"/>
                  </a:lnTo>
                  <a:lnTo>
                    <a:pt x="0" y="111347"/>
                  </a:lnTo>
                  <a:lnTo>
                    <a:pt x="1524" y="108299"/>
                  </a:lnTo>
                  <a:lnTo>
                    <a:pt x="1524" y="103727"/>
                  </a:lnTo>
                  <a:lnTo>
                    <a:pt x="3048" y="102203"/>
                  </a:lnTo>
                  <a:lnTo>
                    <a:pt x="3048" y="100679"/>
                  </a:lnTo>
                  <a:lnTo>
                    <a:pt x="4572" y="99155"/>
                  </a:lnTo>
                  <a:lnTo>
                    <a:pt x="4572" y="97631"/>
                  </a:lnTo>
                  <a:lnTo>
                    <a:pt x="128206" y="97631"/>
                  </a:lnTo>
                  <a:lnTo>
                    <a:pt x="128206" y="99155"/>
                  </a:lnTo>
                  <a:lnTo>
                    <a:pt x="129730" y="99155"/>
                  </a:lnTo>
                  <a:lnTo>
                    <a:pt x="129730" y="102203"/>
                  </a:lnTo>
                  <a:lnTo>
                    <a:pt x="131254" y="103727"/>
                  </a:lnTo>
                  <a:lnTo>
                    <a:pt x="131254" y="108299"/>
                  </a:lnTo>
                  <a:lnTo>
                    <a:pt x="132778" y="111347"/>
                  </a:lnTo>
                  <a:lnTo>
                    <a:pt x="132778" y="126587"/>
                  </a:lnTo>
                  <a:lnTo>
                    <a:pt x="131254" y="132778"/>
                  </a:lnTo>
                  <a:lnTo>
                    <a:pt x="129730" y="135826"/>
                  </a:lnTo>
                  <a:lnTo>
                    <a:pt x="128206" y="140398"/>
                  </a:lnTo>
                  <a:lnTo>
                    <a:pt x="126682" y="141922"/>
                  </a:lnTo>
                  <a:close/>
                </a:path>
                <a:path w="140970" h="308610">
                  <a:moveTo>
                    <a:pt x="85439" y="305181"/>
                  </a:moveTo>
                  <a:lnTo>
                    <a:pt x="35147" y="305181"/>
                  </a:lnTo>
                  <a:lnTo>
                    <a:pt x="35147" y="303657"/>
                  </a:lnTo>
                  <a:lnTo>
                    <a:pt x="33623" y="302133"/>
                  </a:lnTo>
                  <a:lnTo>
                    <a:pt x="33623" y="141922"/>
                  </a:lnTo>
                  <a:lnTo>
                    <a:pt x="88487" y="141922"/>
                  </a:lnTo>
                  <a:lnTo>
                    <a:pt x="88487" y="302133"/>
                  </a:lnTo>
                  <a:lnTo>
                    <a:pt x="85439" y="305181"/>
                  </a:lnTo>
                  <a:close/>
                </a:path>
                <a:path w="140970" h="308610">
                  <a:moveTo>
                    <a:pt x="82391" y="306705"/>
                  </a:moveTo>
                  <a:lnTo>
                    <a:pt x="39719" y="306705"/>
                  </a:lnTo>
                  <a:lnTo>
                    <a:pt x="36671" y="305181"/>
                  </a:lnTo>
                  <a:lnTo>
                    <a:pt x="83915" y="305181"/>
                  </a:lnTo>
                  <a:lnTo>
                    <a:pt x="82391" y="306705"/>
                  </a:lnTo>
                  <a:close/>
                </a:path>
                <a:path w="140970" h="308610">
                  <a:moveTo>
                    <a:pt x="74771" y="308229"/>
                  </a:moveTo>
                  <a:lnTo>
                    <a:pt x="47339" y="308229"/>
                  </a:lnTo>
                  <a:lnTo>
                    <a:pt x="44291" y="306705"/>
                  </a:lnTo>
                  <a:lnTo>
                    <a:pt x="77819" y="306705"/>
                  </a:lnTo>
                  <a:lnTo>
                    <a:pt x="74771" y="3082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197095" y="2063305"/>
            <a:ext cx="1080134" cy="36471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19153" y="2064829"/>
            <a:ext cx="1159477" cy="363188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6633591" y="2131980"/>
            <a:ext cx="502284" cy="220345"/>
            <a:chOff x="6633591" y="2131980"/>
            <a:chExt cx="502284" cy="220345"/>
          </a:xfrm>
        </p:grpSpPr>
        <p:sp>
          <p:nvSpPr>
            <p:cNvPr id="24" name="object 24"/>
            <p:cNvSpPr/>
            <p:nvPr/>
          </p:nvSpPr>
          <p:spPr>
            <a:xfrm>
              <a:off x="6633591" y="2131980"/>
              <a:ext cx="311785" cy="217170"/>
            </a:xfrm>
            <a:custGeom>
              <a:avLst/>
              <a:gdLst/>
              <a:ahLst/>
              <a:cxnLst/>
              <a:rect l="l" t="t" r="r" b="b"/>
              <a:pathLst>
                <a:path w="311784" h="217169">
                  <a:moveTo>
                    <a:pt x="173545" y="35052"/>
                  </a:moveTo>
                  <a:lnTo>
                    <a:pt x="47339" y="35052"/>
                  </a:lnTo>
                  <a:lnTo>
                    <a:pt x="55340" y="27360"/>
                  </a:lnTo>
                  <a:lnTo>
                    <a:pt x="87582" y="5143"/>
                  </a:lnTo>
                  <a:lnTo>
                    <a:pt x="104750" y="547"/>
                  </a:lnTo>
                  <a:lnTo>
                    <a:pt x="104975" y="547"/>
                  </a:lnTo>
                  <a:lnTo>
                    <a:pt x="112871" y="0"/>
                  </a:lnTo>
                  <a:lnTo>
                    <a:pt x="120491" y="0"/>
                  </a:lnTo>
                  <a:lnTo>
                    <a:pt x="128206" y="1524"/>
                  </a:lnTo>
                  <a:lnTo>
                    <a:pt x="134302" y="3048"/>
                  </a:lnTo>
                  <a:lnTo>
                    <a:pt x="141565" y="4500"/>
                  </a:lnTo>
                  <a:lnTo>
                    <a:pt x="141815" y="4500"/>
                  </a:lnTo>
                  <a:lnTo>
                    <a:pt x="146494" y="7620"/>
                  </a:lnTo>
                  <a:lnTo>
                    <a:pt x="152590" y="10668"/>
                  </a:lnTo>
                  <a:lnTo>
                    <a:pt x="161734" y="16764"/>
                  </a:lnTo>
                  <a:lnTo>
                    <a:pt x="164782" y="21336"/>
                  </a:lnTo>
                  <a:lnTo>
                    <a:pt x="169354" y="25908"/>
                  </a:lnTo>
                  <a:lnTo>
                    <a:pt x="172333" y="30375"/>
                  </a:lnTo>
                  <a:lnTo>
                    <a:pt x="173545" y="35052"/>
                  </a:lnTo>
                  <a:close/>
                </a:path>
                <a:path w="311784" h="217169">
                  <a:moveTo>
                    <a:pt x="302350" y="36576"/>
                  </a:moveTo>
                  <a:lnTo>
                    <a:pt x="173926" y="36576"/>
                  </a:lnTo>
                  <a:lnTo>
                    <a:pt x="190690" y="19812"/>
                  </a:lnTo>
                  <a:lnTo>
                    <a:pt x="196786" y="15240"/>
                  </a:lnTo>
                  <a:lnTo>
                    <a:pt x="202882" y="12192"/>
                  </a:lnTo>
                  <a:lnTo>
                    <a:pt x="207454" y="9144"/>
                  </a:lnTo>
                  <a:lnTo>
                    <a:pt x="213550" y="6096"/>
                  </a:lnTo>
                  <a:lnTo>
                    <a:pt x="219956" y="4500"/>
                  </a:lnTo>
                  <a:lnTo>
                    <a:pt x="224313" y="3048"/>
                  </a:lnTo>
                  <a:lnTo>
                    <a:pt x="230409" y="1524"/>
                  </a:lnTo>
                  <a:lnTo>
                    <a:pt x="234981" y="0"/>
                  </a:lnTo>
                  <a:lnTo>
                    <a:pt x="241077" y="0"/>
                  </a:lnTo>
                  <a:lnTo>
                    <a:pt x="280296" y="10453"/>
                  </a:lnTo>
                  <a:lnTo>
                    <a:pt x="299338" y="30375"/>
                  </a:lnTo>
                  <a:lnTo>
                    <a:pt x="302350" y="36576"/>
                  </a:lnTo>
                  <a:close/>
                </a:path>
                <a:path w="311784" h="217169">
                  <a:moveTo>
                    <a:pt x="41243" y="6096"/>
                  </a:moveTo>
                  <a:lnTo>
                    <a:pt x="7620" y="6096"/>
                  </a:lnTo>
                  <a:lnTo>
                    <a:pt x="9215" y="4500"/>
                  </a:lnTo>
                  <a:lnTo>
                    <a:pt x="37952" y="4500"/>
                  </a:lnTo>
                  <a:lnTo>
                    <a:pt x="41243" y="6096"/>
                  </a:lnTo>
                  <a:close/>
                </a:path>
                <a:path w="311784" h="217169">
                  <a:moveTo>
                    <a:pt x="44291" y="7620"/>
                  </a:moveTo>
                  <a:lnTo>
                    <a:pt x="3047" y="7620"/>
                  </a:lnTo>
                  <a:lnTo>
                    <a:pt x="4571" y="6096"/>
                  </a:lnTo>
                  <a:lnTo>
                    <a:pt x="42767" y="6096"/>
                  </a:lnTo>
                  <a:lnTo>
                    <a:pt x="44291" y="7620"/>
                  </a:lnTo>
                  <a:close/>
                </a:path>
                <a:path w="311784" h="217169">
                  <a:moveTo>
                    <a:pt x="53435" y="213645"/>
                  </a:moveTo>
                  <a:lnTo>
                    <a:pt x="3047" y="213645"/>
                  </a:lnTo>
                  <a:lnTo>
                    <a:pt x="0" y="210597"/>
                  </a:lnTo>
                  <a:lnTo>
                    <a:pt x="0" y="10668"/>
                  </a:lnTo>
                  <a:lnTo>
                    <a:pt x="1524" y="9144"/>
                  </a:lnTo>
                  <a:lnTo>
                    <a:pt x="1524" y="7620"/>
                  </a:lnTo>
                  <a:lnTo>
                    <a:pt x="45815" y="7620"/>
                  </a:lnTo>
                  <a:lnTo>
                    <a:pt x="45815" y="9144"/>
                  </a:lnTo>
                  <a:lnTo>
                    <a:pt x="47339" y="10668"/>
                  </a:lnTo>
                  <a:lnTo>
                    <a:pt x="47339" y="35052"/>
                  </a:lnTo>
                  <a:lnTo>
                    <a:pt x="173545" y="35052"/>
                  </a:lnTo>
                  <a:lnTo>
                    <a:pt x="173926" y="36576"/>
                  </a:lnTo>
                  <a:lnTo>
                    <a:pt x="302350" y="36576"/>
                  </a:lnTo>
                  <a:lnTo>
                    <a:pt x="302466" y="36814"/>
                  </a:lnTo>
                  <a:lnTo>
                    <a:pt x="305023" y="43538"/>
                  </a:lnTo>
                  <a:lnTo>
                    <a:pt x="306330" y="48863"/>
                  </a:lnTo>
                  <a:lnTo>
                    <a:pt x="90011" y="48863"/>
                  </a:lnTo>
                  <a:lnTo>
                    <a:pt x="83915" y="50387"/>
                  </a:lnTo>
                  <a:lnTo>
                    <a:pt x="77819" y="56483"/>
                  </a:lnTo>
                  <a:lnTo>
                    <a:pt x="72104" y="60459"/>
                  </a:lnTo>
                  <a:lnTo>
                    <a:pt x="66389" y="65436"/>
                  </a:lnTo>
                  <a:lnTo>
                    <a:pt x="60674" y="71270"/>
                  </a:lnTo>
                  <a:lnTo>
                    <a:pt x="54959" y="77819"/>
                  </a:lnTo>
                  <a:lnTo>
                    <a:pt x="54959" y="210597"/>
                  </a:lnTo>
                  <a:lnTo>
                    <a:pt x="53435" y="212121"/>
                  </a:lnTo>
                  <a:lnTo>
                    <a:pt x="53435" y="213645"/>
                  </a:lnTo>
                  <a:close/>
                </a:path>
                <a:path w="311784" h="217169">
                  <a:moveTo>
                    <a:pt x="176974" y="215169"/>
                  </a:moveTo>
                  <a:lnTo>
                    <a:pt x="134302" y="215169"/>
                  </a:lnTo>
                  <a:lnTo>
                    <a:pt x="131254" y="213645"/>
                  </a:lnTo>
                  <a:lnTo>
                    <a:pt x="129730" y="213645"/>
                  </a:lnTo>
                  <a:lnTo>
                    <a:pt x="129730" y="212121"/>
                  </a:lnTo>
                  <a:lnTo>
                    <a:pt x="128206" y="210597"/>
                  </a:lnTo>
                  <a:lnTo>
                    <a:pt x="128206" y="79343"/>
                  </a:lnTo>
                  <a:lnTo>
                    <a:pt x="126587" y="74771"/>
                  </a:lnTo>
                  <a:lnTo>
                    <a:pt x="125063" y="68675"/>
                  </a:lnTo>
                  <a:lnTo>
                    <a:pt x="123539" y="64103"/>
                  </a:lnTo>
                  <a:lnTo>
                    <a:pt x="120491" y="61055"/>
                  </a:lnTo>
                  <a:lnTo>
                    <a:pt x="117443" y="56483"/>
                  </a:lnTo>
                  <a:lnTo>
                    <a:pt x="114395" y="53435"/>
                  </a:lnTo>
                  <a:lnTo>
                    <a:pt x="111347" y="51911"/>
                  </a:lnTo>
                  <a:lnTo>
                    <a:pt x="106775" y="48863"/>
                  </a:lnTo>
                  <a:lnTo>
                    <a:pt x="218217" y="48863"/>
                  </a:lnTo>
                  <a:lnTo>
                    <a:pt x="212026" y="50387"/>
                  </a:lnTo>
                  <a:lnTo>
                    <a:pt x="204406" y="56483"/>
                  </a:lnTo>
                  <a:lnTo>
                    <a:pt x="199572" y="60459"/>
                  </a:lnTo>
                  <a:lnTo>
                    <a:pt x="194310" y="65436"/>
                  </a:lnTo>
                  <a:lnTo>
                    <a:pt x="188761" y="71270"/>
                  </a:lnTo>
                  <a:lnTo>
                    <a:pt x="183070" y="77819"/>
                  </a:lnTo>
                  <a:lnTo>
                    <a:pt x="183070" y="210597"/>
                  </a:lnTo>
                  <a:lnTo>
                    <a:pt x="180022" y="213645"/>
                  </a:lnTo>
                  <a:lnTo>
                    <a:pt x="176974" y="215169"/>
                  </a:lnTo>
                  <a:close/>
                </a:path>
                <a:path w="311784" h="217169">
                  <a:moveTo>
                    <a:pt x="308229" y="213645"/>
                  </a:moveTo>
                  <a:lnTo>
                    <a:pt x="257841" y="213645"/>
                  </a:lnTo>
                  <a:lnTo>
                    <a:pt x="256317" y="212121"/>
                  </a:lnTo>
                  <a:lnTo>
                    <a:pt x="256317" y="85439"/>
                  </a:lnTo>
                  <a:lnTo>
                    <a:pt x="254793" y="79343"/>
                  </a:lnTo>
                  <a:lnTo>
                    <a:pt x="253269" y="74771"/>
                  </a:lnTo>
                  <a:lnTo>
                    <a:pt x="253269" y="68675"/>
                  </a:lnTo>
                  <a:lnTo>
                    <a:pt x="250221" y="64103"/>
                  </a:lnTo>
                  <a:lnTo>
                    <a:pt x="248697" y="61055"/>
                  </a:lnTo>
                  <a:lnTo>
                    <a:pt x="245649" y="56483"/>
                  </a:lnTo>
                  <a:lnTo>
                    <a:pt x="242601" y="53435"/>
                  </a:lnTo>
                  <a:lnTo>
                    <a:pt x="238029" y="51911"/>
                  </a:lnTo>
                  <a:lnTo>
                    <a:pt x="234981" y="48863"/>
                  </a:lnTo>
                  <a:lnTo>
                    <a:pt x="306330" y="48863"/>
                  </a:lnTo>
                  <a:lnTo>
                    <a:pt x="308705" y="58388"/>
                  </a:lnTo>
                  <a:lnTo>
                    <a:pt x="311277" y="209073"/>
                  </a:lnTo>
                  <a:lnTo>
                    <a:pt x="309753" y="210597"/>
                  </a:lnTo>
                  <a:lnTo>
                    <a:pt x="309753" y="212121"/>
                  </a:lnTo>
                  <a:lnTo>
                    <a:pt x="308229" y="213645"/>
                  </a:lnTo>
                  <a:close/>
                </a:path>
                <a:path w="311784" h="217169">
                  <a:moveTo>
                    <a:pt x="50387" y="215169"/>
                  </a:moveTo>
                  <a:lnTo>
                    <a:pt x="6095" y="215169"/>
                  </a:lnTo>
                  <a:lnTo>
                    <a:pt x="4571" y="213645"/>
                  </a:lnTo>
                  <a:lnTo>
                    <a:pt x="51911" y="213645"/>
                  </a:lnTo>
                  <a:lnTo>
                    <a:pt x="50387" y="215169"/>
                  </a:lnTo>
                  <a:close/>
                </a:path>
                <a:path w="311784" h="217169">
                  <a:moveTo>
                    <a:pt x="305181" y="215169"/>
                  </a:moveTo>
                  <a:lnTo>
                    <a:pt x="260889" y="215169"/>
                  </a:lnTo>
                  <a:lnTo>
                    <a:pt x="259365" y="213645"/>
                  </a:lnTo>
                  <a:lnTo>
                    <a:pt x="306705" y="213645"/>
                  </a:lnTo>
                  <a:lnTo>
                    <a:pt x="305181" y="215169"/>
                  </a:lnTo>
                  <a:close/>
                </a:path>
                <a:path w="311784" h="217169">
                  <a:moveTo>
                    <a:pt x="41243" y="216693"/>
                  </a:moveTo>
                  <a:lnTo>
                    <a:pt x="15240" y="216693"/>
                  </a:lnTo>
                  <a:lnTo>
                    <a:pt x="10668" y="215169"/>
                  </a:lnTo>
                  <a:lnTo>
                    <a:pt x="44291" y="215169"/>
                  </a:lnTo>
                  <a:lnTo>
                    <a:pt x="41243" y="216693"/>
                  </a:lnTo>
                  <a:close/>
                </a:path>
                <a:path w="311784" h="217169">
                  <a:moveTo>
                    <a:pt x="169354" y="216693"/>
                  </a:moveTo>
                  <a:lnTo>
                    <a:pt x="141922" y="216693"/>
                  </a:lnTo>
                  <a:lnTo>
                    <a:pt x="138874" y="215169"/>
                  </a:lnTo>
                  <a:lnTo>
                    <a:pt x="172402" y="215169"/>
                  </a:lnTo>
                  <a:lnTo>
                    <a:pt x="169354" y="216693"/>
                  </a:lnTo>
                  <a:close/>
                </a:path>
                <a:path w="311784" h="217169">
                  <a:moveTo>
                    <a:pt x="295941" y="216693"/>
                  </a:moveTo>
                  <a:lnTo>
                    <a:pt x="270033" y="216693"/>
                  </a:lnTo>
                  <a:lnTo>
                    <a:pt x="266985" y="215169"/>
                  </a:lnTo>
                  <a:lnTo>
                    <a:pt x="300513" y="215169"/>
                  </a:lnTo>
                  <a:lnTo>
                    <a:pt x="295941" y="2166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86016" y="2131980"/>
              <a:ext cx="149542" cy="219741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7184326" y="2141124"/>
            <a:ext cx="61594" cy="209550"/>
          </a:xfrm>
          <a:custGeom>
            <a:avLst/>
            <a:gdLst/>
            <a:ahLst/>
            <a:cxnLst/>
            <a:rect l="l" t="t" r="r" b="b"/>
            <a:pathLst>
              <a:path w="61595" h="209550">
                <a:moveTo>
                  <a:pt x="41243" y="65627"/>
                </a:moveTo>
                <a:lnTo>
                  <a:pt x="19907" y="65627"/>
                </a:lnTo>
                <a:lnTo>
                  <a:pt x="15335" y="64103"/>
                </a:lnTo>
                <a:lnTo>
                  <a:pt x="12192" y="62579"/>
                </a:lnTo>
                <a:lnTo>
                  <a:pt x="6096" y="59531"/>
                </a:lnTo>
                <a:lnTo>
                  <a:pt x="4572" y="56483"/>
                </a:lnTo>
                <a:lnTo>
                  <a:pt x="1524" y="53435"/>
                </a:lnTo>
                <a:lnTo>
                  <a:pt x="1524" y="48863"/>
                </a:lnTo>
                <a:lnTo>
                  <a:pt x="0" y="44291"/>
                </a:lnTo>
                <a:lnTo>
                  <a:pt x="0" y="21336"/>
                </a:lnTo>
                <a:lnTo>
                  <a:pt x="1524" y="18288"/>
                </a:lnTo>
                <a:lnTo>
                  <a:pt x="1524" y="13716"/>
                </a:lnTo>
                <a:lnTo>
                  <a:pt x="4572" y="10668"/>
                </a:lnTo>
                <a:lnTo>
                  <a:pt x="19907" y="0"/>
                </a:lnTo>
                <a:lnTo>
                  <a:pt x="41243" y="0"/>
                </a:lnTo>
                <a:lnTo>
                  <a:pt x="45815" y="1524"/>
                </a:lnTo>
                <a:lnTo>
                  <a:pt x="48863" y="3048"/>
                </a:lnTo>
                <a:lnTo>
                  <a:pt x="53435" y="4572"/>
                </a:lnTo>
                <a:lnTo>
                  <a:pt x="54959" y="7620"/>
                </a:lnTo>
                <a:lnTo>
                  <a:pt x="58007" y="10668"/>
                </a:lnTo>
                <a:lnTo>
                  <a:pt x="59531" y="13716"/>
                </a:lnTo>
                <a:lnTo>
                  <a:pt x="59531" y="18288"/>
                </a:lnTo>
                <a:lnTo>
                  <a:pt x="61055" y="21336"/>
                </a:lnTo>
                <a:lnTo>
                  <a:pt x="61055" y="44291"/>
                </a:lnTo>
                <a:lnTo>
                  <a:pt x="59531" y="48863"/>
                </a:lnTo>
                <a:lnTo>
                  <a:pt x="59531" y="53435"/>
                </a:lnTo>
                <a:lnTo>
                  <a:pt x="58007" y="56483"/>
                </a:lnTo>
                <a:lnTo>
                  <a:pt x="53435" y="61055"/>
                </a:lnTo>
                <a:lnTo>
                  <a:pt x="48863" y="62579"/>
                </a:lnTo>
                <a:lnTo>
                  <a:pt x="45815" y="64103"/>
                </a:lnTo>
                <a:lnTo>
                  <a:pt x="41243" y="65627"/>
                </a:lnTo>
                <a:close/>
              </a:path>
              <a:path w="61595" h="209550">
                <a:moveTo>
                  <a:pt x="41243" y="209073"/>
                </a:moveTo>
                <a:lnTo>
                  <a:pt x="19907" y="209073"/>
                </a:lnTo>
                <a:lnTo>
                  <a:pt x="15335" y="207549"/>
                </a:lnTo>
                <a:lnTo>
                  <a:pt x="12192" y="206025"/>
                </a:lnTo>
                <a:lnTo>
                  <a:pt x="9144" y="204501"/>
                </a:lnTo>
                <a:lnTo>
                  <a:pt x="4572" y="199929"/>
                </a:lnTo>
                <a:lnTo>
                  <a:pt x="1524" y="195357"/>
                </a:lnTo>
                <a:lnTo>
                  <a:pt x="1524" y="192309"/>
                </a:lnTo>
                <a:lnTo>
                  <a:pt x="0" y="187737"/>
                </a:lnTo>
                <a:lnTo>
                  <a:pt x="0" y="164782"/>
                </a:lnTo>
                <a:lnTo>
                  <a:pt x="1524" y="160210"/>
                </a:lnTo>
                <a:lnTo>
                  <a:pt x="1524" y="155638"/>
                </a:lnTo>
                <a:lnTo>
                  <a:pt x="4572" y="152590"/>
                </a:lnTo>
                <a:lnTo>
                  <a:pt x="6096" y="149542"/>
                </a:lnTo>
                <a:lnTo>
                  <a:pt x="12192" y="146494"/>
                </a:lnTo>
                <a:lnTo>
                  <a:pt x="15335" y="144970"/>
                </a:lnTo>
                <a:lnTo>
                  <a:pt x="19907" y="143446"/>
                </a:lnTo>
                <a:lnTo>
                  <a:pt x="41243" y="143446"/>
                </a:lnTo>
                <a:lnTo>
                  <a:pt x="45815" y="144970"/>
                </a:lnTo>
                <a:lnTo>
                  <a:pt x="48863" y="146494"/>
                </a:lnTo>
                <a:lnTo>
                  <a:pt x="53435" y="148018"/>
                </a:lnTo>
                <a:lnTo>
                  <a:pt x="58007" y="152590"/>
                </a:lnTo>
                <a:lnTo>
                  <a:pt x="59531" y="155638"/>
                </a:lnTo>
                <a:lnTo>
                  <a:pt x="59531" y="160210"/>
                </a:lnTo>
                <a:lnTo>
                  <a:pt x="61055" y="164782"/>
                </a:lnTo>
                <a:lnTo>
                  <a:pt x="61055" y="187737"/>
                </a:lnTo>
                <a:lnTo>
                  <a:pt x="59531" y="192309"/>
                </a:lnTo>
                <a:lnTo>
                  <a:pt x="59531" y="195357"/>
                </a:lnTo>
                <a:lnTo>
                  <a:pt x="58007" y="199929"/>
                </a:lnTo>
                <a:lnTo>
                  <a:pt x="54959" y="201453"/>
                </a:lnTo>
                <a:lnTo>
                  <a:pt x="53435" y="204501"/>
                </a:lnTo>
                <a:lnTo>
                  <a:pt x="48863" y="206025"/>
                </a:lnTo>
                <a:lnTo>
                  <a:pt x="45815" y="207549"/>
                </a:lnTo>
                <a:lnTo>
                  <a:pt x="41243" y="2090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28554" y="2780538"/>
            <a:ext cx="109823" cy="109918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997737" y="2701200"/>
            <a:ext cx="264160" cy="296545"/>
          </a:xfrm>
          <a:custGeom>
            <a:avLst/>
            <a:gdLst/>
            <a:ahLst/>
            <a:cxnLst/>
            <a:rect l="l" t="t" r="r" b="b"/>
            <a:pathLst>
              <a:path w="264159" h="296544">
                <a:moveTo>
                  <a:pt x="173926" y="212115"/>
                </a:moveTo>
                <a:lnTo>
                  <a:pt x="173621" y="203530"/>
                </a:lnTo>
                <a:lnTo>
                  <a:pt x="172593" y="195922"/>
                </a:lnTo>
                <a:lnTo>
                  <a:pt x="170713" y="189191"/>
                </a:lnTo>
                <a:lnTo>
                  <a:pt x="167830" y="183159"/>
                </a:lnTo>
                <a:lnTo>
                  <a:pt x="164782" y="174015"/>
                </a:lnTo>
                <a:lnTo>
                  <a:pt x="160210" y="166395"/>
                </a:lnTo>
                <a:lnTo>
                  <a:pt x="154114" y="161823"/>
                </a:lnTo>
                <a:lnTo>
                  <a:pt x="149275" y="157226"/>
                </a:lnTo>
                <a:lnTo>
                  <a:pt x="115633" y="135966"/>
                </a:lnTo>
                <a:lnTo>
                  <a:pt x="109918" y="132778"/>
                </a:lnTo>
                <a:lnTo>
                  <a:pt x="103327" y="130251"/>
                </a:lnTo>
                <a:lnTo>
                  <a:pt x="97142" y="127444"/>
                </a:lnTo>
                <a:lnTo>
                  <a:pt x="91236" y="124637"/>
                </a:lnTo>
                <a:lnTo>
                  <a:pt x="85445" y="122110"/>
                </a:lnTo>
                <a:lnTo>
                  <a:pt x="77825" y="117538"/>
                </a:lnTo>
                <a:lnTo>
                  <a:pt x="70205" y="114490"/>
                </a:lnTo>
                <a:lnTo>
                  <a:pt x="65633" y="109918"/>
                </a:lnTo>
                <a:lnTo>
                  <a:pt x="53441" y="100774"/>
                </a:lnTo>
                <a:lnTo>
                  <a:pt x="47345" y="88582"/>
                </a:lnTo>
                <a:lnTo>
                  <a:pt x="44297" y="82384"/>
                </a:lnTo>
                <a:lnTo>
                  <a:pt x="44297" y="68668"/>
                </a:lnTo>
                <a:lnTo>
                  <a:pt x="47345" y="59524"/>
                </a:lnTo>
                <a:lnTo>
                  <a:pt x="50393" y="54952"/>
                </a:lnTo>
                <a:lnTo>
                  <a:pt x="51917" y="50380"/>
                </a:lnTo>
                <a:lnTo>
                  <a:pt x="56489" y="47332"/>
                </a:lnTo>
                <a:lnTo>
                  <a:pt x="59537" y="42760"/>
                </a:lnTo>
                <a:lnTo>
                  <a:pt x="65633" y="39712"/>
                </a:lnTo>
                <a:lnTo>
                  <a:pt x="70205" y="38188"/>
                </a:lnTo>
                <a:lnTo>
                  <a:pt x="76301" y="36664"/>
                </a:lnTo>
                <a:lnTo>
                  <a:pt x="83921" y="35140"/>
                </a:lnTo>
                <a:lnTo>
                  <a:pt x="99250" y="35140"/>
                </a:lnTo>
                <a:lnTo>
                  <a:pt x="114490" y="38188"/>
                </a:lnTo>
                <a:lnTo>
                  <a:pt x="120586" y="39712"/>
                </a:lnTo>
                <a:lnTo>
                  <a:pt x="126682" y="42760"/>
                </a:lnTo>
                <a:lnTo>
                  <a:pt x="131254" y="45808"/>
                </a:lnTo>
                <a:lnTo>
                  <a:pt x="137350" y="47332"/>
                </a:lnTo>
                <a:lnTo>
                  <a:pt x="140398" y="50380"/>
                </a:lnTo>
                <a:lnTo>
                  <a:pt x="144970" y="51904"/>
                </a:lnTo>
                <a:lnTo>
                  <a:pt x="148018" y="54952"/>
                </a:lnTo>
                <a:lnTo>
                  <a:pt x="154114" y="54952"/>
                </a:lnTo>
                <a:lnTo>
                  <a:pt x="155638" y="53428"/>
                </a:lnTo>
                <a:lnTo>
                  <a:pt x="155638" y="51904"/>
                </a:lnTo>
                <a:lnTo>
                  <a:pt x="157162" y="50380"/>
                </a:lnTo>
                <a:lnTo>
                  <a:pt x="157162" y="35140"/>
                </a:lnTo>
                <a:lnTo>
                  <a:pt x="157162" y="25996"/>
                </a:lnTo>
                <a:lnTo>
                  <a:pt x="155638" y="25996"/>
                </a:lnTo>
                <a:lnTo>
                  <a:pt x="155638" y="24472"/>
                </a:lnTo>
                <a:lnTo>
                  <a:pt x="151066" y="19900"/>
                </a:lnTo>
                <a:lnTo>
                  <a:pt x="149542" y="18288"/>
                </a:lnTo>
                <a:lnTo>
                  <a:pt x="144970" y="15240"/>
                </a:lnTo>
                <a:lnTo>
                  <a:pt x="135826" y="12192"/>
                </a:lnTo>
                <a:lnTo>
                  <a:pt x="129730" y="9144"/>
                </a:lnTo>
                <a:lnTo>
                  <a:pt x="111442" y="4572"/>
                </a:lnTo>
                <a:lnTo>
                  <a:pt x="105346" y="4572"/>
                </a:lnTo>
                <a:lnTo>
                  <a:pt x="99250" y="3048"/>
                </a:lnTo>
                <a:lnTo>
                  <a:pt x="93154" y="3048"/>
                </a:lnTo>
                <a:lnTo>
                  <a:pt x="83985" y="3352"/>
                </a:lnTo>
                <a:lnTo>
                  <a:pt x="74968" y="4381"/>
                </a:lnTo>
                <a:lnTo>
                  <a:pt x="66268" y="6261"/>
                </a:lnTo>
                <a:lnTo>
                  <a:pt x="58013" y="9144"/>
                </a:lnTo>
                <a:lnTo>
                  <a:pt x="50292" y="11722"/>
                </a:lnTo>
                <a:lnTo>
                  <a:pt x="16649" y="39243"/>
                </a:lnTo>
                <a:lnTo>
                  <a:pt x="13817" y="45808"/>
                </a:lnTo>
                <a:lnTo>
                  <a:pt x="10693" y="52959"/>
                </a:lnTo>
                <a:lnTo>
                  <a:pt x="8293" y="60667"/>
                </a:lnTo>
                <a:lnTo>
                  <a:pt x="6743" y="68961"/>
                </a:lnTo>
                <a:lnTo>
                  <a:pt x="6197" y="77812"/>
                </a:lnTo>
                <a:lnTo>
                  <a:pt x="6718" y="86499"/>
                </a:lnTo>
                <a:lnTo>
                  <a:pt x="21437" y="123634"/>
                </a:lnTo>
                <a:lnTo>
                  <a:pt x="26009" y="129730"/>
                </a:lnTo>
                <a:lnTo>
                  <a:pt x="58775" y="151650"/>
                </a:lnTo>
                <a:lnTo>
                  <a:pt x="70129" y="157226"/>
                </a:lnTo>
                <a:lnTo>
                  <a:pt x="76149" y="160426"/>
                </a:lnTo>
                <a:lnTo>
                  <a:pt x="82397" y="163156"/>
                </a:lnTo>
                <a:lnTo>
                  <a:pt x="94678" y="167919"/>
                </a:lnTo>
                <a:lnTo>
                  <a:pt x="102298" y="172491"/>
                </a:lnTo>
                <a:lnTo>
                  <a:pt x="132778" y="201447"/>
                </a:lnTo>
                <a:lnTo>
                  <a:pt x="134302" y="207543"/>
                </a:lnTo>
                <a:lnTo>
                  <a:pt x="134302" y="222783"/>
                </a:lnTo>
                <a:lnTo>
                  <a:pt x="119062" y="250317"/>
                </a:lnTo>
                <a:lnTo>
                  <a:pt x="114490" y="254889"/>
                </a:lnTo>
                <a:lnTo>
                  <a:pt x="108394" y="257937"/>
                </a:lnTo>
                <a:lnTo>
                  <a:pt x="102298" y="259461"/>
                </a:lnTo>
                <a:lnTo>
                  <a:pt x="94792" y="262458"/>
                </a:lnTo>
                <a:lnTo>
                  <a:pt x="71602" y="262458"/>
                </a:lnTo>
                <a:lnTo>
                  <a:pt x="64300" y="262128"/>
                </a:lnTo>
                <a:lnTo>
                  <a:pt x="57264" y="261226"/>
                </a:lnTo>
                <a:lnTo>
                  <a:pt x="50393" y="259461"/>
                </a:lnTo>
                <a:lnTo>
                  <a:pt x="35153" y="253365"/>
                </a:lnTo>
                <a:lnTo>
                  <a:pt x="29057" y="251841"/>
                </a:lnTo>
                <a:lnTo>
                  <a:pt x="22961" y="248793"/>
                </a:lnTo>
                <a:lnTo>
                  <a:pt x="18389" y="245745"/>
                </a:lnTo>
                <a:lnTo>
                  <a:pt x="15341" y="242697"/>
                </a:lnTo>
                <a:lnTo>
                  <a:pt x="9245" y="239649"/>
                </a:lnTo>
                <a:lnTo>
                  <a:pt x="3048" y="239649"/>
                </a:lnTo>
                <a:lnTo>
                  <a:pt x="3048" y="241173"/>
                </a:lnTo>
                <a:lnTo>
                  <a:pt x="1524" y="241173"/>
                </a:lnTo>
                <a:lnTo>
                  <a:pt x="1524" y="242697"/>
                </a:lnTo>
                <a:lnTo>
                  <a:pt x="0" y="244221"/>
                </a:lnTo>
                <a:lnTo>
                  <a:pt x="0" y="267081"/>
                </a:lnTo>
                <a:lnTo>
                  <a:pt x="1524" y="270129"/>
                </a:lnTo>
                <a:lnTo>
                  <a:pt x="4572" y="273177"/>
                </a:lnTo>
                <a:lnTo>
                  <a:pt x="6197" y="274701"/>
                </a:lnTo>
                <a:lnTo>
                  <a:pt x="9245" y="277749"/>
                </a:lnTo>
                <a:lnTo>
                  <a:pt x="13817" y="279273"/>
                </a:lnTo>
                <a:lnTo>
                  <a:pt x="22961" y="285369"/>
                </a:lnTo>
                <a:lnTo>
                  <a:pt x="29057" y="286893"/>
                </a:lnTo>
                <a:lnTo>
                  <a:pt x="70967" y="295871"/>
                </a:lnTo>
                <a:lnTo>
                  <a:pt x="77825" y="296125"/>
                </a:lnTo>
                <a:lnTo>
                  <a:pt x="87858" y="295592"/>
                </a:lnTo>
                <a:lnTo>
                  <a:pt x="131826" y="283273"/>
                </a:lnTo>
                <a:lnTo>
                  <a:pt x="157657" y="262458"/>
                </a:lnTo>
                <a:lnTo>
                  <a:pt x="158115" y="261937"/>
                </a:lnTo>
                <a:lnTo>
                  <a:pt x="173380" y="221259"/>
                </a:lnTo>
                <a:lnTo>
                  <a:pt x="173926" y="212115"/>
                </a:lnTo>
                <a:close/>
              </a:path>
              <a:path w="264159" h="296544">
                <a:moveTo>
                  <a:pt x="259359" y="86956"/>
                </a:moveTo>
                <a:lnTo>
                  <a:pt x="254787" y="82384"/>
                </a:lnTo>
                <a:lnTo>
                  <a:pt x="228879" y="82384"/>
                </a:lnTo>
                <a:lnTo>
                  <a:pt x="227355" y="83908"/>
                </a:lnTo>
                <a:lnTo>
                  <a:pt x="225831" y="83908"/>
                </a:lnTo>
                <a:lnTo>
                  <a:pt x="224307" y="85432"/>
                </a:lnTo>
                <a:lnTo>
                  <a:pt x="224307" y="86956"/>
                </a:lnTo>
                <a:lnTo>
                  <a:pt x="222783" y="86956"/>
                </a:lnTo>
                <a:lnTo>
                  <a:pt x="222783" y="286893"/>
                </a:lnTo>
                <a:lnTo>
                  <a:pt x="224307" y="288417"/>
                </a:lnTo>
                <a:lnTo>
                  <a:pt x="224307" y="289941"/>
                </a:lnTo>
                <a:lnTo>
                  <a:pt x="225831" y="289941"/>
                </a:lnTo>
                <a:lnTo>
                  <a:pt x="227355" y="291465"/>
                </a:lnTo>
                <a:lnTo>
                  <a:pt x="231927" y="291465"/>
                </a:lnTo>
                <a:lnTo>
                  <a:pt x="234975" y="292989"/>
                </a:lnTo>
                <a:lnTo>
                  <a:pt x="248691" y="292989"/>
                </a:lnTo>
                <a:lnTo>
                  <a:pt x="250215" y="291465"/>
                </a:lnTo>
                <a:lnTo>
                  <a:pt x="256311" y="291465"/>
                </a:lnTo>
                <a:lnTo>
                  <a:pt x="256311" y="289941"/>
                </a:lnTo>
                <a:lnTo>
                  <a:pt x="257835" y="289941"/>
                </a:lnTo>
                <a:lnTo>
                  <a:pt x="257835" y="288417"/>
                </a:lnTo>
                <a:lnTo>
                  <a:pt x="259359" y="288417"/>
                </a:lnTo>
                <a:lnTo>
                  <a:pt x="259359" y="86956"/>
                </a:lnTo>
                <a:close/>
              </a:path>
              <a:path w="264159" h="296544">
                <a:moveTo>
                  <a:pt x="263931" y="13716"/>
                </a:moveTo>
                <a:lnTo>
                  <a:pt x="262407" y="7620"/>
                </a:lnTo>
                <a:lnTo>
                  <a:pt x="256311" y="1524"/>
                </a:lnTo>
                <a:lnTo>
                  <a:pt x="250215" y="0"/>
                </a:lnTo>
                <a:lnTo>
                  <a:pt x="233451" y="0"/>
                </a:lnTo>
                <a:lnTo>
                  <a:pt x="227355" y="1524"/>
                </a:lnTo>
                <a:lnTo>
                  <a:pt x="221259" y="7620"/>
                </a:lnTo>
                <a:lnTo>
                  <a:pt x="218211" y="13716"/>
                </a:lnTo>
                <a:lnTo>
                  <a:pt x="218211" y="30568"/>
                </a:lnTo>
                <a:lnTo>
                  <a:pt x="221259" y="36664"/>
                </a:lnTo>
                <a:lnTo>
                  <a:pt x="227355" y="42760"/>
                </a:lnTo>
                <a:lnTo>
                  <a:pt x="231927" y="44284"/>
                </a:lnTo>
                <a:lnTo>
                  <a:pt x="250215" y="44284"/>
                </a:lnTo>
                <a:lnTo>
                  <a:pt x="256311" y="42760"/>
                </a:lnTo>
                <a:lnTo>
                  <a:pt x="262407" y="36664"/>
                </a:lnTo>
                <a:lnTo>
                  <a:pt x="263931" y="30568"/>
                </a:lnTo>
                <a:lnTo>
                  <a:pt x="263931" y="13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24260" y="2780537"/>
            <a:ext cx="293370" cy="213995"/>
          </a:xfrm>
          <a:custGeom>
            <a:avLst/>
            <a:gdLst/>
            <a:ahLst/>
            <a:cxnLst/>
            <a:rect l="l" t="t" r="r" b="b"/>
            <a:pathLst>
              <a:path w="293369" h="213994">
                <a:moveTo>
                  <a:pt x="71304" y="35147"/>
                </a:moveTo>
                <a:lnTo>
                  <a:pt x="32099" y="35147"/>
                </a:lnTo>
                <a:lnTo>
                  <a:pt x="40981" y="26573"/>
                </a:lnTo>
                <a:lnTo>
                  <a:pt x="72747" y="4500"/>
                </a:lnTo>
                <a:lnTo>
                  <a:pt x="96107" y="0"/>
                </a:lnTo>
                <a:lnTo>
                  <a:pt x="111347" y="0"/>
                </a:lnTo>
                <a:lnTo>
                  <a:pt x="119062" y="3048"/>
                </a:lnTo>
                <a:lnTo>
                  <a:pt x="131254" y="6095"/>
                </a:lnTo>
                <a:lnTo>
                  <a:pt x="135826" y="10763"/>
                </a:lnTo>
                <a:lnTo>
                  <a:pt x="140398" y="13811"/>
                </a:lnTo>
                <a:lnTo>
                  <a:pt x="144970" y="18383"/>
                </a:lnTo>
                <a:lnTo>
                  <a:pt x="148018" y="22955"/>
                </a:lnTo>
                <a:lnTo>
                  <a:pt x="152590" y="27527"/>
                </a:lnTo>
                <a:lnTo>
                  <a:pt x="153495" y="30241"/>
                </a:lnTo>
                <a:lnTo>
                  <a:pt x="153606" y="30575"/>
                </a:lnTo>
                <a:lnTo>
                  <a:pt x="88487" y="30575"/>
                </a:lnTo>
                <a:lnTo>
                  <a:pt x="82534" y="31146"/>
                </a:lnTo>
                <a:lnTo>
                  <a:pt x="76295" y="32861"/>
                </a:lnTo>
                <a:lnTo>
                  <a:pt x="71304" y="35147"/>
                </a:lnTo>
                <a:close/>
              </a:path>
              <a:path w="293369" h="213994">
                <a:moveTo>
                  <a:pt x="194488" y="38195"/>
                </a:moveTo>
                <a:lnTo>
                  <a:pt x="157162" y="38195"/>
                </a:lnTo>
                <a:lnTo>
                  <a:pt x="175450" y="19907"/>
                </a:lnTo>
                <a:lnTo>
                  <a:pt x="187642" y="10763"/>
                </a:lnTo>
                <a:lnTo>
                  <a:pt x="192214" y="7619"/>
                </a:lnTo>
                <a:lnTo>
                  <a:pt x="198453" y="4500"/>
                </a:lnTo>
                <a:lnTo>
                  <a:pt x="198600" y="4500"/>
                </a:lnTo>
                <a:lnTo>
                  <a:pt x="204501" y="3048"/>
                </a:lnTo>
                <a:lnTo>
                  <a:pt x="213645" y="0"/>
                </a:lnTo>
                <a:lnTo>
                  <a:pt x="224313" y="0"/>
                </a:lnTo>
                <a:lnTo>
                  <a:pt x="262651" y="9865"/>
                </a:lnTo>
                <a:lnTo>
                  <a:pt x="281205" y="30575"/>
                </a:lnTo>
                <a:lnTo>
                  <a:pt x="216693" y="30575"/>
                </a:lnTo>
                <a:lnTo>
                  <a:pt x="210725" y="31146"/>
                </a:lnTo>
                <a:lnTo>
                  <a:pt x="204454" y="32861"/>
                </a:lnTo>
                <a:lnTo>
                  <a:pt x="198182" y="35718"/>
                </a:lnTo>
                <a:lnTo>
                  <a:pt x="194488" y="38195"/>
                </a:lnTo>
                <a:close/>
              </a:path>
              <a:path w="293369" h="213994">
                <a:moveTo>
                  <a:pt x="28975" y="4500"/>
                </a:moveTo>
                <a:lnTo>
                  <a:pt x="3119" y="4500"/>
                </a:lnTo>
                <a:lnTo>
                  <a:pt x="4571" y="3048"/>
                </a:lnTo>
                <a:lnTo>
                  <a:pt x="27432" y="3048"/>
                </a:lnTo>
                <a:lnTo>
                  <a:pt x="28975" y="4500"/>
                </a:lnTo>
                <a:close/>
              </a:path>
              <a:path w="293369" h="213994">
                <a:moveTo>
                  <a:pt x="30575" y="6095"/>
                </a:moveTo>
                <a:lnTo>
                  <a:pt x="1524" y="6095"/>
                </a:lnTo>
                <a:lnTo>
                  <a:pt x="1524" y="4500"/>
                </a:lnTo>
                <a:lnTo>
                  <a:pt x="30575" y="4500"/>
                </a:lnTo>
                <a:lnTo>
                  <a:pt x="30575" y="6095"/>
                </a:lnTo>
                <a:close/>
              </a:path>
              <a:path w="293369" h="213994">
                <a:moveTo>
                  <a:pt x="32099" y="212121"/>
                </a:moveTo>
                <a:lnTo>
                  <a:pt x="3047" y="212121"/>
                </a:lnTo>
                <a:lnTo>
                  <a:pt x="0" y="209073"/>
                </a:lnTo>
                <a:lnTo>
                  <a:pt x="0" y="6095"/>
                </a:lnTo>
                <a:lnTo>
                  <a:pt x="32099" y="6095"/>
                </a:lnTo>
                <a:lnTo>
                  <a:pt x="32099" y="35147"/>
                </a:lnTo>
                <a:lnTo>
                  <a:pt x="71304" y="35147"/>
                </a:lnTo>
                <a:lnTo>
                  <a:pt x="36671" y="68675"/>
                </a:lnTo>
                <a:lnTo>
                  <a:pt x="36671" y="209073"/>
                </a:lnTo>
                <a:lnTo>
                  <a:pt x="35147" y="209073"/>
                </a:lnTo>
                <a:lnTo>
                  <a:pt x="35147" y="210597"/>
                </a:lnTo>
                <a:lnTo>
                  <a:pt x="33623" y="210597"/>
                </a:lnTo>
                <a:lnTo>
                  <a:pt x="32099" y="212121"/>
                </a:lnTo>
                <a:close/>
              </a:path>
              <a:path w="293369" h="213994">
                <a:moveTo>
                  <a:pt x="160210" y="212121"/>
                </a:moveTo>
                <a:lnTo>
                  <a:pt x="131254" y="212121"/>
                </a:lnTo>
                <a:lnTo>
                  <a:pt x="128206" y="209073"/>
                </a:lnTo>
                <a:lnTo>
                  <a:pt x="128206" y="77914"/>
                </a:lnTo>
                <a:lnTo>
                  <a:pt x="126682" y="70199"/>
                </a:lnTo>
                <a:lnTo>
                  <a:pt x="125158" y="64103"/>
                </a:lnTo>
                <a:lnTo>
                  <a:pt x="123634" y="56483"/>
                </a:lnTo>
                <a:lnTo>
                  <a:pt x="122110" y="51911"/>
                </a:lnTo>
                <a:lnTo>
                  <a:pt x="119014" y="45743"/>
                </a:lnTo>
                <a:lnTo>
                  <a:pt x="116014" y="41243"/>
                </a:lnTo>
                <a:lnTo>
                  <a:pt x="111347" y="36671"/>
                </a:lnTo>
                <a:lnTo>
                  <a:pt x="106775" y="35147"/>
                </a:lnTo>
                <a:lnTo>
                  <a:pt x="100679" y="32099"/>
                </a:lnTo>
                <a:lnTo>
                  <a:pt x="96107" y="30575"/>
                </a:lnTo>
                <a:lnTo>
                  <a:pt x="153606" y="30575"/>
                </a:lnTo>
                <a:lnTo>
                  <a:pt x="154114" y="32099"/>
                </a:lnTo>
                <a:lnTo>
                  <a:pt x="157162" y="38195"/>
                </a:lnTo>
                <a:lnTo>
                  <a:pt x="194488" y="38195"/>
                </a:lnTo>
                <a:lnTo>
                  <a:pt x="192214" y="39719"/>
                </a:lnTo>
                <a:lnTo>
                  <a:pt x="185356" y="45743"/>
                </a:lnTo>
                <a:lnTo>
                  <a:pt x="178498" y="52482"/>
                </a:lnTo>
                <a:lnTo>
                  <a:pt x="171640" y="60078"/>
                </a:lnTo>
                <a:lnTo>
                  <a:pt x="164782" y="68675"/>
                </a:lnTo>
                <a:lnTo>
                  <a:pt x="164782" y="207549"/>
                </a:lnTo>
                <a:lnTo>
                  <a:pt x="163258" y="209073"/>
                </a:lnTo>
                <a:lnTo>
                  <a:pt x="163258" y="210597"/>
                </a:lnTo>
                <a:lnTo>
                  <a:pt x="161734" y="210597"/>
                </a:lnTo>
                <a:lnTo>
                  <a:pt x="160210" y="212121"/>
                </a:lnTo>
                <a:close/>
              </a:path>
              <a:path w="293369" h="213994">
                <a:moveTo>
                  <a:pt x="288321" y="212121"/>
                </a:moveTo>
                <a:lnTo>
                  <a:pt x="259365" y="212121"/>
                </a:lnTo>
                <a:lnTo>
                  <a:pt x="256317" y="209073"/>
                </a:lnTo>
                <a:lnTo>
                  <a:pt x="256317" y="77914"/>
                </a:lnTo>
                <a:lnTo>
                  <a:pt x="254793" y="70199"/>
                </a:lnTo>
                <a:lnTo>
                  <a:pt x="253269" y="64103"/>
                </a:lnTo>
                <a:lnTo>
                  <a:pt x="251745" y="56483"/>
                </a:lnTo>
                <a:lnTo>
                  <a:pt x="250221" y="51911"/>
                </a:lnTo>
                <a:lnTo>
                  <a:pt x="247126" y="45743"/>
                </a:lnTo>
                <a:lnTo>
                  <a:pt x="244125" y="41243"/>
                </a:lnTo>
                <a:lnTo>
                  <a:pt x="239553" y="36671"/>
                </a:lnTo>
                <a:lnTo>
                  <a:pt x="234981" y="35147"/>
                </a:lnTo>
                <a:lnTo>
                  <a:pt x="228885" y="32099"/>
                </a:lnTo>
                <a:lnTo>
                  <a:pt x="224313" y="30575"/>
                </a:lnTo>
                <a:lnTo>
                  <a:pt x="281205" y="30575"/>
                </a:lnTo>
                <a:lnTo>
                  <a:pt x="284130" y="36290"/>
                </a:lnTo>
                <a:lnTo>
                  <a:pt x="286654" y="42910"/>
                </a:lnTo>
                <a:lnTo>
                  <a:pt x="288321" y="50387"/>
                </a:lnTo>
                <a:lnTo>
                  <a:pt x="290377" y="57532"/>
                </a:lnTo>
                <a:lnTo>
                  <a:pt x="291834" y="65258"/>
                </a:lnTo>
                <a:lnTo>
                  <a:pt x="292701" y="73573"/>
                </a:lnTo>
                <a:lnTo>
                  <a:pt x="292989" y="82486"/>
                </a:lnTo>
                <a:lnTo>
                  <a:pt x="292989" y="207549"/>
                </a:lnTo>
                <a:lnTo>
                  <a:pt x="291465" y="209073"/>
                </a:lnTo>
                <a:lnTo>
                  <a:pt x="291465" y="210597"/>
                </a:lnTo>
                <a:lnTo>
                  <a:pt x="289941" y="210597"/>
                </a:lnTo>
                <a:lnTo>
                  <a:pt x="288321" y="212121"/>
                </a:lnTo>
                <a:close/>
              </a:path>
              <a:path w="293369" h="213994">
                <a:moveTo>
                  <a:pt x="24383" y="213645"/>
                </a:moveTo>
                <a:lnTo>
                  <a:pt x="12192" y="213645"/>
                </a:lnTo>
                <a:lnTo>
                  <a:pt x="9144" y="212121"/>
                </a:lnTo>
                <a:lnTo>
                  <a:pt x="27432" y="212121"/>
                </a:lnTo>
                <a:lnTo>
                  <a:pt x="24383" y="213645"/>
                </a:lnTo>
                <a:close/>
              </a:path>
              <a:path w="293369" h="213994">
                <a:moveTo>
                  <a:pt x="152590" y="213645"/>
                </a:moveTo>
                <a:lnTo>
                  <a:pt x="140398" y="213645"/>
                </a:lnTo>
                <a:lnTo>
                  <a:pt x="137350" y="212121"/>
                </a:lnTo>
                <a:lnTo>
                  <a:pt x="154114" y="212121"/>
                </a:lnTo>
                <a:lnTo>
                  <a:pt x="152590" y="213645"/>
                </a:lnTo>
                <a:close/>
              </a:path>
              <a:path w="293369" h="213994">
                <a:moveTo>
                  <a:pt x="280701" y="213645"/>
                </a:moveTo>
                <a:lnTo>
                  <a:pt x="266985" y="213645"/>
                </a:lnTo>
                <a:lnTo>
                  <a:pt x="265461" y="212121"/>
                </a:lnTo>
                <a:lnTo>
                  <a:pt x="283749" y="212121"/>
                </a:lnTo>
                <a:lnTo>
                  <a:pt x="280701" y="213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682781" y="2780538"/>
            <a:ext cx="181610" cy="292100"/>
          </a:xfrm>
          <a:custGeom>
            <a:avLst/>
            <a:gdLst/>
            <a:ahLst/>
            <a:cxnLst/>
            <a:rect l="l" t="t" r="r" b="b"/>
            <a:pathLst>
              <a:path w="181610" h="292100">
                <a:moveTo>
                  <a:pt x="74009" y="35147"/>
                </a:moveTo>
                <a:lnTo>
                  <a:pt x="32099" y="35147"/>
                </a:lnTo>
                <a:lnTo>
                  <a:pt x="36671" y="29051"/>
                </a:lnTo>
                <a:lnTo>
                  <a:pt x="54959" y="15335"/>
                </a:lnTo>
                <a:lnTo>
                  <a:pt x="59531" y="12287"/>
                </a:lnTo>
                <a:lnTo>
                  <a:pt x="65627" y="9239"/>
                </a:lnTo>
                <a:lnTo>
                  <a:pt x="71723" y="6096"/>
                </a:lnTo>
                <a:lnTo>
                  <a:pt x="76295" y="3048"/>
                </a:lnTo>
                <a:lnTo>
                  <a:pt x="88487" y="0"/>
                </a:lnTo>
                <a:lnTo>
                  <a:pt x="102203" y="0"/>
                </a:lnTo>
                <a:lnTo>
                  <a:pt x="145470" y="12532"/>
                </a:lnTo>
                <a:lnTo>
                  <a:pt x="163258" y="30575"/>
                </a:lnTo>
                <a:lnTo>
                  <a:pt x="85439" y="30575"/>
                </a:lnTo>
                <a:lnTo>
                  <a:pt x="76295" y="33623"/>
                </a:lnTo>
                <a:lnTo>
                  <a:pt x="74009" y="35147"/>
                </a:lnTo>
                <a:close/>
              </a:path>
              <a:path w="181610" h="292100">
                <a:moveTo>
                  <a:pt x="27527" y="4572"/>
                </a:moveTo>
                <a:lnTo>
                  <a:pt x="3047" y="4572"/>
                </a:lnTo>
                <a:lnTo>
                  <a:pt x="4571" y="3048"/>
                </a:lnTo>
                <a:lnTo>
                  <a:pt x="26003" y="3048"/>
                </a:lnTo>
                <a:lnTo>
                  <a:pt x="27527" y="4572"/>
                </a:lnTo>
                <a:close/>
              </a:path>
              <a:path w="181610" h="292100">
                <a:moveTo>
                  <a:pt x="33623" y="290036"/>
                </a:moveTo>
                <a:lnTo>
                  <a:pt x="1523" y="290036"/>
                </a:lnTo>
                <a:lnTo>
                  <a:pt x="1523" y="288512"/>
                </a:lnTo>
                <a:lnTo>
                  <a:pt x="0" y="288512"/>
                </a:lnTo>
                <a:lnTo>
                  <a:pt x="0" y="6096"/>
                </a:lnTo>
                <a:lnTo>
                  <a:pt x="1523" y="6096"/>
                </a:lnTo>
                <a:lnTo>
                  <a:pt x="1523" y="4572"/>
                </a:lnTo>
                <a:lnTo>
                  <a:pt x="30575" y="4572"/>
                </a:lnTo>
                <a:lnTo>
                  <a:pt x="30575" y="7620"/>
                </a:lnTo>
                <a:lnTo>
                  <a:pt x="32099" y="7620"/>
                </a:lnTo>
                <a:lnTo>
                  <a:pt x="32099" y="35147"/>
                </a:lnTo>
                <a:lnTo>
                  <a:pt x="74009" y="35147"/>
                </a:lnTo>
                <a:lnTo>
                  <a:pt x="62579" y="42767"/>
                </a:lnTo>
                <a:lnTo>
                  <a:pt x="56483" y="45815"/>
                </a:lnTo>
                <a:lnTo>
                  <a:pt x="51911" y="50387"/>
                </a:lnTo>
                <a:lnTo>
                  <a:pt x="47339" y="56483"/>
                </a:lnTo>
                <a:lnTo>
                  <a:pt x="35147" y="68675"/>
                </a:lnTo>
                <a:lnTo>
                  <a:pt x="35147" y="148113"/>
                </a:lnTo>
                <a:lnTo>
                  <a:pt x="42886" y="156686"/>
                </a:lnTo>
                <a:lnTo>
                  <a:pt x="77819" y="182403"/>
                </a:lnTo>
                <a:lnTo>
                  <a:pt x="91535" y="184689"/>
                </a:lnTo>
                <a:lnTo>
                  <a:pt x="159798" y="184689"/>
                </a:lnTo>
                <a:lnTo>
                  <a:pt x="158686" y="186213"/>
                </a:lnTo>
                <a:lnTo>
                  <a:pt x="35147" y="186213"/>
                </a:lnTo>
                <a:lnTo>
                  <a:pt x="35147" y="288512"/>
                </a:lnTo>
                <a:lnTo>
                  <a:pt x="33623" y="290036"/>
                </a:lnTo>
                <a:close/>
              </a:path>
              <a:path w="181610" h="292100">
                <a:moveTo>
                  <a:pt x="159798" y="184689"/>
                </a:moveTo>
                <a:lnTo>
                  <a:pt x="100679" y="184689"/>
                </a:lnTo>
                <a:lnTo>
                  <a:pt x="108394" y="183165"/>
                </a:lnTo>
                <a:lnTo>
                  <a:pt x="116014" y="178593"/>
                </a:lnTo>
                <a:lnTo>
                  <a:pt x="122110" y="174021"/>
                </a:lnTo>
                <a:lnTo>
                  <a:pt x="126682" y="167925"/>
                </a:lnTo>
                <a:lnTo>
                  <a:pt x="131254" y="160305"/>
                </a:lnTo>
                <a:lnTo>
                  <a:pt x="134397" y="155194"/>
                </a:lnTo>
                <a:lnTo>
                  <a:pt x="143184" y="115252"/>
                </a:lnTo>
                <a:lnTo>
                  <a:pt x="143446" y="108394"/>
                </a:lnTo>
                <a:lnTo>
                  <a:pt x="143184" y="101298"/>
                </a:lnTo>
                <a:lnTo>
                  <a:pt x="135040" y="60699"/>
                </a:lnTo>
                <a:lnTo>
                  <a:pt x="103727" y="30575"/>
                </a:lnTo>
                <a:lnTo>
                  <a:pt x="163258" y="30575"/>
                </a:lnTo>
                <a:lnTo>
                  <a:pt x="178974" y="73547"/>
                </a:lnTo>
                <a:lnTo>
                  <a:pt x="181238" y="93916"/>
                </a:lnTo>
                <a:lnTo>
                  <a:pt x="181260" y="94187"/>
                </a:lnTo>
                <a:lnTo>
                  <a:pt x="181442" y="101298"/>
                </a:lnTo>
                <a:lnTo>
                  <a:pt x="181546" y="105346"/>
                </a:lnTo>
                <a:lnTo>
                  <a:pt x="181124" y="115252"/>
                </a:lnTo>
                <a:lnTo>
                  <a:pt x="181022" y="117635"/>
                </a:lnTo>
                <a:lnTo>
                  <a:pt x="172616" y="161139"/>
                </a:lnTo>
                <a:lnTo>
                  <a:pt x="164211" y="178593"/>
                </a:lnTo>
                <a:lnTo>
                  <a:pt x="164091" y="178808"/>
                </a:lnTo>
                <a:lnTo>
                  <a:pt x="159798" y="184689"/>
                </a:lnTo>
                <a:close/>
              </a:path>
              <a:path w="181610" h="292100">
                <a:moveTo>
                  <a:pt x="96107" y="216789"/>
                </a:moveTo>
                <a:lnTo>
                  <a:pt x="90011" y="216789"/>
                </a:lnTo>
                <a:lnTo>
                  <a:pt x="83915" y="215265"/>
                </a:lnTo>
                <a:lnTo>
                  <a:pt x="79343" y="213645"/>
                </a:lnTo>
                <a:lnTo>
                  <a:pt x="74771" y="213645"/>
                </a:lnTo>
                <a:lnTo>
                  <a:pt x="70199" y="210597"/>
                </a:lnTo>
                <a:lnTo>
                  <a:pt x="65627" y="209073"/>
                </a:lnTo>
                <a:lnTo>
                  <a:pt x="59531" y="206025"/>
                </a:lnTo>
                <a:lnTo>
                  <a:pt x="50387" y="199929"/>
                </a:lnTo>
                <a:lnTo>
                  <a:pt x="41243" y="190785"/>
                </a:lnTo>
                <a:lnTo>
                  <a:pt x="35147" y="186213"/>
                </a:lnTo>
                <a:lnTo>
                  <a:pt x="158686" y="186213"/>
                </a:lnTo>
                <a:lnTo>
                  <a:pt x="152923" y="192762"/>
                </a:lnTo>
                <a:lnTo>
                  <a:pt x="115621" y="214455"/>
                </a:lnTo>
                <a:lnTo>
                  <a:pt x="106163" y="216202"/>
                </a:lnTo>
                <a:lnTo>
                  <a:pt x="96107" y="216789"/>
                </a:lnTo>
                <a:close/>
              </a:path>
              <a:path w="181610" h="292100">
                <a:moveTo>
                  <a:pt x="29051" y="291560"/>
                </a:moveTo>
                <a:lnTo>
                  <a:pt x="6095" y="291560"/>
                </a:lnTo>
                <a:lnTo>
                  <a:pt x="4571" y="290036"/>
                </a:lnTo>
                <a:lnTo>
                  <a:pt x="30575" y="290036"/>
                </a:lnTo>
                <a:lnTo>
                  <a:pt x="29051" y="29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16239" y="2687478"/>
            <a:ext cx="36830" cy="306705"/>
          </a:xfrm>
          <a:custGeom>
            <a:avLst/>
            <a:gdLst/>
            <a:ahLst/>
            <a:cxnLst/>
            <a:rect l="l" t="t" r="r" b="b"/>
            <a:pathLst>
              <a:path w="36830" h="306705">
                <a:moveTo>
                  <a:pt x="35052" y="4572"/>
                </a:moveTo>
                <a:lnTo>
                  <a:pt x="1524" y="4572"/>
                </a:lnTo>
                <a:lnTo>
                  <a:pt x="1524" y="3048"/>
                </a:lnTo>
                <a:lnTo>
                  <a:pt x="3048" y="3048"/>
                </a:lnTo>
                <a:lnTo>
                  <a:pt x="4572" y="1524"/>
                </a:lnTo>
                <a:lnTo>
                  <a:pt x="7620" y="0"/>
                </a:lnTo>
                <a:lnTo>
                  <a:pt x="28956" y="0"/>
                </a:lnTo>
                <a:lnTo>
                  <a:pt x="32004" y="1524"/>
                </a:lnTo>
                <a:lnTo>
                  <a:pt x="33528" y="1524"/>
                </a:lnTo>
                <a:lnTo>
                  <a:pt x="35052" y="3048"/>
                </a:lnTo>
                <a:lnTo>
                  <a:pt x="35052" y="4572"/>
                </a:lnTo>
                <a:close/>
              </a:path>
              <a:path w="36830" h="306705">
                <a:moveTo>
                  <a:pt x="36576" y="302133"/>
                </a:moveTo>
                <a:lnTo>
                  <a:pt x="0" y="302133"/>
                </a:lnTo>
                <a:lnTo>
                  <a:pt x="0" y="4572"/>
                </a:lnTo>
                <a:lnTo>
                  <a:pt x="36576" y="4572"/>
                </a:lnTo>
                <a:lnTo>
                  <a:pt x="36576" y="302133"/>
                </a:lnTo>
                <a:close/>
              </a:path>
              <a:path w="36830" h="306705">
                <a:moveTo>
                  <a:pt x="35052" y="303657"/>
                </a:moveTo>
                <a:lnTo>
                  <a:pt x="1524" y="303657"/>
                </a:lnTo>
                <a:lnTo>
                  <a:pt x="1524" y="302133"/>
                </a:lnTo>
                <a:lnTo>
                  <a:pt x="35052" y="302133"/>
                </a:lnTo>
                <a:lnTo>
                  <a:pt x="35052" y="303657"/>
                </a:lnTo>
                <a:close/>
              </a:path>
              <a:path w="36830" h="306705">
                <a:moveTo>
                  <a:pt x="32004" y="305181"/>
                </a:moveTo>
                <a:lnTo>
                  <a:pt x="4572" y="305181"/>
                </a:lnTo>
                <a:lnTo>
                  <a:pt x="3048" y="303657"/>
                </a:lnTo>
                <a:lnTo>
                  <a:pt x="33528" y="303657"/>
                </a:lnTo>
                <a:lnTo>
                  <a:pt x="32004" y="305181"/>
                </a:lnTo>
                <a:close/>
              </a:path>
              <a:path w="36830" h="306705">
                <a:moveTo>
                  <a:pt x="24384" y="306705"/>
                </a:moveTo>
                <a:lnTo>
                  <a:pt x="12192" y="306705"/>
                </a:lnTo>
                <a:lnTo>
                  <a:pt x="9144" y="305181"/>
                </a:lnTo>
                <a:lnTo>
                  <a:pt x="27432" y="305181"/>
                </a:lnTo>
                <a:lnTo>
                  <a:pt x="24384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006250" y="2780538"/>
            <a:ext cx="181546" cy="216789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2349531" y="2685954"/>
            <a:ext cx="624205" cy="311785"/>
            <a:chOff x="2349531" y="2685954"/>
            <a:chExt cx="624205" cy="311785"/>
          </a:xfrm>
        </p:grpSpPr>
        <p:sp>
          <p:nvSpPr>
            <p:cNvPr id="34" name="object 34"/>
            <p:cNvSpPr/>
            <p:nvPr/>
          </p:nvSpPr>
          <p:spPr>
            <a:xfrm>
              <a:off x="2349531" y="2708814"/>
              <a:ext cx="189230" cy="285750"/>
            </a:xfrm>
            <a:custGeom>
              <a:avLst/>
              <a:gdLst/>
              <a:ahLst/>
              <a:cxnLst/>
              <a:rect l="l" t="t" r="r" b="b"/>
              <a:pathLst>
                <a:path w="189230" h="285750">
                  <a:moveTo>
                    <a:pt x="38100" y="280797"/>
                  </a:moveTo>
                  <a:lnTo>
                    <a:pt x="0" y="280797"/>
                  </a:lnTo>
                  <a:lnTo>
                    <a:pt x="0" y="9143"/>
                  </a:lnTo>
                  <a:lnTo>
                    <a:pt x="1524" y="6096"/>
                  </a:lnTo>
                  <a:lnTo>
                    <a:pt x="4572" y="3048"/>
                  </a:lnTo>
                  <a:lnTo>
                    <a:pt x="10668" y="0"/>
                  </a:lnTo>
                  <a:lnTo>
                    <a:pt x="86963" y="0"/>
                  </a:lnTo>
                  <a:lnTo>
                    <a:pt x="93059" y="1524"/>
                  </a:lnTo>
                  <a:lnTo>
                    <a:pt x="105251" y="1524"/>
                  </a:lnTo>
                  <a:lnTo>
                    <a:pt x="145530" y="17799"/>
                  </a:lnTo>
                  <a:lnTo>
                    <a:pt x="160414" y="32099"/>
                  </a:lnTo>
                  <a:lnTo>
                    <a:pt x="38100" y="32099"/>
                  </a:lnTo>
                  <a:lnTo>
                    <a:pt x="38100" y="126682"/>
                  </a:lnTo>
                  <a:lnTo>
                    <a:pt x="152590" y="126682"/>
                  </a:lnTo>
                  <a:lnTo>
                    <a:pt x="140398" y="135826"/>
                  </a:lnTo>
                  <a:lnTo>
                    <a:pt x="134207" y="138874"/>
                  </a:lnTo>
                  <a:lnTo>
                    <a:pt x="126587" y="143446"/>
                  </a:lnTo>
                  <a:lnTo>
                    <a:pt x="117443" y="146494"/>
                  </a:lnTo>
                  <a:lnTo>
                    <a:pt x="122015" y="148018"/>
                  </a:lnTo>
                  <a:lnTo>
                    <a:pt x="126587" y="151161"/>
                  </a:lnTo>
                  <a:lnTo>
                    <a:pt x="129635" y="154209"/>
                  </a:lnTo>
                  <a:lnTo>
                    <a:pt x="134207" y="157257"/>
                  </a:lnTo>
                  <a:lnTo>
                    <a:pt x="38100" y="157257"/>
                  </a:lnTo>
                  <a:lnTo>
                    <a:pt x="38100" y="280797"/>
                  </a:lnTo>
                  <a:close/>
                </a:path>
                <a:path w="189230" h="285750">
                  <a:moveTo>
                    <a:pt x="152590" y="126682"/>
                  </a:moveTo>
                  <a:lnTo>
                    <a:pt x="74771" y="126682"/>
                  </a:lnTo>
                  <a:lnTo>
                    <a:pt x="81605" y="126420"/>
                  </a:lnTo>
                  <a:lnTo>
                    <a:pt x="88296" y="125730"/>
                  </a:lnTo>
                  <a:lnTo>
                    <a:pt x="123539" y="108394"/>
                  </a:lnTo>
                  <a:lnTo>
                    <a:pt x="132683" y="85534"/>
                  </a:lnTo>
                  <a:lnTo>
                    <a:pt x="132683" y="79343"/>
                  </a:lnTo>
                  <a:lnTo>
                    <a:pt x="115157" y="40862"/>
                  </a:lnTo>
                  <a:lnTo>
                    <a:pt x="100679" y="33623"/>
                  </a:lnTo>
                  <a:lnTo>
                    <a:pt x="96107" y="33623"/>
                  </a:lnTo>
                  <a:lnTo>
                    <a:pt x="93059" y="32099"/>
                  </a:lnTo>
                  <a:lnTo>
                    <a:pt x="160414" y="32099"/>
                  </a:lnTo>
                  <a:lnTo>
                    <a:pt x="162877" y="36290"/>
                  </a:lnTo>
                  <a:lnTo>
                    <a:pt x="172402" y="74771"/>
                  </a:lnTo>
                  <a:lnTo>
                    <a:pt x="172228" y="79343"/>
                  </a:lnTo>
                  <a:lnTo>
                    <a:pt x="166306" y="108394"/>
                  </a:lnTo>
                  <a:lnTo>
                    <a:pt x="152590" y="126682"/>
                  </a:lnTo>
                  <a:close/>
                </a:path>
                <a:path w="189230" h="285750">
                  <a:moveTo>
                    <a:pt x="186118" y="283845"/>
                  </a:moveTo>
                  <a:lnTo>
                    <a:pt x="155638" y="283845"/>
                  </a:lnTo>
                  <a:lnTo>
                    <a:pt x="154114" y="282321"/>
                  </a:lnTo>
                  <a:lnTo>
                    <a:pt x="152590" y="282321"/>
                  </a:lnTo>
                  <a:lnTo>
                    <a:pt x="149542" y="279273"/>
                  </a:lnTo>
                  <a:lnTo>
                    <a:pt x="149542" y="277749"/>
                  </a:lnTo>
                  <a:lnTo>
                    <a:pt x="148018" y="276225"/>
                  </a:lnTo>
                  <a:lnTo>
                    <a:pt x="122015" y="209073"/>
                  </a:lnTo>
                  <a:lnTo>
                    <a:pt x="118967" y="201453"/>
                  </a:lnTo>
                  <a:lnTo>
                    <a:pt x="115919" y="195357"/>
                  </a:lnTo>
                  <a:lnTo>
                    <a:pt x="112871" y="187737"/>
                  </a:lnTo>
                  <a:lnTo>
                    <a:pt x="109823" y="181641"/>
                  </a:lnTo>
                  <a:lnTo>
                    <a:pt x="91535" y="163353"/>
                  </a:lnTo>
                  <a:lnTo>
                    <a:pt x="85439" y="161829"/>
                  </a:lnTo>
                  <a:lnTo>
                    <a:pt x="79343" y="158781"/>
                  </a:lnTo>
                  <a:lnTo>
                    <a:pt x="71723" y="157257"/>
                  </a:lnTo>
                  <a:lnTo>
                    <a:pt x="134207" y="157257"/>
                  </a:lnTo>
                  <a:lnTo>
                    <a:pt x="137350" y="160305"/>
                  </a:lnTo>
                  <a:lnTo>
                    <a:pt x="140398" y="164877"/>
                  </a:lnTo>
                  <a:lnTo>
                    <a:pt x="144970" y="169449"/>
                  </a:lnTo>
                  <a:lnTo>
                    <a:pt x="148018" y="174021"/>
                  </a:lnTo>
                  <a:lnTo>
                    <a:pt x="151066" y="180117"/>
                  </a:lnTo>
                  <a:lnTo>
                    <a:pt x="152590" y="186213"/>
                  </a:lnTo>
                  <a:lnTo>
                    <a:pt x="155638" y="192309"/>
                  </a:lnTo>
                  <a:lnTo>
                    <a:pt x="158686" y="199929"/>
                  </a:lnTo>
                  <a:lnTo>
                    <a:pt x="184594" y="262509"/>
                  </a:lnTo>
                  <a:lnTo>
                    <a:pt x="186118" y="267081"/>
                  </a:lnTo>
                  <a:lnTo>
                    <a:pt x="189166" y="273177"/>
                  </a:lnTo>
                  <a:lnTo>
                    <a:pt x="189166" y="280797"/>
                  </a:lnTo>
                  <a:lnTo>
                    <a:pt x="186118" y="283845"/>
                  </a:lnTo>
                  <a:close/>
                </a:path>
                <a:path w="189230" h="285750">
                  <a:moveTo>
                    <a:pt x="36576" y="282321"/>
                  </a:moveTo>
                  <a:lnTo>
                    <a:pt x="1524" y="282321"/>
                  </a:lnTo>
                  <a:lnTo>
                    <a:pt x="1524" y="280797"/>
                  </a:lnTo>
                  <a:lnTo>
                    <a:pt x="36576" y="280797"/>
                  </a:lnTo>
                  <a:lnTo>
                    <a:pt x="36576" y="282321"/>
                  </a:lnTo>
                  <a:close/>
                </a:path>
                <a:path w="189230" h="285750">
                  <a:moveTo>
                    <a:pt x="32004" y="283845"/>
                  </a:moveTo>
                  <a:lnTo>
                    <a:pt x="6096" y="283845"/>
                  </a:lnTo>
                  <a:lnTo>
                    <a:pt x="4572" y="282321"/>
                  </a:lnTo>
                  <a:lnTo>
                    <a:pt x="33528" y="282321"/>
                  </a:lnTo>
                  <a:lnTo>
                    <a:pt x="32004" y="283845"/>
                  </a:lnTo>
                  <a:close/>
                </a:path>
                <a:path w="189230" h="285750">
                  <a:moveTo>
                    <a:pt x="25908" y="285369"/>
                  </a:moveTo>
                  <a:lnTo>
                    <a:pt x="12192" y="285369"/>
                  </a:lnTo>
                  <a:lnTo>
                    <a:pt x="10668" y="283845"/>
                  </a:lnTo>
                  <a:lnTo>
                    <a:pt x="28956" y="283845"/>
                  </a:lnTo>
                  <a:lnTo>
                    <a:pt x="25908" y="285369"/>
                  </a:lnTo>
                  <a:close/>
                </a:path>
                <a:path w="189230" h="285750">
                  <a:moveTo>
                    <a:pt x="176974" y="285369"/>
                  </a:moveTo>
                  <a:lnTo>
                    <a:pt x="161734" y="285369"/>
                  </a:lnTo>
                  <a:lnTo>
                    <a:pt x="160210" y="283845"/>
                  </a:lnTo>
                  <a:lnTo>
                    <a:pt x="180022" y="283845"/>
                  </a:lnTo>
                  <a:lnTo>
                    <a:pt x="176974" y="2853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67731" y="2780537"/>
              <a:ext cx="181564" cy="21678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775204" y="2685960"/>
              <a:ext cx="198755" cy="308610"/>
            </a:xfrm>
            <a:custGeom>
              <a:avLst/>
              <a:gdLst/>
              <a:ahLst/>
              <a:cxnLst/>
              <a:rect l="l" t="t" r="r" b="b"/>
              <a:pathLst>
                <a:path w="198755" h="308610">
                  <a:moveTo>
                    <a:pt x="132676" y="12192"/>
                  </a:moveTo>
                  <a:lnTo>
                    <a:pt x="131152" y="10668"/>
                  </a:lnTo>
                  <a:lnTo>
                    <a:pt x="131152" y="9144"/>
                  </a:lnTo>
                  <a:lnTo>
                    <a:pt x="128104" y="6096"/>
                  </a:lnTo>
                  <a:lnTo>
                    <a:pt x="126580" y="6096"/>
                  </a:lnTo>
                  <a:lnTo>
                    <a:pt x="123532" y="4572"/>
                  </a:lnTo>
                  <a:lnTo>
                    <a:pt x="122008" y="3048"/>
                  </a:lnTo>
                  <a:lnTo>
                    <a:pt x="117436" y="1524"/>
                  </a:lnTo>
                  <a:lnTo>
                    <a:pt x="112864" y="1524"/>
                  </a:lnTo>
                  <a:lnTo>
                    <a:pt x="108292" y="0"/>
                  </a:lnTo>
                  <a:lnTo>
                    <a:pt x="97624" y="0"/>
                  </a:lnTo>
                  <a:lnTo>
                    <a:pt x="54864" y="12192"/>
                  </a:lnTo>
                  <a:lnTo>
                    <a:pt x="50292" y="18288"/>
                  </a:lnTo>
                  <a:lnTo>
                    <a:pt x="46240" y="23177"/>
                  </a:lnTo>
                  <a:lnTo>
                    <a:pt x="35306" y="67843"/>
                  </a:lnTo>
                  <a:lnTo>
                    <a:pt x="35052" y="77825"/>
                  </a:lnTo>
                  <a:lnTo>
                    <a:pt x="35052" y="97637"/>
                  </a:lnTo>
                  <a:lnTo>
                    <a:pt x="6096" y="97637"/>
                  </a:lnTo>
                  <a:lnTo>
                    <a:pt x="4572" y="99161"/>
                  </a:lnTo>
                  <a:lnTo>
                    <a:pt x="3048" y="99161"/>
                  </a:lnTo>
                  <a:lnTo>
                    <a:pt x="1524" y="100685"/>
                  </a:lnTo>
                  <a:lnTo>
                    <a:pt x="1524" y="102209"/>
                  </a:lnTo>
                  <a:lnTo>
                    <a:pt x="0" y="103822"/>
                  </a:lnTo>
                  <a:lnTo>
                    <a:pt x="0" y="122110"/>
                  </a:lnTo>
                  <a:lnTo>
                    <a:pt x="1524" y="125158"/>
                  </a:lnTo>
                  <a:lnTo>
                    <a:pt x="4572" y="128206"/>
                  </a:lnTo>
                  <a:lnTo>
                    <a:pt x="35052" y="128206"/>
                  </a:lnTo>
                  <a:lnTo>
                    <a:pt x="35052" y="303657"/>
                  </a:lnTo>
                  <a:lnTo>
                    <a:pt x="38100" y="306705"/>
                  </a:lnTo>
                  <a:lnTo>
                    <a:pt x="44196" y="306705"/>
                  </a:lnTo>
                  <a:lnTo>
                    <a:pt x="45720" y="308229"/>
                  </a:lnTo>
                  <a:lnTo>
                    <a:pt x="59436" y="308229"/>
                  </a:lnTo>
                  <a:lnTo>
                    <a:pt x="61048" y="306705"/>
                  </a:lnTo>
                  <a:lnTo>
                    <a:pt x="67144" y="306705"/>
                  </a:lnTo>
                  <a:lnTo>
                    <a:pt x="68668" y="305181"/>
                  </a:lnTo>
                  <a:lnTo>
                    <a:pt x="70192" y="305181"/>
                  </a:lnTo>
                  <a:lnTo>
                    <a:pt x="70192" y="303657"/>
                  </a:lnTo>
                  <a:lnTo>
                    <a:pt x="71716" y="302133"/>
                  </a:lnTo>
                  <a:lnTo>
                    <a:pt x="71716" y="128206"/>
                  </a:lnTo>
                  <a:lnTo>
                    <a:pt x="117436" y="128206"/>
                  </a:lnTo>
                  <a:lnTo>
                    <a:pt x="120484" y="125158"/>
                  </a:lnTo>
                  <a:lnTo>
                    <a:pt x="122008" y="122110"/>
                  </a:lnTo>
                  <a:lnTo>
                    <a:pt x="122008" y="106870"/>
                  </a:lnTo>
                  <a:lnTo>
                    <a:pt x="120484" y="103822"/>
                  </a:lnTo>
                  <a:lnTo>
                    <a:pt x="120484" y="102209"/>
                  </a:lnTo>
                  <a:lnTo>
                    <a:pt x="118960" y="100685"/>
                  </a:lnTo>
                  <a:lnTo>
                    <a:pt x="118960" y="99161"/>
                  </a:lnTo>
                  <a:lnTo>
                    <a:pt x="117436" y="99161"/>
                  </a:lnTo>
                  <a:lnTo>
                    <a:pt x="115912" y="97637"/>
                  </a:lnTo>
                  <a:lnTo>
                    <a:pt x="71716" y="97637"/>
                  </a:lnTo>
                  <a:lnTo>
                    <a:pt x="71716" y="61061"/>
                  </a:lnTo>
                  <a:lnTo>
                    <a:pt x="73240" y="54965"/>
                  </a:lnTo>
                  <a:lnTo>
                    <a:pt x="73240" y="48869"/>
                  </a:lnTo>
                  <a:lnTo>
                    <a:pt x="74764" y="44297"/>
                  </a:lnTo>
                  <a:lnTo>
                    <a:pt x="77812" y="41249"/>
                  </a:lnTo>
                  <a:lnTo>
                    <a:pt x="79336" y="36677"/>
                  </a:lnTo>
                  <a:lnTo>
                    <a:pt x="82384" y="33528"/>
                  </a:lnTo>
                  <a:lnTo>
                    <a:pt x="86956" y="32004"/>
                  </a:lnTo>
                  <a:lnTo>
                    <a:pt x="90004" y="30480"/>
                  </a:lnTo>
                  <a:lnTo>
                    <a:pt x="111340" y="30480"/>
                  </a:lnTo>
                  <a:lnTo>
                    <a:pt x="114388" y="32004"/>
                  </a:lnTo>
                  <a:lnTo>
                    <a:pt x="115912" y="32004"/>
                  </a:lnTo>
                  <a:lnTo>
                    <a:pt x="118960" y="33528"/>
                  </a:lnTo>
                  <a:lnTo>
                    <a:pt x="120484" y="33528"/>
                  </a:lnTo>
                  <a:lnTo>
                    <a:pt x="122008" y="35153"/>
                  </a:lnTo>
                  <a:lnTo>
                    <a:pt x="123532" y="35153"/>
                  </a:lnTo>
                  <a:lnTo>
                    <a:pt x="125056" y="36677"/>
                  </a:lnTo>
                  <a:lnTo>
                    <a:pt x="129628" y="36677"/>
                  </a:lnTo>
                  <a:lnTo>
                    <a:pt x="129628" y="35153"/>
                  </a:lnTo>
                  <a:lnTo>
                    <a:pt x="131152" y="35153"/>
                  </a:lnTo>
                  <a:lnTo>
                    <a:pt x="131152" y="33528"/>
                  </a:lnTo>
                  <a:lnTo>
                    <a:pt x="132676" y="32004"/>
                  </a:lnTo>
                  <a:lnTo>
                    <a:pt x="132676" y="30480"/>
                  </a:lnTo>
                  <a:lnTo>
                    <a:pt x="132676" y="12192"/>
                  </a:lnTo>
                  <a:close/>
                </a:path>
                <a:path w="198755" h="308610">
                  <a:moveTo>
                    <a:pt x="198297" y="6096"/>
                  </a:moveTo>
                  <a:lnTo>
                    <a:pt x="196773" y="6096"/>
                  </a:lnTo>
                  <a:lnTo>
                    <a:pt x="196773" y="4572"/>
                  </a:lnTo>
                  <a:lnTo>
                    <a:pt x="195249" y="3048"/>
                  </a:lnTo>
                  <a:lnTo>
                    <a:pt x="193725" y="3048"/>
                  </a:lnTo>
                  <a:lnTo>
                    <a:pt x="190677" y="1524"/>
                  </a:lnTo>
                  <a:lnTo>
                    <a:pt x="169341" y="1524"/>
                  </a:lnTo>
                  <a:lnTo>
                    <a:pt x="166293" y="3048"/>
                  </a:lnTo>
                  <a:lnTo>
                    <a:pt x="164769" y="4572"/>
                  </a:lnTo>
                  <a:lnTo>
                    <a:pt x="163245" y="4572"/>
                  </a:lnTo>
                  <a:lnTo>
                    <a:pt x="163245" y="6096"/>
                  </a:lnTo>
                  <a:lnTo>
                    <a:pt x="161721" y="6096"/>
                  </a:lnTo>
                  <a:lnTo>
                    <a:pt x="161721" y="303657"/>
                  </a:lnTo>
                  <a:lnTo>
                    <a:pt x="163245" y="303657"/>
                  </a:lnTo>
                  <a:lnTo>
                    <a:pt x="163245" y="305181"/>
                  </a:lnTo>
                  <a:lnTo>
                    <a:pt x="164769" y="305181"/>
                  </a:lnTo>
                  <a:lnTo>
                    <a:pt x="166293" y="306705"/>
                  </a:lnTo>
                  <a:lnTo>
                    <a:pt x="170865" y="306705"/>
                  </a:lnTo>
                  <a:lnTo>
                    <a:pt x="173913" y="308229"/>
                  </a:lnTo>
                  <a:lnTo>
                    <a:pt x="186105" y="308229"/>
                  </a:lnTo>
                  <a:lnTo>
                    <a:pt x="189153" y="306705"/>
                  </a:lnTo>
                  <a:lnTo>
                    <a:pt x="193725" y="306705"/>
                  </a:lnTo>
                  <a:lnTo>
                    <a:pt x="195249" y="305181"/>
                  </a:lnTo>
                  <a:lnTo>
                    <a:pt x="196773" y="305181"/>
                  </a:lnTo>
                  <a:lnTo>
                    <a:pt x="196773" y="303657"/>
                  </a:lnTo>
                  <a:lnTo>
                    <a:pt x="198297" y="303657"/>
                  </a:lnTo>
                  <a:lnTo>
                    <a:pt x="198297" y="6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3025502" y="2780538"/>
            <a:ext cx="381635" cy="217170"/>
            <a:chOff x="3025502" y="2780538"/>
            <a:chExt cx="381635" cy="217170"/>
          </a:xfrm>
        </p:grpSpPr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25502" y="2780538"/>
              <a:ext cx="181469" cy="21678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31356" y="2783586"/>
              <a:ext cx="175450" cy="210597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522726" y="2707290"/>
            <a:ext cx="1220533" cy="36480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28554" y="3424618"/>
            <a:ext cx="109823" cy="111347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1019175" y="3354419"/>
            <a:ext cx="308610" cy="283845"/>
          </a:xfrm>
          <a:custGeom>
            <a:avLst/>
            <a:gdLst/>
            <a:ahLst/>
            <a:cxnLst/>
            <a:rect l="l" t="t" r="r" b="b"/>
            <a:pathLst>
              <a:path w="308609" h="283845">
                <a:moveTo>
                  <a:pt x="35051" y="282321"/>
                </a:moveTo>
                <a:lnTo>
                  <a:pt x="3047" y="282321"/>
                </a:lnTo>
                <a:lnTo>
                  <a:pt x="0" y="279273"/>
                </a:lnTo>
                <a:lnTo>
                  <a:pt x="0" y="10667"/>
                </a:lnTo>
                <a:lnTo>
                  <a:pt x="1523" y="6096"/>
                </a:lnTo>
                <a:lnTo>
                  <a:pt x="4571" y="3048"/>
                </a:lnTo>
                <a:lnTo>
                  <a:pt x="7619" y="1524"/>
                </a:lnTo>
                <a:lnTo>
                  <a:pt x="12191" y="0"/>
                </a:lnTo>
                <a:lnTo>
                  <a:pt x="47243" y="0"/>
                </a:lnTo>
                <a:lnTo>
                  <a:pt x="50291" y="1524"/>
                </a:lnTo>
                <a:lnTo>
                  <a:pt x="54863" y="1524"/>
                </a:lnTo>
                <a:lnTo>
                  <a:pt x="57911" y="3048"/>
                </a:lnTo>
                <a:lnTo>
                  <a:pt x="59435" y="4572"/>
                </a:lnTo>
                <a:lnTo>
                  <a:pt x="62483" y="6096"/>
                </a:lnTo>
                <a:lnTo>
                  <a:pt x="64007" y="9143"/>
                </a:lnTo>
                <a:lnTo>
                  <a:pt x="67055" y="12192"/>
                </a:lnTo>
                <a:lnTo>
                  <a:pt x="70103" y="18288"/>
                </a:lnTo>
                <a:lnTo>
                  <a:pt x="71723" y="22860"/>
                </a:lnTo>
                <a:lnTo>
                  <a:pt x="74732" y="30480"/>
                </a:lnTo>
                <a:lnTo>
                  <a:pt x="36575" y="30480"/>
                </a:lnTo>
                <a:lnTo>
                  <a:pt x="36575" y="280797"/>
                </a:lnTo>
                <a:lnTo>
                  <a:pt x="35051" y="280797"/>
                </a:lnTo>
                <a:lnTo>
                  <a:pt x="35051" y="282321"/>
                </a:lnTo>
                <a:close/>
              </a:path>
              <a:path w="308609" h="283845">
                <a:moveTo>
                  <a:pt x="191394" y="227361"/>
                </a:moveTo>
                <a:lnTo>
                  <a:pt x="154019" y="227361"/>
                </a:lnTo>
                <a:lnTo>
                  <a:pt x="239458" y="22860"/>
                </a:lnTo>
                <a:lnTo>
                  <a:pt x="240982" y="18288"/>
                </a:lnTo>
                <a:lnTo>
                  <a:pt x="244030" y="12192"/>
                </a:lnTo>
                <a:lnTo>
                  <a:pt x="247173" y="9143"/>
                </a:lnTo>
                <a:lnTo>
                  <a:pt x="248697" y="6096"/>
                </a:lnTo>
                <a:lnTo>
                  <a:pt x="251745" y="4572"/>
                </a:lnTo>
                <a:lnTo>
                  <a:pt x="253269" y="3048"/>
                </a:lnTo>
                <a:lnTo>
                  <a:pt x="259365" y="0"/>
                </a:lnTo>
                <a:lnTo>
                  <a:pt x="298989" y="0"/>
                </a:lnTo>
                <a:lnTo>
                  <a:pt x="300513" y="1524"/>
                </a:lnTo>
                <a:lnTo>
                  <a:pt x="302037" y="1524"/>
                </a:lnTo>
                <a:lnTo>
                  <a:pt x="306609" y="6096"/>
                </a:lnTo>
                <a:lnTo>
                  <a:pt x="306609" y="9143"/>
                </a:lnTo>
                <a:lnTo>
                  <a:pt x="308133" y="10667"/>
                </a:lnTo>
                <a:lnTo>
                  <a:pt x="308133" y="30480"/>
                </a:lnTo>
                <a:lnTo>
                  <a:pt x="271557" y="30480"/>
                </a:lnTo>
                <a:lnTo>
                  <a:pt x="191394" y="227361"/>
                </a:lnTo>
                <a:close/>
              </a:path>
              <a:path w="308609" h="283845">
                <a:moveTo>
                  <a:pt x="166306" y="282321"/>
                </a:moveTo>
                <a:lnTo>
                  <a:pt x="137255" y="282321"/>
                </a:lnTo>
                <a:lnTo>
                  <a:pt x="134207" y="279273"/>
                </a:lnTo>
                <a:lnTo>
                  <a:pt x="134207" y="277749"/>
                </a:lnTo>
                <a:lnTo>
                  <a:pt x="36575" y="30480"/>
                </a:lnTo>
                <a:lnTo>
                  <a:pt x="74732" y="30480"/>
                </a:lnTo>
                <a:lnTo>
                  <a:pt x="152495" y="227361"/>
                </a:lnTo>
                <a:lnTo>
                  <a:pt x="191394" y="227361"/>
                </a:lnTo>
                <a:lnTo>
                  <a:pt x="170878" y="277749"/>
                </a:lnTo>
                <a:lnTo>
                  <a:pt x="166306" y="282321"/>
                </a:lnTo>
                <a:close/>
              </a:path>
              <a:path w="308609" h="283845">
                <a:moveTo>
                  <a:pt x="305085" y="282321"/>
                </a:moveTo>
                <a:lnTo>
                  <a:pt x="274605" y="282321"/>
                </a:lnTo>
                <a:lnTo>
                  <a:pt x="271557" y="279273"/>
                </a:lnTo>
                <a:lnTo>
                  <a:pt x="271557" y="30480"/>
                </a:lnTo>
                <a:lnTo>
                  <a:pt x="308133" y="30480"/>
                </a:lnTo>
                <a:lnTo>
                  <a:pt x="308133" y="279273"/>
                </a:lnTo>
                <a:lnTo>
                  <a:pt x="305085" y="282321"/>
                </a:lnTo>
                <a:close/>
              </a:path>
              <a:path w="308609" h="283845">
                <a:moveTo>
                  <a:pt x="27431" y="283845"/>
                </a:moveTo>
                <a:lnTo>
                  <a:pt x="7619" y="283845"/>
                </a:lnTo>
                <a:lnTo>
                  <a:pt x="4571" y="282321"/>
                </a:lnTo>
                <a:lnTo>
                  <a:pt x="28955" y="282321"/>
                </a:lnTo>
                <a:lnTo>
                  <a:pt x="27431" y="283845"/>
                </a:lnTo>
                <a:close/>
              </a:path>
              <a:path w="308609" h="283845">
                <a:moveTo>
                  <a:pt x="161734" y="283845"/>
                </a:moveTo>
                <a:lnTo>
                  <a:pt x="141827" y="283845"/>
                </a:lnTo>
                <a:lnTo>
                  <a:pt x="140303" y="282321"/>
                </a:lnTo>
                <a:lnTo>
                  <a:pt x="163258" y="282321"/>
                </a:lnTo>
                <a:lnTo>
                  <a:pt x="161734" y="283845"/>
                </a:lnTo>
                <a:close/>
              </a:path>
              <a:path w="308609" h="283845">
                <a:moveTo>
                  <a:pt x="298989" y="283845"/>
                </a:moveTo>
                <a:lnTo>
                  <a:pt x="279177" y="283845"/>
                </a:lnTo>
                <a:lnTo>
                  <a:pt x="276129" y="282321"/>
                </a:lnTo>
                <a:lnTo>
                  <a:pt x="300513" y="282321"/>
                </a:lnTo>
                <a:lnTo>
                  <a:pt x="298989" y="2838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3" name="object 43"/>
          <p:cNvGrpSpPr/>
          <p:nvPr/>
        </p:nvGrpSpPr>
        <p:grpSpPr>
          <a:xfrm>
            <a:off x="1385398" y="3332988"/>
            <a:ext cx="418465" cy="308610"/>
            <a:chOff x="1385398" y="3332988"/>
            <a:chExt cx="418465" cy="308610"/>
          </a:xfrm>
        </p:grpSpPr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85398" y="3424618"/>
              <a:ext cx="196703" cy="21669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621821" y="3332988"/>
              <a:ext cx="181610" cy="308610"/>
            </a:xfrm>
            <a:custGeom>
              <a:avLst/>
              <a:gdLst/>
              <a:ahLst/>
              <a:cxnLst/>
              <a:rect l="l" t="t" r="r" b="b"/>
              <a:pathLst>
                <a:path w="181610" h="308610">
                  <a:moveTo>
                    <a:pt x="173926" y="1524"/>
                  </a:moveTo>
                  <a:lnTo>
                    <a:pt x="152495" y="1524"/>
                  </a:lnTo>
                  <a:lnTo>
                    <a:pt x="154019" y="0"/>
                  </a:lnTo>
                  <a:lnTo>
                    <a:pt x="172402" y="0"/>
                  </a:lnTo>
                  <a:lnTo>
                    <a:pt x="173926" y="1524"/>
                  </a:lnTo>
                  <a:close/>
                </a:path>
                <a:path w="181610" h="308610">
                  <a:moveTo>
                    <a:pt x="178498" y="3048"/>
                  </a:moveTo>
                  <a:lnTo>
                    <a:pt x="147923" y="3048"/>
                  </a:lnTo>
                  <a:lnTo>
                    <a:pt x="149447" y="1524"/>
                  </a:lnTo>
                  <a:lnTo>
                    <a:pt x="176974" y="1524"/>
                  </a:lnTo>
                  <a:lnTo>
                    <a:pt x="178498" y="3048"/>
                  </a:lnTo>
                  <a:close/>
                </a:path>
                <a:path w="181610" h="308610">
                  <a:moveTo>
                    <a:pt x="180022" y="4572"/>
                  </a:moveTo>
                  <a:lnTo>
                    <a:pt x="146399" y="4572"/>
                  </a:lnTo>
                  <a:lnTo>
                    <a:pt x="146399" y="3048"/>
                  </a:lnTo>
                  <a:lnTo>
                    <a:pt x="180022" y="3048"/>
                  </a:lnTo>
                  <a:lnTo>
                    <a:pt x="180022" y="4572"/>
                  </a:lnTo>
                  <a:close/>
                </a:path>
                <a:path w="181610" h="308610">
                  <a:moveTo>
                    <a:pt x="181546" y="122110"/>
                  </a:moveTo>
                  <a:lnTo>
                    <a:pt x="144875" y="122110"/>
                  </a:lnTo>
                  <a:lnTo>
                    <a:pt x="144875" y="4572"/>
                  </a:lnTo>
                  <a:lnTo>
                    <a:pt x="181546" y="4572"/>
                  </a:lnTo>
                  <a:lnTo>
                    <a:pt x="181546" y="122110"/>
                  </a:lnTo>
                  <a:close/>
                </a:path>
                <a:path w="181610" h="308610">
                  <a:moveTo>
                    <a:pt x="80867" y="308324"/>
                  </a:moveTo>
                  <a:lnTo>
                    <a:pt x="42671" y="299180"/>
                  </a:lnTo>
                  <a:lnTo>
                    <a:pt x="14001" y="269700"/>
                  </a:lnTo>
                  <a:lnTo>
                    <a:pt x="2571" y="233289"/>
                  </a:lnTo>
                  <a:lnTo>
                    <a:pt x="0" y="202977"/>
                  </a:lnTo>
                  <a:lnTo>
                    <a:pt x="287" y="191547"/>
                  </a:lnTo>
                  <a:lnTo>
                    <a:pt x="8905" y="147225"/>
                  </a:lnTo>
                  <a:lnTo>
                    <a:pt x="16704" y="129730"/>
                  </a:lnTo>
                  <a:lnTo>
                    <a:pt x="16811" y="129517"/>
                  </a:lnTo>
                  <a:lnTo>
                    <a:pt x="48767" y="99250"/>
                  </a:lnTo>
                  <a:lnTo>
                    <a:pt x="85439" y="91630"/>
                  </a:lnTo>
                  <a:lnTo>
                    <a:pt x="93440" y="92178"/>
                  </a:lnTo>
                  <a:lnTo>
                    <a:pt x="131159" y="108394"/>
                  </a:lnTo>
                  <a:lnTo>
                    <a:pt x="144875" y="122110"/>
                  </a:lnTo>
                  <a:lnTo>
                    <a:pt x="181546" y="122110"/>
                  </a:lnTo>
                  <a:lnTo>
                    <a:pt x="181546" y="123634"/>
                  </a:lnTo>
                  <a:lnTo>
                    <a:pt x="79247" y="123634"/>
                  </a:lnTo>
                  <a:lnTo>
                    <a:pt x="71627" y="125158"/>
                  </a:lnTo>
                  <a:lnTo>
                    <a:pt x="44195" y="158210"/>
                  </a:lnTo>
                  <a:lnTo>
                    <a:pt x="38123" y="206159"/>
                  </a:lnTo>
                  <a:lnTo>
                    <a:pt x="38285" y="213296"/>
                  </a:lnTo>
                  <a:lnTo>
                    <a:pt x="47243" y="253365"/>
                  </a:lnTo>
                  <a:lnTo>
                    <a:pt x="80097" y="277201"/>
                  </a:lnTo>
                  <a:lnTo>
                    <a:pt x="86963" y="277749"/>
                  </a:lnTo>
                  <a:lnTo>
                    <a:pt x="144725" y="277749"/>
                  </a:lnTo>
                  <a:lnTo>
                    <a:pt x="141446" y="280923"/>
                  </a:lnTo>
                  <a:lnTo>
                    <a:pt x="108299" y="303180"/>
                  </a:lnTo>
                  <a:lnTo>
                    <a:pt x="90011" y="307752"/>
                  </a:lnTo>
                  <a:lnTo>
                    <a:pt x="80867" y="308324"/>
                  </a:lnTo>
                  <a:close/>
                </a:path>
                <a:path w="181610" h="308610">
                  <a:moveTo>
                    <a:pt x="144725" y="277749"/>
                  </a:moveTo>
                  <a:lnTo>
                    <a:pt x="91535" y="277749"/>
                  </a:lnTo>
                  <a:lnTo>
                    <a:pt x="100679" y="274701"/>
                  </a:lnTo>
                  <a:lnTo>
                    <a:pt x="105251" y="274701"/>
                  </a:lnTo>
                  <a:lnTo>
                    <a:pt x="123539" y="262509"/>
                  </a:lnTo>
                  <a:lnTo>
                    <a:pt x="128111" y="256413"/>
                  </a:lnTo>
                  <a:lnTo>
                    <a:pt x="134207" y="251841"/>
                  </a:lnTo>
                  <a:lnTo>
                    <a:pt x="138779" y="245745"/>
                  </a:lnTo>
                  <a:lnTo>
                    <a:pt x="144875" y="239649"/>
                  </a:lnTo>
                  <a:lnTo>
                    <a:pt x="144875" y="160305"/>
                  </a:lnTo>
                  <a:lnTo>
                    <a:pt x="117443" y="132778"/>
                  </a:lnTo>
                  <a:lnTo>
                    <a:pt x="88487" y="123634"/>
                  </a:lnTo>
                  <a:lnTo>
                    <a:pt x="181546" y="123634"/>
                  </a:lnTo>
                  <a:lnTo>
                    <a:pt x="181546" y="273177"/>
                  </a:lnTo>
                  <a:lnTo>
                    <a:pt x="149447" y="273177"/>
                  </a:lnTo>
                  <a:lnTo>
                    <a:pt x="144725" y="277749"/>
                  </a:lnTo>
                  <a:close/>
                </a:path>
                <a:path w="181610" h="308610">
                  <a:moveTo>
                    <a:pt x="180022" y="303752"/>
                  </a:moveTo>
                  <a:lnTo>
                    <a:pt x="150971" y="303752"/>
                  </a:lnTo>
                  <a:lnTo>
                    <a:pt x="150971" y="302228"/>
                  </a:lnTo>
                  <a:lnTo>
                    <a:pt x="149447" y="302228"/>
                  </a:lnTo>
                  <a:lnTo>
                    <a:pt x="149447" y="273177"/>
                  </a:lnTo>
                  <a:lnTo>
                    <a:pt x="181546" y="273177"/>
                  </a:lnTo>
                  <a:lnTo>
                    <a:pt x="181546" y="300704"/>
                  </a:lnTo>
                  <a:lnTo>
                    <a:pt x="180022" y="302228"/>
                  </a:lnTo>
                  <a:lnTo>
                    <a:pt x="180022" y="303752"/>
                  </a:lnTo>
                  <a:close/>
                </a:path>
                <a:path w="181610" h="308610">
                  <a:moveTo>
                    <a:pt x="175450" y="305276"/>
                  </a:moveTo>
                  <a:lnTo>
                    <a:pt x="155543" y="305276"/>
                  </a:lnTo>
                  <a:lnTo>
                    <a:pt x="154019" y="303752"/>
                  </a:lnTo>
                  <a:lnTo>
                    <a:pt x="176974" y="303752"/>
                  </a:lnTo>
                  <a:lnTo>
                    <a:pt x="175450" y="3052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6" name="object 4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857017" y="3424618"/>
            <a:ext cx="181236" cy="216693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2093214" y="3331463"/>
            <a:ext cx="35560" cy="307340"/>
          </a:xfrm>
          <a:custGeom>
            <a:avLst/>
            <a:gdLst/>
            <a:ahLst/>
            <a:cxnLst/>
            <a:rect l="l" t="t" r="r" b="b"/>
            <a:pathLst>
              <a:path w="35560" h="307339">
                <a:moveTo>
                  <a:pt x="24384" y="1524"/>
                </a:moveTo>
                <a:lnTo>
                  <a:pt x="10668" y="1524"/>
                </a:lnTo>
                <a:lnTo>
                  <a:pt x="13716" y="0"/>
                </a:lnTo>
                <a:lnTo>
                  <a:pt x="21336" y="0"/>
                </a:lnTo>
                <a:lnTo>
                  <a:pt x="24384" y="1524"/>
                </a:lnTo>
                <a:close/>
              </a:path>
              <a:path w="35560" h="307339">
                <a:moveTo>
                  <a:pt x="32004" y="3048"/>
                </a:moveTo>
                <a:lnTo>
                  <a:pt x="3048" y="3048"/>
                </a:lnTo>
                <a:lnTo>
                  <a:pt x="4572" y="1524"/>
                </a:lnTo>
                <a:lnTo>
                  <a:pt x="30480" y="1524"/>
                </a:lnTo>
                <a:lnTo>
                  <a:pt x="32004" y="3048"/>
                </a:lnTo>
                <a:close/>
              </a:path>
              <a:path w="35560" h="307339">
                <a:moveTo>
                  <a:pt x="33528" y="305276"/>
                </a:moveTo>
                <a:lnTo>
                  <a:pt x="1524" y="305276"/>
                </a:lnTo>
                <a:lnTo>
                  <a:pt x="1524" y="303752"/>
                </a:lnTo>
                <a:lnTo>
                  <a:pt x="0" y="303752"/>
                </a:lnTo>
                <a:lnTo>
                  <a:pt x="0" y="4572"/>
                </a:lnTo>
                <a:lnTo>
                  <a:pt x="1524" y="3048"/>
                </a:lnTo>
                <a:lnTo>
                  <a:pt x="33528" y="3048"/>
                </a:lnTo>
                <a:lnTo>
                  <a:pt x="35052" y="4572"/>
                </a:lnTo>
                <a:lnTo>
                  <a:pt x="35052" y="303752"/>
                </a:lnTo>
                <a:lnTo>
                  <a:pt x="33528" y="305276"/>
                </a:lnTo>
                <a:close/>
              </a:path>
              <a:path w="35560" h="307339">
                <a:moveTo>
                  <a:pt x="28956" y="306800"/>
                </a:moveTo>
                <a:lnTo>
                  <a:pt x="6096" y="306800"/>
                </a:lnTo>
                <a:lnTo>
                  <a:pt x="4572" y="305276"/>
                </a:lnTo>
                <a:lnTo>
                  <a:pt x="30480" y="305276"/>
                </a:lnTo>
                <a:lnTo>
                  <a:pt x="28956" y="306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object 4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177129" y="3332988"/>
            <a:ext cx="1180814" cy="308324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3528822" y="3329940"/>
            <a:ext cx="622935" cy="311785"/>
            <a:chOff x="3528822" y="3329940"/>
            <a:chExt cx="622935" cy="311785"/>
          </a:xfrm>
        </p:grpSpPr>
        <p:sp>
          <p:nvSpPr>
            <p:cNvPr id="50" name="object 50"/>
            <p:cNvSpPr/>
            <p:nvPr/>
          </p:nvSpPr>
          <p:spPr>
            <a:xfrm>
              <a:off x="3528822" y="3354419"/>
              <a:ext cx="189865" cy="283845"/>
            </a:xfrm>
            <a:custGeom>
              <a:avLst/>
              <a:gdLst/>
              <a:ahLst/>
              <a:cxnLst/>
              <a:rect l="l" t="t" r="r" b="b"/>
              <a:pathLst>
                <a:path w="189864" h="283845">
                  <a:moveTo>
                    <a:pt x="36671" y="280797"/>
                  </a:moveTo>
                  <a:lnTo>
                    <a:pt x="0" y="280797"/>
                  </a:lnTo>
                  <a:lnTo>
                    <a:pt x="0" y="9143"/>
                  </a:lnTo>
                  <a:lnTo>
                    <a:pt x="1524" y="4572"/>
                  </a:lnTo>
                  <a:lnTo>
                    <a:pt x="4762" y="2952"/>
                  </a:lnTo>
                  <a:lnTo>
                    <a:pt x="7715" y="0"/>
                  </a:lnTo>
                  <a:lnTo>
                    <a:pt x="96202" y="0"/>
                  </a:lnTo>
                  <a:lnTo>
                    <a:pt x="100774" y="1524"/>
                  </a:lnTo>
                  <a:lnTo>
                    <a:pt x="103822" y="1524"/>
                  </a:lnTo>
                  <a:lnTo>
                    <a:pt x="112418" y="2952"/>
                  </a:lnTo>
                  <a:lnTo>
                    <a:pt x="120015" y="4952"/>
                  </a:lnTo>
                  <a:lnTo>
                    <a:pt x="126753" y="7524"/>
                  </a:lnTo>
                  <a:lnTo>
                    <a:pt x="132778" y="10667"/>
                  </a:lnTo>
                  <a:lnTo>
                    <a:pt x="139326" y="13477"/>
                  </a:lnTo>
                  <a:lnTo>
                    <a:pt x="145161" y="17145"/>
                  </a:lnTo>
                  <a:lnTo>
                    <a:pt x="150137" y="21383"/>
                  </a:lnTo>
                  <a:lnTo>
                    <a:pt x="154114" y="25907"/>
                  </a:lnTo>
                  <a:lnTo>
                    <a:pt x="158686" y="30480"/>
                  </a:lnTo>
                  <a:lnTo>
                    <a:pt x="36671" y="30480"/>
                  </a:lnTo>
                  <a:lnTo>
                    <a:pt x="36671" y="126682"/>
                  </a:lnTo>
                  <a:lnTo>
                    <a:pt x="150558" y="126682"/>
                  </a:lnTo>
                  <a:lnTo>
                    <a:pt x="146494" y="129730"/>
                  </a:lnTo>
                  <a:lnTo>
                    <a:pt x="138874" y="134302"/>
                  </a:lnTo>
                  <a:lnTo>
                    <a:pt x="132778" y="138874"/>
                  </a:lnTo>
                  <a:lnTo>
                    <a:pt x="117538" y="144970"/>
                  </a:lnTo>
                  <a:lnTo>
                    <a:pt x="122110" y="146494"/>
                  </a:lnTo>
                  <a:lnTo>
                    <a:pt x="125158" y="149542"/>
                  </a:lnTo>
                  <a:lnTo>
                    <a:pt x="129730" y="152590"/>
                  </a:lnTo>
                  <a:lnTo>
                    <a:pt x="134302" y="157162"/>
                  </a:lnTo>
                  <a:lnTo>
                    <a:pt x="36671" y="157162"/>
                  </a:lnTo>
                  <a:lnTo>
                    <a:pt x="36671" y="280797"/>
                  </a:lnTo>
                  <a:close/>
                </a:path>
                <a:path w="189864" h="283845">
                  <a:moveTo>
                    <a:pt x="150558" y="126682"/>
                  </a:moveTo>
                  <a:lnTo>
                    <a:pt x="83915" y="126682"/>
                  </a:lnTo>
                  <a:lnTo>
                    <a:pt x="93154" y="125158"/>
                  </a:lnTo>
                  <a:lnTo>
                    <a:pt x="99250" y="122015"/>
                  </a:lnTo>
                  <a:lnTo>
                    <a:pt x="106870" y="120491"/>
                  </a:lnTo>
                  <a:lnTo>
                    <a:pt x="112966" y="115919"/>
                  </a:lnTo>
                  <a:lnTo>
                    <a:pt x="117538" y="112871"/>
                  </a:lnTo>
                  <a:lnTo>
                    <a:pt x="126682" y="103727"/>
                  </a:lnTo>
                  <a:lnTo>
                    <a:pt x="128206" y="97631"/>
                  </a:lnTo>
                  <a:lnTo>
                    <a:pt x="131254" y="91535"/>
                  </a:lnTo>
                  <a:lnTo>
                    <a:pt x="125158" y="50292"/>
                  </a:lnTo>
                  <a:lnTo>
                    <a:pt x="99250" y="33528"/>
                  </a:lnTo>
                  <a:lnTo>
                    <a:pt x="96202" y="32004"/>
                  </a:lnTo>
                  <a:lnTo>
                    <a:pt x="91535" y="32004"/>
                  </a:lnTo>
                  <a:lnTo>
                    <a:pt x="86963" y="30480"/>
                  </a:lnTo>
                  <a:lnTo>
                    <a:pt x="158686" y="30480"/>
                  </a:lnTo>
                  <a:lnTo>
                    <a:pt x="172116" y="67054"/>
                  </a:lnTo>
                  <a:lnTo>
                    <a:pt x="172402" y="74771"/>
                  </a:lnTo>
                  <a:lnTo>
                    <a:pt x="172402" y="83915"/>
                  </a:lnTo>
                  <a:lnTo>
                    <a:pt x="170878" y="91535"/>
                  </a:lnTo>
                  <a:lnTo>
                    <a:pt x="161734" y="114395"/>
                  </a:lnTo>
                  <a:lnTo>
                    <a:pt x="157162" y="118967"/>
                  </a:lnTo>
                  <a:lnTo>
                    <a:pt x="152590" y="125158"/>
                  </a:lnTo>
                  <a:lnTo>
                    <a:pt x="150558" y="126682"/>
                  </a:lnTo>
                  <a:close/>
                </a:path>
                <a:path w="189864" h="283845">
                  <a:moveTo>
                    <a:pt x="186213" y="282321"/>
                  </a:moveTo>
                  <a:lnTo>
                    <a:pt x="152590" y="282321"/>
                  </a:lnTo>
                  <a:lnTo>
                    <a:pt x="152590" y="280797"/>
                  </a:lnTo>
                  <a:lnTo>
                    <a:pt x="151066" y="280797"/>
                  </a:lnTo>
                  <a:lnTo>
                    <a:pt x="149542" y="279273"/>
                  </a:lnTo>
                  <a:lnTo>
                    <a:pt x="149542" y="277749"/>
                  </a:lnTo>
                  <a:lnTo>
                    <a:pt x="148018" y="276225"/>
                  </a:lnTo>
                  <a:lnTo>
                    <a:pt x="148018" y="274701"/>
                  </a:lnTo>
                  <a:lnTo>
                    <a:pt x="122110" y="207549"/>
                  </a:lnTo>
                  <a:lnTo>
                    <a:pt x="119062" y="201453"/>
                  </a:lnTo>
                  <a:lnTo>
                    <a:pt x="116014" y="193833"/>
                  </a:lnTo>
                  <a:lnTo>
                    <a:pt x="112966" y="187642"/>
                  </a:lnTo>
                  <a:lnTo>
                    <a:pt x="108394" y="181546"/>
                  </a:lnTo>
                  <a:lnTo>
                    <a:pt x="105346" y="175450"/>
                  </a:lnTo>
                  <a:lnTo>
                    <a:pt x="96202" y="166306"/>
                  </a:lnTo>
                  <a:lnTo>
                    <a:pt x="77819" y="157162"/>
                  </a:lnTo>
                  <a:lnTo>
                    <a:pt x="134302" y="157162"/>
                  </a:lnTo>
                  <a:lnTo>
                    <a:pt x="137350" y="160210"/>
                  </a:lnTo>
                  <a:lnTo>
                    <a:pt x="146494" y="173926"/>
                  </a:lnTo>
                  <a:lnTo>
                    <a:pt x="149542" y="180022"/>
                  </a:lnTo>
                  <a:lnTo>
                    <a:pt x="152590" y="184594"/>
                  </a:lnTo>
                  <a:lnTo>
                    <a:pt x="155638" y="190690"/>
                  </a:lnTo>
                  <a:lnTo>
                    <a:pt x="158686" y="198405"/>
                  </a:lnTo>
                  <a:lnTo>
                    <a:pt x="183165" y="260985"/>
                  </a:lnTo>
                  <a:lnTo>
                    <a:pt x="187737" y="270129"/>
                  </a:lnTo>
                  <a:lnTo>
                    <a:pt x="187737" y="274701"/>
                  </a:lnTo>
                  <a:lnTo>
                    <a:pt x="189261" y="276225"/>
                  </a:lnTo>
                  <a:lnTo>
                    <a:pt x="189261" y="277749"/>
                  </a:lnTo>
                  <a:lnTo>
                    <a:pt x="187737" y="279273"/>
                  </a:lnTo>
                  <a:lnTo>
                    <a:pt x="187737" y="280797"/>
                  </a:lnTo>
                  <a:lnTo>
                    <a:pt x="186213" y="282321"/>
                  </a:lnTo>
                  <a:close/>
                </a:path>
                <a:path w="189864" h="283845">
                  <a:moveTo>
                    <a:pt x="35147" y="282321"/>
                  </a:moveTo>
                  <a:lnTo>
                    <a:pt x="1524" y="282321"/>
                  </a:lnTo>
                  <a:lnTo>
                    <a:pt x="1524" y="280797"/>
                  </a:lnTo>
                  <a:lnTo>
                    <a:pt x="35147" y="280797"/>
                  </a:lnTo>
                  <a:lnTo>
                    <a:pt x="35147" y="282321"/>
                  </a:lnTo>
                  <a:close/>
                </a:path>
                <a:path w="189864" h="283845">
                  <a:moveTo>
                    <a:pt x="27527" y="283845"/>
                  </a:moveTo>
                  <a:lnTo>
                    <a:pt x="7715" y="283845"/>
                  </a:lnTo>
                  <a:lnTo>
                    <a:pt x="4667" y="282321"/>
                  </a:lnTo>
                  <a:lnTo>
                    <a:pt x="30575" y="282321"/>
                  </a:lnTo>
                  <a:lnTo>
                    <a:pt x="27527" y="283845"/>
                  </a:lnTo>
                  <a:close/>
                </a:path>
                <a:path w="189864" h="283845">
                  <a:moveTo>
                    <a:pt x="181641" y="283845"/>
                  </a:moveTo>
                  <a:lnTo>
                    <a:pt x="157162" y="283845"/>
                  </a:lnTo>
                  <a:lnTo>
                    <a:pt x="154114" y="282321"/>
                  </a:lnTo>
                  <a:lnTo>
                    <a:pt x="183165" y="282321"/>
                  </a:lnTo>
                  <a:lnTo>
                    <a:pt x="181641" y="283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745515" y="3424618"/>
              <a:ext cx="181546" cy="216693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954488" y="3329952"/>
              <a:ext cx="197485" cy="308610"/>
            </a:xfrm>
            <a:custGeom>
              <a:avLst/>
              <a:gdLst/>
              <a:ahLst/>
              <a:cxnLst/>
              <a:rect l="l" t="t" r="r" b="b"/>
              <a:pathLst>
                <a:path w="197485" h="308610">
                  <a:moveTo>
                    <a:pt x="132778" y="15328"/>
                  </a:moveTo>
                  <a:lnTo>
                    <a:pt x="131254" y="12280"/>
                  </a:lnTo>
                  <a:lnTo>
                    <a:pt x="129730" y="10756"/>
                  </a:lnTo>
                  <a:lnTo>
                    <a:pt x="129730" y="9144"/>
                  </a:lnTo>
                  <a:lnTo>
                    <a:pt x="126682" y="6096"/>
                  </a:lnTo>
                  <a:lnTo>
                    <a:pt x="123634" y="4572"/>
                  </a:lnTo>
                  <a:lnTo>
                    <a:pt x="120586" y="4572"/>
                  </a:lnTo>
                  <a:lnTo>
                    <a:pt x="117538" y="3048"/>
                  </a:lnTo>
                  <a:lnTo>
                    <a:pt x="112966" y="1524"/>
                  </a:lnTo>
                  <a:lnTo>
                    <a:pt x="108394" y="1524"/>
                  </a:lnTo>
                  <a:lnTo>
                    <a:pt x="102196" y="0"/>
                  </a:lnTo>
                  <a:lnTo>
                    <a:pt x="97624" y="0"/>
                  </a:lnTo>
                  <a:lnTo>
                    <a:pt x="89916" y="279"/>
                  </a:lnTo>
                  <a:lnTo>
                    <a:pt x="50380" y="19900"/>
                  </a:lnTo>
                  <a:lnTo>
                    <a:pt x="46342" y="24765"/>
                  </a:lnTo>
                  <a:lnTo>
                    <a:pt x="33909" y="69380"/>
                  </a:lnTo>
                  <a:lnTo>
                    <a:pt x="33616" y="79438"/>
                  </a:lnTo>
                  <a:lnTo>
                    <a:pt x="33616" y="99250"/>
                  </a:lnTo>
                  <a:lnTo>
                    <a:pt x="3048" y="99250"/>
                  </a:lnTo>
                  <a:lnTo>
                    <a:pt x="3048" y="100774"/>
                  </a:lnTo>
                  <a:lnTo>
                    <a:pt x="1524" y="100774"/>
                  </a:lnTo>
                  <a:lnTo>
                    <a:pt x="1524" y="102298"/>
                  </a:lnTo>
                  <a:lnTo>
                    <a:pt x="0" y="103822"/>
                  </a:lnTo>
                  <a:lnTo>
                    <a:pt x="0" y="123634"/>
                  </a:lnTo>
                  <a:lnTo>
                    <a:pt x="1524" y="125158"/>
                  </a:lnTo>
                  <a:lnTo>
                    <a:pt x="1524" y="128206"/>
                  </a:lnTo>
                  <a:lnTo>
                    <a:pt x="4572" y="129730"/>
                  </a:lnTo>
                  <a:lnTo>
                    <a:pt x="33616" y="129730"/>
                  </a:lnTo>
                  <a:lnTo>
                    <a:pt x="33616" y="302221"/>
                  </a:lnTo>
                  <a:lnTo>
                    <a:pt x="35140" y="303745"/>
                  </a:lnTo>
                  <a:lnTo>
                    <a:pt x="35140" y="305269"/>
                  </a:lnTo>
                  <a:lnTo>
                    <a:pt x="36664" y="306793"/>
                  </a:lnTo>
                  <a:lnTo>
                    <a:pt x="39712" y="306793"/>
                  </a:lnTo>
                  <a:lnTo>
                    <a:pt x="41236" y="308317"/>
                  </a:lnTo>
                  <a:lnTo>
                    <a:pt x="64096" y="308317"/>
                  </a:lnTo>
                  <a:lnTo>
                    <a:pt x="65620" y="306793"/>
                  </a:lnTo>
                  <a:lnTo>
                    <a:pt x="68668" y="306793"/>
                  </a:lnTo>
                  <a:lnTo>
                    <a:pt x="68668" y="305269"/>
                  </a:lnTo>
                  <a:lnTo>
                    <a:pt x="70192" y="305269"/>
                  </a:lnTo>
                  <a:lnTo>
                    <a:pt x="70192" y="129730"/>
                  </a:lnTo>
                  <a:lnTo>
                    <a:pt x="116014" y="129730"/>
                  </a:lnTo>
                  <a:lnTo>
                    <a:pt x="119062" y="128206"/>
                  </a:lnTo>
                  <a:lnTo>
                    <a:pt x="119062" y="125158"/>
                  </a:lnTo>
                  <a:lnTo>
                    <a:pt x="120586" y="123634"/>
                  </a:lnTo>
                  <a:lnTo>
                    <a:pt x="122110" y="119062"/>
                  </a:lnTo>
                  <a:lnTo>
                    <a:pt x="122110" y="108394"/>
                  </a:lnTo>
                  <a:lnTo>
                    <a:pt x="120586" y="106870"/>
                  </a:lnTo>
                  <a:lnTo>
                    <a:pt x="120586" y="103822"/>
                  </a:lnTo>
                  <a:lnTo>
                    <a:pt x="119062" y="102298"/>
                  </a:lnTo>
                  <a:lnTo>
                    <a:pt x="119062" y="100774"/>
                  </a:lnTo>
                  <a:lnTo>
                    <a:pt x="117538" y="100774"/>
                  </a:lnTo>
                  <a:lnTo>
                    <a:pt x="117538" y="99250"/>
                  </a:lnTo>
                  <a:lnTo>
                    <a:pt x="70192" y="99250"/>
                  </a:lnTo>
                  <a:lnTo>
                    <a:pt x="70192" y="68668"/>
                  </a:lnTo>
                  <a:lnTo>
                    <a:pt x="71716" y="62572"/>
                  </a:lnTo>
                  <a:lnTo>
                    <a:pt x="71716" y="56476"/>
                  </a:lnTo>
                  <a:lnTo>
                    <a:pt x="73240" y="50380"/>
                  </a:lnTo>
                  <a:lnTo>
                    <a:pt x="76288" y="41236"/>
                  </a:lnTo>
                  <a:lnTo>
                    <a:pt x="82384" y="35140"/>
                  </a:lnTo>
                  <a:lnTo>
                    <a:pt x="85432" y="33616"/>
                  </a:lnTo>
                  <a:lnTo>
                    <a:pt x="94576" y="30568"/>
                  </a:lnTo>
                  <a:lnTo>
                    <a:pt x="106870" y="30568"/>
                  </a:lnTo>
                  <a:lnTo>
                    <a:pt x="109918" y="32092"/>
                  </a:lnTo>
                  <a:lnTo>
                    <a:pt x="112966" y="32092"/>
                  </a:lnTo>
                  <a:lnTo>
                    <a:pt x="116014" y="33616"/>
                  </a:lnTo>
                  <a:lnTo>
                    <a:pt x="117538" y="33616"/>
                  </a:lnTo>
                  <a:lnTo>
                    <a:pt x="120586" y="35140"/>
                  </a:lnTo>
                  <a:lnTo>
                    <a:pt x="122110" y="35140"/>
                  </a:lnTo>
                  <a:lnTo>
                    <a:pt x="123634" y="36664"/>
                  </a:lnTo>
                  <a:lnTo>
                    <a:pt x="129730" y="36664"/>
                  </a:lnTo>
                  <a:lnTo>
                    <a:pt x="131254" y="35140"/>
                  </a:lnTo>
                  <a:lnTo>
                    <a:pt x="131254" y="32092"/>
                  </a:lnTo>
                  <a:lnTo>
                    <a:pt x="132778" y="30568"/>
                  </a:lnTo>
                  <a:lnTo>
                    <a:pt x="132778" y="15328"/>
                  </a:lnTo>
                  <a:close/>
                </a:path>
                <a:path w="197485" h="308610">
                  <a:moveTo>
                    <a:pt x="196875" y="6083"/>
                  </a:moveTo>
                  <a:lnTo>
                    <a:pt x="195351" y="4559"/>
                  </a:lnTo>
                  <a:lnTo>
                    <a:pt x="193827" y="4559"/>
                  </a:lnTo>
                  <a:lnTo>
                    <a:pt x="192303" y="3035"/>
                  </a:lnTo>
                  <a:lnTo>
                    <a:pt x="186118" y="3035"/>
                  </a:lnTo>
                  <a:lnTo>
                    <a:pt x="183070" y="1511"/>
                  </a:lnTo>
                  <a:lnTo>
                    <a:pt x="175450" y="1511"/>
                  </a:lnTo>
                  <a:lnTo>
                    <a:pt x="172402" y="3035"/>
                  </a:lnTo>
                  <a:lnTo>
                    <a:pt x="166306" y="3035"/>
                  </a:lnTo>
                  <a:lnTo>
                    <a:pt x="164782" y="4559"/>
                  </a:lnTo>
                  <a:lnTo>
                    <a:pt x="163258" y="4559"/>
                  </a:lnTo>
                  <a:lnTo>
                    <a:pt x="161734" y="6083"/>
                  </a:lnTo>
                  <a:lnTo>
                    <a:pt x="161734" y="305269"/>
                  </a:lnTo>
                  <a:lnTo>
                    <a:pt x="163258" y="305269"/>
                  </a:lnTo>
                  <a:lnTo>
                    <a:pt x="163258" y="306793"/>
                  </a:lnTo>
                  <a:lnTo>
                    <a:pt x="166306" y="306793"/>
                  </a:lnTo>
                  <a:lnTo>
                    <a:pt x="167830" y="308317"/>
                  </a:lnTo>
                  <a:lnTo>
                    <a:pt x="190779" y="308317"/>
                  </a:lnTo>
                  <a:lnTo>
                    <a:pt x="192303" y="306793"/>
                  </a:lnTo>
                  <a:lnTo>
                    <a:pt x="195351" y="306793"/>
                  </a:lnTo>
                  <a:lnTo>
                    <a:pt x="195351" y="305269"/>
                  </a:lnTo>
                  <a:lnTo>
                    <a:pt x="196875" y="305269"/>
                  </a:lnTo>
                  <a:lnTo>
                    <a:pt x="196875" y="60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4205025" y="3424618"/>
            <a:ext cx="379730" cy="217170"/>
            <a:chOff x="4205025" y="3424618"/>
            <a:chExt cx="379730" cy="217170"/>
          </a:xfrm>
        </p:grpSpPr>
        <p:pic>
          <p:nvPicPr>
            <p:cNvPr id="54" name="object 5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05025" y="3424618"/>
              <a:ext cx="181236" cy="216693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409217" y="3427666"/>
              <a:ext cx="175450" cy="210597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702111" y="3352895"/>
            <a:ext cx="1220533" cy="364712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28554" y="4068603"/>
            <a:ext cx="109823" cy="111442"/>
          </a:xfrm>
          <a:prstGeom prst="rect">
            <a:avLst/>
          </a:prstGeom>
        </p:spPr>
      </p:pic>
      <p:sp>
        <p:nvSpPr>
          <p:cNvPr id="58" name="object 58"/>
          <p:cNvSpPr/>
          <p:nvPr/>
        </p:nvSpPr>
        <p:spPr>
          <a:xfrm>
            <a:off x="1002315" y="3995356"/>
            <a:ext cx="230504" cy="290195"/>
          </a:xfrm>
          <a:custGeom>
            <a:avLst/>
            <a:gdLst/>
            <a:ahLst/>
            <a:cxnLst/>
            <a:rect l="l" t="t" r="r" b="b"/>
            <a:pathLst>
              <a:path w="230505" h="290195">
                <a:moveTo>
                  <a:pt x="160210" y="289941"/>
                </a:moveTo>
                <a:lnTo>
                  <a:pt x="138874" y="289941"/>
                </a:lnTo>
                <a:lnTo>
                  <a:pt x="122513" y="289369"/>
                </a:lnTo>
                <a:lnTo>
                  <a:pt x="79343" y="280797"/>
                </a:lnTo>
                <a:lnTo>
                  <a:pt x="45481" y="260437"/>
                </a:lnTo>
                <a:lnTo>
                  <a:pt x="20669" y="231219"/>
                </a:lnTo>
                <a:lnTo>
                  <a:pt x="5223" y="192890"/>
                </a:lnTo>
                <a:lnTo>
                  <a:pt x="0" y="148018"/>
                </a:lnTo>
                <a:lnTo>
                  <a:pt x="269" y="140398"/>
                </a:lnTo>
                <a:lnTo>
                  <a:pt x="376" y="137350"/>
                </a:lnTo>
                <a:lnTo>
                  <a:pt x="9239" y="86963"/>
                </a:lnTo>
                <a:lnTo>
                  <a:pt x="29695" y="50196"/>
                </a:lnTo>
                <a:lnTo>
                  <a:pt x="58578" y="22871"/>
                </a:lnTo>
                <a:lnTo>
                  <a:pt x="96209" y="5786"/>
                </a:lnTo>
                <a:lnTo>
                  <a:pt x="140398" y="0"/>
                </a:lnTo>
                <a:lnTo>
                  <a:pt x="147256" y="0"/>
                </a:lnTo>
                <a:lnTo>
                  <a:pt x="156210" y="190"/>
                </a:lnTo>
                <a:lnTo>
                  <a:pt x="162963" y="595"/>
                </a:lnTo>
                <a:lnTo>
                  <a:pt x="163373" y="595"/>
                </a:lnTo>
                <a:lnTo>
                  <a:pt x="170878" y="1524"/>
                </a:lnTo>
                <a:lnTo>
                  <a:pt x="177529" y="3571"/>
                </a:lnTo>
                <a:lnTo>
                  <a:pt x="183725" y="5334"/>
                </a:lnTo>
                <a:lnTo>
                  <a:pt x="189617" y="7096"/>
                </a:lnTo>
                <a:lnTo>
                  <a:pt x="195357" y="9144"/>
                </a:lnTo>
                <a:lnTo>
                  <a:pt x="202977" y="10668"/>
                </a:lnTo>
                <a:lnTo>
                  <a:pt x="215169" y="16764"/>
                </a:lnTo>
                <a:lnTo>
                  <a:pt x="219741" y="19812"/>
                </a:lnTo>
                <a:lnTo>
                  <a:pt x="224313" y="24384"/>
                </a:lnTo>
                <a:lnTo>
                  <a:pt x="227361" y="25908"/>
                </a:lnTo>
                <a:lnTo>
                  <a:pt x="227361" y="28956"/>
                </a:lnTo>
                <a:lnTo>
                  <a:pt x="228885" y="30480"/>
                </a:lnTo>
                <a:lnTo>
                  <a:pt x="228885" y="32004"/>
                </a:lnTo>
                <a:lnTo>
                  <a:pt x="138874" y="32004"/>
                </a:lnTo>
                <a:lnTo>
                  <a:pt x="127730" y="32566"/>
                </a:lnTo>
                <a:lnTo>
                  <a:pt x="88813" y="44600"/>
                </a:lnTo>
                <a:lnTo>
                  <a:pt x="59316" y="71508"/>
                </a:lnTo>
                <a:lnTo>
                  <a:pt x="42933" y="109783"/>
                </a:lnTo>
                <a:lnTo>
                  <a:pt x="40153" y="131254"/>
                </a:lnTo>
                <a:lnTo>
                  <a:pt x="40028" y="132681"/>
                </a:lnTo>
                <a:lnTo>
                  <a:pt x="39911" y="137350"/>
                </a:lnTo>
                <a:lnTo>
                  <a:pt x="39790" y="148018"/>
                </a:lnTo>
                <a:lnTo>
                  <a:pt x="39969" y="155638"/>
                </a:lnTo>
                <a:lnTo>
                  <a:pt x="40028" y="158153"/>
                </a:lnTo>
                <a:lnTo>
                  <a:pt x="50434" y="202953"/>
                </a:lnTo>
                <a:lnTo>
                  <a:pt x="74296" y="235449"/>
                </a:lnTo>
                <a:lnTo>
                  <a:pt x="108680" y="253436"/>
                </a:lnTo>
                <a:lnTo>
                  <a:pt x="140398" y="257937"/>
                </a:lnTo>
                <a:lnTo>
                  <a:pt x="228885" y="257937"/>
                </a:lnTo>
                <a:lnTo>
                  <a:pt x="228885" y="262509"/>
                </a:lnTo>
                <a:lnTo>
                  <a:pt x="227361" y="264032"/>
                </a:lnTo>
                <a:lnTo>
                  <a:pt x="225837" y="267080"/>
                </a:lnTo>
                <a:lnTo>
                  <a:pt x="222789" y="270129"/>
                </a:lnTo>
                <a:lnTo>
                  <a:pt x="219741" y="271653"/>
                </a:lnTo>
                <a:lnTo>
                  <a:pt x="215169" y="274701"/>
                </a:lnTo>
                <a:lnTo>
                  <a:pt x="209073" y="276225"/>
                </a:lnTo>
                <a:lnTo>
                  <a:pt x="202977" y="279273"/>
                </a:lnTo>
                <a:lnTo>
                  <a:pt x="195357" y="280797"/>
                </a:lnTo>
                <a:lnTo>
                  <a:pt x="189261" y="283844"/>
                </a:lnTo>
                <a:lnTo>
                  <a:pt x="173926" y="286893"/>
                </a:lnTo>
                <a:lnTo>
                  <a:pt x="167830" y="288417"/>
                </a:lnTo>
                <a:lnTo>
                  <a:pt x="160210" y="289941"/>
                </a:lnTo>
                <a:close/>
              </a:path>
              <a:path w="230505" h="290195">
                <a:moveTo>
                  <a:pt x="225837" y="58007"/>
                </a:moveTo>
                <a:lnTo>
                  <a:pt x="221265" y="58007"/>
                </a:lnTo>
                <a:lnTo>
                  <a:pt x="218217" y="56483"/>
                </a:lnTo>
                <a:lnTo>
                  <a:pt x="213645" y="53435"/>
                </a:lnTo>
                <a:lnTo>
                  <a:pt x="204501" y="48863"/>
                </a:lnTo>
                <a:lnTo>
                  <a:pt x="165877" y="34013"/>
                </a:lnTo>
                <a:lnTo>
                  <a:pt x="138874" y="32004"/>
                </a:lnTo>
                <a:lnTo>
                  <a:pt x="228885" y="32004"/>
                </a:lnTo>
                <a:lnTo>
                  <a:pt x="228885" y="33623"/>
                </a:lnTo>
                <a:lnTo>
                  <a:pt x="230366" y="36584"/>
                </a:lnTo>
                <a:lnTo>
                  <a:pt x="230409" y="47339"/>
                </a:lnTo>
                <a:lnTo>
                  <a:pt x="228885" y="48863"/>
                </a:lnTo>
                <a:lnTo>
                  <a:pt x="228885" y="54959"/>
                </a:lnTo>
                <a:lnTo>
                  <a:pt x="225837" y="58007"/>
                </a:lnTo>
                <a:close/>
              </a:path>
              <a:path w="230505" h="290195">
                <a:moveTo>
                  <a:pt x="228885" y="257937"/>
                </a:moveTo>
                <a:lnTo>
                  <a:pt x="140398" y="257937"/>
                </a:lnTo>
                <a:lnTo>
                  <a:pt x="146375" y="257675"/>
                </a:lnTo>
                <a:lnTo>
                  <a:pt x="152781" y="256984"/>
                </a:lnTo>
                <a:lnTo>
                  <a:pt x="159472" y="256008"/>
                </a:lnTo>
                <a:lnTo>
                  <a:pt x="166306" y="254889"/>
                </a:lnTo>
                <a:lnTo>
                  <a:pt x="172981" y="252603"/>
                </a:lnTo>
                <a:lnTo>
                  <a:pt x="185688" y="248031"/>
                </a:lnTo>
                <a:lnTo>
                  <a:pt x="192309" y="245744"/>
                </a:lnTo>
                <a:lnTo>
                  <a:pt x="192309" y="161734"/>
                </a:lnTo>
                <a:lnTo>
                  <a:pt x="122110" y="161734"/>
                </a:lnTo>
                <a:lnTo>
                  <a:pt x="119062" y="155638"/>
                </a:lnTo>
                <a:lnTo>
                  <a:pt x="119062" y="135826"/>
                </a:lnTo>
                <a:lnTo>
                  <a:pt x="120586" y="135826"/>
                </a:lnTo>
                <a:lnTo>
                  <a:pt x="120586" y="134302"/>
                </a:lnTo>
                <a:lnTo>
                  <a:pt x="123634" y="131254"/>
                </a:lnTo>
                <a:lnTo>
                  <a:pt x="219741" y="131254"/>
                </a:lnTo>
                <a:lnTo>
                  <a:pt x="221169" y="132681"/>
                </a:lnTo>
                <a:lnTo>
                  <a:pt x="222693" y="132681"/>
                </a:lnTo>
                <a:lnTo>
                  <a:pt x="227361" y="137350"/>
                </a:lnTo>
                <a:lnTo>
                  <a:pt x="228885" y="140398"/>
                </a:lnTo>
                <a:lnTo>
                  <a:pt x="228885" y="2579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1284946" y="4070127"/>
            <a:ext cx="398145" cy="217170"/>
            <a:chOff x="1284946" y="4070127"/>
            <a:chExt cx="398145" cy="217170"/>
          </a:xfrm>
        </p:grpSpPr>
        <p:pic>
          <p:nvPicPr>
            <p:cNvPr id="60" name="object 6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84946" y="4070127"/>
              <a:ext cx="196167" cy="21669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21113" y="4070127"/>
              <a:ext cx="161668" cy="216693"/>
            </a:xfrm>
            <a:prstGeom prst="rect">
              <a:avLst/>
            </a:prstGeom>
          </p:spPr>
        </p:pic>
      </p:grpSp>
      <p:pic>
        <p:nvPicPr>
          <p:cNvPr id="62" name="object 6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749932" y="3977068"/>
            <a:ext cx="1263300" cy="309753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156584" y="3996880"/>
            <a:ext cx="1220533" cy="364712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28554" y="4714113"/>
            <a:ext cx="109823" cy="111442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1019162" y="4636299"/>
            <a:ext cx="473075" cy="294640"/>
          </a:xfrm>
          <a:custGeom>
            <a:avLst/>
            <a:gdLst/>
            <a:ahLst/>
            <a:cxnLst/>
            <a:rect l="l" t="t" r="r" b="b"/>
            <a:pathLst>
              <a:path w="473075" h="294639">
                <a:moveTo>
                  <a:pt x="213550" y="12280"/>
                </a:moveTo>
                <a:lnTo>
                  <a:pt x="212026" y="10668"/>
                </a:lnTo>
                <a:lnTo>
                  <a:pt x="212026" y="9144"/>
                </a:lnTo>
                <a:lnTo>
                  <a:pt x="210502" y="7620"/>
                </a:lnTo>
                <a:lnTo>
                  <a:pt x="207454" y="7620"/>
                </a:lnTo>
                <a:lnTo>
                  <a:pt x="205930" y="6096"/>
                </a:lnTo>
                <a:lnTo>
                  <a:pt x="183070" y="6096"/>
                </a:lnTo>
                <a:lnTo>
                  <a:pt x="181546" y="7620"/>
                </a:lnTo>
                <a:lnTo>
                  <a:pt x="178498" y="7620"/>
                </a:lnTo>
                <a:lnTo>
                  <a:pt x="175450" y="10668"/>
                </a:lnTo>
                <a:lnTo>
                  <a:pt x="175361" y="189255"/>
                </a:lnTo>
                <a:lnTo>
                  <a:pt x="165163" y="232410"/>
                </a:lnTo>
                <a:lnTo>
                  <a:pt x="135737" y="257937"/>
                </a:lnTo>
                <a:lnTo>
                  <a:pt x="106781" y="262509"/>
                </a:lnTo>
                <a:lnTo>
                  <a:pt x="99047" y="262216"/>
                </a:lnTo>
                <a:lnTo>
                  <a:pt x="61010" y="247218"/>
                </a:lnTo>
                <a:lnTo>
                  <a:pt x="42672" y="218211"/>
                </a:lnTo>
                <a:lnTo>
                  <a:pt x="39801" y="210832"/>
                </a:lnTo>
                <a:lnTo>
                  <a:pt x="37909" y="202590"/>
                </a:lnTo>
                <a:lnTo>
                  <a:pt x="37795" y="201561"/>
                </a:lnTo>
                <a:lnTo>
                  <a:pt x="36893" y="193789"/>
                </a:lnTo>
                <a:lnTo>
                  <a:pt x="36639" y="186207"/>
                </a:lnTo>
                <a:lnTo>
                  <a:pt x="36576" y="9144"/>
                </a:lnTo>
                <a:lnTo>
                  <a:pt x="35052" y="9144"/>
                </a:lnTo>
                <a:lnTo>
                  <a:pt x="35052" y="7620"/>
                </a:lnTo>
                <a:lnTo>
                  <a:pt x="32004" y="7620"/>
                </a:lnTo>
                <a:lnTo>
                  <a:pt x="30480" y="6096"/>
                </a:lnTo>
                <a:lnTo>
                  <a:pt x="7620" y="6096"/>
                </a:lnTo>
                <a:lnTo>
                  <a:pt x="4572" y="7620"/>
                </a:lnTo>
                <a:lnTo>
                  <a:pt x="1524" y="7620"/>
                </a:lnTo>
                <a:lnTo>
                  <a:pt x="1524" y="9144"/>
                </a:lnTo>
                <a:lnTo>
                  <a:pt x="0" y="9144"/>
                </a:lnTo>
                <a:lnTo>
                  <a:pt x="0" y="189255"/>
                </a:lnTo>
                <a:lnTo>
                  <a:pt x="7620" y="235077"/>
                </a:lnTo>
                <a:lnTo>
                  <a:pt x="28956" y="267081"/>
                </a:lnTo>
                <a:lnTo>
                  <a:pt x="60960" y="288505"/>
                </a:lnTo>
                <a:lnTo>
                  <a:pt x="103733" y="294601"/>
                </a:lnTo>
                <a:lnTo>
                  <a:pt x="116230" y="294055"/>
                </a:lnTo>
                <a:lnTo>
                  <a:pt x="159486" y="282917"/>
                </a:lnTo>
                <a:lnTo>
                  <a:pt x="190931" y="258394"/>
                </a:lnTo>
                <a:lnTo>
                  <a:pt x="209054" y="221399"/>
                </a:lnTo>
                <a:lnTo>
                  <a:pt x="213550" y="186207"/>
                </a:lnTo>
                <a:lnTo>
                  <a:pt x="213550" y="12280"/>
                </a:lnTo>
                <a:close/>
              </a:path>
              <a:path w="473075" h="294639">
                <a:moveTo>
                  <a:pt x="385965" y="91630"/>
                </a:moveTo>
                <a:lnTo>
                  <a:pt x="384441" y="90106"/>
                </a:lnTo>
                <a:lnTo>
                  <a:pt x="384441" y="87058"/>
                </a:lnTo>
                <a:lnTo>
                  <a:pt x="382917" y="85534"/>
                </a:lnTo>
                <a:lnTo>
                  <a:pt x="382917" y="84010"/>
                </a:lnTo>
                <a:lnTo>
                  <a:pt x="381393" y="82486"/>
                </a:lnTo>
                <a:lnTo>
                  <a:pt x="327952" y="82486"/>
                </a:lnTo>
                <a:lnTo>
                  <a:pt x="327952" y="33616"/>
                </a:lnTo>
                <a:lnTo>
                  <a:pt x="324904" y="30568"/>
                </a:lnTo>
                <a:lnTo>
                  <a:pt x="323380" y="30568"/>
                </a:lnTo>
                <a:lnTo>
                  <a:pt x="321856" y="29044"/>
                </a:lnTo>
                <a:lnTo>
                  <a:pt x="295948" y="29044"/>
                </a:lnTo>
                <a:lnTo>
                  <a:pt x="295948" y="30568"/>
                </a:lnTo>
                <a:lnTo>
                  <a:pt x="294424" y="30568"/>
                </a:lnTo>
                <a:lnTo>
                  <a:pt x="291376" y="33616"/>
                </a:lnTo>
                <a:lnTo>
                  <a:pt x="291376" y="82486"/>
                </a:lnTo>
                <a:lnTo>
                  <a:pt x="260896" y="82486"/>
                </a:lnTo>
                <a:lnTo>
                  <a:pt x="259372" y="84010"/>
                </a:lnTo>
                <a:lnTo>
                  <a:pt x="259372" y="85534"/>
                </a:lnTo>
                <a:lnTo>
                  <a:pt x="257848" y="87058"/>
                </a:lnTo>
                <a:lnTo>
                  <a:pt x="257848" y="90106"/>
                </a:lnTo>
                <a:lnTo>
                  <a:pt x="256324" y="91630"/>
                </a:lnTo>
                <a:lnTo>
                  <a:pt x="256324" y="102298"/>
                </a:lnTo>
                <a:lnTo>
                  <a:pt x="257848" y="106870"/>
                </a:lnTo>
                <a:lnTo>
                  <a:pt x="259372" y="108394"/>
                </a:lnTo>
                <a:lnTo>
                  <a:pt x="259372" y="111442"/>
                </a:lnTo>
                <a:lnTo>
                  <a:pt x="262420" y="112966"/>
                </a:lnTo>
                <a:lnTo>
                  <a:pt x="291376" y="112966"/>
                </a:lnTo>
                <a:lnTo>
                  <a:pt x="291490" y="231076"/>
                </a:lnTo>
                <a:lnTo>
                  <a:pt x="300520" y="271653"/>
                </a:lnTo>
                <a:lnTo>
                  <a:pt x="334670" y="293458"/>
                </a:lnTo>
                <a:lnTo>
                  <a:pt x="349389" y="294601"/>
                </a:lnTo>
                <a:lnTo>
                  <a:pt x="355485" y="294601"/>
                </a:lnTo>
                <a:lnTo>
                  <a:pt x="358533" y="293077"/>
                </a:lnTo>
                <a:lnTo>
                  <a:pt x="366153" y="293077"/>
                </a:lnTo>
                <a:lnTo>
                  <a:pt x="369201" y="291553"/>
                </a:lnTo>
                <a:lnTo>
                  <a:pt x="372249" y="291553"/>
                </a:lnTo>
                <a:lnTo>
                  <a:pt x="373773" y="290029"/>
                </a:lnTo>
                <a:lnTo>
                  <a:pt x="376821" y="290029"/>
                </a:lnTo>
                <a:lnTo>
                  <a:pt x="378345" y="288505"/>
                </a:lnTo>
                <a:lnTo>
                  <a:pt x="381393" y="286893"/>
                </a:lnTo>
                <a:lnTo>
                  <a:pt x="381393" y="285369"/>
                </a:lnTo>
                <a:lnTo>
                  <a:pt x="382917" y="285369"/>
                </a:lnTo>
                <a:lnTo>
                  <a:pt x="384441" y="282321"/>
                </a:lnTo>
                <a:lnTo>
                  <a:pt x="384441" y="280797"/>
                </a:lnTo>
                <a:lnTo>
                  <a:pt x="385965" y="277749"/>
                </a:lnTo>
                <a:lnTo>
                  <a:pt x="385965" y="265557"/>
                </a:lnTo>
                <a:lnTo>
                  <a:pt x="384441" y="264033"/>
                </a:lnTo>
                <a:lnTo>
                  <a:pt x="384441" y="262509"/>
                </a:lnTo>
                <a:lnTo>
                  <a:pt x="384441" y="259461"/>
                </a:lnTo>
                <a:lnTo>
                  <a:pt x="382917" y="257937"/>
                </a:lnTo>
                <a:lnTo>
                  <a:pt x="381393" y="257937"/>
                </a:lnTo>
                <a:lnTo>
                  <a:pt x="381393" y="256413"/>
                </a:lnTo>
                <a:lnTo>
                  <a:pt x="379869" y="256413"/>
                </a:lnTo>
                <a:lnTo>
                  <a:pt x="378345" y="257937"/>
                </a:lnTo>
                <a:lnTo>
                  <a:pt x="376821" y="257937"/>
                </a:lnTo>
                <a:lnTo>
                  <a:pt x="375297" y="259461"/>
                </a:lnTo>
                <a:lnTo>
                  <a:pt x="370725" y="259461"/>
                </a:lnTo>
                <a:lnTo>
                  <a:pt x="369201" y="260985"/>
                </a:lnTo>
                <a:lnTo>
                  <a:pt x="366153" y="260985"/>
                </a:lnTo>
                <a:lnTo>
                  <a:pt x="364629" y="262509"/>
                </a:lnTo>
                <a:lnTo>
                  <a:pt x="344817" y="262509"/>
                </a:lnTo>
                <a:lnTo>
                  <a:pt x="328142" y="227457"/>
                </a:lnTo>
                <a:lnTo>
                  <a:pt x="327952" y="221361"/>
                </a:lnTo>
                <a:lnTo>
                  <a:pt x="327952" y="112966"/>
                </a:lnTo>
                <a:lnTo>
                  <a:pt x="379869" y="112966"/>
                </a:lnTo>
                <a:lnTo>
                  <a:pt x="382917" y="111442"/>
                </a:lnTo>
                <a:lnTo>
                  <a:pt x="382917" y="108394"/>
                </a:lnTo>
                <a:lnTo>
                  <a:pt x="384441" y="106870"/>
                </a:lnTo>
                <a:lnTo>
                  <a:pt x="385965" y="102298"/>
                </a:lnTo>
                <a:lnTo>
                  <a:pt x="385965" y="91630"/>
                </a:lnTo>
                <a:close/>
              </a:path>
              <a:path w="473075" h="294639">
                <a:moveTo>
                  <a:pt x="468350" y="85534"/>
                </a:moveTo>
                <a:lnTo>
                  <a:pt x="465302" y="82486"/>
                </a:lnTo>
                <a:lnTo>
                  <a:pt x="462254" y="82486"/>
                </a:lnTo>
                <a:lnTo>
                  <a:pt x="459206" y="80962"/>
                </a:lnTo>
                <a:lnTo>
                  <a:pt x="440918" y="80962"/>
                </a:lnTo>
                <a:lnTo>
                  <a:pt x="439394" y="82486"/>
                </a:lnTo>
                <a:lnTo>
                  <a:pt x="436346" y="82486"/>
                </a:lnTo>
                <a:lnTo>
                  <a:pt x="434822" y="84010"/>
                </a:lnTo>
                <a:lnTo>
                  <a:pt x="433298" y="84010"/>
                </a:lnTo>
                <a:lnTo>
                  <a:pt x="433298" y="85534"/>
                </a:lnTo>
                <a:lnTo>
                  <a:pt x="431774" y="87058"/>
                </a:lnTo>
                <a:lnTo>
                  <a:pt x="431774" y="285369"/>
                </a:lnTo>
                <a:lnTo>
                  <a:pt x="433298" y="286893"/>
                </a:lnTo>
                <a:lnTo>
                  <a:pt x="433298" y="288518"/>
                </a:lnTo>
                <a:lnTo>
                  <a:pt x="434822" y="290042"/>
                </a:lnTo>
                <a:lnTo>
                  <a:pt x="437870" y="290042"/>
                </a:lnTo>
                <a:lnTo>
                  <a:pt x="439394" y="291566"/>
                </a:lnTo>
                <a:lnTo>
                  <a:pt x="462254" y="291566"/>
                </a:lnTo>
                <a:lnTo>
                  <a:pt x="463778" y="290042"/>
                </a:lnTo>
                <a:lnTo>
                  <a:pt x="466826" y="290042"/>
                </a:lnTo>
                <a:lnTo>
                  <a:pt x="466826" y="288518"/>
                </a:lnTo>
                <a:lnTo>
                  <a:pt x="468350" y="288518"/>
                </a:lnTo>
                <a:lnTo>
                  <a:pt x="468350" y="85534"/>
                </a:lnTo>
                <a:close/>
              </a:path>
              <a:path w="473075" h="294639">
                <a:moveTo>
                  <a:pt x="472922" y="13817"/>
                </a:moveTo>
                <a:lnTo>
                  <a:pt x="471398" y="7620"/>
                </a:lnTo>
                <a:lnTo>
                  <a:pt x="465302" y="1524"/>
                </a:lnTo>
                <a:lnTo>
                  <a:pt x="459206" y="0"/>
                </a:lnTo>
                <a:lnTo>
                  <a:pt x="442442" y="0"/>
                </a:lnTo>
                <a:lnTo>
                  <a:pt x="436346" y="1524"/>
                </a:lnTo>
                <a:lnTo>
                  <a:pt x="430250" y="7620"/>
                </a:lnTo>
                <a:lnTo>
                  <a:pt x="428726" y="13817"/>
                </a:lnTo>
                <a:lnTo>
                  <a:pt x="428726" y="30581"/>
                </a:lnTo>
                <a:lnTo>
                  <a:pt x="430250" y="35153"/>
                </a:lnTo>
                <a:lnTo>
                  <a:pt x="436346" y="41249"/>
                </a:lnTo>
                <a:lnTo>
                  <a:pt x="442442" y="42773"/>
                </a:lnTo>
                <a:lnTo>
                  <a:pt x="459206" y="42773"/>
                </a:lnTo>
                <a:lnTo>
                  <a:pt x="465302" y="41249"/>
                </a:lnTo>
                <a:lnTo>
                  <a:pt x="471398" y="35153"/>
                </a:lnTo>
                <a:lnTo>
                  <a:pt x="472922" y="30581"/>
                </a:lnTo>
                <a:lnTo>
                  <a:pt x="472922" y="138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554575" y="4620958"/>
            <a:ext cx="35560" cy="307340"/>
          </a:xfrm>
          <a:custGeom>
            <a:avLst/>
            <a:gdLst/>
            <a:ahLst/>
            <a:cxnLst/>
            <a:rect l="l" t="t" r="r" b="b"/>
            <a:pathLst>
              <a:path w="35559" h="307339">
                <a:moveTo>
                  <a:pt x="24384" y="1524"/>
                </a:moveTo>
                <a:lnTo>
                  <a:pt x="10668" y="1524"/>
                </a:lnTo>
                <a:lnTo>
                  <a:pt x="13716" y="0"/>
                </a:lnTo>
                <a:lnTo>
                  <a:pt x="21336" y="0"/>
                </a:lnTo>
                <a:lnTo>
                  <a:pt x="24384" y="1524"/>
                </a:lnTo>
                <a:close/>
              </a:path>
              <a:path w="35559" h="307339">
                <a:moveTo>
                  <a:pt x="32099" y="3048"/>
                </a:moveTo>
                <a:lnTo>
                  <a:pt x="3048" y="3048"/>
                </a:lnTo>
                <a:lnTo>
                  <a:pt x="4572" y="1524"/>
                </a:lnTo>
                <a:lnTo>
                  <a:pt x="30575" y="1524"/>
                </a:lnTo>
                <a:lnTo>
                  <a:pt x="32099" y="3048"/>
                </a:lnTo>
                <a:close/>
              </a:path>
              <a:path w="35559" h="307339">
                <a:moveTo>
                  <a:pt x="35147" y="303752"/>
                </a:moveTo>
                <a:lnTo>
                  <a:pt x="0" y="303752"/>
                </a:lnTo>
                <a:lnTo>
                  <a:pt x="0" y="4572"/>
                </a:lnTo>
                <a:lnTo>
                  <a:pt x="1524" y="3048"/>
                </a:lnTo>
                <a:lnTo>
                  <a:pt x="33623" y="3048"/>
                </a:lnTo>
                <a:lnTo>
                  <a:pt x="35147" y="4572"/>
                </a:lnTo>
                <a:lnTo>
                  <a:pt x="35147" y="303752"/>
                </a:lnTo>
                <a:close/>
              </a:path>
              <a:path w="35559" h="307339">
                <a:moveTo>
                  <a:pt x="33623" y="305276"/>
                </a:moveTo>
                <a:lnTo>
                  <a:pt x="1524" y="305276"/>
                </a:lnTo>
                <a:lnTo>
                  <a:pt x="1524" y="303752"/>
                </a:lnTo>
                <a:lnTo>
                  <a:pt x="33623" y="303752"/>
                </a:lnTo>
                <a:lnTo>
                  <a:pt x="33623" y="305276"/>
                </a:lnTo>
                <a:close/>
              </a:path>
              <a:path w="35559" h="307339">
                <a:moveTo>
                  <a:pt x="29051" y="306800"/>
                </a:moveTo>
                <a:lnTo>
                  <a:pt x="6096" y="306800"/>
                </a:lnTo>
                <a:lnTo>
                  <a:pt x="4572" y="305276"/>
                </a:lnTo>
                <a:lnTo>
                  <a:pt x="30575" y="305276"/>
                </a:lnTo>
                <a:lnTo>
                  <a:pt x="29051" y="306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7" name="object 67"/>
          <p:cNvGrpSpPr/>
          <p:nvPr/>
        </p:nvGrpSpPr>
        <p:grpSpPr>
          <a:xfrm>
            <a:off x="1652301" y="4622482"/>
            <a:ext cx="1622425" cy="383540"/>
            <a:chOff x="1652301" y="4622482"/>
            <a:chExt cx="1622425" cy="383540"/>
          </a:xfrm>
        </p:grpSpPr>
        <p:sp>
          <p:nvSpPr>
            <p:cNvPr id="68" name="object 68"/>
            <p:cNvSpPr/>
            <p:nvPr/>
          </p:nvSpPr>
          <p:spPr>
            <a:xfrm>
              <a:off x="1652295" y="4636299"/>
              <a:ext cx="418465" cy="369570"/>
            </a:xfrm>
            <a:custGeom>
              <a:avLst/>
              <a:gdLst/>
              <a:ahLst/>
              <a:cxnLst/>
              <a:rect l="l" t="t" r="r" b="b"/>
              <a:pathLst>
                <a:path w="418464" h="369570">
                  <a:moveTo>
                    <a:pt x="39624" y="85534"/>
                  </a:moveTo>
                  <a:lnTo>
                    <a:pt x="36576" y="82486"/>
                  </a:lnTo>
                  <a:lnTo>
                    <a:pt x="33528" y="82486"/>
                  </a:lnTo>
                  <a:lnTo>
                    <a:pt x="30480" y="80962"/>
                  </a:lnTo>
                  <a:lnTo>
                    <a:pt x="13716" y="80962"/>
                  </a:lnTo>
                  <a:lnTo>
                    <a:pt x="10668" y="82486"/>
                  </a:lnTo>
                  <a:lnTo>
                    <a:pt x="7620" y="82486"/>
                  </a:lnTo>
                  <a:lnTo>
                    <a:pt x="6096" y="84010"/>
                  </a:lnTo>
                  <a:lnTo>
                    <a:pt x="4572" y="84010"/>
                  </a:lnTo>
                  <a:lnTo>
                    <a:pt x="4572" y="288518"/>
                  </a:lnTo>
                  <a:lnTo>
                    <a:pt x="6096" y="288518"/>
                  </a:lnTo>
                  <a:lnTo>
                    <a:pt x="6096" y="290042"/>
                  </a:lnTo>
                  <a:lnTo>
                    <a:pt x="9144" y="290042"/>
                  </a:lnTo>
                  <a:lnTo>
                    <a:pt x="10668" y="291566"/>
                  </a:lnTo>
                  <a:lnTo>
                    <a:pt x="33528" y="291566"/>
                  </a:lnTo>
                  <a:lnTo>
                    <a:pt x="35052" y="290042"/>
                  </a:lnTo>
                  <a:lnTo>
                    <a:pt x="38100" y="290042"/>
                  </a:lnTo>
                  <a:lnTo>
                    <a:pt x="38100" y="288518"/>
                  </a:lnTo>
                  <a:lnTo>
                    <a:pt x="39624" y="288518"/>
                  </a:lnTo>
                  <a:lnTo>
                    <a:pt x="39624" y="85534"/>
                  </a:lnTo>
                  <a:close/>
                </a:path>
                <a:path w="418464" h="369570">
                  <a:moveTo>
                    <a:pt x="44196" y="13817"/>
                  </a:moveTo>
                  <a:lnTo>
                    <a:pt x="42672" y="7620"/>
                  </a:lnTo>
                  <a:lnTo>
                    <a:pt x="36576" y="1524"/>
                  </a:lnTo>
                  <a:lnTo>
                    <a:pt x="30480" y="0"/>
                  </a:lnTo>
                  <a:lnTo>
                    <a:pt x="13716" y="0"/>
                  </a:lnTo>
                  <a:lnTo>
                    <a:pt x="7620" y="1524"/>
                  </a:lnTo>
                  <a:lnTo>
                    <a:pt x="1524" y="7620"/>
                  </a:lnTo>
                  <a:lnTo>
                    <a:pt x="0" y="13817"/>
                  </a:lnTo>
                  <a:lnTo>
                    <a:pt x="0" y="30581"/>
                  </a:lnTo>
                  <a:lnTo>
                    <a:pt x="1524" y="35153"/>
                  </a:lnTo>
                  <a:lnTo>
                    <a:pt x="7620" y="41249"/>
                  </a:lnTo>
                  <a:lnTo>
                    <a:pt x="13716" y="42773"/>
                  </a:lnTo>
                  <a:lnTo>
                    <a:pt x="30480" y="42773"/>
                  </a:lnTo>
                  <a:lnTo>
                    <a:pt x="36576" y="41249"/>
                  </a:lnTo>
                  <a:lnTo>
                    <a:pt x="42672" y="35153"/>
                  </a:lnTo>
                  <a:lnTo>
                    <a:pt x="44196" y="30581"/>
                  </a:lnTo>
                  <a:lnTo>
                    <a:pt x="44196" y="13817"/>
                  </a:lnTo>
                  <a:close/>
                </a:path>
                <a:path w="418464" h="369570">
                  <a:moveTo>
                    <a:pt x="208978" y="90106"/>
                  </a:moveTo>
                  <a:lnTo>
                    <a:pt x="207454" y="88582"/>
                  </a:lnTo>
                  <a:lnTo>
                    <a:pt x="207454" y="85534"/>
                  </a:lnTo>
                  <a:lnTo>
                    <a:pt x="204406" y="82486"/>
                  </a:lnTo>
                  <a:lnTo>
                    <a:pt x="151066" y="82486"/>
                  </a:lnTo>
                  <a:lnTo>
                    <a:pt x="151066" y="33616"/>
                  </a:lnTo>
                  <a:lnTo>
                    <a:pt x="146494" y="29044"/>
                  </a:lnTo>
                  <a:lnTo>
                    <a:pt x="120497" y="29044"/>
                  </a:lnTo>
                  <a:lnTo>
                    <a:pt x="118973" y="30568"/>
                  </a:lnTo>
                  <a:lnTo>
                    <a:pt x="117449" y="30568"/>
                  </a:lnTo>
                  <a:lnTo>
                    <a:pt x="114401" y="33616"/>
                  </a:lnTo>
                  <a:lnTo>
                    <a:pt x="114401" y="82486"/>
                  </a:lnTo>
                  <a:lnTo>
                    <a:pt x="83921" y="82486"/>
                  </a:lnTo>
                  <a:lnTo>
                    <a:pt x="83921" y="84010"/>
                  </a:lnTo>
                  <a:lnTo>
                    <a:pt x="82397" y="84010"/>
                  </a:lnTo>
                  <a:lnTo>
                    <a:pt x="82397" y="85534"/>
                  </a:lnTo>
                  <a:lnTo>
                    <a:pt x="80873" y="87058"/>
                  </a:lnTo>
                  <a:lnTo>
                    <a:pt x="80873" y="106870"/>
                  </a:lnTo>
                  <a:lnTo>
                    <a:pt x="82397" y="108394"/>
                  </a:lnTo>
                  <a:lnTo>
                    <a:pt x="83921" y="111442"/>
                  </a:lnTo>
                  <a:lnTo>
                    <a:pt x="85445" y="112966"/>
                  </a:lnTo>
                  <a:lnTo>
                    <a:pt x="114401" y="112966"/>
                  </a:lnTo>
                  <a:lnTo>
                    <a:pt x="114515" y="231076"/>
                  </a:lnTo>
                  <a:lnTo>
                    <a:pt x="123545" y="271653"/>
                  </a:lnTo>
                  <a:lnTo>
                    <a:pt x="158305" y="293458"/>
                  </a:lnTo>
                  <a:lnTo>
                    <a:pt x="172402" y="294601"/>
                  </a:lnTo>
                  <a:lnTo>
                    <a:pt x="180022" y="294601"/>
                  </a:lnTo>
                  <a:lnTo>
                    <a:pt x="183070" y="293077"/>
                  </a:lnTo>
                  <a:lnTo>
                    <a:pt x="189166" y="293077"/>
                  </a:lnTo>
                  <a:lnTo>
                    <a:pt x="192214" y="291553"/>
                  </a:lnTo>
                  <a:lnTo>
                    <a:pt x="195262" y="291553"/>
                  </a:lnTo>
                  <a:lnTo>
                    <a:pt x="198310" y="290029"/>
                  </a:lnTo>
                  <a:lnTo>
                    <a:pt x="199834" y="290029"/>
                  </a:lnTo>
                  <a:lnTo>
                    <a:pt x="202882" y="288505"/>
                  </a:lnTo>
                  <a:lnTo>
                    <a:pt x="204406" y="286893"/>
                  </a:lnTo>
                  <a:lnTo>
                    <a:pt x="205930" y="285369"/>
                  </a:lnTo>
                  <a:lnTo>
                    <a:pt x="207454" y="282321"/>
                  </a:lnTo>
                  <a:lnTo>
                    <a:pt x="207454" y="280797"/>
                  </a:lnTo>
                  <a:lnTo>
                    <a:pt x="208978" y="277749"/>
                  </a:lnTo>
                  <a:lnTo>
                    <a:pt x="208978" y="264033"/>
                  </a:lnTo>
                  <a:lnTo>
                    <a:pt x="207454" y="262509"/>
                  </a:lnTo>
                  <a:lnTo>
                    <a:pt x="207454" y="257937"/>
                  </a:lnTo>
                  <a:lnTo>
                    <a:pt x="205930" y="257937"/>
                  </a:lnTo>
                  <a:lnTo>
                    <a:pt x="204406" y="256413"/>
                  </a:lnTo>
                  <a:lnTo>
                    <a:pt x="202882" y="256413"/>
                  </a:lnTo>
                  <a:lnTo>
                    <a:pt x="201358" y="257937"/>
                  </a:lnTo>
                  <a:lnTo>
                    <a:pt x="199834" y="257937"/>
                  </a:lnTo>
                  <a:lnTo>
                    <a:pt x="198310" y="259461"/>
                  </a:lnTo>
                  <a:lnTo>
                    <a:pt x="195262" y="259461"/>
                  </a:lnTo>
                  <a:lnTo>
                    <a:pt x="192214" y="260985"/>
                  </a:lnTo>
                  <a:lnTo>
                    <a:pt x="190690" y="260985"/>
                  </a:lnTo>
                  <a:lnTo>
                    <a:pt x="187642" y="262509"/>
                  </a:lnTo>
                  <a:lnTo>
                    <a:pt x="167830" y="262509"/>
                  </a:lnTo>
                  <a:lnTo>
                    <a:pt x="151257" y="227457"/>
                  </a:lnTo>
                  <a:lnTo>
                    <a:pt x="151066" y="221361"/>
                  </a:lnTo>
                  <a:lnTo>
                    <a:pt x="151066" y="112966"/>
                  </a:lnTo>
                  <a:lnTo>
                    <a:pt x="204406" y="112966"/>
                  </a:lnTo>
                  <a:lnTo>
                    <a:pt x="205930" y="111442"/>
                  </a:lnTo>
                  <a:lnTo>
                    <a:pt x="207454" y="108394"/>
                  </a:lnTo>
                  <a:lnTo>
                    <a:pt x="207454" y="106870"/>
                  </a:lnTo>
                  <a:lnTo>
                    <a:pt x="208978" y="102298"/>
                  </a:lnTo>
                  <a:lnTo>
                    <a:pt x="208978" y="90106"/>
                  </a:lnTo>
                  <a:close/>
                </a:path>
                <a:path w="418464" h="369570">
                  <a:moveTo>
                    <a:pt x="418045" y="85534"/>
                  </a:moveTo>
                  <a:lnTo>
                    <a:pt x="416521" y="85534"/>
                  </a:lnTo>
                  <a:lnTo>
                    <a:pt x="414997" y="84010"/>
                  </a:lnTo>
                  <a:lnTo>
                    <a:pt x="414997" y="82486"/>
                  </a:lnTo>
                  <a:lnTo>
                    <a:pt x="410425" y="82486"/>
                  </a:lnTo>
                  <a:lnTo>
                    <a:pt x="407377" y="80962"/>
                  </a:lnTo>
                  <a:lnTo>
                    <a:pt x="392049" y="80962"/>
                  </a:lnTo>
                  <a:lnTo>
                    <a:pt x="389001" y="82486"/>
                  </a:lnTo>
                  <a:lnTo>
                    <a:pt x="384429" y="82486"/>
                  </a:lnTo>
                  <a:lnTo>
                    <a:pt x="381381" y="85534"/>
                  </a:lnTo>
                  <a:lnTo>
                    <a:pt x="379857" y="88582"/>
                  </a:lnTo>
                  <a:lnTo>
                    <a:pt x="326517" y="247269"/>
                  </a:lnTo>
                  <a:lnTo>
                    <a:pt x="324993" y="247269"/>
                  </a:lnTo>
                  <a:lnTo>
                    <a:pt x="268503" y="90106"/>
                  </a:lnTo>
                  <a:lnTo>
                    <a:pt x="268503" y="87058"/>
                  </a:lnTo>
                  <a:lnTo>
                    <a:pt x="266979" y="85534"/>
                  </a:lnTo>
                  <a:lnTo>
                    <a:pt x="266979" y="84010"/>
                  </a:lnTo>
                  <a:lnTo>
                    <a:pt x="265455" y="84010"/>
                  </a:lnTo>
                  <a:lnTo>
                    <a:pt x="263931" y="82486"/>
                  </a:lnTo>
                  <a:lnTo>
                    <a:pt x="260883" y="82486"/>
                  </a:lnTo>
                  <a:lnTo>
                    <a:pt x="257835" y="80962"/>
                  </a:lnTo>
                  <a:lnTo>
                    <a:pt x="239547" y="80962"/>
                  </a:lnTo>
                  <a:lnTo>
                    <a:pt x="238023" y="82486"/>
                  </a:lnTo>
                  <a:lnTo>
                    <a:pt x="231927" y="82486"/>
                  </a:lnTo>
                  <a:lnTo>
                    <a:pt x="231927" y="84010"/>
                  </a:lnTo>
                  <a:lnTo>
                    <a:pt x="230403" y="85534"/>
                  </a:lnTo>
                  <a:lnTo>
                    <a:pt x="230403" y="91630"/>
                  </a:lnTo>
                  <a:lnTo>
                    <a:pt x="231927" y="94678"/>
                  </a:lnTo>
                  <a:lnTo>
                    <a:pt x="302031" y="283845"/>
                  </a:lnTo>
                  <a:lnTo>
                    <a:pt x="302031" y="285369"/>
                  </a:lnTo>
                  <a:lnTo>
                    <a:pt x="303555" y="286893"/>
                  </a:lnTo>
                  <a:lnTo>
                    <a:pt x="305079" y="288518"/>
                  </a:lnTo>
                  <a:lnTo>
                    <a:pt x="306603" y="290042"/>
                  </a:lnTo>
                  <a:lnTo>
                    <a:pt x="308127" y="290042"/>
                  </a:lnTo>
                  <a:lnTo>
                    <a:pt x="280695" y="358711"/>
                  </a:lnTo>
                  <a:lnTo>
                    <a:pt x="279171" y="360235"/>
                  </a:lnTo>
                  <a:lnTo>
                    <a:pt x="279171" y="366331"/>
                  </a:lnTo>
                  <a:lnTo>
                    <a:pt x="280695" y="366331"/>
                  </a:lnTo>
                  <a:lnTo>
                    <a:pt x="282219" y="367855"/>
                  </a:lnTo>
                  <a:lnTo>
                    <a:pt x="283743" y="367855"/>
                  </a:lnTo>
                  <a:lnTo>
                    <a:pt x="285267" y="369379"/>
                  </a:lnTo>
                  <a:lnTo>
                    <a:pt x="309651" y="369379"/>
                  </a:lnTo>
                  <a:lnTo>
                    <a:pt x="312801" y="367855"/>
                  </a:lnTo>
                  <a:lnTo>
                    <a:pt x="318897" y="364807"/>
                  </a:lnTo>
                  <a:lnTo>
                    <a:pt x="318897" y="363283"/>
                  </a:lnTo>
                  <a:lnTo>
                    <a:pt x="344805" y="290042"/>
                  </a:lnTo>
                  <a:lnTo>
                    <a:pt x="360502" y="247269"/>
                  </a:lnTo>
                  <a:lnTo>
                    <a:pt x="416521" y="94678"/>
                  </a:lnTo>
                  <a:lnTo>
                    <a:pt x="416521" y="91630"/>
                  </a:lnTo>
                  <a:lnTo>
                    <a:pt x="418045" y="90106"/>
                  </a:lnTo>
                  <a:lnTo>
                    <a:pt x="418045" y="855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093214" y="4622482"/>
              <a:ext cx="1180909" cy="308419"/>
            </a:xfrm>
            <a:prstGeom prst="rect">
              <a:avLst/>
            </a:prstGeom>
          </p:spPr>
        </p:pic>
      </p:grpSp>
      <p:pic>
        <p:nvPicPr>
          <p:cNvPr id="70" name="object 70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417474" y="4642389"/>
            <a:ext cx="1220533" cy="364807"/>
          </a:xfrm>
          <a:prstGeom prst="rect">
            <a:avLst/>
          </a:prstGeom>
        </p:spPr>
      </p:pic>
      <p:grpSp>
        <p:nvGrpSpPr>
          <p:cNvPr id="71" name="object 71"/>
          <p:cNvGrpSpPr/>
          <p:nvPr/>
        </p:nvGrpSpPr>
        <p:grpSpPr>
          <a:xfrm>
            <a:off x="613314" y="5286470"/>
            <a:ext cx="590550" cy="290195"/>
            <a:chOff x="613314" y="5286470"/>
            <a:chExt cx="590550" cy="290195"/>
          </a:xfrm>
        </p:grpSpPr>
        <p:sp>
          <p:nvSpPr>
            <p:cNvPr id="72" name="object 72"/>
            <p:cNvSpPr/>
            <p:nvPr/>
          </p:nvSpPr>
          <p:spPr>
            <a:xfrm>
              <a:off x="613314" y="5286470"/>
              <a:ext cx="387985" cy="287020"/>
            </a:xfrm>
            <a:custGeom>
              <a:avLst/>
              <a:gdLst/>
              <a:ahLst/>
              <a:cxnLst/>
              <a:rect l="l" t="t" r="r" b="b"/>
              <a:pathLst>
                <a:path w="387984" h="287020">
                  <a:moveTo>
                    <a:pt x="50387" y="1524"/>
                  </a:moveTo>
                  <a:lnTo>
                    <a:pt x="12191" y="1524"/>
                  </a:lnTo>
                  <a:lnTo>
                    <a:pt x="16764" y="0"/>
                  </a:lnTo>
                  <a:lnTo>
                    <a:pt x="45815" y="0"/>
                  </a:lnTo>
                  <a:lnTo>
                    <a:pt x="50387" y="1524"/>
                  </a:lnTo>
                  <a:close/>
                </a:path>
                <a:path w="387984" h="287020">
                  <a:moveTo>
                    <a:pt x="215074" y="1524"/>
                  </a:moveTo>
                  <a:lnTo>
                    <a:pt x="178498" y="1524"/>
                  </a:lnTo>
                  <a:lnTo>
                    <a:pt x="183070" y="0"/>
                  </a:lnTo>
                  <a:lnTo>
                    <a:pt x="210502" y="0"/>
                  </a:lnTo>
                  <a:lnTo>
                    <a:pt x="215074" y="1524"/>
                  </a:lnTo>
                  <a:close/>
                </a:path>
                <a:path w="387984" h="287020">
                  <a:moveTo>
                    <a:pt x="376809" y="1524"/>
                  </a:moveTo>
                  <a:lnTo>
                    <a:pt x="346329" y="1524"/>
                  </a:lnTo>
                  <a:lnTo>
                    <a:pt x="349377" y="0"/>
                  </a:lnTo>
                  <a:lnTo>
                    <a:pt x="373761" y="0"/>
                  </a:lnTo>
                  <a:lnTo>
                    <a:pt x="376809" y="1524"/>
                  </a:lnTo>
                  <a:close/>
                </a:path>
                <a:path w="387984" h="287020">
                  <a:moveTo>
                    <a:pt x="140398" y="283845"/>
                  </a:moveTo>
                  <a:lnTo>
                    <a:pt x="76295" y="283845"/>
                  </a:lnTo>
                  <a:lnTo>
                    <a:pt x="73247" y="282321"/>
                  </a:lnTo>
                  <a:lnTo>
                    <a:pt x="70199" y="279273"/>
                  </a:lnTo>
                  <a:lnTo>
                    <a:pt x="67151" y="273177"/>
                  </a:lnTo>
                  <a:lnTo>
                    <a:pt x="67151" y="270129"/>
                  </a:lnTo>
                  <a:lnTo>
                    <a:pt x="3047" y="22860"/>
                  </a:lnTo>
                  <a:lnTo>
                    <a:pt x="0" y="13716"/>
                  </a:lnTo>
                  <a:lnTo>
                    <a:pt x="0" y="7620"/>
                  </a:lnTo>
                  <a:lnTo>
                    <a:pt x="4571" y="3048"/>
                  </a:lnTo>
                  <a:lnTo>
                    <a:pt x="7619" y="1524"/>
                  </a:lnTo>
                  <a:lnTo>
                    <a:pt x="54959" y="1524"/>
                  </a:lnTo>
                  <a:lnTo>
                    <a:pt x="59531" y="6096"/>
                  </a:lnTo>
                  <a:lnTo>
                    <a:pt x="59531" y="9144"/>
                  </a:lnTo>
                  <a:lnTo>
                    <a:pt x="61055" y="12192"/>
                  </a:lnTo>
                  <a:lnTo>
                    <a:pt x="109823" y="228885"/>
                  </a:lnTo>
                  <a:lnTo>
                    <a:pt x="159313" y="228885"/>
                  </a:lnTo>
                  <a:lnTo>
                    <a:pt x="149542" y="270129"/>
                  </a:lnTo>
                  <a:lnTo>
                    <a:pt x="148018" y="273177"/>
                  </a:lnTo>
                  <a:lnTo>
                    <a:pt x="148018" y="276225"/>
                  </a:lnTo>
                  <a:lnTo>
                    <a:pt x="146494" y="277749"/>
                  </a:lnTo>
                  <a:lnTo>
                    <a:pt x="144970" y="280797"/>
                  </a:lnTo>
                  <a:lnTo>
                    <a:pt x="141922" y="282321"/>
                  </a:lnTo>
                  <a:lnTo>
                    <a:pt x="140398" y="283845"/>
                  </a:lnTo>
                  <a:close/>
                </a:path>
                <a:path w="387984" h="287020">
                  <a:moveTo>
                    <a:pt x="159313" y="228885"/>
                  </a:moveTo>
                  <a:lnTo>
                    <a:pt x="109823" y="228885"/>
                  </a:lnTo>
                  <a:lnTo>
                    <a:pt x="161734" y="13716"/>
                  </a:lnTo>
                  <a:lnTo>
                    <a:pt x="163258" y="10668"/>
                  </a:lnTo>
                  <a:lnTo>
                    <a:pt x="163258" y="9144"/>
                  </a:lnTo>
                  <a:lnTo>
                    <a:pt x="164782" y="7620"/>
                  </a:lnTo>
                  <a:lnTo>
                    <a:pt x="164782" y="4572"/>
                  </a:lnTo>
                  <a:lnTo>
                    <a:pt x="166306" y="4572"/>
                  </a:lnTo>
                  <a:lnTo>
                    <a:pt x="169354" y="3048"/>
                  </a:lnTo>
                  <a:lnTo>
                    <a:pt x="170878" y="1524"/>
                  </a:lnTo>
                  <a:lnTo>
                    <a:pt x="218217" y="1524"/>
                  </a:lnTo>
                  <a:lnTo>
                    <a:pt x="221265" y="3048"/>
                  </a:lnTo>
                  <a:lnTo>
                    <a:pt x="222789" y="3048"/>
                  </a:lnTo>
                  <a:lnTo>
                    <a:pt x="225837" y="6096"/>
                  </a:lnTo>
                  <a:lnTo>
                    <a:pt x="227361" y="9144"/>
                  </a:lnTo>
                  <a:lnTo>
                    <a:pt x="227361" y="13716"/>
                  </a:lnTo>
                  <a:lnTo>
                    <a:pt x="246275" y="90011"/>
                  </a:lnTo>
                  <a:lnTo>
                    <a:pt x="192214" y="90011"/>
                  </a:lnTo>
                  <a:lnTo>
                    <a:pt x="159313" y="228885"/>
                  </a:lnTo>
                  <a:close/>
                </a:path>
                <a:path w="387984" h="287020">
                  <a:moveTo>
                    <a:pt x="331163" y="228885"/>
                  </a:moveTo>
                  <a:lnTo>
                    <a:pt x="282225" y="228885"/>
                  </a:lnTo>
                  <a:lnTo>
                    <a:pt x="331089" y="12192"/>
                  </a:lnTo>
                  <a:lnTo>
                    <a:pt x="332613" y="10668"/>
                  </a:lnTo>
                  <a:lnTo>
                    <a:pt x="332613" y="6096"/>
                  </a:lnTo>
                  <a:lnTo>
                    <a:pt x="334137" y="4572"/>
                  </a:lnTo>
                  <a:lnTo>
                    <a:pt x="335661" y="4572"/>
                  </a:lnTo>
                  <a:lnTo>
                    <a:pt x="338709" y="1524"/>
                  </a:lnTo>
                  <a:lnTo>
                    <a:pt x="382905" y="1524"/>
                  </a:lnTo>
                  <a:lnTo>
                    <a:pt x="384429" y="4572"/>
                  </a:lnTo>
                  <a:lnTo>
                    <a:pt x="387477" y="7620"/>
                  </a:lnTo>
                  <a:lnTo>
                    <a:pt x="387477" y="10668"/>
                  </a:lnTo>
                  <a:lnTo>
                    <a:pt x="385953" y="13716"/>
                  </a:lnTo>
                  <a:lnTo>
                    <a:pt x="385953" y="18288"/>
                  </a:lnTo>
                  <a:lnTo>
                    <a:pt x="384429" y="24384"/>
                  </a:lnTo>
                  <a:lnTo>
                    <a:pt x="331163" y="228885"/>
                  </a:lnTo>
                  <a:close/>
                </a:path>
                <a:path w="387984" h="287020">
                  <a:moveTo>
                    <a:pt x="309752" y="283845"/>
                  </a:moveTo>
                  <a:lnTo>
                    <a:pt x="247173" y="283845"/>
                  </a:lnTo>
                  <a:lnTo>
                    <a:pt x="244125" y="282321"/>
                  </a:lnTo>
                  <a:lnTo>
                    <a:pt x="241077" y="279273"/>
                  </a:lnTo>
                  <a:lnTo>
                    <a:pt x="238029" y="273177"/>
                  </a:lnTo>
                  <a:lnTo>
                    <a:pt x="238029" y="270129"/>
                  </a:lnTo>
                  <a:lnTo>
                    <a:pt x="192214" y="90011"/>
                  </a:lnTo>
                  <a:lnTo>
                    <a:pt x="246275" y="90011"/>
                  </a:lnTo>
                  <a:lnTo>
                    <a:pt x="280701" y="228885"/>
                  </a:lnTo>
                  <a:lnTo>
                    <a:pt x="331163" y="228885"/>
                  </a:lnTo>
                  <a:lnTo>
                    <a:pt x="320421" y="270129"/>
                  </a:lnTo>
                  <a:lnTo>
                    <a:pt x="315848" y="279273"/>
                  </a:lnTo>
                  <a:lnTo>
                    <a:pt x="312800" y="282321"/>
                  </a:lnTo>
                  <a:lnTo>
                    <a:pt x="309752" y="283845"/>
                  </a:lnTo>
                  <a:close/>
                </a:path>
                <a:path w="387984" h="287020">
                  <a:moveTo>
                    <a:pt x="132778" y="285369"/>
                  </a:moveTo>
                  <a:lnTo>
                    <a:pt x="83915" y="285369"/>
                  </a:lnTo>
                  <a:lnTo>
                    <a:pt x="79343" y="283845"/>
                  </a:lnTo>
                  <a:lnTo>
                    <a:pt x="137350" y="283845"/>
                  </a:lnTo>
                  <a:lnTo>
                    <a:pt x="132778" y="285369"/>
                  </a:lnTo>
                  <a:close/>
                </a:path>
                <a:path w="387984" h="287020">
                  <a:moveTo>
                    <a:pt x="302037" y="285369"/>
                  </a:moveTo>
                  <a:lnTo>
                    <a:pt x="253269" y="285369"/>
                  </a:lnTo>
                  <a:lnTo>
                    <a:pt x="250221" y="283845"/>
                  </a:lnTo>
                  <a:lnTo>
                    <a:pt x="306704" y="283845"/>
                  </a:lnTo>
                  <a:lnTo>
                    <a:pt x="302037" y="285369"/>
                  </a:lnTo>
                  <a:close/>
                </a:path>
                <a:path w="387984" h="287020">
                  <a:moveTo>
                    <a:pt x="117443" y="286893"/>
                  </a:moveTo>
                  <a:lnTo>
                    <a:pt x="100679" y="286893"/>
                  </a:lnTo>
                  <a:lnTo>
                    <a:pt x="93059" y="285369"/>
                  </a:lnTo>
                  <a:lnTo>
                    <a:pt x="123539" y="285369"/>
                  </a:lnTo>
                  <a:lnTo>
                    <a:pt x="117443" y="286893"/>
                  </a:lnTo>
                  <a:close/>
                </a:path>
                <a:path w="387984" h="287020">
                  <a:moveTo>
                    <a:pt x="286797" y="286893"/>
                  </a:moveTo>
                  <a:lnTo>
                    <a:pt x="270033" y="286893"/>
                  </a:lnTo>
                  <a:lnTo>
                    <a:pt x="263937" y="285369"/>
                  </a:lnTo>
                  <a:lnTo>
                    <a:pt x="292893" y="285369"/>
                  </a:lnTo>
                  <a:lnTo>
                    <a:pt x="286797" y="2868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11593" y="5356669"/>
              <a:ext cx="192176" cy="219717"/>
            </a:xfrm>
            <a:prstGeom prst="rect">
              <a:avLst/>
            </a:prstGeom>
          </p:spPr>
        </p:pic>
      </p:grpSp>
      <p:sp>
        <p:nvSpPr>
          <p:cNvPr id="74" name="object 74"/>
          <p:cNvSpPr/>
          <p:nvPr/>
        </p:nvSpPr>
        <p:spPr>
          <a:xfrm>
            <a:off x="1330350" y="5274284"/>
            <a:ext cx="412115" cy="299085"/>
          </a:xfrm>
          <a:custGeom>
            <a:avLst/>
            <a:gdLst/>
            <a:ahLst/>
            <a:cxnLst/>
            <a:rect l="l" t="t" r="r" b="b"/>
            <a:pathLst>
              <a:path w="412114" h="299085">
                <a:moveTo>
                  <a:pt x="317373" y="90004"/>
                </a:moveTo>
                <a:lnTo>
                  <a:pt x="315849" y="88480"/>
                </a:lnTo>
                <a:lnTo>
                  <a:pt x="314325" y="88480"/>
                </a:lnTo>
                <a:lnTo>
                  <a:pt x="312801" y="86956"/>
                </a:lnTo>
                <a:lnTo>
                  <a:pt x="308229" y="86956"/>
                </a:lnTo>
                <a:lnTo>
                  <a:pt x="305181" y="85432"/>
                </a:lnTo>
                <a:lnTo>
                  <a:pt x="277660" y="85432"/>
                </a:lnTo>
                <a:lnTo>
                  <a:pt x="274612" y="86956"/>
                </a:lnTo>
                <a:lnTo>
                  <a:pt x="270040" y="86956"/>
                </a:lnTo>
                <a:lnTo>
                  <a:pt x="266992" y="88480"/>
                </a:lnTo>
                <a:lnTo>
                  <a:pt x="263944" y="91528"/>
                </a:lnTo>
                <a:lnTo>
                  <a:pt x="263944" y="94576"/>
                </a:lnTo>
                <a:lnTo>
                  <a:pt x="225844" y="238023"/>
                </a:lnTo>
                <a:lnTo>
                  <a:pt x="205981" y="166306"/>
                </a:lnTo>
                <a:lnTo>
                  <a:pt x="186118" y="94576"/>
                </a:lnTo>
                <a:lnTo>
                  <a:pt x="186118" y="93052"/>
                </a:lnTo>
                <a:lnTo>
                  <a:pt x="184594" y="91528"/>
                </a:lnTo>
                <a:lnTo>
                  <a:pt x="184594" y="90004"/>
                </a:lnTo>
                <a:lnTo>
                  <a:pt x="183070" y="88480"/>
                </a:lnTo>
                <a:lnTo>
                  <a:pt x="181546" y="88480"/>
                </a:lnTo>
                <a:lnTo>
                  <a:pt x="180022" y="86956"/>
                </a:lnTo>
                <a:lnTo>
                  <a:pt x="175450" y="86956"/>
                </a:lnTo>
                <a:lnTo>
                  <a:pt x="172402" y="85432"/>
                </a:lnTo>
                <a:lnTo>
                  <a:pt x="146494" y="85432"/>
                </a:lnTo>
                <a:lnTo>
                  <a:pt x="141922" y="86956"/>
                </a:lnTo>
                <a:lnTo>
                  <a:pt x="137350" y="86956"/>
                </a:lnTo>
                <a:lnTo>
                  <a:pt x="132778" y="91528"/>
                </a:lnTo>
                <a:lnTo>
                  <a:pt x="132778" y="93052"/>
                </a:lnTo>
                <a:lnTo>
                  <a:pt x="131254" y="94576"/>
                </a:lnTo>
                <a:lnTo>
                  <a:pt x="94589" y="238023"/>
                </a:lnTo>
                <a:lnTo>
                  <a:pt x="56489" y="94576"/>
                </a:lnTo>
                <a:lnTo>
                  <a:pt x="54965" y="93052"/>
                </a:lnTo>
                <a:lnTo>
                  <a:pt x="54965" y="91528"/>
                </a:lnTo>
                <a:lnTo>
                  <a:pt x="53441" y="90004"/>
                </a:lnTo>
                <a:lnTo>
                  <a:pt x="53441" y="88480"/>
                </a:lnTo>
                <a:lnTo>
                  <a:pt x="51917" y="88480"/>
                </a:lnTo>
                <a:lnTo>
                  <a:pt x="50393" y="86956"/>
                </a:lnTo>
                <a:lnTo>
                  <a:pt x="44297" y="86956"/>
                </a:lnTo>
                <a:lnTo>
                  <a:pt x="41249" y="85432"/>
                </a:lnTo>
                <a:lnTo>
                  <a:pt x="13716" y="85432"/>
                </a:lnTo>
                <a:lnTo>
                  <a:pt x="9144" y="86956"/>
                </a:lnTo>
                <a:lnTo>
                  <a:pt x="4572" y="86956"/>
                </a:lnTo>
                <a:lnTo>
                  <a:pt x="3048" y="88480"/>
                </a:lnTo>
                <a:lnTo>
                  <a:pt x="1524" y="88480"/>
                </a:lnTo>
                <a:lnTo>
                  <a:pt x="0" y="90004"/>
                </a:lnTo>
                <a:lnTo>
                  <a:pt x="0" y="102196"/>
                </a:lnTo>
                <a:lnTo>
                  <a:pt x="1524" y="105244"/>
                </a:lnTo>
                <a:lnTo>
                  <a:pt x="3048" y="109816"/>
                </a:lnTo>
                <a:lnTo>
                  <a:pt x="53441" y="286893"/>
                </a:lnTo>
                <a:lnTo>
                  <a:pt x="54965" y="288417"/>
                </a:lnTo>
                <a:lnTo>
                  <a:pt x="54965" y="291465"/>
                </a:lnTo>
                <a:lnTo>
                  <a:pt x="58013" y="294513"/>
                </a:lnTo>
                <a:lnTo>
                  <a:pt x="59537" y="294513"/>
                </a:lnTo>
                <a:lnTo>
                  <a:pt x="62585" y="296037"/>
                </a:lnTo>
                <a:lnTo>
                  <a:pt x="64109" y="296037"/>
                </a:lnTo>
                <a:lnTo>
                  <a:pt x="68681" y="297561"/>
                </a:lnTo>
                <a:lnTo>
                  <a:pt x="77825" y="297561"/>
                </a:lnTo>
                <a:lnTo>
                  <a:pt x="82397" y="299085"/>
                </a:lnTo>
                <a:lnTo>
                  <a:pt x="97637" y="299085"/>
                </a:lnTo>
                <a:lnTo>
                  <a:pt x="103733" y="297561"/>
                </a:lnTo>
                <a:lnTo>
                  <a:pt x="116014" y="297561"/>
                </a:lnTo>
                <a:lnTo>
                  <a:pt x="119062" y="296037"/>
                </a:lnTo>
                <a:lnTo>
                  <a:pt x="120586" y="294513"/>
                </a:lnTo>
                <a:lnTo>
                  <a:pt x="123634" y="294513"/>
                </a:lnTo>
                <a:lnTo>
                  <a:pt x="123634" y="292989"/>
                </a:lnTo>
                <a:lnTo>
                  <a:pt x="125158" y="291465"/>
                </a:lnTo>
                <a:lnTo>
                  <a:pt x="126682" y="288417"/>
                </a:lnTo>
                <a:lnTo>
                  <a:pt x="126682" y="286893"/>
                </a:lnTo>
                <a:lnTo>
                  <a:pt x="138417" y="241071"/>
                </a:lnTo>
                <a:lnTo>
                  <a:pt x="157162" y="167830"/>
                </a:lnTo>
                <a:lnTo>
                  <a:pt x="190690" y="286893"/>
                </a:lnTo>
                <a:lnTo>
                  <a:pt x="190690" y="288417"/>
                </a:lnTo>
                <a:lnTo>
                  <a:pt x="192214" y="291465"/>
                </a:lnTo>
                <a:lnTo>
                  <a:pt x="193738" y="292989"/>
                </a:lnTo>
                <a:lnTo>
                  <a:pt x="193738" y="294513"/>
                </a:lnTo>
                <a:lnTo>
                  <a:pt x="196888" y="294513"/>
                </a:lnTo>
                <a:lnTo>
                  <a:pt x="198412" y="296037"/>
                </a:lnTo>
                <a:lnTo>
                  <a:pt x="201460" y="296037"/>
                </a:lnTo>
                <a:lnTo>
                  <a:pt x="204508" y="297561"/>
                </a:lnTo>
                <a:lnTo>
                  <a:pt x="213652" y="297561"/>
                </a:lnTo>
                <a:lnTo>
                  <a:pt x="219748" y="299085"/>
                </a:lnTo>
                <a:lnTo>
                  <a:pt x="233464" y="299085"/>
                </a:lnTo>
                <a:lnTo>
                  <a:pt x="239560" y="297561"/>
                </a:lnTo>
                <a:lnTo>
                  <a:pt x="251752" y="297561"/>
                </a:lnTo>
                <a:lnTo>
                  <a:pt x="254800" y="296037"/>
                </a:lnTo>
                <a:lnTo>
                  <a:pt x="256324" y="294513"/>
                </a:lnTo>
                <a:lnTo>
                  <a:pt x="259372" y="294513"/>
                </a:lnTo>
                <a:lnTo>
                  <a:pt x="259372" y="292989"/>
                </a:lnTo>
                <a:lnTo>
                  <a:pt x="260896" y="291465"/>
                </a:lnTo>
                <a:lnTo>
                  <a:pt x="262420" y="288417"/>
                </a:lnTo>
                <a:lnTo>
                  <a:pt x="262420" y="286893"/>
                </a:lnTo>
                <a:lnTo>
                  <a:pt x="275844" y="241071"/>
                </a:lnTo>
                <a:lnTo>
                  <a:pt x="314325" y="109816"/>
                </a:lnTo>
                <a:lnTo>
                  <a:pt x="315849" y="105244"/>
                </a:lnTo>
                <a:lnTo>
                  <a:pt x="317373" y="102196"/>
                </a:lnTo>
                <a:lnTo>
                  <a:pt x="317373" y="90004"/>
                </a:lnTo>
                <a:close/>
              </a:path>
              <a:path w="412114" h="299085">
                <a:moveTo>
                  <a:pt x="408914" y="93052"/>
                </a:moveTo>
                <a:lnTo>
                  <a:pt x="404342" y="88480"/>
                </a:lnTo>
                <a:lnTo>
                  <a:pt x="402818" y="88480"/>
                </a:lnTo>
                <a:lnTo>
                  <a:pt x="399770" y="86956"/>
                </a:lnTo>
                <a:lnTo>
                  <a:pt x="393674" y="86956"/>
                </a:lnTo>
                <a:lnTo>
                  <a:pt x="390626" y="85432"/>
                </a:lnTo>
                <a:lnTo>
                  <a:pt x="370713" y="85432"/>
                </a:lnTo>
                <a:lnTo>
                  <a:pt x="367665" y="86956"/>
                </a:lnTo>
                <a:lnTo>
                  <a:pt x="361569" y="86956"/>
                </a:lnTo>
                <a:lnTo>
                  <a:pt x="358521" y="88480"/>
                </a:lnTo>
                <a:lnTo>
                  <a:pt x="356997" y="88480"/>
                </a:lnTo>
                <a:lnTo>
                  <a:pt x="352425" y="93052"/>
                </a:lnTo>
                <a:lnTo>
                  <a:pt x="352425" y="291465"/>
                </a:lnTo>
                <a:lnTo>
                  <a:pt x="356997" y="296037"/>
                </a:lnTo>
                <a:lnTo>
                  <a:pt x="358521" y="296037"/>
                </a:lnTo>
                <a:lnTo>
                  <a:pt x="361569" y="297561"/>
                </a:lnTo>
                <a:lnTo>
                  <a:pt x="370713" y="297561"/>
                </a:lnTo>
                <a:lnTo>
                  <a:pt x="375386" y="299085"/>
                </a:lnTo>
                <a:lnTo>
                  <a:pt x="386054" y="299085"/>
                </a:lnTo>
                <a:lnTo>
                  <a:pt x="390626" y="297561"/>
                </a:lnTo>
                <a:lnTo>
                  <a:pt x="396722" y="297561"/>
                </a:lnTo>
                <a:lnTo>
                  <a:pt x="399770" y="296037"/>
                </a:lnTo>
                <a:lnTo>
                  <a:pt x="404342" y="296037"/>
                </a:lnTo>
                <a:lnTo>
                  <a:pt x="408914" y="291465"/>
                </a:lnTo>
                <a:lnTo>
                  <a:pt x="408914" y="93052"/>
                </a:lnTo>
                <a:close/>
              </a:path>
              <a:path w="412114" h="299085">
                <a:moveTo>
                  <a:pt x="411962" y="18288"/>
                </a:moveTo>
                <a:lnTo>
                  <a:pt x="410438" y="10668"/>
                </a:lnTo>
                <a:lnTo>
                  <a:pt x="401294" y="1524"/>
                </a:lnTo>
                <a:lnTo>
                  <a:pt x="393674" y="0"/>
                </a:lnTo>
                <a:lnTo>
                  <a:pt x="381482" y="0"/>
                </a:lnTo>
                <a:lnTo>
                  <a:pt x="349377" y="18288"/>
                </a:lnTo>
                <a:lnTo>
                  <a:pt x="349377" y="39624"/>
                </a:lnTo>
                <a:lnTo>
                  <a:pt x="350901" y="47244"/>
                </a:lnTo>
                <a:lnTo>
                  <a:pt x="355473" y="51816"/>
                </a:lnTo>
                <a:lnTo>
                  <a:pt x="360045" y="54864"/>
                </a:lnTo>
                <a:lnTo>
                  <a:pt x="367665" y="57912"/>
                </a:lnTo>
                <a:lnTo>
                  <a:pt x="379958" y="57912"/>
                </a:lnTo>
                <a:lnTo>
                  <a:pt x="411962" y="39624"/>
                </a:lnTo>
                <a:lnTo>
                  <a:pt x="411962" y="18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794224" y="5266562"/>
            <a:ext cx="55244" cy="307340"/>
          </a:xfrm>
          <a:custGeom>
            <a:avLst/>
            <a:gdLst/>
            <a:ahLst/>
            <a:cxnLst/>
            <a:rect l="l" t="t" r="r" b="b"/>
            <a:pathLst>
              <a:path w="55244" h="307339">
                <a:moveTo>
                  <a:pt x="44196" y="1619"/>
                </a:moveTo>
                <a:lnTo>
                  <a:pt x="10668" y="1619"/>
                </a:lnTo>
                <a:lnTo>
                  <a:pt x="13716" y="0"/>
                </a:lnTo>
                <a:lnTo>
                  <a:pt x="39624" y="0"/>
                </a:lnTo>
                <a:lnTo>
                  <a:pt x="44196" y="1619"/>
                </a:lnTo>
                <a:close/>
              </a:path>
              <a:path w="55244" h="307339">
                <a:moveTo>
                  <a:pt x="48768" y="3143"/>
                </a:moveTo>
                <a:lnTo>
                  <a:pt x="4572" y="3143"/>
                </a:lnTo>
                <a:lnTo>
                  <a:pt x="7620" y="1619"/>
                </a:lnTo>
                <a:lnTo>
                  <a:pt x="47244" y="1619"/>
                </a:lnTo>
                <a:lnTo>
                  <a:pt x="48768" y="3143"/>
                </a:lnTo>
                <a:close/>
              </a:path>
              <a:path w="55244" h="307339">
                <a:moveTo>
                  <a:pt x="50292" y="303752"/>
                </a:moveTo>
                <a:lnTo>
                  <a:pt x="3048" y="303752"/>
                </a:lnTo>
                <a:lnTo>
                  <a:pt x="0" y="300704"/>
                </a:lnTo>
                <a:lnTo>
                  <a:pt x="0" y="6191"/>
                </a:lnTo>
                <a:lnTo>
                  <a:pt x="3048" y="3143"/>
                </a:lnTo>
                <a:lnTo>
                  <a:pt x="50292" y="3143"/>
                </a:lnTo>
                <a:lnTo>
                  <a:pt x="54864" y="7715"/>
                </a:lnTo>
                <a:lnTo>
                  <a:pt x="54864" y="299180"/>
                </a:lnTo>
                <a:lnTo>
                  <a:pt x="50292" y="303752"/>
                </a:lnTo>
                <a:close/>
              </a:path>
              <a:path w="55244" h="307339">
                <a:moveTo>
                  <a:pt x="44196" y="305276"/>
                </a:moveTo>
                <a:lnTo>
                  <a:pt x="7620" y="305276"/>
                </a:lnTo>
                <a:lnTo>
                  <a:pt x="4572" y="303752"/>
                </a:lnTo>
                <a:lnTo>
                  <a:pt x="47244" y="303752"/>
                </a:lnTo>
                <a:lnTo>
                  <a:pt x="44196" y="305276"/>
                </a:lnTo>
                <a:close/>
              </a:path>
              <a:path w="55244" h="307339">
                <a:moveTo>
                  <a:pt x="32004" y="306800"/>
                </a:moveTo>
                <a:lnTo>
                  <a:pt x="21336" y="306800"/>
                </a:lnTo>
                <a:lnTo>
                  <a:pt x="16764" y="305276"/>
                </a:lnTo>
                <a:lnTo>
                  <a:pt x="36576" y="305276"/>
                </a:lnTo>
                <a:lnTo>
                  <a:pt x="32004" y="306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904047" y="5266563"/>
            <a:ext cx="55244" cy="307340"/>
          </a:xfrm>
          <a:custGeom>
            <a:avLst/>
            <a:gdLst/>
            <a:ahLst/>
            <a:cxnLst/>
            <a:rect l="l" t="t" r="r" b="b"/>
            <a:pathLst>
              <a:path w="55244" h="307339">
                <a:moveTo>
                  <a:pt x="33527" y="306800"/>
                </a:moveTo>
                <a:lnTo>
                  <a:pt x="21335" y="306800"/>
                </a:lnTo>
                <a:lnTo>
                  <a:pt x="16763" y="305276"/>
                </a:lnTo>
                <a:lnTo>
                  <a:pt x="7619" y="305276"/>
                </a:lnTo>
                <a:lnTo>
                  <a:pt x="6095" y="303752"/>
                </a:lnTo>
                <a:lnTo>
                  <a:pt x="3047" y="303752"/>
                </a:lnTo>
                <a:lnTo>
                  <a:pt x="1523" y="302228"/>
                </a:lnTo>
                <a:lnTo>
                  <a:pt x="1523" y="300704"/>
                </a:lnTo>
                <a:lnTo>
                  <a:pt x="0" y="300704"/>
                </a:lnTo>
                <a:lnTo>
                  <a:pt x="0" y="6191"/>
                </a:lnTo>
                <a:lnTo>
                  <a:pt x="1523" y="6191"/>
                </a:lnTo>
                <a:lnTo>
                  <a:pt x="1523" y="4667"/>
                </a:lnTo>
                <a:lnTo>
                  <a:pt x="3047" y="3143"/>
                </a:lnTo>
                <a:lnTo>
                  <a:pt x="6095" y="3143"/>
                </a:lnTo>
                <a:lnTo>
                  <a:pt x="7619" y="1619"/>
                </a:lnTo>
                <a:lnTo>
                  <a:pt x="10667" y="1619"/>
                </a:lnTo>
                <a:lnTo>
                  <a:pt x="13715" y="0"/>
                </a:lnTo>
                <a:lnTo>
                  <a:pt x="41147" y="0"/>
                </a:lnTo>
                <a:lnTo>
                  <a:pt x="44195" y="1619"/>
                </a:lnTo>
                <a:lnTo>
                  <a:pt x="47243" y="1619"/>
                </a:lnTo>
                <a:lnTo>
                  <a:pt x="48767" y="3143"/>
                </a:lnTo>
                <a:lnTo>
                  <a:pt x="51815" y="3143"/>
                </a:lnTo>
                <a:lnTo>
                  <a:pt x="53339" y="4667"/>
                </a:lnTo>
                <a:lnTo>
                  <a:pt x="53339" y="6191"/>
                </a:lnTo>
                <a:lnTo>
                  <a:pt x="54863" y="6191"/>
                </a:lnTo>
                <a:lnTo>
                  <a:pt x="54863" y="297656"/>
                </a:lnTo>
                <a:lnTo>
                  <a:pt x="54863" y="300704"/>
                </a:lnTo>
                <a:lnTo>
                  <a:pt x="53339" y="300704"/>
                </a:lnTo>
                <a:lnTo>
                  <a:pt x="53339" y="302228"/>
                </a:lnTo>
                <a:lnTo>
                  <a:pt x="51815" y="303752"/>
                </a:lnTo>
                <a:lnTo>
                  <a:pt x="47243" y="303752"/>
                </a:lnTo>
                <a:lnTo>
                  <a:pt x="44195" y="305276"/>
                </a:lnTo>
                <a:lnTo>
                  <a:pt x="36575" y="305276"/>
                </a:lnTo>
                <a:lnTo>
                  <a:pt x="33527" y="306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7" name="object 77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100833" y="5356669"/>
            <a:ext cx="178498" cy="219741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2334291" y="5266562"/>
            <a:ext cx="488315" cy="309880"/>
            <a:chOff x="2334291" y="5266562"/>
            <a:chExt cx="488315" cy="309880"/>
          </a:xfrm>
        </p:grpSpPr>
        <p:sp>
          <p:nvSpPr>
            <p:cNvPr id="79" name="object 79"/>
            <p:cNvSpPr/>
            <p:nvPr/>
          </p:nvSpPr>
          <p:spPr>
            <a:xfrm>
              <a:off x="2334291" y="5266562"/>
              <a:ext cx="56515" cy="307340"/>
            </a:xfrm>
            <a:custGeom>
              <a:avLst/>
              <a:gdLst/>
              <a:ahLst/>
              <a:cxnLst/>
              <a:rect l="l" t="t" r="r" b="b"/>
              <a:pathLst>
                <a:path w="56514" h="307339">
                  <a:moveTo>
                    <a:pt x="45720" y="1619"/>
                  </a:moveTo>
                  <a:lnTo>
                    <a:pt x="10668" y="1619"/>
                  </a:lnTo>
                  <a:lnTo>
                    <a:pt x="15240" y="0"/>
                  </a:lnTo>
                  <a:lnTo>
                    <a:pt x="41148" y="0"/>
                  </a:lnTo>
                  <a:lnTo>
                    <a:pt x="45720" y="1619"/>
                  </a:lnTo>
                  <a:close/>
                </a:path>
                <a:path w="56514" h="307339">
                  <a:moveTo>
                    <a:pt x="50292" y="3143"/>
                  </a:moveTo>
                  <a:lnTo>
                    <a:pt x="6096" y="3143"/>
                  </a:lnTo>
                  <a:lnTo>
                    <a:pt x="9144" y="1619"/>
                  </a:lnTo>
                  <a:lnTo>
                    <a:pt x="47244" y="1619"/>
                  </a:lnTo>
                  <a:lnTo>
                    <a:pt x="50292" y="3143"/>
                  </a:lnTo>
                  <a:close/>
                </a:path>
                <a:path w="56514" h="307339">
                  <a:moveTo>
                    <a:pt x="51816" y="303752"/>
                  </a:moveTo>
                  <a:lnTo>
                    <a:pt x="4572" y="303752"/>
                  </a:lnTo>
                  <a:lnTo>
                    <a:pt x="0" y="299180"/>
                  </a:lnTo>
                  <a:lnTo>
                    <a:pt x="0" y="7715"/>
                  </a:lnTo>
                  <a:lnTo>
                    <a:pt x="4572" y="3143"/>
                  </a:lnTo>
                  <a:lnTo>
                    <a:pt x="51816" y="3143"/>
                  </a:lnTo>
                  <a:lnTo>
                    <a:pt x="56388" y="7715"/>
                  </a:lnTo>
                  <a:lnTo>
                    <a:pt x="56388" y="299180"/>
                  </a:lnTo>
                  <a:lnTo>
                    <a:pt x="51816" y="303752"/>
                  </a:lnTo>
                  <a:close/>
                </a:path>
                <a:path w="56514" h="307339">
                  <a:moveTo>
                    <a:pt x="45720" y="305276"/>
                  </a:moveTo>
                  <a:lnTo>
                    <a:pt x="9144" y="305276"/>
                  </a:lnTo>
                  <a:lnTo>
                    <a:pt x="6096" y="303752"/>
                  </a:lnTo>
                  <a:lnTo>
                    <a:pt x="47244" y="303752"/>
                  </a:lnTo>
                  <a:lnTo>
                    <a:pt x="45720" y="305276"/>
                  </a:lnTo>
                  <a:close/>
                </a:path>
                <a:path w="56514" h="307339">
                  <a:moveTo>
                    <a:pt x="33528" y="306800"/>
                  </a:moveTo>
                  <a:lnTo>
                    <a:pt x="22860" y="306800"/>
                  </a:lnTo>
                  <a:lnTo>
                    <a:pt x="18288" y="305276"/>
                  </a:lnTo>
                  <a:lnTo>
                    <a:pt x="38100" y="305276"/>
                  </a:lnTo>
                  <a:lnTo>
                    <a:pt x="33528" y="30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433446" y="5356669"/>
              <a:ext cx="149542" cy="219741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613546" y="5356669"/>
              <a:ext cx="208901" cy="219741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2965894" y="5266563"/>
            <a:ext cx="548005" cy="309880"/>
            <a:chOff x="2965894" y="5266563"/>
            <a:chExt cx="548005" cy="309880"/>
          </a:xfrm>
        </p:grpSpPr>
        <p:sp>
          <p:nvSpPr>
            <p:cNvPr id="83" name="object 83"/>
            <p:cNvSpPr/>
            <p:nvPr/>
          </p:nvSpPr>
          <p:spPr>
            <a:xfrm>
              <a:off x="2965894" y="5266563"/>
              <a:ext cx="55244" cy="307340"/>
            </a:xfrm>
            <a:custGeom>
              <a:avLst/>
              <a:gdLst/>
              <a:ahLst/>
              <a:cxnLst/>
              <a:rect l="l" t="t" r="r" b="b"/>
              <a:pathLst>
                <a:path w="55244" h="307339">
                  <a:moveTo>
                    <a:pt x="32003" y="306800"/>
                  </a:moveTo>
                  <a:lnTo>
                    <a:pt x="21335" y="306800"/>
                  </a:lnTo>
                  <a:lnTo>
                    <a:pt x="16763" y="305276"/>
                  </a:lnTo>
                  <a:lnTo>
                    <a:pt x="7619" y="305276"/>
                  </a:lnTo>
                  <a:lnTo>
                    <a:pt x="4571" y="303752"/>
                  </a:lnTo>
                  <a:lnTo>
                    <a:pt x="3047" y="303752"/>
                  </a:lnTo>
                  <a:lnTo>
                    <a:pt x="1523" y="302228"/>
                  </a:lnTo>
                  <a:lnTo>
                    <a:pt x="1523" y="300704"/>
                  </a:lnTo>
                  <a:lnTo>
                    <a:pt x="0" y="300704"/>
                  </a:lnTo>
                  <a:lnTo>
                    <a:pt x="0" y="6191"/>
                  </a:lnTo>
                  <a:lnTo>
                    <a:pt x="1523" y="6191"/>
                  </a:lnTo>
                  <a:lnTo>
                    <a:pt x="1523" y="4667"/>
                  </a:lnTo>
                  <a:lnTo>
                    <a:pt x="3047" y="3143"/>
                  </a:lnTo>
                  <a:lnTo>
                    <a:pt x="4571" y="3143"/>
                  </a:lnTo>
                  <a:lnTo>
                    <a:pt x="7619" y="1619"/>
                  </a:lnTo>
                  <a:lnTo>
                    <a:pt x="10667" y="1619"/>
                  </a:lnTo>
                  <a:lnTo>
                    <a:pt x="13715" y="0"/>
                  </a:lnTo>
                  <a:lnTo>
                    <a:pt x="39623" y="0"/>
                  </a:lnTo>
                  <a:lnTo>
                    <a:pt x="44291" y="1619"/>
                  </a:lnTo>
                  <a:lnTo>
                    <a:pt x="47339" y="1619"/>
                  </a:lnTo>
                  <a:lnTo>
                    <a:pt x="48863" y="3143"/>
                  </a:lnTo>
                  <a:lnTo>
                    <a:pt x="50387" y="3143"/>
                  </a:lnTo>
                  <a:lnTo>
                    <a:pt x="53435" y="6191"/>
                  </a:lnTo>
                  <a:lnTo>
                    <a:pt x="54959" y="6191"/>
                  </a:lnTo>
                  <a:lnTo>
                    <a:pt x="54959" y="297656"/>
                  </a:lnTo>
                  <a:lnTo>
                    <a:pt x="54959" y="300704"/>
                  </a:lnTo>
                  <a:lnTo>
                    <a:pt x="53435" y="300704"/>
                  </a:lnTo>
                  <a:lnTo>
                    <a:pt x="50387" y="303752"/>
                  </a:lnTo>
                  <a:lnTo>
                    <a:pt x="47339" y="303752"/>
                  </a:lnTo>
                  <a:lnTo>
                    <a:pt x="44291" y="305276"/>
                  </a:lnTo>
                  <a:lnTo>
                    <a:pt x="36575" y="305276"/>
                  </a:lnTo>
                  <a:lnTo>
                    <a:pt x="32003" y="30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063525" y="5356669"/>
              <a:ext cx="208987" cy="219741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304603" y="5356669"/>
              <a:ext cx="208896" cy="219741"/>
            </a:xfrm>
            <a:prstGeom prst="rect">
              <a:avLst/>
            </a:prstGeom>
          </p:spPr>
        </p:pic>
      </p:grpSp>
      <p:sp>
        <p:nvSpPr>
          <p:cNvPr id="86" name="object 86"/>
          <p:cNvSpPr/>
          <p:nvPr/>
        </p:nvSpPr>
        <p:spPr>
          <a:xfrm>
            <a:off x="3559397" y="5266562"/>
            <a:ext cx="181610" cy="307340"/>
          </a:xfrm>
          <a:custGeom>
            <a:avLst/>
            <a:gdLst/>
            <a:ahLst/>
            <a:cxnLst/>
            <a:rect l="l" t="t" r="r" b="b"/>
            <a:pathLst>
              <a:path w="181610" h="307339">
                <a:moveTo>
                  <a:pt x="44195" y="1619"/>
                </a:moveTo>
                <a:lnTo>
                  <a:pt x="10667" y="1619"/>
                </a:lnTo>
                <a:lnTo>
                  <a:pt x="13715" y="0"/>
                </a:lnTo>
                <a:lnTo>
                  <a:pt x="41147" y="0"/>
                </a:lnTo>
                <a:lnTo>
                  <a:pt x="44195" y="1619"/>
                </a:lnTo>
                <a:close/>
              </a:path>
              <a:path w="181610" h="307339">
                <a:moveTo>
                  <a:pt x="48767" y="3143"/>
                </a:moveTo>
                <a:lnTo>
                  <a:pt x="6095" y="3143"/>
                </a:lnTo>
                <a:lnTo>
                  <a:pt x="7619" y="1619"/>
                </a:lnTo>
                <a:lnTo>
                  <a:pt x="47243" y="1619"/>
                </a:lnTo>
                <a:lnTo>
                  <a:pt x="48767" y="3143"/>
                </a:lnTo>
                <a:close/>
              </a:path>
              <a:path w="181610" h="307339">
                <a:moveTo>
                  <a:pt x="53339" y="6191"/>
                </a:moveTo>
                <a:lnTo>
                  <a:pt x="1523" y="6191"/>
                </a:lnTo>
                <a:lnTo>
                  <a:pt x="1523" y="4667"/>
                </a:lnTo>
                <a:lnTo>
                  <a:pt x="3047" y="3143"/>
                </a:lnTo>
                <a:lnTo>
                  <a:pt x="51815" y="3143"/>
                </a:lnTo>
                <a:lnTo>
                  <a:pt x="53339" y="4667"/>
                </a:lnTo>
                <a:lnTo>
                  <a:pt x="53339" y="6191"/>
                </a:lnTo>
                <a:close/>
              </a:path>
              <a:path w="181610" h="307339">
                <a:moveTo>
                  <a:pt x="54863" y="300704"/>
                </a:moveTo>
                <a:lnTo>
                  <a:pt x="0" y="300704"/>
                </a:lnTo>
                <a:lnTo>
                  <a:pt x="0" y="6191"/>
                </a:lnTo>
                <a:lnTo>
                  <a:pt x="54863" y="6191"/>
                </a:lnTo>
                <a:lnTo>
                  <a:pt x="54863" y="180117"/>
                </a:lnTo>
                <a:lnTo>
                  <a:pt x="111202" y="180117"/>
                </a:lnTo>
                <a:lnTo>
                  <a:pt x="109823" y="181641"/>
                </a:lnTo>
                <a:lnTo>
                  <a:pt x="117644" y="193833"/>
                </a:lnTo>
                <a:lnTo>
                  <a:pt x="54863" y="193833"/>
                </a:lnTo>
                <a:lnTo>
                  <a:pt x="54863" y="300704"/>
                </a:lnTo>
                <a:close/>
              </a:path>
              <a:path w="181610" h="307339">
                <a:moveTo>
                  <a:pt x="161734" y="94678"/>
                </a:moveTo>
                <a:lnTo>
                  <a:pt x="128111" y="94678"/>
                </a:lnTo>
                <a:lnTo>
                  <a:pt x="131159" y="93154"/>
                </a:lnTo>
                <a:lnTo>
                  <a:pt x="158686" y="93154"/>
                </a:lnTo>
                <a:lnTo>
                  <a:pt x="161734" y="94678"/>
                </a:lnTo>
                <a:close/>
              </a:path>
              <a:path w="181610" h="307339">
                <a:moveTo>
                  <a:pt x="167830" y="96202"/>
                </a:moveTo>
                <a:lnTo>
                  <a:pt x="122015" y="96202"/>
                </a:lnTo>
                <a:lnTo>
                  <a:pt x="125063" y="94678"/>
                </a:lnTo>
                <a:lnTo>
                  <a:pt x="164782" y="94678"/>
                </a:lnTo>
                <a:lnTo>
                  <a:pt x="167830" y="96202"/>
                </a:lnTo>
                <a:close/>
              </a:path>
              <a:path w="181610" h="307339">
                <a:moveTo>
                  <a:pt x="111202" y="180117"/>
                </a:moveTo>
                <a:lnTo>
                  <a:pt x="54863" y="180117"/>
                </a:lnTo>
                <a:lnTo>
                  <a:pt x="112871" y="103822"/>
                </a:lnTo>
                <a:lnTo>
                  <a:pt x="114395" y="100774"/>
                </a:lnTo>
                <a:lnTo>
                  <a:pt x="114395" y="99250"/>
                </a:lnTo>
                <a:lnTo>
                  <a:pt x="115919" y="99250"/>
                </a:lnTo>
                <a:lnTo>
                  <a:pt x="117443" y="97726"/>
                </a:lnTo>
                <a:lnTo>
                  <a:pt x="120491" y="96202"/>
                </a:lnTo>
                <a:lnTo>
                  <a:pt x="169354" y="96202"/>
                </a:lnTo>
                <a:lnTo>
                  <a:pt x="170878" y="97726"/>
                </a:lnTo>
                <a:lnTo>
                  <a:pt x="172402" y="97726"/>
                </a:lnTo>
                <a:lnTo>
                  <a:pt x="173926" y="99250"/>
                </a:lnTo>
                <a:lnTo>
                  <a:pt x="173926" y="103822"/>
                </a:lnTo>
                <a:lnTo>
                  <a:pt x="172402" y="106870"/>
                </a:lnTo>
                <a:lnTo>
                  <a:pt x="172402" y="109918"/>
                </a:lnTo>
                <a:lnTo>
                  <a:pt x="170878" y="111442"/>
                </a:lnTo>
                <a:lnTo>
                  <a:pt x="167830" y="117538"/>
                </a:lnTo>
                <a:lnTo>
                  <a:pt x="111202" y="180117"/>
                </a:lnTo>
                <a:close/>
              </a:path>
              <a:path w="181610" h="307339">
                <a:moveTo>
                  <a:pt x="176974" y="303752"/>
                </a:moveTo>
                <a:lnTo>
                  <a:pt x="126587" y="303752"/>
                </a:lnTo>
                <a:lnTo>
                  <a:pt x="123539" y="300704"/>
                </a:lnTo>
                <a:lnTo>
                  <a:pt x="122015" y="300704"/>
                </a:lnTo>
                <a:lnTo>
                  <a:pt x="120491" y="299180"/>
                </a:lnTo>
                <a:lnTo>
                  <a:pt x="120491" y="296132"/>
                </a:lnTo>
                <a:lnTo>
                  <a:pt x="54863" y="193833"/>
                </a:lnTo>
                <a:lnTo>
                  <a:pt x="117644" y="193833"/>
                </a:lnTo>
                <a:lnTo>
                  <a:pt x="175450" y="283940"/>
                </a:lnTo>
                <a:lnTo>
                  <a:pt x="178498" y="286988"/>
                </a:lnTo>
                <a:lnTo>
                  <a:pt x="178498" y="290036"/>
                </a:lnTo>
                <a:lnTo>
                  <a:pt x="180022" y="291560"/>
                </a:lnTo>
                <a:lnTo>
                  <a:pt x="180022" y="293084"/>
                </a:lnTo>
                <a:lnTo>
                  <a:pt x="181546" y="296132"/>
                </a:lnTo>
                <a:lnTo>
                  <a:pt x="181546" y="299180"/>
                </a:lnTo>
                <a:lnTo>
                  <a:pt x="176974" y="303752"/>
                </a:lnTo>
                <a:close/>
              </a:path>
              <a:path w="181610" h="307339">
                <a:moveTo>
                  <a:pt x="51815" y="303752"/>
                </a:moveTo>
                <a:lnTo>
                  <a:pt x="3047" y="303752"/>
                </a:lnTo>
                <a:lnTo>
                  <a:pt x="1523" y="302228"/>
                </a:lnTo>
                <a:lnTo>
                  <a:pt x="1523" y="300704"/>
                </a:lnTo>
                <a:lnTo>
                  <a:pt x="53339" y="300704"/>
                </a:lnTo>
                <a:lnTo>
                  <a:pt x="53339" y="302228"/>
                </a:lnTo>
                <a:lnTo>
                  <a:pt x="51815" y="303752"/>
                </a:lnTo>
                <a:close/>
              </a:path>
              <a:path w="181610" h="307339">
                <a:moveTo>
                  <a:pt x="44195" y="305276"/>
                </a:moveTo>
                <a:lnTo>
                  <a:pt x="7619" y="305276"/>
                </a:lnTo>
                <a:lnTo>
                  <a:pt x="6095" y="303752"/>
                </a:lnTo>
                <a:lnTo>
                  <a:pt x="47243" y="303752"/>
                </a:lnTo>
                <a:lnTo>
                  <a:pt x="44195" y="305276"/>
                </a:lnTo>
                <a:close/>
              </a:path>
              <a:path w="181610" h="307339">
                <a:moveTo>
                  <a:pt x="173926" y="305276"/>
                </a:moveTo>
                <a:lnTo>
                  <a:pt x="131159" y="305276"/>
                </a:lnTo>
                <a:lnTo>
                  <a:pt x="128111" y="303752"/>
                </a:lnTo>
                <a:lnTo>
                  <a:pt x="175450" y="303752"/>
                </a:lnTo>
                <a:lnTo>
                  <a:pt x="173926" y="305276"/>
                </a:lnTo>
                <a:close/>
              </a:path>
              <a:path w="181610" h="307339">
                <a:moveTo>
                  <a:pt x="32003" y="306800"/>
                </a:moveTo>
                <a:lnTo>
                  <a:pt x="21335" y="306800"/>
                </a:lnTo>
                <a:lnTo>
                  <a:pt x="16764" y="305276"/>
                </a:lnTo>
                <a:lnTo>
                  <a:pt x="36575" y="305276"/>
                </a:lnTo>
                <a:lnTo>
                  <a:pt x="32003" y="306800"/>
                </a:lnTo>
                <a:close/>
              </a:path>
              <a:path w="181610" h="307339">
                <a:moveTo>
                  <a:pt x="158686" y="306800"/>
                </a:moveTo>
                <a:lnTo>
                  <a:pt x="146399" y="306800"/>
                </a:lnTo>
                <a:lnTo>
                  <a:pt x="141827" y="305276"/>
                </a:lnTo>
                <a:lnTo>
                  <a:pt x="163258" y="305276"/>
                </a:lnTo>
                <a:lnTo>
                  <a:pt x="158686" y="306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7" name="object 87"/>
          <p:cNvGrpSpPr/>
          <p:nvPr/>
        </p:nvGrpSpPr>
        <p:grpSpPr>
          <a:xfrm>
            <a:off x="3861435" y="5307806"/>
            <a:ext cx="344805" cy="268605"/>
            <a:chOff x="3861435" y="5307806"/>
            <a:chExt cx="344805" cy="268605"/>
          </a:xfrm>
        </p:grpSpPr>
        <p:pic>
          <p:nvPicPr>
            <p:cNvPr id="88" name="object 8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861435" y="5356669"/>
              <a:ext cx="176974" cy="21974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4068984" y="5307806"/>
              <a:ext cx="137795" cy="268605"/>
            </a:xfrm>
            <a:custGeom>
              <a:avLst/>
              <a:gdLst/>
              <a:ahLst/>
              <a:cxnLst/>
              <a:rect l="l" t="t" r="r" b="b"/>
              <a:pathLst>
                <a:path w="137795" h="268604">
                  <a:moveTo>
                    <a:pt x="71628" y="1524"/>
                  </a:moveTo>
                  <a:lnTo>
                    <a:pt x="48768" y="1524"/>
                  </a:lnTo>
                  <a:lnTo>
                    <a:pt x="53340" y="0"/>
                  </a:lnTo>
                  <a:lnTo>
                    <a:pt x="68580" y="0"/>
                  </a:lnTo>
                  <a:lnTo>
                    <a:pt x="71628" y="1524"/>
                  </a:lnTo>
                  <a:close/>
                </a:path>
                <a:path w="137795" h="268604">
                  <a:moveTo>
                    <a:pt x="80867" y="3048"/>
                  </a:moveTo>
                  <a:lnTo>
                    <a:pt x="36576" y="3048"/>
                  </a:lnTo>
                  <a:lnTo>
                    <a:pt x="39624" y="1524"/>
                  </a:lnTo>
                  <a:lnTo>
                    <a:pt x="79343" y="1524"/>
                  </a:lnTo>
                  <a:lnTo>
                    <a:pt x="80867" y="3048"/>
                  </a:lnTo>
                  <a:close/>
                </a:path>
                <a:path w="137795" h="268604">
                  <a:moveTo>
                    <a:pt x="86963" y="53435"/>
                  </a:moveTo>
                  <a:lnTo>
                    <a:pt x="32004" y="53435"/>
                  </a:lnTo>
                  <a:lnTo>
                    <a:pt x="32004" y="6095"/>
                  </a:lnTo>
                  <a:lnTo>
                    <a:pt x="35052" y="3048"/>
                  </a:lnTo>
                  <a:lnTo>
                    <a:pt x="82391" y="3048"/>
                  </a:lnTo>
                  <a:lnTo>
                    <a:pt x="85439" y="6095"/>
                  </a:lnTo>
                  <a:lnTo>
                    <a:pt x="85439" y="7619"/>
                  </a:lnTo>
                  <a:lnTo>
                    <a:pt x="86963" y="7619"/>
                  </a:lnTo>
                  <a:lnTo>
                    <a:pt x="86963" y="53435"/>
                  </a:lnTo>
                  <a:close/>
                </a:path>
                <a:path w="137795" h="268604">
                  <a:moveTo>
                    <a:pt x="132683" y="54959"/>
                  </a:moveTo>
                  <a:lnTo>
                    <a:pt x="4572" y="54959"/>
                  </a:lnTo>
                  <a:lnTo>
                    <a:pt x="6096" y="53435"/>
                  </a:lnTo>
                  <a:lnTo>
                    <a:pt x="131159" y="53435"/>
                  </a:lnTo>
                  <a:lnTo>
                    <a:pt x="132683" y="54959"/>
                  </a:lnTo>
                  <a:close/>
                </a:path>
                <a:path w="137795" h="268604">
                  <a:moveTo>
                    <a:pt x="131159" y="97631"/>
                  </a:moveTo>
                  <a:lnTo>
                    <a:pt x="4572" y="97631"/>
                  </a:lnTo>
                  <a:lnTo>
                    <a:pt x="3048" y="96107"/>
                  </a:lnTo>
                  <a:lnTo>
                    <a:pt x="0" y="90011"/>
                  </a:lnTo>
                  <a:lnTo>
                    <a:pt x="0" y="62579"/>
                  </a:ln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134207" y="54959"/>
                  </a:lnTo>
                  <a:lnTo>
                    <a:pt x="134207" y="56483"/>
                  </a:lnTo>
                  <a:lnTo>
                    <a:pt x="135731" y="58007"/>
                  </a:lnTo>
                  <a:lnTo>
                    <a:pt x="135731" y="59531"/>
                  </a:lnTo>
                  <a:lnTo>
                    <a:pt x="137255" y="62579"/>
                  </a:lnTo>
                  <a:lnTo>
                    <a:pt x="137255" y="90011"/>
                  </a:lnTo>
                  <a:lnTo>
                    <a:pt x="134207" y="96107"/>
                  </a:lnTo>
                  <a:lnTo>
                    <a:pt x="131159" y="97631"/>
                  </a:lnTo>
                  <a:close/>
                </a:path>
                <a:path w="137795" h="268604">
                  <a:moveTo>
                    <a:pt x="99155" y="268605"/>
                  </a:moveTo>
                  <a:lnTo>
                    <a:pt x="94583" y="268605"/>
                  </a:lnTo>
                  <a:lnTo>
                    <a:pt x="86853" y="268319"/>
                  </a:lnTo>
                  <a:lnTo>
                    <a:pt x="47244" y="250317"/>
                  </a:lnTo>
                  <a:lnTo>
                    <a:pt x="41148" y="245745"/>
                  </a:lnTo>
                  <a:lnTo>
                    <a:pt x="32051" y="207025"/>
                  </a:lnTo>
                  <a:lnTo>
                    <a:pt x="32004" y="97631"/>
                  </a:lnTo>
                  <a:lnTo>
                    <a:pt x="86963" y="97631"/>
                  </a:lnTo>
                  <a:lnTo>
                    <a:pt x="86963" y="199929"/>
                  </a:lnTo>
                  <a:lnTo>
                    <a:pt x="88487" y="209073"/>
                  </a:lnTo>
                  <a:lnTo>
                    <a:pt x="94583" y="218217"/>
                  </a:lnTo>
                  <a:lnTo>
                    <a:pt x="100679" y="221265"/>
                  </a:lnTo>
                  <a:lnTo>
                    <a:pt x="135731" y="221265"/>
                  </a:lnTo>
                  <a:lnTo>
                    <a:pt x="137255" y="224313"/>
                  </a:lnTo>
                  <a:lnTo>
                    <a:pt x="137255" y="248793"/>
                  </a:lnTo>
                  <a:lnTo>
                    <a:pt x="135731" y="251841"/>
                  </a:lnTo>
                  <a:lnTo>
                    <a:pt x="135731" y="254889"/>
                  </a:lnTo>
                  <a:lnTo>
                    <a:pt x="134207" y="257937"/>
                  </a:lnTo>
                  <a:lnTo>
                    <a:pt x="132683" y="259461"/>
                  </a:lnTo>
                  <a:lnTo>
                    <a:pt x="131159" y="259461"/>
                  </a:lnTo>
                  <a:lnTo>
                    <a:pt x="129635" y="260985"/>
                  </a:lnTo>
                  <a:lnTo>
                    <a:pt x="126587" y="262509"/>
                  </a:lnTo>
                  <a:lnTo>
                    <a:pt x="125063" y="264033"/>
                  </a:lnTo>
                  <a:lnTo>
                    <a:pt x="122015" y="264033"/>
                  </a:lnTo>
                  <a:lnTo>
                    <a:pt x="118967" y="265557"/>
                  </a:lnTo>
                  <a:lnTo>
                    <a:pt x="114395" y="265557"/>
                  </a:lnTo>
                  <a:lnTo>
                    <a:pt x="111347" y="267081"/>
                  </a:lnTo>
                  <a:lnTo>
                    <a:pt x="103727" y="267081"/>
                  </a:lnTo>
                  <a:lnTo>
                    <a:pt x="99155" y="268605"/>
                  </a:lnTo>
                  <a:close/>
                </a:path>
                <a:path w="137795" h="268604">
                  <a:moveTo>
                    <a:pt x="134207" y="218217"/>
                  </a:moveTo>
                  <a:lnTo>
                    <a:pt x="126587" y="218217"/>
                  </a:lnTo>
                  <a:lnTo>
                    <a:pt x="128111" y="216693"/>
                  </a:lnTo>
                  <a:lnTo>
                    <a:pt x="134207" y="216693"/>
                  </a:lnTo>
                  <a:lnTo>
                    <a:pt x="134207" y="218217"/>
                  </a:lnTo>
                  <a:close/>
                </a:path>
                <a:path w="137795" h="268604">
                  <a:moveTo>
                    <a:pt x="135731" y="221265"/>
                  </a:moveTo>
                  <a:lnTo>
                    <a:pt x="117443" y="221265"/>
                  </a:lnTo>
                  <a:lnTo>
                    <a:pt x="118967" y="219741"/>
                  </a:lnTo>
                  <a:lnTo>
                    <a:pt x="123539" y="219741"/>
                  </a:lnTo>
                  <a:lnTo>
                    <a:pt x="125063" y="218217"/>
                  </a:lnTo>
                  <a:lnTo>
                    <a:pt x="135731" y="218217"/>
                  </a:lnTo>
                  <a:lnTo>
                    <a:pt x="135731" y="2212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0" name="object 90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28554" y="6003702"/>
            <a:ext cx="109823" cy="111442"/>
          </a:xfrm>
          <a:prstGeom prst="rect">
            <a:avLst/>
          </a:prstGeom>
        </p:spPr>
      </p:pic>
      <p:grpSp>
        <p:nvGrpSpPr>
          <p:cNvPr id="91" name="object 91"/>
          <p:cNvGrpSpPr/>
          <p:nvPr/>
        </p:nvGrpSpPr>
        <p:grpSpPr>
          <a:xfrm>
            <a:off x="1019175" y="5931979"/>
            <a:ext cx="556895" cy="288925"/>
            <a:chOff x="1019175" y="5931979"/>
            <a:chExt cx="556895" cy="288925"/>
          </a:xfrm>
        </p:grpSpPr>
        <p:sp>
          <p:nvSpPr>
            <p:cNvPr id="92" name="object 92"/>
            <p:cNvSpPr/>
            <p:nvPr/>
          </p:nvSpPr>
          <p:spPr>
            <a:xfrm>
              <a:off x="1019175" y="5931979"/>
              <a:ext cx="146685" cy="283845"/>
            </a:xfrm>
            <a:custGeom>
              <a:avLst/>
              <a:gdLst/>
              <a:ahLst/>
              <a:cxnLst/>
              <a:rect l="l" t="t" r="r" b="b"/>
              <a:pathLst>
                <a:path w="146684" h="283845">
                  <a:moveTo>
                    <a:pt x="32004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30480" y="0"/>
                  </a:lnTo>
                  <a:lnTo>
                    <a:pt x="32004" y="1524"/>
                  </a:lnTo>
                  <a:close/>
                </a:path>
                <a:path w="146684" h="283845">
                  <a:moveTo>
                    <a:pt x="143351" y="283845"/>
                  </a:moveTo>
                  <a:lnTo>
                    <a:pt x="7620" y="283845"/>
                  </a:lnTo>
                  <a:lnTo>
                    <a:pt x="4572" y="280797"/>
                  </a:lnTo>
                  <a:lnTo>
                    <a:pt x="1524" y="279273"/>
                  </a:lnTo>
                  <a:lnTo>
                    <a:pt x="0" y="274701"/>
                  </a:lnTo>
                  <a:lnTo>
                    <a:pt x="0" y="4572"/>
                  </a:lnTo>
                  <a:lnTo>
                    <a:pt x="3048" y="1524"/>
                  </a:lnTo>
                  <a:lnTo>
                    <a:pt x="35052" y="1524"/>
                  </a:lnTo>
                  <a:lnTo>
                    <a:pt x="38100" y="4572"/>
                  </a:lnTo>
                  <a:lnTo>
                    <a:pt x="38100" y="251841"/>
                  </a:lnTo>
                  <a:lnTo>
                    <a:pt x="141827" y="251841"/>
                  </a:lnTo>
                  <a:lnTo>
                    <a:pt x="146399" y="256413"/>
                  </a:lnTo>
                  <a:lnTo>
                    <a:pt x="146399" y="279273"/>
                  </a:lnTo>
                  <a:lnTo>
                    <a:pt x="144875" y="280797"/>
                  </a:lnTo>
                  <a:lnTo>
                    <a:pt x="144875" y="282321"/>
                  </a:lnTo>
                  <a:lnTo>
                    <a:pt x="143351" y="282321"/>
                  </a:lnTo>
                  <a:lnTo>
                    <a:pt x="143351" y="283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190053" y="6003702"/>
              <a:ext cx="181546" cy="216669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414272" y="6003702"/>
              <a:ext cx="161734" cy="216693"/>
            </a:xfrm>
            <a:prstGeom prst="rect">
              <a:avLst/>
            </a:prstGeom>
          </p:spPr>
        </p:pic>
      </p:grpSp>
      <p:grpSp>
        <p:nvGrpSpPr>
          <p:cNvPr id="95" name="object 95"/>
          <p:cNvGrpSpPr/>
          <p:nvPr/>
        </p:nvGrpSpPr>
        <p:grpSpPr>
          <a:xfrm>
            <a:off x="1641633" y="6003702"/>
            <a:ext cx="327025" cy="213995"/>
            <a:chOff x="1641633" y="6003702"/>
            <a:chExt cx="327025" cy="213995"/>
          </a:xfrm>
        </p:grpSpPr>
        <p:pic>
          <p:nvPicPr>
            <p:cNvPr id="96" name="object 9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641633" y="6003702"/>
              <a:ext cx="115919" cy="213645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798796" y="6003702"/>
              <a:ext cx="169354" cy="213645"/>
            </a:xfrm>
            <a:prstGeom prst="rect">
              <a:avLst/>
            </a:prstGeom>
          </p:spPr>
        </p:pic>
      </p:grpSp>
      <p:sp>
        <p:nvSpPr>
          <p:cNvPr id="98" name="object 98"/>
          <p:cNvSpPr/>
          <p:nvPr/>
        </p:nvSpPr>
        <p:spPr>
          <a:xfrm>
            <a:off x="2027586" y="5925883"/>
            <a:ext cx="44450" cy="291465"/>
          </a:xfrm>
          <a:custGeom>
            <a:avLst/>
            <a:gdLst/>
            <a:ahLst/>
            <a:cxnLst/>
            <a:rect l="l" t="t" r="r" b="b"/>
            <a:pathLst>
              <a:path w="44450" h="291464">
                <a:moveTo>
                  <a:pt x="33623" y="82391"/>
                </a:moveTo>
                <a:lnTo>
                  <a:pt x="12192" y="82391"/>
                </a:lnTo>
                <a:lnTo>
                  <a:pt x="13716" y="80867"/>
                </a:lnTo>
                <a:lnTo>
                  <a:pt x="32099" y="80867"/>
                </a:lnTo>
                <a:lnTo>
                  <a:pt x="33623" y="82391"/>
                </a:lnTo>
                <a:close/>
              </a:path>
              <a:path w="44450" h="291464">
                <a:moveTo>
                  <a:pt x="38195" y="83915"/>
                </a:moveTo>
                <a:lnTo>
                  <a:pt x="7620" y="83915"/>
                </a:lnTo>
                <a:lnTo>
                  <a:pt x="7620" y="82391"/>
                </a:lnTo>
                <a:lnTo>
                  <a:pt x="36671" y="82391"/>
                </a:lnTo>
                <a:lnTo>
                  <a:pt x="38195" y="83915"/>
                </a:lnTo>
                <a:close/>
              </a:path>
              <a:path w="44450" h="291464">
                <a:moveTo>
                  <a:pt x="39719" y="85439"/>
                </a:moveTo>
                <a:lnTo>
                  <a:pt x="6096" y="85439"/>
                </a:lnTo>
                <a:lnTo>
                  <a:pt x="6096" y="83915"/>
                </a:lnTo>
                <a:lnTo>
                  <a:pt x="39719" y="83915"/>
                </a:lnTo>
                <a:lnTo>
                  <a:pt x="39719" y="85439"/>
                </a:lnTo>
                <a:close/>
              </a:path>
              <a:path w="44450" h="291464">
                <a:moveTo>
                  <a:pt x="38195" y="289940"/>
                </a:moveTo>
                <a:lnTo>
                  <a:pt x="7620" y="289940"/>
                </a:lnTo>
                <a:lnTo>
                  <a:pt x="4572" y="286892"/>
                </a:lnTo>
                <a:lnTo>
                  <a:pt x="4572" y="85439"/>
                </a:lnTo>
                <a:lnTo>
                  <a:pt x="41243" y="85439"/>
                </a:lnTo>
                <a:lnTo>
                  <a:pt x="41243" y="286892"/>
                </a:lnTo>
                <a:lnTo>
                  <a:pt x="38195" y="289940"/>
                </a:lnTo>
                <a:close/>
              </a:path>
              <a:path w="44450" h="291464">
                <a:moveTo>
                  <a:pt x="33623" y="291464"/>
                </a:moveTo>
                <a:lnTo>
                  <a:pt x="12192" y="291464"/>
                </a:lnTo>
                <a:lnTo>
                  <a:pt x="9144" y="289940"/>
                </a:lnTo>
                <a:lnTo>
                  <a:pt x="35147" y="289940"/>
                </a:lnTo>
                <a:lnTo>
                  <a:pt x="33623" y="291464"/>
                </a:lnTo>
                <a:close/>
              </a:path>
              <a:path w="44450" h="291464">
                <a:moveTo>
                  <a:pt x="30575" y="42767"/>
                </a:moveTo>
                <a:lnTo>
                  <a:pt x="13716" y="42767"/>
                </a:lnTo>
                <a:lnTo>
                  <a:pt x="7620" y="41243"/>
                </a:lnTo>
                <a:lnTo>
                  <a:pt x="1524" y="35147"/>
                </a:lnTo>
                <a:lnTo>
                  <a:pt x="0" y="30479"/>
                </a:lnTo>
                <a:lnTo>
                  <a:pt x="0" y="13715"/>
                </a:lnTo>
                <a:lnTo>
                  <a:pt x="1524" y="7619"/>
                </a:lnTo>
                <a:lnTo>
                  <a:pt x="7620" y="1524"/>
                </a:lnTo>
                <a:lnTo>
                  <a:pt x="13716" y="0"/>
                </a:lnTo>
                <a:lnTo>
                  <a:pt x="32099" y="0"/>
                </a:lnTo>
                <a:lnTo>
                  <a:pt x="36671" y="1524"/>
                </a:lnTo>
                <a:lnTo>
                  <a:pt x="42767" y="7619"/>
                </a:lnTo>
                <a:lnTo>
                  <a:pt x="44291" y="12191"/>
                </a:lnTo>
                <a:lnTo>
                  <a:pt x="44291" y="28955"/>
                </a:lnTo>
                <a:lnTo>
                  <a:pt x="42767" y="35147"/>
                </a:lnTo>
                <a:lnTo>
                  <a:pt x="36671" y="41243"/>
                </a:lnTo>
                <a:lnTo>
                  <a:pt x="30575" y="427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9" name="object 99"/>
          <p:cNvGrpSpPr/>
          <p:nvPr/>
        </p:nvGrpSpPr>
        <p:grpSpPr>
          <a:xfrm>
            <a:off x="2135886" y="6003702"/>
            <a:ext cx="400050" cy="293370"/>
            <a:chOff x="2135886" y="6003702"/>
            <a:chExt cx="400050" cy="293370"/>
          </a:xfrm>
        </p:grpSpPr>
        <p:pic>
          <p:nvPicPr>
            <p:cNvPr id="100" name="object 100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135886" y="6003702"/>
              <a:ext cx="169354" cy="213645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2349531" y="6003702"/>
              <a:ext cx="186690" cy="293370"/>
            </a:xfrm>
            <a:custGeom>
              <a:avLst/>
              <a:gdLst/>
              <a:ahLst/>
              <a:cxnLst/>
              <a:rect l="l" t="t" r="r" b="b"/>
              <a:pathLst>
                <a:path w="186689" h="293370">
                  <a:moveTo>
                    <a:pt x="88487" y="292989"/>
                  </a:moveTo>
                  <a:lnTo>
                    <a:pt x="47244" y="288417"/>
                  </a:lnTo>
                  <a:lnTo>
                    <a:pt x="12192" y="273177"/>
                  </a:lnTo>
                  <a:lnTo>
                    <a:pt x="0" y="247269"/>
                  </a:lnTo>
                  <a:lnTo>
                    <a:pt x="0" y="230505"/>
                  </a:lnTo>
                  <a:lnTo>
                    <a:pt x="1524" y="225837"/>
                  </a:lnTo>
                  <a:lnTo>
                    <a:pt x="1524" y="221265"/>
                  </a:lnTo>
                  <a:lnTo>
                    <a:pt x="4572" y="216693"/>
                  </a:lnTo>
                  <a:lnTo>
                    <a:pt x="6096" y="212121"/>
                  </a:lnTo>
                  <a:lnTo>
                    <a:pt x="9144" y="209073"/>
                  </a:lnTo>
                  <a:lnTo>
                    <a:pt x="11176" y="206025"/>
                  </a:lnTo>
                  <a:lnTo>
                    <a:pt x="12263" y="204430"/>
                  </a:lnTo>
                  <a:lnTo>
                    <a:pt x="15240" y="201453"/>
                  </a:lnTo>
                  <a:lnTo>
                    <a:pt x="18288" y="196881"/>
                  </a:lnTo>
                  <a:lnTo>
                    <a:pt x="22860" y="193833"/>
                  </a:lnTo>
                  <a:lnTo>
                    <a:pt x="27432" y="189261"/>
                  </a:lnTo>
                  <a:lnTo>
                    <a:pt x="21336" y="186213"/>
                  </a:lnTo>
                  <a:lnTo>
                    <a:pt x="15240" y="181641"/>
                  </a:lnTo>
                  <a:lnTo>
                    <a:pt x="12192" y="175545"/>
                  </a:lnTo>
                  <a:lnTo>
                    <a:pt x="9144" y="170973"/>
                  </a:lnTo>
                  <a:lnTo>
                    <a:pt x="7620" y="164877"/>
                  </a:lnTo>
                  <a:lnTo>
                    <a:pt x="7620" y="149542"/>
                  </a:lnTo>
                  <a:lnTo>
                    <a:pt x="9144" y="141922"/>
                  </a:lnTo>
                  <a:lnTo>
                    <a:pt x="15240" y="126682"/>
                  </a:lnTo>
                  <a:lnTo>
                    <a:pt x="19812" y="120586"/>
                  </a:lnTo>
                  <a:lnTo>
                    <a:pt x="25908" y="116014"/>
                  </a:lnTo>
                  <a:lnTo>
                    <a:pt x="21336" y="109918"/>
                  </a:lnTo>
                  <a:lnTo>
                    <a:pt x="10771" y="70199"/>
                  </a:lnTo>
                  <a:lnTo>
                    <a:pt x="11191" y="63984"/>
                  </a:lnTo>
                  <a:lnTo>
                    <a:pt x="27693" y="24724"/>
                  </a:lnTo>
                  <a:lnTo>
                    <a:pt x="56483" y="6096"/>
                  </a:lnTo>
                  <a:lnTo>
                    <a:pt x="63603" y="3214"/>
                  </a:lnTo>
                  <a:lnTo>
                    <a:pt x="71151" y="1333"/>
                  </a:lnTo>
                  <a:lnTo>
                    <a:pt x="78986" y="309"/>
                  </a:lnTo>
                  <a:lnTo>
                    <a:pt x="86963" y="0"/>
                  </a:lnTo>
                  <a:lnTo>
                    <a:pt x="93059" y="0"/>
                  </a:lnTo>
                  <a:lnTo>
                    <a:pt x="99155" y="1524"/>
                  </a:lnTo>
                  <a:lnTo>
                    <a:pt x="109823" y="1524"/>
                  </a:lnTo>
                  <a:lnTo>
                    <a:pt x="118967" y="4572"/>
                  </a:lnTo>
                  <a:lnTo>
                    <a:pt x="181546" y="4572"/>
                  </a:lnTo>
                  <a:lnTo>
                    <a:pt x="184594" y="7620"/>
                  </a:lnTo>
                  <a:lnTo>
                    <a:pt x="184594" y="10668"/>
                  </a:lnTo>
                  <a:lnTo>
                    <a:pt x="186118" y="13716"/>
                  </a:lnTo>
                  <a:lnTo>
                    <a:pt x="185995" y="24724"/>
                  </a:lnTo>
                  <a:lnTo>
                    <a:pt x="184594" y="27527"/>
                  </a:lnTo>
                  <a:lnTo>
                    <a:pt x="79343" y="27527"/>
                  </a:lnTo>
                  <a:lnTo>
                    <a:pt x="73247" y="29051"/>
                  </a:lnTo>
                  <a:lnTo>
                    <a:pt x="68675" y="32099"/>
                  </a:lnTo>
                  <a:lnTo>
                    <a:pt x="64103" y="33623"/>
                  </a:lnTo>
                  <a:lnTo>
                    <a:pt x="59531" y="36671"/>
                  </a:lnTo>
                  <a:lnTo>
                    <a:pt x="56483" y="41243"/>
                  </a:lnTo>
                  <a:lnTo>
                    <a:pt x="51911" y="45815"/>
                  </a:lnTo>
                  <a:lnTo>
                    <a:pt x="50387" y="50387"/>
                  </a:lnTo>
                  <a:lnTo>
                    <a:pt x="48768" y="54959"/>
                  </a:lnTo>
                  <a:lnTo>
                    <a:pt x="45720" y="61055"/>
                  </a:lnTo>
                  <a:lnTo>
                    <a:pt x="45720" y="71723"/>
                  </a:lnTo>
                  <a:lnTo>
                    <a:pt x="62658" y="107346"/>
                  </a:lnTo>
                  <a:lnTo>
                    <a:pt x="86963" y="114490"/>
                  </a:lnTo>
                  <a:lnTo>
                    <a:pt x="151317" y="114490"/>
                  </a:lnTo>
                  <a:lnTo>
                    <a:pt x="147970" y="118776"/>
                  </a:lnTo>
                  <a:lnTo>
                    <a:pt x="143446" y="123634"/>
                  </a:lnTo>
                  <a:lnTo>
                    <a:pt x="137652" y="127920"/>
                  </a:lnTo>
                  <a:lnTo>
                    <a:pt x="132348" y="131254"/>
                  </a:lnTo>
                  <a:lnTo>
                    <a:pt x="47244" y="131254"/>
                  </a:lnTo>
                  <a:lnTo>
                    <a:pt x="42672" y="135826"/>
                  </a:lnTo>
                  <a:lnTo>
                    <a:pt x="41148" y="140398"/>
                  </a:lnTo>
                  <a:lnTo>
                    <a:pt x="39624" y="143446"/>
                  </a:lnTo>
                  <a:lnTo>
                    <a:pt x="39624" y="155638"/>
                  </a:lnTo>
                  <a:lnTo>
                    <a:pt x="41148" y="160305"/>
                  </a:lnTo>
                  <a:lnTo>
                    <a:pt x="45720" y="163353"/>
                  </a:lnTo>
                  <a:lnTo>
                    <a:pt x="50387" y="167925"/>
                  </a:lnTo>
                  <a:lnTo>
                    <a:pt x="58007" y="169449"/>
                  </a:lnTo>
                  <a:lnTo>
                    <a:pt x="65627" y="169449"/>
                  </a:lnTo>
                  <a:lnTo>
                    <a:pt x="115919" y="170973"/>
                  </a:lnTo>
                  <a:lnTo>
                    <a:pt x="158686" y="181641"/>
                  </a:lnTo>
                  <a:lnTo>
                    <a:pt x="176669" y="198405"/>
                  </a:lnTo>
                  <a:lnTo>
                    <a:pt x="58007" y="198405"/>
                  </a:lnTo>
                  <a:lnTo>
                    <a:pt x="53435" y="201453"/>
                  </a:lnTo>
                  <a:lnTo>
                    <a:pt x="50387" y="206025"/>
                  </a:lnTo>
                  <a:lnTo>
                    <a:pt x="47244" y="209073"/>
                  </a:lnTo>
                  <a:lnTo>
                    <a:pt x="41148" y="215169"/>
                  </a:lnTo>
                  <a:lnTo>
                    <a:pt x="36576" y="224313"/>
                  </a:lnTo>
                  <a:lnTo>
                    <a:pt x="36576" y="227361"/>
                  </a:lnTo>
                  <a:lnTo>
                    <a:pt x="35052" y="230505"/>
                  </a:lnTo>
                  <a:lnTo>
                    <a:pt x="35052" y="245744"/>
                  </a:lnTo>
                  <a:lnTo>
                    <a:pt x="39624" y="253365"/>
                  </a:lnTo>
                  <a:lnTo>
                    <a:pt x="77365" y="265009"/>
                  </a:lnTo>
                  <a:lnTo>
                    <a:pt x="90011" y="265556"/>
                  </a:lnTo>
                  <a:lnTo>
                    <a:pt x="167561" y="265556"/>
                  </a:lnTo>
                  <a:lnTo>
                    <a:pt x="165639" y="267676"/>
                  </a:lnTo>
                  <a:lnTo>
                    <a:pt x="131159" y="286893"/>
                  </a:lnTo>
                  <a:lnTo>
                    <a:pt x="99869" y="292465"/>
                  </a:lnTo>
                  <a:lnTo>
                    <a:pt x="88487" y="292989"/>
                  </a:lnTo>
                  <a:close/>
                </a:path>
                <a:path w="186689" h="293370">
                  <a:moveTo>
                    <a:pt x="151317" y="114490"/>
                  </a:moveTo>
                  <a:lnTo>
                    <a:pt x="94583" y="114490"/>
                  </a:lnTo>
                  <a:lnTo>
                    <a:pt x="106775" y="111442"/>
                  </a:lnTo>
                  <a:lnTo>
                    <a:pt x="115919" y="105346"/>
                  </a:lnTo>
                  <a:lnTo>
                    <a:pt x="118967" y="100774"/>
                  </a:lnTo>
                  <a:lnTo>
                    <a:pt x="122015" y="97726"/>
                  </a:lnTo>
                  <a:lnTo>
                    <a:pt x="125063" y="93154"/>
                  </a:lnTo>
                  <a:lnTo>
                    <a:pt x="126587" y="86963"/>
                  </a:lnTo>
                  <a:lnTo>
                    <a:pt x="128111" y="82391"/>
                  </a:lnTo>
                  <a:lnTo>
                    <a:pt x="129635" y="76295"/>
                  </a:lnTo>
                  <a:lnTo>
                    <a:pt x="129635" y="70199"/>
                  </a:lnTo>
                  <a:lnTo>
                    <a:pt x="129039" y="61364"/>
                  </a:lnTo>
                  <a:lnTo>
                    <a:pt x="105251" y="30765"/>
                  </a:lnTo>
                  <a:lnTo>
                    <a:pt x="86963" y="27527"/>
                  </a:lnTo>
                  <a:lnTo>
                    <a:pt x="184594" y="27527"/>
                  </a:lnTo>
                  <a:lnTo>
                    <a:pt x="184594" y="30575"/>
                  </a:lnTo>
                  <a:lnTo>
                    <a:pt x="183070" y="32099"/>
                  </a:lnTo>
                  <a:lnTo>
                    <a:pt x="180022" y="33623"/>
                  </a:lnTo>
                  <a:lnTo>
                    <a:pt x="151066" y="33623"/>
                  </a:lnTo>
                  <a:lnTo>
                    <a:pt x="155638" y="38195"/>
                  </a:lnTo>
                  <a:lnTo>
                    <a:pt x="161734" y="50387"/>
                  </a:lnTo>
                  <a:lnTo>
                    <a:pt x="163258" y="56483"/>
                  </a:lnTo>
                  <a:lnTo>
                    <a:pt x="164758" y="63984"/>
                  </a:lnTo>
                  <a:lnTo>
                    <a:pt x="164690" y="71723"/>
                  </a:lnTo>
                  <a:lnTo>
                    <a:pt x="152209" y="113347"/>
                  </a:lnTo>
                  <a:lnTo>
                    <a:pt x="151317" y="114490"/>
                  </a:lnTo>
                  <a:close/>
                </a:path>
                <a:path w="186689" h="293370">
                  <a:moveTo>
                    <a:pt x="86963" y="141922"/>
                  </a:moveTo>
                  <a:lnTo>
                    <a:pt x="79343" y="141922"/>
                  </a:lnTo>
                  <a:lnTo>
                    <a:pt x="64103" y="138874"/>
                  </a:lnTo>
                  <a:lnTo>
                    <a:pt x="58007" y="137350"/>
                  </a:lnTo>
                  <a:lnTo>
                    <a:pt x="51911" y="134302"/>
                  </a:lnTo>
                  <a:lnTo>
                    <a:pt x="47244" y="131254"/>
                  </a:lnTo>
                  <a:lnTo>
                    <a:pt x="132348" y="131254"/>
                  </a:lnTo>
                  <a:lnTo>
                    <a:pt x="86963" y="141922"/>
                  </a:lnTo>
                  <a:close/>
                </a:path>
                <a:path w="186689" h="293370">
                  <a:moveTo>
                    <a:pt x="167561" y="265556"/>
                  </a:moveTo>
                  <a:lnTo>
                    <a:pt x="90011" y="265556"/>
                  </a:lnTo>
                  <a:lnTo>
                    <a:pt x="97726" y="265295"/>
                  </a:lnTo>
                  <a:lnTo>
                    <a:pt x="104870" y="264604"/>
                  </a:lnTo>
                  <a:lnTo>
                    <a:pt x="111442" y="263628"/>
                  </a:lnTo>
                  <a:lnTo>
                    <a:pt x="117443" y="262508"/>
                  </a:lnTo>
                  <a:lnTo>
                    <a:pt x="125063" y="259461"/>
                  </a:lnTo>
                  <a:lnTo>
                    <a:pt x="134207" y="253365"/>
                  </a:lnTo>
                  <a:lnTo>
                    <a:pt x="138874" y="250317"/>
                  </a:lnTo>
                  <a:lnTo>
                    <a:pt x="143446" y="245744"/>
                  </a:lnTo>
                  <a:lnTo>
                    <a:pt x="148018" y="232029"/>
                  </a:lnTo>
                  <a:lnTo>
                    <a:pt x="148018" y="218217"/>
                  </a:lnTo>
                  <a:lnTo>
                    <a:pt x="109823" y="199929"/>
                  </a:lnTo>
                  <a:lnTo>
                    <a:pt x="58007" y="198405"/>
                  </a:lnTo>
                  <a:lnTo>
                    <a:pt x="176669" y="198405"/>
                  </a:lnTo>
                  <a:lnTo>
                    <a:pt x="178498" y="202977"/>
                  </a:lnTo>
                  <a:lnTo>
                    <a:pt x="181546" y="209073"/>
                  </a:lnTo>
                  <a:lnTo>
                    <a:pt x="183070" y="216693"/>
                  </a:lnTo>
                  <a:lnTo>
                    <a:pt x="174783" y="256674"/>
                  </a:lnTo>
                  <a:lnTo>
                    <a:pt x="170497" y="262318"/>
                  </a:lnTo>
                  <a:lnTo>
                    <a:pt x="167561" y="265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2" name="object 102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2659189" y="5931979"/>
            <a:ext cx="1220533" cy="3647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05D85A-56E4-EE1E-4679-13A57ED4B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0"/>
            <a:ext cx="9609198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6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114300"/>
            <a:ext cx="10058400" cy="7554468"/>
            <a:chOff x="0" y="0"/>
            <a:chExt cx="10058400" cy="75544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0" cy="7554468"/>
            </a:xfrm>
            <a:custGeom>
              <a:avLst/>
              <a:gdLst/>
              <a:ahLst/>
              <a:cxnLst/>
              <a:rect l="l" t="t" r="r" b="b"/>
              <a:pathLst>
                <a:path w="10058400" h="7554468">
                  <a:moveTo>
                    <a:pt x="0" y="0"/>
                  </a:moveTo>
                  <a:lnTo>
                    <a:pt x="10058400" y="0"/>
                  </a:lnTo>
                  <a:lnTo>
                    <a:pt x="10058400" y="7554468"/>
                  </a:lnTo>
                  <a:lnTo>
                    <a:pt x="0" y="75544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4" name="Freeform 4"/>
          <p:cNvSpPr/>
          <p:nvPr/>
        </p:nvSpPr>
        <p:spPr>
          <a:xfrm>
            <a:off x="7216140" y="2715768"/>
            <a:ext cx="2811780" cy="4197096"/>
          </a:xfrm>
          <a:custGeom>
            <a:avLst/>
            <a:gdLst/>
            <a:ahLst/>
            <a:cxnLst/>
            <a:rect l="l" t="t" r="r" b="b"/>
            <a:pathLst>
              <a:path w="2811780" h="4197096">
                <a:moveTo>
                  <a:pt x="0" y="0"/>
                </a:moveTo>
                <a:lnTo>
                  <a:pt x="2811780" y="0"/>
                </a:lnTo>
                <a:lnTo>
                  <a:pt x="2811780" y="4197096"/>
                </a:lnTo>
                <a:lnTo>
                  <a:pt x="0" y="4197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5" name="Freeform 5"/>
          <p:cNvSpPr/>
          <p:nvPr/>
        </p:nvSpPr>
        <p:spPr>
          <a:xfrm>
            <a:off x="455676" y="1754124"/>
            <a:ext cx="9157716" cy="123444"/>
          </a:xfrm>
          <a:custGeom>
            <a:avLst/>
            <a:gdLst/>
            <a:ahLst/>
            <a:cxnLst/>
            <a:rect l="l" t="t" r="r" b="b"/>
            <a:pathLst>
              <a:path w="9157716" h="123444">
                <a:moveTo>
                  <a:pt x="0" y="0"/>
                </a:moveTo>
                <a:lnTo>
                  <a:pt x="9157716" y="0"/>
                </a:lnTo>
                <a:lnTo>
                  <a:pt x="9157716" y="123444"/>
                </a:lnTo>
                <a:lnTo>
                  <a:pt x="0" y="123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6" name="Freeform 6"/>
          <p:cNvSpPr/>
          <p:nvPr/>
        </p:nvSpPr>
        <p:spPr>
          <a:xfrm>
            <a:off x="503491" y="1778689"/>
            <a:ext cx="9062466" cy="30509"/>
          </a:xfrm>
          <a:custGeom>
            <a:avLst/>
            <a:gdLst/>
            <a:ahLst/>
            <a:cxnLst/>
            <a:rect l="l" t="t" r="r" b="b"/>
            <a:pathLst>
              <a:path w="9062466" h="30509">
                <a:moveTo>
                  <a:pt x="0" y="0"/>
                </a:moveTo>
                <a:lnTo>
                  <a:pt x="9062467" y="0"/>
                </a:lnTo>
                <a:lnTo>
                  <a:pt x="9062467" y="30509"/>
                </a:lnTo>
                <a:lnTo>
                  <a:pt x="0" y="30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Freeform 7"/>
          <p:cNvSpPr/>
          <p:nvPr/>
        </p:nvSpPr>
        <p:spPr>
          <a:xfrm>
            <a:off x="503491" y="6982758"/>
            <a:ext cx="9062466" cy="30509"/>
          </a:xfrm>
          <a:custGeom>
            <a:avLst/>
            <a:gdLst/>
            <a:ahLst/>
            <a:cxnLst/>
            <a:rect l="l" t="t" r="r" b="b"/>
            <a:pathLst>
              <a:path w="9062466" h="30509">
                <a:moveTo>
                  <a:pt x="0" y="0"/>
                </a:moveTo>
                <a:lnTo>
                  <a:pt x="9062467" y="0"/>
                </a:lnTo>
                <a:lnTo>
                  <a:pt x="9062467" y="30509"/>
                </a:lnTo>
                <a:lnTo>
                  <a:pt x="0" y="30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8" name="Freeform 8"/>
          <p:cNvSpPr/>
          <p:nvPr/>
        </p:nvSpPr>
        <p:spPr>
          <a:xfrm>
            <a:off x="455676" y="6957060"/>
            <a:ext cx="9157716" cy="123444"/>
          </a:xfrm>
          <a:custGeom>
            <a:avLst/>
            <a:gdLst/>
            <a:ahLst/>
            <a:cxnLst/>
            <a:rect l="l" t="t" r="r" b="b"/>
            <a:pathLst>
              <a:path w="9157716" h="123444">
                <a:moveTo>
                  <a:pt x="0" y="0"/>
                </a:moveTo>
                <a:lnTo>
                  <a:pt x="9157716" y="0"/>
                </a:lnTo>
                <a:lnTo>
                  <a:pt x="9157716" y="123444"/>
                </a:lnTo>
                <a:lnTo>
                  <a:pt x="0" y="123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9" name="Freeform 9"/>
          <p:cNvSpPr/>
          <p:nvPr/>
        </p:nvSpPr>
        <p:spPr>
          <a:xfrm>
            <a:off x="454152" y="393192"/>
            <a:ext cx="9160764" cy="1513332"/>
          </a:xfrm>
          <a:custGeom>
            <a:avLst/>
            <a:gdLst/>
            <a:ahLst/>
            <a:cxnLst/>
            <a:rect l="l" t="t" r="r" b="b"/>
            <a:pathLst>
              <a:path w="9160764" h="1513332">
                <a:moveTo>
                  <a:pt x="0" y="0"/>
                </a:moveTo>
                <a:lnTo>
                  <a:pt x="9160764" y="0"/>
                </a:lnTo>
                <a:lnTo>
                  <a:pt x="9160764" y="1513332"/>
                </a:lnTo>
                <a:lnTo>
                  <a:pt x="0" y="15133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0" name="Freeform 10"/>
          <p:cNvSpPr/>
          <p:nvPr/>
        </p:nvSpPr>
        <p:spPr>
          <a:xfrm>
            <a:off x="1132332" y="440436"/>
            <a:ext cx="7801356" cy="1395984"/>
          </a:xfrm>
          <a:custGeom>
            <a:avLst/>
            <a:gdLst/>
            <a:ahLst/>
            <a:cxnLst/>
            <a:rect l="l" t="t" r="r" b="b"/>
            <a:pathLst>
              <a:path w="7801356" h="1395984">
                <a:moveTo>
                  <a:pt x="0" y="0"/>
                </a:moveTo>
                <a:lnTo>
                  <a:pt x="7801356" y="0"/>
                </a:lnTo>
                <a:lnTo>
                  <a:pt x="7801356" y="1395984"/>
                </a:lnTo>
                <a:lnTo>
                  <a:pt x="0" y="13959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1" name="Freeform 11"/>
          <p:cNvSpPr/>
          <p:nvPr/>
        </p:nvSpPr>
        <p:spPr>
          <a:xfrm>
            <a:off x="1530782" y="759066"/>
            <a:ext cx="7038423" cy="677942"/>
          </a:xfrm>
          <a:custGeom>
            <a:avLst/>
            <a:gdLst/>
            <a:ahLst/>
            <a:cxnLst/>
            <a:rect l="l" t="t" r="r" b="b"/>
            <a:pathLst>
              <a:path w="7038423" h="677942">
                <a:moveTo>
                  <a:pt x="0" y="0"/>
                </a:moveTo>
                <a:lnTo>
                  <a:pt x="7038422" y="0"/>
                </a:lnTo>
                <a:lnTo>
                  <a:pt x="7038422" y="677942"/>
                </a:lnTo>
                <a:lnTo>
                  <a:pt x="0" y="6779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2" name="Freeform 12"/>
          <p:cNvSpPr/>
          <p:nvPr/>
        </p:nvSpPr>
        <p:spPr>
          <a:xfrm>
            <a:off x="8093964" y="440436"/>
            <a:ext cx="979932" cy="1395984"/>
          </a:xfrm>
          <a:custGeom>
            <a:avLst/>
            <a:gdLst/>
            <a:ahLst/>
            <a:cxnLst/>
            <a:rect l="l" t="t" r="r" b="b"/>
            <a:pathLst>
              <a:path w="979932" h="1395984">
                <a:moveTo>
                  <a:pt x="0" y="0"/>
                </a:moveTo>
                <a:lnTo>
                  <a:pt x="979932" y="0"/>
                </a:lnTo>
                <a:lnTo>
                  <a:pt x="979932" y="1395984"/>
                </a:lnTo>
                <a:lnTo>
                  <a:pt x="0" y="13959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7152637" y="7052053"/>
            <a:ext cx="2477005" cy="530857"/>
            <a:chOff x="0" y="0"/>
            <a:chExt cx="2477008" cy="530860"/>
          </a:xfrm>
        </p:grpSpPr>
        <p:sp>
          <p:nvSpPr>
            <p:cNvPr id="14" name="Freeform 14"/>
            <p:cNvSpPr/>
            <p:nvPr/>
          </p:nvSpPr>
          <p:spPr>
            <a:xfrm>
              <a:off x="63500" y="63500"/>
              <a:ext cx="2350008" cy="403860"/>
            </a:xfrm>
            <a:custGeom>
              <a:avLst/>
              <a:gdLst/>
              <a:ahLst/>
              <a:cxnLst/>
              <a:rect l="l" t="t" r="r" b="b"/>
              <a:pathLst>
                <a:path w="2350008" h="403860">
                  <a:moveTo>
                    <a:pt x="0" y="0"/>
                  </a:moveTo>
                  <a:lnTo>
                    <a:pt x="2350008" y="0"/>
                  </a:lnTo>
                  <a:lnTo>
                    <a:pt x="2350008" y="403860"/>
                  </a:lnTo>
                  <a:lnTo>
                    <a:pt x="0" y="4038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155444" y="216789"/>
              <a:ext cx="62484" cy="106807"/>
            </a:xfrm>
            <a:custGeom>
              <a:avLst/>
              <a:gdLst/>
              <a:ahLst/>
              <a:cxnLst/>
              <a:rect l="l" t="t" r="r" b="b"/>
              <a:pathLst>
                <a:path w="62484" h="106807">
                  <a:moveTo>
                    <a:pt x="62484" y="102235"/>
                  </a:moveTo>
                  <a:cubicBezTo>
                    <a:pt x="62484" y="102235"/>
                    <a:pt x="62484" y="103759"/>
                    <a:pt x="62484" y="103759"/>
                  </a:cubicBezTo>
                  <a:cubicBezTo>
                    <a:pt x="60960" y="105283"/>
                    <a:pt x="60960" y="105283"/>
                    <a:pt x="60960" y="105283"/>
                  </a:cubicBezTo>
                  <a:cubicBezTo>
                    <a:pt x="60960" y="106807"/>
                    <a:pt x="60960" y="106807"/>
                    <a:pt x="59436" y="106807"/>
                  </a:cubicBezTo>
                  <a:cubicBezTo>
                    <a:pt x="59436" y="106807"/>
                    <a:pt x="59436" y="106807"/>
                    <a:pt x="59436" y="106807"/>
                  </a:cubicBezTo>
                  <a:lnTo>
                    <a:pt x="3048" y="106807"/>
                  </a:lnTo>
                  <a:cubicBezTo>
                    <a:pt x="3048" y="106807"/>
                    <a:pt x="3048" y="106807"/>
                    <a:pt x="3048" y="106807"/>
                  </a:cubicBezTo>
                  <a:cubicBezTo>
                    <a:pt x="1524" y="106807"/>
                    <a:pt x="1524" y="106807"/>
                    <a:pt x="1524" y="105283"/>
                  </a:cubicBezTo>
                  <a:cubicBezTo>
                    <a:pt x="1524" y="105283"/>
                    <a:pt x="1524" y="105283"/>
                    <a:pt x="1524" y="103759"/>
                  </a:cubicBezTo>
                  <a:cubicBezTo>
                    <a:pt x="0" y="103759"/>
                    <a:pt x="0" y="102235"/>
                    <a:pt x="0" y="102235"/>
                  </a:cubicBezTo>
                  <a:cubicBezTo>
                    <a:pt x="0" y="100711"/>
                    <a:pt x="0" y="99187"/>
                    <a:pt x="1524" y="99187"/>
                  </a:cubicBezTo>
                  <a:cubicBezTo>
                    <a:pt x="1524" y="97663"/>
                    <a:pt x="1524" y="97663"/>
                    <a:pt x="1524" y="97663"/>
                  </a:cubicBezTo>
                  <a:cubicBezTo>
                    <a:pt x="1524" y="96139"/>
                    <a:pt x="1524" y="96139"/>
                    <a:pt x="3048" y="96139"/>
                  </a:cubicBezTo>
                  <a:cubicBezTo>
                    <a:pt x="3048" y="96139"/>
                    <a:pt x="3048" y="96139"/>
                    <a:pt x="3048" y="96139"/>
                  </a:cubicBezTo>
                  <a:lnTo>
                    <a:pt x="25908" y="96139"/>
                  </a:lnTo>
                  <a:lnTo>
                    <a:pt x="25908" y="15240"/>
                  </a:lnTo>
                  <a:lnTo>
                    <a:pt x="4572" y="27432"/>
                  </a:lnTo>
                  <a:cubicBezTo>
                    <a:pt x="4572" y="27432"/>
                    <a:pt x="3048" y="27432"/>
                    <a:pt x="3048" y="27432"/>
                  </a:cubicBezTo>
                  <a:cubicBezTo>
                    <a:pt x="1524" y="27432"/>
                    <a:pt x="1524" y="27432"/>
                    <a:pt x="1524" y="27432"/>
                  </a:cubicBezTo>
                  <a:cubicBezTo>
                    <a:pt x="1524" y="27432"/>
                    <a:pt x="0" y="27432"/>
                    <a:pt x="0" y="25908"/>
                  </a:cubicBezTo>
                  <a:cubicBezTo>
                    <a:pt x="0" y="25908"/>
                    <a:pt x="0" y="24384"/>
                    <a:pt x="0" y="22860"/>
                  </a:cubicBezTo>
                  <a:cubicBezTo>
                    <a:pt x="0" y="21336"/>
                    <a:pt x="0" y="21336"/>
                    <a:pt x="0" y="19812"/>
                  </a:cubicBezTo>
                  <a:cubicBezTo>
                    <a:pt x="0" y="19812"/>
                    <a:pt x="0" y="19812"/>
                    <a:pt x="0" y="18288"/>
                  </a:cubicBezTo>
                  <a:cubicBezTo>
                    <a:pt x="1524" y="18288"/>
                    <a:pt x="1524" y="18288"/>
                    <a:pt x="1524" y="18288"/>
                  </a:cubicBezTo>
                  <a:cubicBezTo>
                    <a:pt x="1524" y="16764"/>
                    <a:pt x="1524" y="16764"/>
                    <a:pt x="3048" y="16764"/>
                  </a:cubicBezTo>
                  <a:lnTo>
                    <a:pt x="27432" y="1524"/>
                  </a:lnTo>
                  <a:cubicBezTo>
                    <a:pt x="27432" y="1524"/>
                    <a:pt x="27432" y="0"/>
                    <a:pt x="27432" y="0"/>
                  </a:cubicBezTo>
                  <a:cubicBezTo>
                    <a:pt x="28956" y="0"/>
                    <a:pt x="28956" y="0"/>
                    <a:pt x="28956" y="0"/>
                  </a:cubicBezTo>
                  <a:cubicBezTo>
                    <a:pt x="28956" y="0"/>
                    <a:pt x="30480" y="0"/>
                    <a:pt x="30480" y="0"/>
                  </a:cubicBezTo>
                  <a:cubicBezTo>
                    <a:pt x="32004" y="0"/>
                    <a:pt x="32004" y="0"/>
                    <a:pt x="33528" y="0"/>
                  </a:cubicBezTo>
                  <a:cubicBezTo>
                    <a:pt x="35052" y="0"/>
                    <a:pt x="35052" y="0"/>
                    <a:pt x="36576" y="0"/>
                  </a:cubicBezTo>
                  <a:cubicBezTo>
                    <a:pt x="38100" y="0"/>
                    <a:pt x="38100" y="0"/>
                    <a:pt x="38100" y="0"/>
                  </a:cubicBezTo>
                  <a:cubicBezTo>
                    <a:pt x="39624" y="1524"/>
                    <a:pt x="39624" y="1524"/>
                    <a:pt x="39624" y="1524"/>
                  </a:cubicBezTo>
                  <a:cubicBezTo>
                    <a:pt x="39624" y="1524"/>
                    <a:pt x="39624" y="1524"/>
                    <a:pt x="39624" y="3048"/>
                  </a:cubicBezTo>
                  <a:lnTo>
                    <a:pt x="39624" y="96139"/>
                  </a:lnTo>
                  <a:lnTo>
                    <a:pt x="59436" y="96139"/>
                  </a:lnTo>
                  <a:cubicBezTo>
                    <a:pt x="59436" y="96139"/>
                    <a:pt x="59436" y="96139"/>
                    <a:pt x="60960" y="96139"/>
                  </a:cubicBezTo>
                  <a:cubicBezTo>
                    <a:pt x="60960" y="96139"/>
                    <a:pt x="60960" y="96139"/>
                    <a:pt x="60960" y="97663"/>
                  </a:cubicBezTo>
                  <a:cubicBezTo>
                    <a:pt x="60960" y="97663"/>
                    <a:pt x="60960" y="97663"/>
                    <a:pt x="62484" y="99187"/>
                  </a:cubicBezTo>
                  <a:cubicBezTo>
                    <a:pt x="62484" y="99187"/>
                    <a:pt x="62484" y="100711"/>
                    <a:pt x="62484" y="102235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236343" y="216789"/>
              <a:ext cx="68580" cy="108331"/>
            </a:xfrm>
            <a:custGeom>
              <a:avLst/>
              <a:gdLst/>
              <a:ahLst/>
              <a:cxnLst/>
              <a:rect l="l" t="t" r="r" b="b"/>
              <a:pathLst>
                <a:path w="68580" h="108331">
                  <a:moveTo>
                    <a:pt x="68580" y="73279"/>
                  </a:moveTo>
                  <a:cubicBezTo>
                    <a:pt x="68580" y="77851"/>
                    <a:pt x="68580" y="82423"/>
                    <a:pt x="67056" y="85471"/>
                  </a:cubicBezTo>
                  <a:cubicBezTo>
                    <a:pt x="65532" y="90043"/>
                    <a:pt x="64008" y="94615"/>
                    <a:pt x="60960" y="97663"/>
                  </a:cubicBezTo>
                  <a:cubicBezTo>
                    <a:pt x="57912" y="100711"/>
                    <a:pt x="53340" y="103759"/>
                    <a:pt x="48768" y="105283"/>
                  </a:cubicBezTo>
                  <a:cubicBezTo>
                    <a:pt x="44196" y="108331"/>
                    <a:pt x="39624" y="108331"/>
                    <a:pt x="33528" y="108331"/>
                  </a:cubicBezTo>
                  <a:cubicBezTo>
                    <a:pt x="28956" y="108331"/>
                    <a:pt x="24384" y="108331"/>
                    <a:pt x="21336" y="106807"/>
                  </a:cubicBezTo>
                  <a:cubicBezTo>
                    <a:pt x="18288" y="105283"/>
                    <a:pt x="15240" y="103759"/>
                    <a:pt x="12192" y="102235"/>
                  </a:cubicBezTo>
                  <a:cubicBezTo>
                    <a:pt x="10668" y="100711"/>
                    <a:pt x="7620" y="97663"/>
                    <a:pt x="6096" y="94615"/>
                  </a:cubicBezTo>
                  <a:cubicBezTo>
                    <a:pt x="4572" y="91567"/>
                    <a:pt x="3048" y="88519"/>
                    <a:pt x="3048" y="85471"/>
                  </a:cubicBezTo>
                  <a:cubicBezTo>
                    <a:pt x="1524" y="80899"/>
                    <a:pt x="0" y="76327"/>
                    <a:pt x="0" y="71755"/>
                  </a:cubicBezTo>
                  <a:cubicBezTo>
                    <a:pt x="0" y="67183"/>
                    <a:pt x="0" y="62484"/>
                    <a:pt x="0" y="57912"/>
                  </a:cubicBezTo>
                  <a:cubicBezTo>
                    <a:pt x="0" y="53340"/>
                    <a:pt x="0" y="48768"/>
                    <a:pt x="0" y="44196"/>
                  </a:cubicBezTo>
                  <a:cubicBezTo>
                    <a:pt x="0" y="39624"/>
                    <a:pt x="1524" y="35052"/>
                    <a:pt x="3048" y="30480"/>
                  </a:cubicBezTo>
                  <a:cubicBezTo>
                    <a:pt x="4572" y="25908"/>
                    <a:pt x="6096" y="22860"/>
                    <a:pt x="7620" y="18288"/>
                  </a:cubicBezTo>
                  <a:cubicBezTo>
                    <a:pt x="10668" y="15240"/>
                    <a:pt x="12192" y="10668"/>
                    <a:pt x="16764" y="9144"/>
                  </a:cubicBezTo>
                  <a:cubicBezTo>
                    <a:pt x="19812" y="6096"/>
                    <a:pt x="22860" y="3048"/>
                    <a:pt x="27432" y="1524"/>
                  </a:cubicBezTo>
                  <a:cubicBezTo>
                    <a:pt x="32004" y="0"/>
                    <a:pt x="38100" y="0"/>
                    <a:pt x="44196" y="0"/>
                  </a:cubicBezTo>
                  <a:cubicBezTo>
                    <a:pt x="45720" y="0"/>
                    <a:pt x="47244" y="0"/>
                    <a:pt x="50292" y="0"/>
                  </a:cubicBezTo>
                  <a:cubicBezTo>
                    <a:pt x="51816" y="0"/>
                    <a:pt x="53340" y="0"/>
                    <a:pt x="54864" y="0"/>
                  </a:cubicBezTo>
                  <a:cubicBezTo>
                    <a:pt x="57912" y="1524"/>
                    <a:pt x="59436" y="1524"/>
                    <a:pt x="59436" y="1524"/>
                  </a:cubicBezTo>
                  <a:cubicBezTo>
                    <a:pt x="60960" y="3048"/>
                    <a:pt x="62484" y="3048"/>
                    <a:pt x="62484" y="3048"/>
                  </a:cubicBezTo>
                  <a:cubicBezTo>
                    <a:pt x="62484" y="3048"/>
                    <a:pt x="62484" y="4572"/>
                    <a:pt x="62484" y="4572"/>
                  </a:cubicBezTo>
                  <a:cubicBezTo>
                    <a:pt x="64008" y="4572"/>
                    <a:pt x="64008" y="4572"/>
                    <a:pt x="64008" y="6096"/>
                  </a:cubicBezTo>
                  <a:cubicBezTo>
                    <a:pt x="64008" y="6096"/>
                    <a:pt x="64008" y="6096"/>
                    <a:pt x="64008" y="6096"/>
                  </a:cubicBezTo>
                  <a:cubicBezTo>
                    <a:pt x="64008" y="7620"/>
                    <a:pt x="64008" y="7620"/>
                    <a:pt x="64008" y="9144"/>
                  </a:cubicBezTo>
                  <a:cubicBezTo>
                    <a:pt x="64008" y="9144"/>
                    <a:pt x="64008" y="10668"/>
                    <a:pt x="64008" y="10668"/>
                  </a:cubicBezTo>
                  <a:cubicBezTo>
                    <a:pt x="64008" y="12192"/>
                    <a:pt x="64008" y="12192"/>
                    <a:pt x="64008" y="12192"/>
                  </a:cubicBezTo>
                  <a:cubicBezTo>
                    <a:pt x="64008" y="13716"/>
                    <a:pt x="62484" y="13716"/>
                    <a:pt x="62484" y="13716"/>
                  </a:cubicBezTo>
                  <a:cubicBezTo>
                    <a:pt x="62484" y="13716"/>
                    <a:pt x="62484" y="13716"/>
                    <a:pt x="60960" y="13716"/>
                  </a:cubicBezTo>
                  <a:cubicBezTo>
                    <a:pt x="60960" y="13716"/>
                    <a:pt x="60960" y="13716"/>
                    <a:pt x="59436" y="13716"/>
                  </a:cubicBezTo>
                  <a:cubicBezTo>
                    <a:pt x="57912" y="13716"/>
                    <a:pt x="56388" y="12192"/>
                    <a:pt x="54864" y="12192"/>
                  </a:cubicBezTo>
                  <a:cubicBezTo>
                    <a:pt x="53340" y="12192"/>
                    <a:pt x="51816" y="12192"/>
                    <a:pt x="50292" y="10668"/>
                  </a:cubicBezTo>
                  <a:cubicBezTo>
                    <a:pt x="47244" y="10668"/>
                    <a:pt x="45720" y="10668"/>
                    <a:pt x="42672" y="10668"/>
                  </a:cubicBezTo>
                  <a:cubicBezTo>
                    <a:pt x="38100" y="10668"/>
                    <a:pt x="33528" y="12192"/>
                    <a:pt x="28956" y="13716"/>
                  </a:cubicBezTo>
                  <a:cubicBezTo>
                    <a:pt x="25908" y="15240"/>
                    <a:pt x="22860" y="18288"/>
                    <a:pt x="21336" y="21336"/>
                  </a:cubicBezTo>
                  <a:cubicBezTo>
                    <a:pt x="18288" y="25908"/>
                    <a:pt x="16764" y="28956"/>
                    <a:pt x="15240" y="33528"/>
                  </a:cubicBezTo>
                  <a:cubicBezTo>
                    <a:pt x="13716" y="38100"/>
                    <a:pt x="13716" y="44196"/>
                    <a:pt x="13716" y="48768"/>
                  </a:cubicBezTo>
                  <a:cubicBezTo>
                    <a:pt x="15240" y="47244"/>
                    <a:pt x="16764" y="47244"/>
                    <a:pt x="18288" y="45720"/>
                  </a:cubicBezTo>
                  <a:cubicBezTo>
                    <a:pt x="19812" y="45720"/>
                    <a:pt x="21336" y="44196"/>
                    <a:pt x="24384" y="44196"/>
                  </a:cubicBezTo>
                  <a:cubicBezTo>
                    <a:pt x="25908" y="42672"/>
                    <a:pt x="28956" y="42672"/>
                    <a:pt x="30480" y="42672"/>
                  </a:cubicBezTo>
                  <a:cubicBezTo>
                    <a:pt x="33528" y="42672"/>
                    <a:pt x="35052" y="41148"/>
                    <a:pt x="38100" y="41148"/>
                  </a:cubicBezTo>
                  <a:cubicBezTo>
                    <a:pt x="44196" y="41148"/>
                    <a:pt x="48768" y="42672"/>
                    <a:pt x="53340" y="44196"/>
                  </a:cubicBezTo>
                  <a:cubicBezTo>
                    <a:pt x="56388" y="45720"/>
                    <a:pt x="59436" y="47244"/>
                    <a:pt x="62484" y="50292"/>
                  </a:cubicBezTo>
                  <a:cubicBezTo>
                    <a:pt x="65532" y="53340"/>
                    <a:pt x="67056" y="56388"/>
                    <a:pt x="67056" y="60960"/>
                  </a:cubicBezTo>
                  <a:cubicBezTo>
                    <a:pt x="68580" y="64008"/>
                    <a:pt x="68580" y="68707"/>
                    <a:pt x="68580" y="73279"/>
                  </a:cubicBezTo>
                  <a:close/>
                  <a:moveTo>
                    <a:pt x="54864" y="73279"/>
                  </a:moveTo>
                  <a:cubicBezTo>
                    <a:pt x="54864" y="70231"/>
                    <a:pt x="54864" y="68707"/>
                    <a:pt x="53340" y="65659"/>
                  </a:cubicBezTo>
                  <a:cubicBezTo>
                    <a:pt x="53340" y="62484"/>
                    <a:pt x="51816" y="60960"/>
                    <a:pt x="50292" y="57912"/>
                  </a:cubicBezTo>
                  <a:cubicBezTo>
                    <a:pt x="48768" y="56388"/>
                    <a:pt x="47244" y="54864"/>
                    <a:pt x="44196" y="54864"/>
                  </a:cubicBezTo>
                  <a:cubicBezTo>
                    <a:pt x="42672" y="53340"/>
                    <a:pt x="39624" y="53340"/>
                    <a:pt x="35052" y="53340"/>
                  </a:cubicBezTo>
                  <a:cubicBezTo>
                    <a:pt x="33528" y="53340"/>
                    <a:pt x="32004" y="53340"/>
                    <a:pt x="30480" y="53340"/>
                  </a:cubicBezTo>
                  <a:cubicBezTo>
                    <a:pt x="27432" y="53340"/>
                    <a:pt x="25908" y="54864"/>
                    <a:pt x="24384" y="54864"/>
                  </a:cubicBezTo>
                  <a:cubicBezTo>
                    <a:pt x="21336" y="54864"/>
                    <a:pt x="19812" y="56388"/>
                    <a:pt x="18288" y="57912"/>
                  </a:cubicBezTo>
                  <a:cubicBezTo>
                    <a:pt x="16764" y="57912"/>
                    <a:pt x="15240" y="59436"/>
                    <a:pt x="13716" y="59436"/>
                  </a:cubicBezTo>
                  <a:cubicBezTo>
                    <a:pt x="13716" y="67183"/>
                    <a:pt x="13716" y="73279"/>
                    <a:pt x="15240" y="77851"/>
                  </a:cubicBezTo>
                  <a:cubicBezTo>
                    <a:pt x="16764" y="82423"/>
                    <a:pt x="16764" y="86995"/>
                    <a:pt x="18288" y="88519"/>
                  </a:cubicBezTo>
                  <a:cubicBezTo>
                    <a:pt x="21336" y="91567"/>
                    <a:pt x="22860" y="94615"/>
                    <a:pt x="25908" y="94615"/>
                  </a:cubicBezTo>
                  <a:cubicBezTo>
                    <a:pt x="27432" y="96139"/>
                    <a:pt x="30480" y="97663"/>
                    <a:pt x="35052" y="97663"/>
                  </a:cubicBezTo>
                  <a:cubicBezTo>
                    <a:pt x="38100" y="97663"/>
                    <a:pt x="41148" y="96139"/>
                    <a:pt x="44196" y="94615"/>
                  </a:cubicBezTo>
                  <a:cubicBezTo>
                    <a:pt x="45720" y="94615"/>
                    <a:pt x="48768" y="91567"/>
                    <a:pt x="50292" y="90043"/>
                  </a:cubicBezTo>
                  <a:cubicBezTo>
                    <a:pt x="51816" y="86995"/>
                    <a:pt x="53340" y="85471"/>
                    <a:pt x="53340" y="82423"/>
                  </a:cubicBezTo>
                  <a:cubicBezTo>
                    <a:pt x="54864" y="79375"/>
                    <a:pt x="54864" y="76327"/>
                    <a:pt x="54864" y="73279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7" name="Freeform 17"/>
          <p:cNvSpPr/>
          <p:nvPr/>
        </p:nvSpPr>
        <p:spPr>
          <a:xfrm>
            <a:off x="47082" y="1980752"/>
            <a:ext cx="9834029" cy="4767872"/>
          </a:xfrm>
          <a:custGeom>
            <a:avLst/>
            <a:gdLst/>
            <a:ahLst/>
            <a:cxnLst/>
            <a:rect l="l" t="t" r="r" b="b"/>
            <a:pathLst>
              <a:path w="9834029" h="4767872">
                <a:moveTo>
                  <a:pt x="0" y="0"/>
                </a:moveTo>
                <a:lnTo>
                  <a:pt x="9834029" y="0"/>
                </a:lnTo>
                <a:lnTo>
                  <a:pt x="9834029" y="4767872"/>
                </a:lnTo>
                <a:lnTo>
                  <a:pt x="0" y="4767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114300"/>
            <a:ext cx="10058400" cy="7554468"/>
            <a:chOff x="0" y="0"/>
            <a:chExt cx="10058400" cy="75544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58400" cy="7554468"/>
            </a:xfrm>
            <a:custGeom>
              <a:avLst/>
              <a:gdLst/>
              <a:ahLst/>
              <a:cxnLst/>
              <a:rect l="l" t="t" r="r" b="b"/>
              <a:pathLst>
                <a:path w="10058400" h="7554468">
                  <a:moveTo>
                    <a:pt x="0" y="0"/>
                  </a:moveTo>
                  <a:lnTo>
                    <a:pt x="10058400" y="0"/>
                  </a:lnTo>
                  <a:lnTo>
                    <a:pt x="10058400" y="7554468"/>
                  </a:lnTo>
                  <a:lnTo>
                    <a:pt x="0" y="75544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4" name="Freeform 4"/>
          <p:cNvSpPr/>
          <p:nvPr/>
        </p:nvSpPr>
        <p:spPr>
          <a:xfrm>
            <a:off x="7216140" y="2715768"/>
            <a:ext cx="2811780" cy="4197096"/>
          </a:xfrm>
          <a:custGeom>
            <a:avLst/>
            <a:gdLst/>
            <a:ahLst/>
            <a:cxnLst/>
            <a:rect l="l" t="t" r="r" b="b"/>
            <a:pathLst>
              <a:path w="2811780" h="4197096">
                <a:moveTo>
                  <a:pt x="0" y="0"/>
                </a:moveTo>
                <a:lnTo>
                  <a:pt x="2811780" y="0"/>
                </a:lnTo>
                <a:lnTo>
                  <a:pt x="2811780" y="4197096"/>
                </a:lnTo>
                <a:lnTo>
                  <a:pt x="0" y="4197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5" name="Freeform 5"/>
          <p:cNvSpPr/>
          <p:nvPr/>
        </p:nvSpPr>
        <p:spPr>
          <a:xfrm>
            <a:off x="455676" y="1754124"/>
            <a:ext cx="9157716" cy="123444"/>
          </a:xfrm>
          <a:custGeom>
            <a:avLst/>
            <a:gdLst/>
            <a:ahLst/>
            <a:cxnLst/>
            <a:rect l="l" t="t" r="r" b="b"/>
            <a:pathLst>
              <a:path w="9157716" h="123444">
                <a:moveTo>
                  <a:pt x="0" y="0"/>
                </a:moveTo>
                <a:lnTo>
                  <a:pt x="9157716" y="0"/>
                </a:lnTo>
                <a:lnTo>
                  <a:pt x="9157716" y="123444"/>
                </a:lnTo>
                <a:lnTo>
                  <a:pt x="0" y="123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6" name="Freeform 6"/>
          <p:cNvSpPr/>
          <p:nvPr/>
        </p:nvSpPr>
        <p:spPr>
          <a:xfrm>
            <a:off x="503491" y="1778689"/>
            <a:ext cx="9062466" cy="30509"/>
          </a:xfrm>
          <a:custGeom>
            <a:avLst/>
            <a:gdLst/>
            <a:ahLst/>
            <a:cxnLst/>
            <a:rect l="l" t="t" r="r" b="b"/>
            <a:pathLst>
              <a:path w="9062466" h="30509">
                <a:moveTo>
                  <a:pt x="0" y="0"/>
                </a:moveTo>
                <a:lnTo>
                  <a:pt x="9062467" y="0"/>
                </a:lnTo>
                <a:lnTo>
                  <a:pt x="9062467" y="30509"/>
                </a:lnTo>
                <a:lnTo>
                  <a:pt x="0" y="30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Freeform 7"/>
          <p:cNvSpPr/>
          <p:nvPr/>
        </p:nvSpPr>
        <p:spPr>
          <a:xfrm>
            <a:off x="503491" y="6982758"/>
            <a:ext cx="9062466" cy="30509"/>
          </a:xfrm>
          <a:custGeom>
            <a:avLst/>
            <a:gdLst/>
            <a:ahLst/>
            <a:cxnLst/>
            <a:rect l="l" t="t" r="r" b="b"/>
            <a:pathLst>
              <a:path w="9062466" h="30509">
                <a:moveTo>
                  <a:pt x="0" y="0"/>
                </a:moveTo>
                <a:lnTo>
                  <a:pt x="9062467" y="0"/>
                </a:lnTo>
                <a:lnTo>
                  <a:pt x="9062467" y="30509"/>
                </a:lnTo>
                <a:lnTo>
                  <a:pt x="0" y="30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8" name="Freeform 8"/>
          <p:cNvSpPr/>
          <p:nvPr/>
        </p:nvSpPr>
        <p:spPr>
          <a:xfrm>
            <a:off x="455676" y="6957060"/>
            <a:ext cx="9157716" cy="123444"/>
          </a:xfrm>
          <a:custGeom>
            <a:avLst/>
            <a:gdLst/>
            <a:ahLst/>
            <a:cxnLst/>
            <a:rect l="l" t="t" r="r" b="b"/>
            <a:pathLst>
              <a:path w="9157716" h="123444">
                <a:moveTo>
                  <a:pt x="0" y="0"/>
                </a:moveTo>
                <a:lnTo>
                  <a:pt x="9157716" y="0"/>
                </a:lnTo>
                <a:lnTo>
                  <a:pt x="9157716" y="123444"/>
                </a:lnTo>
                <a:lnTo>
                  <a:pt x="0" y="123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9" name="Freeform 9"/>
          <p:cNvSpPr/>
          <p:nvPr/>
        </p:nvSpPr>
        <p:spPr>
          <a:xfrm>
            <a:off x="454152" y="393192"/>
            <a:ext cx="9160764" cy="1513332"/>
          </a:xfrm>
          <a:custGeom>
            <a:avLst/>
            <a:gdLst/>
            <a:ahLst/>
            <a:cxnLst/>
            <a:rect l="l" t="t" r="r" b="b"/>
            <a:pathLst>
              <a:path w="9160764" h="1513332">
                <a:moveTo>
                  <a:pt x="0" y="0"/>
                </a:moveTo>
                <a:lnTo>
                  <a:pt x="9160764" y="0"/>
                </a:lnTo>
                <a:lnTo>
                  <a:pt x="9160764" y="1513332"/>
                </a:lnTo>
                <a:lnTo>
                  <a:pt x="0" y="15133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0" name="Freeform 10"/>
          <p:cNvSpPr/>
          <p:nvPr/>
        </p:nvSpPr>
        <p:spPr>
          <a:xfrm>
            <a:off x="1132332" y="440436"/>
            <a:ext cx="7801356" cy="1395984"/>
          </a:xfrm>
          <a:custGeom>
            <a:avLst/>
            <a:gdLst/>
            <a:ahLst/>
            <a:cxnLst/>
            <a:rect l="l" t="t" r="r" b="b"/>
            <a:pathLst>
              <a:path w="7801356" h="1395984">
                <a:moveTo>
                  <a:pt x="0" y="0"/>
                </a:moveTo>
                <a:lnTo>
                  <a:pt x="7801356" y="0"/>
                </a:lnTo>
                <a:lnTo>
                  <a:pt x="7801356" y="1395984"/>
                </a:lnTo>
                <a:lnTo>
                  <a:pt x="0" y="13959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1" name="Freeform 11"/>
          <p:cNvSpPr/>
          <p:nvPr/>
        </p:nvSpPr>
        <p:spPr>
          <a:xfrm>
            <a:off x="1530782" y="759066"/>
            <a:ext cx="7038423" cy="677942"/>
          </a:xfrm>
          <a:custGeom>
            <a:avLst/>
            <a:gdLst/>
            <a:ahLst/>
            <a:cxnLst/>
            <a:rect l="l" t="t" r="r" b="b"/>
            <a:pathLst>
              <a:path w="7038423" h="677942">
                <a:moveTo>
                  <a:pt x="0" y="0"/>
                </a:moveTo>
                <a:lnTo>
                  <a:pt x="7038422" y="0"/>
                </a:lnTo>
                <a:lnTo>
                  <a:pt x="7038422" y="677942"/>
                </a:lnTo>
                <a:lnTo>
                  <a:pt x="0" y="6779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2" name="Freeform 12"/>
          <p:cNvSpPr/>
          <p:nvPr/>
        </p:nvSpPr>
        <p:spPr>
          <a:xfrm>
            <a:off x="8093964" y="440436"/>
            <a:ext cx="979932" cy="1395984"/>
          </a:xfrm>
          <a:custGeom>
            <a:avLst/>
            <a:gdLst/>
            <a:ahLst/>
            <a:cxnLst/>
            <a:rect l="l" t="t" r="r" b="b"/>
            <a:pathLst>
              <a:path w="979932" h="1395984">
                <a:moveTo>
                  <a:pt x="0" y="0"/>
                </a:moveTo>
                <a:lnTo>
                  <a:pt x="979932" y="0"/>
                </a:lnTo>
                <a:lnTo>
                  <a:pt x="979932" y="1395984"/>
                </a:lnTo>
                <a:lnTo>
                  <a:pt x="0" y="13959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3" name="Freeform 13"/>
          <p:cNvSpPr/>
          <p:nvPr/>
        </p:nvSpPr>
        <p:spPr>
          <a:xfrm>
            <a:off x="438055" y="1804730"/>
            <a:ext cx="2029654" cy="800986"/>
          </a:xfrm>
          <a:custGeom>
            <a:avLst/>
            <a:gdLst/>
            <a:ahLst/>
            <a:cxnLst/>
            <a:rect l="l" t="t" r="r" b="b"/>
            <a:pathLst>
              <a:path w="2029654" h="800986">
                <a:moveTo>
                  <a:pt x="0" y="0"/>
                </a:moveTo>
                <a:lnTo>
                  <a:pt x="2029653" y="0"/>
                </a:lnTo>
                <a:lnTo>
                  <a:pt x="2029653" y="800986"/>
                </a:lnTo>
                <a:lnTo>
                  <a:pt x="0" y="8009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" name="Freeform 14"/>
          <p:cNvSpPr/>
          <p:nvPr/>
        </p:nvSpPr>
        <p:spPr>
          <a:xfrm>
            <a:off x="438055" y="1786442"/>
            <a:ext cx="9382096" cy="5986967"/>
          </a:xfrm>
          <a:custGeom>
            <a:avLst/>
            <a:gdLst/>
            <a:ahLst/>
            <a:cxnLst/>
            <a:rect l="l" t="t" r="r" b="b"/>
            <a:pathLst>
              <a:path w="9382096" h="5986967">
                <a:moveTo>
                  <a:pt x="0" y="0"/>
                </a:moveTo>
                <a:lnTo>
                  <a:pt x="9382096" y="0"/>
                </a:lnTo>
                <a:lnTo>
                  <a:pt x="9382096" y="5986968"/>
                </a:lnTo>
                <a:lnTo>
                  <a:pt x="0" y="59869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4151" y="393191"/>
            <a:ext cx="9161145" cy="1513840"/>
            <a:chOff x="454151" y="393191"/>
            <a:chExt cx="9161145" cy="1513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4728" y="440436"/>
              <a:ext cx="6036564" cy="13959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7153" y="821045"/>
              <a:ext cx="5168950" cy="55246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0044" y="440436"/>
              <a:ext cx="979931" cy="1395983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7458" y="7270432"/>
            <a:ext cx="70104" cy="1052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32281" y="3349847"/>
            <a:ext cx="173990" cy="291465"/>
          </a:xfrm>
          <a:custGeom>
            <a:avLst/>
            <a:gdLst/>
            <a:ahLst/>
            <a:cxnLst/>
            <a:rect l="l" t="t" r="r" b="b"/>
            <a:pathLst>
              <a:path w="173990" h="291464">
                <a:moveTo>
                  <a:pt x="156591" y="259365"/>
                </a:moveTo>
                <a:lnTo>
                  <a:pt x="86963" y="259365"/>
                </a:lnTo>
                <a:lnTo>
                  <a:pt x="102298" y="256317"/>
                </a:lnTo>
                <a:lnTo>
                  <a:pt x="114490" y="250221"/>
                </a:lnTo>
                <a:lnTo>
                  <a:pt x="119062" y="247173"/>
                </a:lnTo>
                <a:lnTo>
                  <a:pt x="128206" y="238029"/>
                </a:lnTo>
                <a:lnTo>
                  <a:pt x="131254" y="231933"/>
                </a:lnTo>
                <a:lnTo>
                  <a:pt x="134302" y="219741"/>
                </a:lnTo>
                <a:lnTo>
                  <a:pt x="134302" y="204501"/>
                </a:lnTo>
                <a:lnTo>
                  <a:pt x="132778" y="196881"/>
                </a:lnTo>
                <a:lnTo>
                  <a:pt x="129730" y="190690"/>
                </a:lnTo>
                <a:lnTo>
                  <a:pt x="125158" y="186118"/>
                </a:lnTo>
                <a:lnTo>
                  <a:pt x="120586" y="180022"/>
                </a:lnTo>
                <a:lnTo>
                  <a:pt x="114490" y="176974"/>
                </a:lnTo>
                <a:lnTo>
                  <a:pt x="102298" y="167830"/>
                </a:lnTo>
                <a:lnTo>
                  <a:pt x="94583" y="164782"/>
                </a:lnTo>
                <a:lnTo>
                  <a:pt x="88844" y="162258"/>
                </a:lnTo>
                <a:lnTo>
                  <a:pt x="82962" y="159448"/>
                </a:lnTo>
                <a:lnTo>
                  <a:pt x="76795" y="156638"/>
                </a:lnTo>
                <a:lnTo>
                  <a:pt x="70199" y="154114"/>
                </a:lnTo>
                <a:lnTo>
                  <a:pt x="64484" y="150923"/>
                </a:lnTo>
                <a:lnTo>
                  <a:pt x="53054" y="145113"/>
                </a:lnTo>
                <a:lnTo>
                  <a:pt x="23217" y="120229"/>
                </a:lnTo>
                <a:lnTo>
                  <a:pt x="6621" y="82724"/>
                </a:lnTo>
                <a:lnTo>
                  <a:pt x="6095" y="74771"/>
                </a:lnTo>
                <a:lnTo>
                  <a:pt x="6645" y="65898"/>
                </a:lnTo>
                <a:lnTo>
                  <a:pt x="8203" y="57578"/>
                </a:lnTo>
                <a:lnTo>
                  <a:pt x="10636" y="49830"/>
                </a:lnTo>
                <a:lnTo>
                  <a:pt x="13811" y="42672"/>
                </a:lnTo>
                <a:lnTo>
                  <a:pt x="16644" y="36099"/>
                </a:lnTo>
                <a:lnTo>
                  <a:pt x="50292" y="7167"/>
                </a:lnTo>
                <a:lnTo>
                  <a:pt x="93059" y="0"/>
                </a:lnTo>
                <a:lnTo>
                  <a:pt x="105346" y="0"/>
                </a:lnTo>
                <a:lnTo>
                  <a:pt x="135826" y="7620"/>
                </a:lnTo>
                <a:lnTo>
                  <a:pt x="140398" y="9144"/>
                </a:lnTo>
                <a:lnTo>
                  <a:pt x="144970" y="12192"/>
                </a:lnTo>
                <a:lnTo>
                  <a:pt x="149542" y="13716"/>
                </a:lnTo>
                <a:lnTo>
                  <a:pt x="152590" y="16764"/>
                </a:lnTo>
                <a:lnTo>
                  <a:pt x="152590" y="18288"/>
                </a:lnTo>
                <a:lnTo>
                  <a:pt x="154114" y="18288"/>
                </a:lnTo>
                <a:lnTo>
                  <a:pt x="155638" y="19812"/>
                </a:lnTo>
                <a:lnTo>
                  <a:pt x="155638" y="21336"/>
                </a:lnTo>
                <a:lnTo>
                  <a:pt x="157162" y="21336"/>
                </a:lnTo>
                <a:lnTo>
                  <a:pt x="157162" y="30480"/>
                </a:lnTo>
                <a:lnTo>
                  <a:pt x="83915" y="30480"/>
                </a:lnTo>
                <a:lnTo>
                  <a:pt x="76295" y="32004"/>
                </a:lnTo>
                <a:lnTo>
                  <a:pt x="70199" y="35052"/>
                </a:lnTo>
                <a:lnTo>
                  <a:pt x="65627" y="36576"/>
                </a:lnTo>
                <a:lnTo>
                  <a:pt x="56483" y="42672"/>
                </a:lnTo>
                <a:lnTo>
                  <a:pt x="53435" y="45720"/>
                </a:lnTo>
                <a:lnTo>
                  <a:pt x="47339" y="54864"/>
                </a:lnTo>
                <a:lnTo>
                  <a:pt x="45815" y="59531"/>
                </a:lnTo>
                <a:lnTo>
                  <a:pt x="45815" y="77819"/>
                </a:lnTo>
                <a:lnTo>
                  <a:pt x="47339" y="85439"/>
                </a:lnTo>
                <a:lnTo>
                  <a:pt x="50387" y="91535"/>
                </a:lnTo>
                <a:lnTo>
                  <a:pt x="54959" y="96107"/>
                </a:lnTo>
                <a:lnTo>
                  <a:pt x="59531" y="102203"/>
                </a:lnTo>
                <a:lnTo>
                  <a:pt x="65627" y="106775"/>
                </a:lnTo>
                <a:lnTo>
                  <a:pt x="71723" y="109823"/>
                </a:lnTo>
                <a:lnTo>
                  <a:pt x="77819" y="114395"/>
                </a:lnTo>
                <a:lnTo>
                  <a:pt x="85439" y="117443"/>
                </a:lnTo>
                <a:lnTo>
                  <a:pt x="91192" y="120635"/>
                </a:lnTo>
                <a:lnTo>
                  <a:pt x="97107" y="123551"/>
                </a:lnTo>
                <a:lnTo>
                  <a:pt x="103307" y="126484"/>
                </a:lnTo>
                <a:lnTo>
                  <a:pt x="109788" y="129666"/>
                </a:lnTo>
                <a:lnTo>
                  <a:pt x="115633" y="132278"/>
                </a:lnTo>
                <a:lnTo>
                  <a:pt x="149280" y="152852"/>
                </a:lnTo>
                <a:lnTo>
                  <a:pt x="167830" y="178498"/>
                </a:lnTo>
                <a:lnTo>
                  <a:pt x="170711" y="184752"/>
                </a:lnTo>
                <a:lnTo>
                  <a:pt x="172593" y="191881"/>
                </a:lnTo>
                <a:lnTo>
                  <a:pt x="173616" y="199581"/>
                </a:lnTo>
                <a:lnTo>
                  <a:pt x="173808" y="204501"/>
                </a:lnTo>
                <a:lnTo>
                  <a:pt x="173926" y="207549"/>
                </a:lnTo>
                <a:lnTo>
                  <a:pt x="173378" y="217527"/>
                </a:lnTo>
                <a:lnTo>
                  <a:pt x="171831" y="226790"/>
                </a:lnTo>
                <a:lnTo>
                  <a:pt x="169487" y="234981"/>
                </a:lnTo>
                <a:lnTo>
                  <a:pt x="169425" y="235196"/>
                </a:lnTo>
                <a:lnTo>
                  <a:pt x="166306" y="242601"/>
                </a:lnTo>
                <a:lnTo>
                  <a:pt x="162614" y="250221"/>
                </a:lnTo>
                <a:lnTo>
                  <a:pt x="158115" y="257472"/>
                </a:lnTo>
                <a:lnTo>
                  <a:pt x="156591" y="259365"/>
                </a:lnTo>
                <a:close/>
              </a:path>
              <a:path w="173990" h="291464">
                <a:moveTo>
                  <a:pt x="152590" y="51816"/>
                </a:moveTo>
                <a:lnTo>
                  <a:pt x="151066" y="51816"/>
                </a:lnTo>
                <a:lnTo>
                  <a:pt x="144970" y="48768"/>
                </a:lnTo>
                <a:lnTo>
                  <a:pt x="141922" y="45720"/>
                </a:lnTo>
                <a:lnTo>
                  <a:pt x="137350" y="44196"/>
                </a:lnTo>
                <a:lnTo>
                  <a:pt x="132778" y="41148"/>
                </a:lnTo>
                <a:lnTo>
                  <a:pt x="126682" y="38100"/>
                </a:lnTo>
                <a:lnTo>
                  <a:pt x="114490" y="35052"/>
                </a:lnTo>
                <a:lnTo>
                  <a:pt x="108394" y="32004"/>
                </a:lnTo>
                <a:lnTo>
                  <a:pt x="100774" y="30480"/>
                </a:lnTo>
                <a:lnTo>
                  <a:pt x="157162" y="30480"/>
                </a:lnTo>
                <a:lnTo>
                  <a:pt x="158686" y="32004"/>
                </a:lnTo>
                <a:lnTo>
                  <a:pt x="158686" y="38100"/>
                </a:lnTo>
                <a:lnTo>
                  <a:pt x="157162" y="39624"/>
                </a:lnTo>
                <a:lnTo>
                  <a:pt x="157162" y="47244"/>
                </a:lnTo>
                <a:lnTo>
                  <a:pt x="155638" y="48768"/>
                </a:lnTo>
                <a:lnTo>
                  <a:pt x="155638" y="50292"/>
                </a:lnTo>
                <a:lnTo>
                  <a:pt x="154114" y="50292"/>
                </a:lnTo>
                <a:lnTo>
                  <a:pt x="152590" y="51816"/>
                </a:lnTo>
                <a:close/>
              </a:path>
              <a:path w="173990" h="291464">
                <a:moveTo>
                  <a:pt x="77819" y="291465"/>
                </a:moveTo>
                <a:lnTo>
                  <a:pt x="69742" y="291155"/>
                </a:lnTo>
                <a:lnTo>
                  <a:pt x="70523" y="291155"/>
                </a:lnTo>
                <a:lnTo>
                  <a:pt x="64293" y="290512"/>
                </a:lnTo>
                <a:lnTo>
                  <a:pt x="57888" y="289536"/>
                </a:lnTo>
                <a:lnTo>
                  <a:pt x="51911" y="288417"/>
                </a:lnTo>
                <a:lnTo>
                  <a:pt x="42767" y="286893"/>
                </a:lnTo>
                <a:lnTo>
                  <a:pt x="36671" y="285369"/>
                </a:lnTo>
                <a:lnTo>
                  <a:pt x="29051" y="283845"/>
                </a:lnTo>
                <a:lnTo>
                  <a:pt x="22955" y="280797"/>
                </a:lnTo>
                <a:lnTo>
                  <a:pt x="18383" y="277749"/>
                </a:lnTo>
                <a:lnTo>
                  <a:pt x="13811" y="276225"/>
                </a:lnTo>
                <a:lnTo>
                  <a:pt x="9144" y="273177"/>
                </a:lnTo>
                <a:lnTo>
                  <a:pt x="6095" y="271653"/>
                </a:lnTo>
                <a:lnTo>
                  <a:pt x="4571" y="270129"/>
                </a:lnTo>
                <a:lnTo>
                  <a:pt x="3047" y="267081"/>
                </a:lnTo>
                <a:lnTo>
                  <a:pt x="1524" y="265557"/>
                </a:lnTo>
                <a:lnTo>
                  <a:pt x="1524" y="262413"/>
                </a:lnTo>
                <a:lnTo>
                  <a:pt x="0" y="260889"/>
                </a:lnTo>
                <a:lnTo>
                  <a:pt x="0" y="242601"/>
                </a:lnTo>
                <a:lnTo>
                  <a:pt x="1524" y="239553"/>
                </a:lnTo>
                <a:lnTo>
                  <a:pt x="1524" y="238029"/>
                </a:lnTo>
                <a:lnTo>
                  <a:pt x="4571" y="234981"/>
                </a:lnTo>
                <a:lnTo>
                  <a:pt x="9144" y="234981"/>
                </a:lnTo>
                <a:lnTo>
                  <a:pt x="12287" y="236505"/>
                </a:lnTo>
                <a:lnTo>
                  <a:pt x="15335" y="239553"/>
                </a:lnTo>
                <a:lnTo>
                  <a:pt x="19907" y="241077"/>
                </a:lnTo>
                <a:lnTo>
                  <a:pt x="24479" y="244125"/>
                </a:lnTo>
                <a:lnTo>
                  <a:pt x="30575" y="247173"/>
                </a:lnTo>
                <a:lnTo>
                  <a:pt x="35147" y="250221"/>
                </a:lnTo>
                <a:lnTo>
                  <a:pt x="42767" y="253269"/>
                </a:lnTo>
                <a:lnTo>
                  <a:pt x="50387" y="254793"/>
                </a:lnTo>
                <a:lnTo>
                  <a:pt x="57269" y="256794"/>
                </a:lnTo>
                <a:lnTo>
                  <a:pt x="64293" y="258222"/>
                </a:lnTo>
                <a:lnTo>
                  <a:pt x="71604" y="259080"/>
                </a:lnTo>
                <a:lnTo>
                  <a:pt x="79343" y="259365"/>
                </a:lnTo>
                <a:lnTo>
                  <a:pt x="156591" y="259365"/>
                </a:lnTo>
                <a:lnTo>
                  <a:pt x="152804" y="264073"/>
                </a:lnTo>
                <a:lnTo>
                  <a:pt x="116014" y="285369"/>
                </a:lnTo>
                <a:lnTo>
                  <a:pt x="87859" y="291155"/>
                </a:lnTo>
                <a:lnTo>
                  <a:pt x="77819" y="2914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2023" y="3346799"/>
            <a:ext cx="44450" cy="292100"/>
          </a:xfrm>
          <a:custGeom>
            <a:avLst/>
            <a:gdLst/>
            <a:ahLst/>
            <a:cxnLst/>
            <a:rect l="l" t="t" r="r" b="b"/>
            <a:pathLst>
              <a:path w="44450" h="292100">
                <a:moveTo>
                  <a:pt x="33528" y="82486"/>
                </a:moveTo>
                <a:lnTo>
                  <a:pt x="10668" y="82486"/>
                </a:lnTo>
                <a:lnTo>
                  <a:pt x="12192" y="80962"/>
                </a:lnTo>
                <a:lnTo>
                  <a:pt x="30480" y="80962"/>
                </a:lnTo>
                <a:lnTo>
                  <a:pt x="33528" y="82486"/>
                </a:lnTo>
                <a:close/>
              </a:path>
              <a:path w="44450" h="292100">
                <a:moveTo>
                  <a:pt x="38100" y="290036"/>
                </a:moveTo>
                <a:lnTo>
                  <a:pt x="6096" y="290036"/>
                </a:lnTo>
                <a:lnTo>
                  <a:pt x="4572" y="288512"/>
                </a:lnTo>
                <a:lnTo>
                  <a:pt x="4572" y="286892"/>
                </a:lnTo>
                <a:lnTo>
                  <a:pt x="3048" y="285368"/>
                </a:lnTo>
                <a:lnTo>
                  <a:pt x="3048" y="87058"/>
                </a:lnTo>
                <a:lnTo>
                  <a:pt x="4572" y="85534"/>
                </a:lnTo>
                <a:lnTo>
                  <a:pt x="4572" y="84010"/>
                </a:lnTo>
                <a:lnTo>
                  <a:pt x="6096" y="84010"/>
                </a:lnTo>
                <a:lnTo>
                  <a:pt x="7620" y="82486"/>
                </a:lnTo>
                <a:lnTo>
                  <a:pt x="36576" y="82486"/>
                </a:lnTo>
                <a:lnTo>
                  <a:pt x="39624" y="85534"/>
                </a:lnTo>
                <a:lnTo>
                  <a:pt x="39624" y="288512"/>
                </a:lnTo>
                <a:lnTo>
                  <a:pt x="38100" y="288512"/>
                </a:lnTo>
                <a:lnTo>
                  <a:pt x="38100" y="290036"/>
                </a:lnTo>
                <a:close/>
              </a:path>
              <a:path w="44450" h="292100">
                <a:moveTo>
                  <a:pt x="33528" y="291560"/>
                </a:moveTo>
                <a:lnTo>
                  <a:pt x="10668" y="291560"/>
                </a:lnTo>
                <a:lnTo>
                  <a:pt x="9144" y="290036"/>
                </a:lnTo>
                <a:lnTo>
                  <a:pt x="35052" y="290036"/>
                </a:lnTo>
                <a:lnTo>
                  <a:pt x="33528" y="291560"/>
                </a:lnTo>
                <a:close/>
              </a:path>
              <a:path w="44450" h="292100">
                <a:moveTo>
                  <a:pt x="30480" y="42767"/>
                </a:moveTo>
                <a:lnTo>
                  <a:pt x="13716" y="42767"/>
                </a:lnTo>
                <a:lnTo>
                  <a:pt x="7620" y="41243"/>
                </a:lnTo>
                <a:lnTo>
                  <a:pt x="1524" y="35147"/>
                </a:lnTo>
                <a:lnTo>
                  <a:pt x="0" y="30575"/>
                </a:lnTo>
                <a:lnTo>
                  <a:pt x="0" y="13811"/>
                </a:lnTo>
                <a:lnTo>
                  <a:pt x="1524" y="7619"/>
                </a:lnTo>
                <a:lnTo>
                  <a:pt x="7620" y="1524"/>
                </a:lnTo>
                <a:lnTo>
                  <a:pt x="13716" y="0"/>
                </a:lnTo>
                <a:lnTo>
                  <a:pt x="30480" y="0"/>
                </a:lnTo>
                <a:lnTo>
                  <a:pt x="36576" y="1524"/>
                </a:lnTo>
                <a:lnTo>
                  <a:pt x="42672" y="7619"/>
                </a:lnTo>
                <a:lnTo>
                  <a:pt x="44196" y="13811"/>
                </a:lnTo>
                <a:lnTo>
                  <a:pt x="44196" y="30575"/>
                </a:lnTo>
                <a:lnTo>
                  <a:pt x="42672" y="35147"/>
                </a:lnTo>
                <a:lnTo>
                  <a:pt x="36576" y="41243"/>
                </a:lnTo>
                <a:lnTo>
                  <a:pt x="30480" y="427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58799" y="3424618"/>
            <a:ext cx="291465" cy="213995"/>
          </a:xfrm>
          <a:custGeom>
            <a:avLst/>
            <a:gdLst/>
            <a:ahLst/>
            <a:cxnLst/>
            <a:rect l="l" t="t" r="r" b="b"/>
            <a:pathLst>
              <a:path w="291465" h="213995">
                <a:moveTo>
                  <a:pt x="71304" y="36576"/>
                </a:moveTo>
                <a:lnTo>
                  <a:pt x="32099" y="36576"/>
                </a:lnTo>
                <a:lnTo>
                  <a:pt x="40981" y="28003"/>
                </a:lnTo>
                <a:lnTo>
                  <a:pt x="72747" y="5143"/>
                </a:lnTo>
                <a:lnTo>
                  <a:pt x="88238" y="547"/>
                </a:lnTo>
                <a:lnTo>
                  <a:pt x="88462" y="547"/>
                </a:lnTo>
                <a:lnTo>
                  <a:pt x="96107" y="0"/>
                </a:lnTo>
                <a:lnTo>
                  <a:pt x="105251" y="0"/>
                </a:lnTo>
                <a:lnTo>
                  <a:pt x="111347" y="1524"/>
                </a:lnTo>
                <a:lnTo>
                  <a:pt x="119062" y="3048"/>
                </a:lnTo>
                <a:lnTo>
                  <a:pt x="124872" y="4500"/>
                </a:lnTo>
                <a:lnTo>
                  <a:pt x="125015" y="4500"/>
                </a:lnTo>
                <a:lnTo>
                  <a:pt x="131254" y="7620"/>
                </a:lnTo>
                <a:lnTo>
                  <a:pt x="140398" y="13716"/>
                </a:lnTo>
                <a:lnTo>
                  <a:pt x="144970" y="18288"/>
                </a:lnTo>
                <a:lnTo>
                  <a:pt x="148018" y="22860"/>
                </a:lnTo>
                <a:lnTo>
                  <a:pt x="152590" y="27432"/>
                </a:lnTo>
                <a:lnTo>
                  <a:pt x="153733" y="32004"/>
                </a:lnTo>
                <a:lnTo>
                  <a:pt x="88487" y="32004"/>
                </a:lnTo>
                <a:lnTo>
                  <a:pt x="82534" y="32575"/>
                </a:lnTo>
                <a:lnTo>
                  <a:pt x="76641" y="34194"/>
                </a:lnTo>
                <a:lnTo>
                  <a:pt x="76503" y="34194"/>
                </a:lnTo>
                <a:lnTo>
                  <a:pt x="71304" y="36576"/>
                </a:lnTo>
                <a:close/>
              </a:path>
              <a:path w="291465" h="213995">
                <a:moveTo>
                  <a:pt x="194488" y="39624"/>
                </a:moveTo>
                <a:lnTo>
                  <a:pt x="157162" y="39624"/>
                </a:lnTo>
                <a:lnTo>
                  <a:pt x="161734" y="34194"/>
                </a:lnTo>
                <a:lnTo>
                  <a:pt x="192214" y="9144"/>
                </a:lnTo>
                <a:lnTo>
                  <a:pt x="198310" y="6096"/>
                </a:lnTo>
                <a:lnTo>
                  <a:pt x="202882" y="3048"/>
                </a:lnTo>
                <a:lnTo>
                  <a:pt x="209073" y="3048"/>
                </a:lnTo>
                <a:lnTo>
                  <a:pt x="213645" y="1524"/>
                </a:lnTo>
                <a:lnTo>
                  <a:pt x="219741" y="0"/>
                </a:lnTo>
                <a:lnTo>
                  <a:pt x="224313" y="0"/>
                </a:lnTo>
                <a:lnTo>
                  <a:pt x="233172" y="547"/>
                </a:lnTo>
                <a:lnTo>
                  <a:pt x="273034" y="18978"/>
                </a:lnTo>
                <a:lnTo>
                  <a:pt x="281829" y="32004"/>
                </a:lnTo>
                <a:lnTo>
                  <a:pt x="216693" y="32004"/>
                </a:lnTo>
                <a:lnTo>
                  <a:pt x="210725" y="32575"/>
                </a:lnTo>
                <a:lnTo>
                  <a:pt x="204802" y="34194"/>
                </a:lnTo>
                <a:lnTo>
                  <a:pt x="204663" y="34194"/>
                </a:lnTo>
                <a:lnTo>
                  <a:pt x="198182" y="37147"/>
                </a:lnTo>
                <a:lnTo>
                  <a:pt x="194488" y="39624"/>
                </a:lnTo>
                <a:close/>
              </a:path>
              <a:path w="291465" h="213995">
                <a:moveTo>
                  <a:pt x="25836" y="4500"/>
                </a:moveTo>
                <a:lnTo>
                  <a:pt x="6167" y="4500"/>
                </a:lnTo>
                <a:lnTo>
                  <a:pt x="7619" y="3048"/>
                </a:lnTo>
                <a:lnTo>
                  <a:pt x="24383" y="3048"/>
                </a:lnTo>
                <a:lnTo>
                  <a:pt x="25836" y="4500"/>
                </a:lnTo>
                <a:close/>
              </a:path>
              <a:path w="291465" h="213995">
                <a:moveTo>
                  <a:pt x="33623" y="212121"/>
                </a:moveTo>
                <a:lnTo>
                  <a:pt x="3048" y="212121"/>
                </a:lnTo>
                <a:lnTo>
                  <a:pt x="0" y="209073"/>
                </a:lnTo>
                <a:lnTo>
                  <a:pt x="0" y="7620"/>
                </a:lnTo>
                <a:lnTo>
                  <a:pt x="3119" y="4500"/>
                </a:lnTo>
                <a:lnTo>
                  <a:pt x="28884" y="4500"/>
                </a:lnTo>
                <a:lnTo>
                  <a:pt x="30480" y="6096"/>
                </a:lnTo>
                <a:lnTo>
                  <a:pt x="32099" y="6096"/>
                </a:lnTo>
                <a:lnTo>
                  <a:pt x="32099" y="36576"/>
                </a:lnTo>
                <a:lnTo>
                  <a:pt x="71304" y="36576"/>
                </a:lnTo>
                <a:lnTo>
                  <a:pt x="70056" y="37147"/>
                </a:lnTo>
                <a:lnTo>
                  <a:pt x="36671" y="68675"/>
                </a:lnTo>
                <a:lnTo>
                  <a:pt x="36671" y="209073"/>
                </a:lnTo>
                <a:lnTo>
                  <a:pt x="33623" y="212121"/>
                </a:lnTo>
                <a:close/>
              </a:path>
              <a:path w="291465" h="213995">
                <a:moveTo>
                  <a:pt x="161734" y="212121"/>
                </a:moveTo>
                <a:lnTo>
                  <a:pt x="129730" y="212121"/>
                </a:lnTo>
                <a:lnTo>
                  <a:pt x="129730" y="210597"/>
                </a:lnTo>
                <a:lnTo>
                  <a:pt x="128206" y="210597"/>
                </a:lnTo>
                <a:lnTo>
                  <a:pt x="128206" y="79343"/>
                </a:lnTo>
                <a:lnTo>
                  <a:pt x="125158" y="64103"/>
                </a:lnTo>
                <a:lnTo>
                  <a:pt x="122110" y="51816"/>
                </a:lnTo>
                <a:lnTo>
                  <a:pt x="119062" y="47244"/>
                </a:lnTo>
                <a:lnTo>
                  <a:pt x="115919" y="41148"/>
                </a:lnTo>
                <a:lnTo>
                  <a:pt x="106775" y="35052"/>
                </a:lnTo>
                <a:lnTo>
                  <a:pt x="100679" y="33528"/>
                </a:lnTo>
                <a:lnTo>
                  <a:pt x="96107" y="32004"/>
                </a:lnTo>
                <a:lnTo>
                  <a:pt x="153733" y="32004"/>
                </a:lnTo>
                <a:lnTo>
                  <a:pt x="154114" y="33528"/>
                </a:lnTo>
                <a:lnTo>
                  <a:pt x="157162" y="39624"/>
                </a:lnTo>
                <a:lnTo>
                  <a:pt x="194488" y="39624"/>
                </a:lnTo>
                <a:lnTo>
                  <a:pt x="192214" y="41148"/>
                </a:lnTo>
                <a:lnTo>
                  <a:pt x="185356" y="46306"/>
                </a:lnTo>
                <a:lnTo>
                  <a:pt x="178498" y="52625"/>
                </a:lnTo>
                <a:lnTo>
                  <a:pt x="171640" y="60087"/>
                </a:lnTo>
                <a:lnTo>
                  <a:pt x="164782" y="68675"/>
                </a:lnTo>
                <a:lnTo>
                  <a:pt x="164782" y="207549"/>
                </a:lnTo>
                <a:lnTo>
                  <a:pt x="163258" y="209073"/>
                </a:lnTo>
                <a:lnTo>
                  <a:pt x="163258" y="210597"/>
                </a:lnTo>
                <a:lnTo>
                  <a:pt x="161734" y="212121"/>
                </a:lnTo>
                <a:close/>
              </a:path>
              <a:path w="291465" h="213995">
                <a:moveTo>
                  <a:pt x="289845" y="212121"/>
                </a:moveTo>
                <a:lnTo>
                  <a:pt x="257841" y="212121"/>
                </a:lnTo>
                <a:lnTo>
                  <a:pt x="257841" y="210597"/>
                </a:lnTo>
                <a:lnTo>
                  <a:pt x="256317" y="210597"/>
                </a:lnTo>
                <a:lnTo>
                  <a:pt x="256317" y="79343"/>
                </a:lnTo>
                <a:lnTo>
                  <a:pt x="253269" y="64103"/>
                </a:lnTo>
                <a:lnTo>
                  <a:pt x="250221" y="51816"/>
                </a:lnTo>
                <a:lnTo>
                  <a:pt x="247173" y="47244"/>
                </a:lnTo>
                <a:lnTo>
                  <a:pt x="244125" y="41148"/>
                </a:lnTo>
                <a:lnTo>
                  <a:pt x="234981" y="35052"/>
                </a:lnTo>
                <a:lnTo>
                  <a:pt x="228885" y="33528"/>
                </a:lnTo>
                <a:lnTo>
                  <a:pt x="224313" y="32004"/>
                </a:lnTo>
                <a:lnTo>
                  <a:pt x="281829" y="32004"/>
                </a:lnTo>
                <a:lnTo>
                  <a:pt x="284038" y="36576"/>
                </a:lnTo>
                <a:lnTo>
                  <a:pt x="284130" y="36766"/>
                </a:lnTo>
                <a:lnTo>
                  <a:pt x="291322" y="74388"/>
                </a:lnTo>
                <a:lnTo>
                  <a:pt x="291369" y="210597"/>
                </a:lnTo>
                <a:lnTo>
                  <a:pt x="289845" y="212121"/>
                </a:lnTo>
                <a:close/>
              </a:path>
              <a:path w="291465" h="213995">
                <a:moveTo>
                  <a:pt x="28956" y="213645"/>
                </a:moveTo>
                <a:lnTo>
                  <a:pt x="7619" y="213645"/>
                </a:lnTo>
                <a:lnTo>
                  <a:pt x="4571" y="212121"/>
                </a:lnTo>
                <a:lnTo>
                  <a:pt x="30480" y="212121"/>
                </a:lnTo>
                <a:lnTo>
                  <a:pt x="28956" y="213645"/>
                </a:lnTo>
                <a:close/>
              </a:path>
              <a:path w="291465" h="213995">
                <a:moveTo>
                  <a:pt x="157162" y="213645"/>
                </a:moveTo>
                <a:lnTo>
                  <a:pt x="134302" y="213645"/>
                </a:lnTo>
                <a:lnTo>
                  <a:pt x="132778" y="212121"/>
                </a:lnTo>
                <a:lnTo>
                  <a:pt x="158686" y="212121"/>
                </a:lnTo>
                <a:lnTo>
                  <a:pt x="157162" y="213645"/>
                </a:lnTo>
                <a:close/>
              </a:path>
              <a:path w="291465" h="213995">
                <a:moveTo>
                  <a:pt x="285273" y="213645"/>
                </a:moveTo>
                <a:lnTo>
                  <a:pt x="262413" y="213645"/>
                </a:lnTo>
                <a:lnTo>
                  <a:pt x="260889" y="212121"/>
                </a:lnTo>
                <a:lnTo>
                  <a:pt x="286797" y="212121"/>
                </a:lnTo>
                <a:lnTo>
                  <a:pt x="285273" y="213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17319" y="3424618"/>
            <a:ext cx="180340" cy="291465"/>
          </a:xfrm>
          <a:custGeom>
            <a:avLst/>
            <a:gdLst/>
            <a:ahLst/>
            <a:cxnLst/>
            <a:rect l="l" t="t" r="r" b="b"/>
            <a:pathLst>
              <a:path w="180340" h="291464">
                <a:moveTo>
                  <a:pt x="71723" y="36576"/>
                </a:moveTo>
                <a:lnTo>
                  <a:pt x="30575" y="36576"/>
                </a:lnTo>
                <a:lnTo>
                  <a:pt x="36671" y="30480"/>
                </a:lnTo>
                <a:lnTo>
                  <a:pt x="42767" y="25908"/>
                </a:lnTo>
                <a:lnTo>
                  <a:pt x="48863" y="19812"/>
                </a:lnTo>
                <a:lnTo>
                  <a:pt x="53435" y="16764"/>
                </a:lnTo>
                <a:lnTo>
                  <a:pt x="59531" y="12192"/>
                </a:lnTo>
                <a:lnTo>
                  <a:pt x="65627" y="9144"/>
                </a:lnTo>
                <a:lnTo>
                  <a:pt x="70199" y="6096"/>
                </a:lnTo>
                <a:lnTo>
                  <a:pt x="94583" y="0"/>
                </a:lnTo>
                <a:lnTo>
                  <a:pt x="100679" y="0"/>
                </a:lnTo>
                <a:lnTo>
                  <a:pt x="144803" y="13144"/>
                </a:lnTo>
                <a:lnTo>
                  <a:pt x="161734" y="32004"/>
                </a:lnTo>
                <a:lnTo>
                  <a:pt x="85439" y="32004"/>
                </a:lnTo>
                <a:lnTo>
                  <a:pt x="71723" y="36576"/>
                </a:lnTo>
                <a:close/>
              </a:path>
              <a:path w="180340" h="291464">
                <a:moveTo>
                  <a:pt x="24479" y="4572"/>
                </a:moveTo>
                <a:lnTo>
                  <a:pt x="6096" y="4572"/>
                </a:lnTo>
                <a:lnTo>
                  <a:pt x="7620" y="3048"/>
                </a:lnTo>
                <a:lnTo>
                  <a:pt x="22955" y="3048"/>
                </a:lnTo>
                <a:lnTo>
                  <a:pt x="24479" y="4572"/>
                </a:lnTo>
                <a:close/>
              </a:path>
              <a:path w="180340" h="291464">
                <a:moveTo>
                  <a:pt x="29051" y="6096"/>
                </a:moveTo>
                <a:lnTo>
                  <a:pt x="1524" y="6096"/>
                </a:lnTo>
                <a:lnTo>
                  <a:pt x="3048" y="4572"/>
                </a:lnTo>
                <a:lnTo>
                  <a:pt x="27527" y="4572"/>
                </a:lnTo>
                <a:lnTo>
                  <a:pt x="29051" y="6096"/>
                </a:lnTo>
                <a:close/>
              </a:path>
              <a:path w="180340" h="291464">
                <a:moveTo>
                  <a:pt x="35147" y="288417"/>
                </a:moveTo>
                <a:lnTo>
                  <a:pt x="0" y="288417"/>
                </a:lnTo>
                <a:lnTo>
                  <a:pt x="0" y="6096"/>
                </a:lnTo>
                <a:lnTo>
                  <a:pt x="30575" y="6096"/>
                </a:lnTo>
                <a:lnTo>
                  <a:pt x="30575" y="36576"/>
                </a:lnTo>
                <a:lnTo>
                  <a:pt x="71723" y="36576"/>
                </a:lnTo>
                <a:lnTo>
                  <a:pt x="62579" y="42672"/>
                </a:lnTo>
                <a:lnTo>
                  <a:pt x="56483" y="47244"/>
                </a:lnTo>
                <a:lnTo>
                  <a:pt x="51911" y="51816"/>
                </a:lnTo>
                <a:lnTo>
                  <a:pt x="47339" y="56483"/>
                </a:lnTo>
                <a:lnTo>
                  <a:pt x="41243" y="62579"/>
                </a:lnTo>
                <a:lnTo>
                  <a:pt x="35147" y="70199"/>
                </a:lnTo>
                <a:lnTo>
                  <a:pt x="35147" y="148018"/>
                </a:lnTo>
                <a:lnTo>
                  <a:pt x="64103" y="175450"/>
                </a:lnTo>
                <a:lnTo>
                  <a:pt x="91535" y="186118"/>
                </a:lnTo>
                <a:lnTo>
                  <a:pt x="35147" y="186118"/>
                </a:lnTo>
                <a:lnTo>
                  <a:pt x="35147" y="288417"/>
                </a:lnTo>
                <a:close/>
              </a:path>
              <a:path w="180340" h="291464">
                <a:moveTo>
                  <a:pt x="94583" y="216693"/>
                </a:moveTo>
                <a:lnTo>
                  <a:pt x="83915" y="216693"/>
                </a:lnTo>
                <a:lnTo>
                  <a:pt x="74771" y="213645"/>
                </a:lnTo>
                <a:lnTo>
                  <a:pt x="68675" y="212121"/>
                </a:lnTo>
                <a:lnTo>
                  <a:pt x="64103" y="209073"/>
                </a:lnTo>
                <a:lnTo>
                  <a:pt x="59531" y="207549"/>
                </a:lnTo>
                <a:lnTo>
                  <a:pt x="54886" y="204428"/>
                </a:lnTo>
                <a:lnTo>
                  <a:pt x="50387" y="199929"/>
                </a:lnTo>
                <a:lnTo>
                  <a:pt x="45815" y="196881"/>
                </a:lnTo>
                <a:lnTo>
                  <a:pt x="41243" y="192309"/>
                </a:lnTo>
                <a:lnTo>
                  <a:pt x="35147" y="186118"/>
                </a:lnTo>
                <a:lnTo>
                  <a:pt x="100679" y="186118"/>
                </a:lnTo>
                <a:lnTo>
                  <a:pt x="108299" y="183070"/>
                </a:lnTo>
                <a:lnTo>
                  <a:pt x="114490" y="178498"/>
                </a:lnTo>
                <a:lnTo>
                  <a:pt x="122110" y="173926"/>
                </a:lnTo>
                <a:lnTo>
                  <a:pt x="126682" y="169354"/>
                </a:lnTo>
                <a:lnTo>
                  <a:pt x="141279" y="130477"/>
                </a:lnTo>
                <a:lnTo>
                  <a:pt x="141898" y="102084"/>
                </a:lnTo>
                <a:lnTo>
                  <a:pt x="141736" y="94988"/>
                </a:lnTo>
                <a:lnTo>
                  <a:pt x="132778" y="54959"/>
                </a:lnTo>
                <a:lnTo>
                  <a:pt x="103727" y="32004"/>
                </a:lnTo>
                <a:lnTo>
                  <a:pt x="161734" y="32004"/>
                </a:lnTo>
                <a:lnTo>
                  <a:pt x="177974" y="74033"/>
                </a:lnTo>
                <a:lnTo>
                  <a:pt x="179941" y="102084"/>
                </a:lnTo>
                <a:lnTo>
                  <a:pt x="179916" y="109823"/>
                </a:lnTo>
                <a:lnTo>
                  <a:pt x="175450" y="152590"/>
                </a:lnTo>
                <a:lnTo>
                  <a:pt x="168292" y="170307"/>
                </a:lnTo>
                <a:lnTo>
                  <a:pt x="168211" y="170497"/>
                </a:lnTo>
                <a:lnTo>
                  <a:pt x="164002" y="178498"/>
                </a:lnTo>
                <a:lnTo>
                  <a:pt x="163877" y="178736"/>
                </a:lnTo>
                <a:lnTo>
                  <a:pt x="158686" y="186118"/>
                </a:lnTo>
                <a:lnTo>
                  <a:pt x="123365" y="212121"/>
                </a:lnTo>
                <a:lnTo>
                  <a:pt x="105282" y="216146"/>
                </a:lnTo>
                <a:lnTo>
                  <a:pt x="94583" y="216693"/>
                </a:lnTo>
                <a:close/>
              </a:path>
              <a:path w="180340" h="291464">
                <a:moveTo>
                  <a:pt x="33623" y="289940"/>
                </a:moveTo>
                <a:lnTo>
                  <a:pt x="1524" y="289940"/>
                </a:lnTo>
                <a:lnTo>
                  <a:pt x="1524" y="288417"/>
                </a:lnTo>
                <a:lnTo>
                  <a:pt x="33623" y="288417"/>
                </a:lnTo>
                <a:lnTo>
                  <a:pt x="33623" y="289940"/>
                </a:lnTo>
                <a:close/>
              </a:path>
              <a:path w="180340" h="291464">
                <a:moveTo>
                  <a:pt x="30575" y="291464"/>
                </a:moveTo>
                <a:lnTo>
                  <a:pt x="4572" y="291464"/>
                </a:lnTo>
                <a:lnTo>
                  <a:pt x="3048" y="289940"/>
                </a:lnTo>
                <a:lnTo>
                  <a:pt x="32099" y="289940"/>
                </a:lnTo>
                <a:lnTo>
                  <a:pt x="30575" y="291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52301" y="3331463"/>
            <a:ext cx="36830" cy="307340"/>
          </a:xfrm>
          <a:custGeom>
            <a:avLst/>
            <a:gdLst/>
            <a:ahLst/>
            <a:cxnLst/>
            <a:rect l="l" t="t" r="r" b="b"/>
            <a:pathLst>
              <a:path w="36830" h="307339">
                <a:moveTo>
                  <a:pt x="24384" y="1524"/>
                </a:moveTo>
                <a:lnTo>
                  <a:pt x="10668" y="1524"/>
                </a:lnTo>
                <a:lnTo>
                  <a:pt x="13716" y="0"/>
                </a:lnTo>
                <a:lnTo>
                  <a:pt x="21336" y="0"/>
                </a:lnTo>
                <a:lnTo>
                  <a:pt x="24384" y="1524"/>
                </a:lnTo>
                <a:close/>
              </a:path>
              <a:path w="36830" h="307339">
                <a:moveTo>
                  <a:pt x="32004" y="3048"/>
                </a:moveTo>
                <a:lnTo>
                  <a:pt x="3048" y="3048"/>
                </a:lnTo>
                <a:lnTo>
                  <a:pt x="4572" y="1524"/>
                </a:lnTo>
                <a:lnTo>
                  <a:pt x="30480" y="1524"/>
                </a:lnTo>
                <a:lnTo>
                  <a:pt x="32004" y="3048"/>
                </a:lnTo>
                <a:close/>
              </a:path>
              <a:path w="36830" h="307339">
                <a:moveTo>
                  <a:pt x="33528" y="305276"/>
                </a:moveTo>
                <a:lnTo>
                  <a:pt x="1524" y="305276"/>
                </a:lnTo>
                <a:lnTo>
                  <a:pt x="1524" y="303752"/>
                </a:lnTo>
                <a:lnTo>
                  <a:pt x="0" y="303752"/>
                </a:lnTo>
                <a:lnTo>
                  <a:pt x="0" y="4572"/>
                </a:lnTo>
                <a:lnTo>
                  <a:pt x="1524" y="3048"/>
                </a:lnTo>
                <a:lnTo>
                  <a:pt x="35052" y="3048"/>
                </a:lnTo>
                <a:lnTo>
                  <a:pt x="35052" y="6096"/>
                </a:lnTo>
                <a:lnTo>
                  <a:pt x="36576" y="6096"/>
                </a:lnTo>
                <a:lnTo>
                  <a:pt x="36576" y="300704"/>
                </a:lnTo>
                <a:lnTo>
                  <a:pt x="35052" y="302228"/>
                </a:lnTo>
                <a:lnTo>
                  <a:pt x="35052" y="303752"/>
                </a:lnTo>
                <a:lnTo>
                  <a:pt x="33528" y="305276"/>
                </a:lnTo>
                <a:close/>
              </a:path>
              <a:path w="36830" h="307339">
                <a:moveTo>
                  <a:pt x="28956" y="306800"/>
                </a:moveTo>
                <a:lnTo>
                  <a:pt x="6096" y="306800"/>
                </a:lnTo>
                <a:lnTo>
                  <a:pt x="4572" y="305276"/>
                </a:lnTo>
                <a:lnTo>
                  <a:pt x="30480" y="305276"/>
                </a:lnTo>
                <a:lnTo>
                  <a:pt x="28956" y="306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41098" y="3424618"/>
            <a:ext cx="181236" cy="216693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2084070" y="3329940"/>
            <a:ext cx="624205" cy="311785"/>
            <a:chOff x="2084070" y="3329940"/>
            <a:chExt cx="624205" cy="311785"/>
          </a:xfrm>
        </p:grpSpPr>
        <p:sp>
          <p:nvSpPr>
            <p:cNvPr id="14" name="object 14"/>
            <p:cNvSpPr/>
            <p:nvPr/>
          </p:nvSpPr>
          <p:spPr>
            <a:xfrm>
              <a:off x="2084070" y="3354419"/>
              <a:ext cx="189230" cy="283845"/>
            </a:xfrm>
            <a:custGeom>
              <a:avLst/>
              <a:gdLst/>
              <a:ahLst/>
              <a:cxnLst/>
              <a:rect l="l" t="t" r="r" b="b"/>
              <a:pathLst>
                <a:path w="189230" h="283845">
                  <a:moveTo>
                    <a:pt x="35052" y="282321"/>
                  </a:moveTo>
                  <a:lnTo>
                    <a:pt x="3048" y="282321"/>
                  </a:lnTo>
                  <a:lnTo>
                    <a:pt x="1524" y="280797"/>
                  </a:lnTo>
                  <a:lnTo>
                    <a:pt x="1524" y="279273"/>
                  </a:lnTo>
                  <a:lnTo>
                    <a:pt x="0" y="277749"/>
                  </a:lnTo>
                  <a:lnTo>
                    <a:pt x="0" y="9143"/>
                  </a:lnTo>
                  <a:lnTo>
                    <a:pt x="1397" y="4952"/>
                  </a:lnTo>
                  <a:lnTo>
                    <a:pt x="1524" y="4572"/>
                  </a:lnTo>
                  <a:lnTo>
                    <a:pt x="4667" y="2952"/>
                  </a:lnTo>
                  <a:lnTo>
                    <a:pt x="7620" y="0"/>
                  </a:lnTo>
                  <a:lnTo>
                    <a:pt x="97631" y="0"/>
                  </a:lnTo>
                  <a:lnTo>
                    <a:pt x="102203" y="1524"/>
                  </a:lnTo>
                  <a:lnTo>
                    <a:pt x="105251" y="1524"/>
                  </a:lnTo>
                  <a:lnTo>
                    <a:pt x="113204" y="2952"/>
                  </a:lnTo>
                  <a:lnTo>
                    <a:pt x="120872" y="4952"/>
                  </a:lnTo>
                  <a:lnTo>
                    <a:pt x="127968" y="7524"/>
                  </a:lnTo>
                  <a:lnTo>
                    <a:pt x="134207" y="10667"/>
                  </a:lnTo>
                  <a:lnTo>
                    <a:pt x="140596" y="13477"/>
                  </a:lnTo>
                  <a:lnTo>
                    <a:pt x="146101" y="17145"/>
                  </a:lnTo>
                  <a:lnTo>
                    <a:pt x="151017" y="21383"/>
                  </a:lnTo>
                  <a:lnTo>
                    <a:pt x="155638" y="25907"/>
                  </a:lnTo>
                  <a:lnTo>
                    <a:pt x="160210" y="30480"/>
                  </a:lnTo>
                  <a:lnTo>
                    <a:pt x="38100" y="30480"/>
                  </a:lnTo>
                  <a:lnTo>
                    <a:pt x="38100" y="126682"/>
                  </a:lnTo>
                  <a:lnTo>
                    <a:pt x="150558" y="126682"/>
                  </a:lnTo>
                  <a:lnTo>
                    <a:pt x="146494" y="129730"/>
                  </a:lnTo>
                  <a:lnTo>
                    <a:pt x="140303" y="134302"/>
                  </a:lnTo>
                  <a:lnTo>
                    <a:pt x="134207" y="138874"/>
                  </a:lnTo>
                  <a:lnTo>
                    <a:pt x="126587" y="141922"/>
                  </a:lnTo>
                  <a:lnTo>
                    <a:pt x="117443" y="144970"/>
                  </a:lnTo>
                  <a:lnTo>
                    <a:pt x="122015" y="146494"/>
                  </a:lnTo>
                  <a:lnTo>
                    <a:pt x="131159" y="152590"/>
                  </a:lnTo>
                  <a:lnTo>
                    <a:pt x="134207" y="155638"/>
                  </a:lnTo>
                  <a:lnTo>
                    <a:pt x="135223" y="157162"/>
                  </a:lnTo>
                  <a:lnTo>
                    <a:pt x="38100" y="157162"/>
                  </a:lnTo>
                  <a:lnTo>
                    <a:pt x="38100" y="279273"/>
                  </a:lnTo>
                  <a:lnTo>
                    <a:pt x="35052" y="282321"/>
                  </a:lnTo>
                  <a:close/>
                </a:path>
                <a:path w="189230" h="283845">
                  <a:moveTo>
                    <a:pt x="150558" y="126682"/>
                  </a:moveTo>
                  <a:lnTo>
                    <a:pt x="74771" y="126682"/>
                  </a:lnTo>
                  <a:lnTo>
                    <a:pt x="82248" y="126395"/>
                  </a:lnTo>
                  <a:lnTo>
                    <a:pt x="88868" y="125527"/>
                  </a:lnTo>
                  <a:lnTo>
                    <a:pt x="94916" y="124070"/>
                  </a:lnTo>
                  <a:lnTo>
                    <a:pt x="100679" y="122015"/>
                  </a:lnTo>
                  <a:lnTo>
                    <a:pt x="108299" y="120491"/>
                  </a:lnTo>
                  <a:lnTo>
                    <a:pt x="114395" y="115919"/>
                  </a:lnTo>
                  <a:lnTo>
                    <a:pt x="118967" y="112871"/>
                  </a:lnTo>
                  <a:lnTo>
                    <a:pt x="123539" y="108299"/>
                  </a:lnTo>
                  <a:lnTo>
                    <a:pt x="126587" y="103727"/>
                  </a:lnTo>
                  <a:lnTo>
                    <a:pt x="129635" y="97631"/>
                  </a:lnTo>
                  <a:lnTo>
                    <a:pt x="132683" y="85439"/>
                  </a:lnTo>
                  <a:lnTo>
                    <a:pt x="132683" y="77819"/>
                  </a:lnTo>
                  <a:lnTo>
                    <a:pt x="115157" y="40195"/>
                  </a:lnTo>
                  <a:lnTo>
                    <a:pt x="96107" y="32004"/>
                  </a:lnTo>
                  <a:lnTo>
                    <a:pt x="93059" y="32004"/>
                  </a:lnTo>
                  <a:lnTo>
                    <a:pt x="88487" y="30480"/>
                  </a:lnTo>
                  <a:lnTo>
                    <a:pt x="160210" y="30480"/>
                  </a:lnTo>
                  <a:lnTo>
                    <a:pt x="161734" y="32004"/>
                  </a:lnTo>
                  <a:lnTo>
                    <a:pt x="172402" y="74771"/>
                  </a:lnTo>
                  <a:lnTo>
                    <a:pt x="172402" y="83915"/>
                  </a:lnTo>
                  <a:lnTo>
                    <a:pt x="169354" y="99155"/>
                  </a:lnTo>
                  <a:lnTo>
                    <a:pt x="166306" y="106775"/>
                  </a:lnTo>
                  <a:lnTo>
                    <a:pt x="161734" y="114395"/>
                  </a:lnTo>
                  <a:lnTo>
                    <a:pt x="157162" y="118967"/>
                  </a:lnTo>
                  <a:lnTo>
                    <a:pt x="152590" y="125158"/>
                  </a:lnTo>
                  <a:lnTo>
                    <a:pt x="150558" y="126682"/>
                  </a:lnTo>
                  <a:close/>
                </a:path>
                <a:path w="189230" h="283845">
                  <a:moveTo>
                    <a:pt x="189166" y="280797"/>
                  </a:moveTo>
                  <a:lnTo>
                    <a:pt x="151066" y="280797"/>
                  </a:lnTo>
                  <a:lnTo>
                    <a:pt x="151066" y="279273"/>
                  </a:lnTo>
                  <a:lnTo>
                    <a:pt x="149542" y="277749"/>
                  </a:lnTo>
                  <a:lnTo>
                    <a:pt x="149542" y="276225"/>
                  </a:lnTo>
                  <a:lnTo>
                    <a:pt x="148018" y="274701"/>
                  </a:lnTo>
                  <a:lnTo>
                    <a:pt x="122015" y="207549"/>
                  </a:lnTo>
                  <a:lnTo>
                    <a:pt x="118967" y="201453"/>
                  </a:lnTo>
                  <a:lnTo>
                    <a:pt x="115919" y="193833"/>
                  </a:lnTo>
                  <a:lnTo>
                    <a:pt x="112871" y="187642"/>
                  </a:lnTo>
                  <a:lnTo>
                    <a:pt x="109823" y="181546"/>
                  </a:lnTo>
                  <a:lnTo>
                    <a:pt x="105251" y="175450"/>
                  </a:lnTo>
                  <a:lnTo>
                    <a:pt x="100679" y="170878"/>
                  </a:lnTo>
                  <a:lnTo>
                    <a:pt x="97631" y="166306"/>
                  </a:lnTo>
                  <a:lnTo>
                    <a:pt x="79343" y="157162"/>
                  </a:lnTo>
                  <a:lnTo>
                    <a:pt x="135223" y="157162"/>
                  </a:lnTo>
                  <a:lnTo>
                    <a:pt x="137255" y="160210"/>
                  </a:lnTo>
                  <a:lnTo>
                    <a:pt x="141922" y="164782"/>
                  </a:lnTo>
                  <a:lnTo>
                    <a:pt x="148018" y="173926"/>
                  </a:lnTo>
                  <a:lnTo>
                    <a:pt x="151066" y="180022"/>
                  </a:lnTo>
                  <a:lnTo>
                    <a:pt x="152590" y="184594"/>
                  </a:lnTo>
                  <a:lnTo>
                    <a:pt x="155638" y="190690"/>
                  </a:lnTo>
                  <a:lnTo>
                    <a:pt x="158686" y="198405"/>
                  </a:lnTo>
                  <a:lnTo>
                    <a:pt x="184594" y="260985"/>
                  </a:lnTo>
                  <a:lnTo>
                    <a:pt x="186118" y="267081"/>
                  </a:lnTo>
                  <a:lnTo>
                    <a:pt x="187642" y="270129"/>
                  </a:lnTo>
                  <a:lnTo>
                    <a:pt x="189166" y="271653"/>
                  </a:lnTo>
                  <a:lnTo>
                    <a:pt x="189166" y="280797"/>
                  </a:lnTo>
                  <a:close/>
                </a:path>
                <a:path w="189230" h="283845">
                  <a:moveTo>
                    <a:pt x="187642" y="282321"/>
                  </a:moveTo>
                  <a:lnTo>
                    <a:pt x="154114" y="282321"/>
                  </a:lnTo>
                  <a:lnTo>
                    <a:pt x="152590" y="280797"/>
                  </a:lnTo>
                  <a:lnTo>
                    <a:pt x="187642" y="280797"/>
                  </a:lnTo>
                  <a:lnTo>
                    <a:pt x="187642" y="282321"/>
                  </a:lnTo>
                  <a:close/>
                </a:path>
                <a:path w="189230" h="283845">
                  <a:moveTo>
                    <a:pt x="28956" y="283845"/>
                  </a:moveTo>
                  <a:lnTo>
                    <a:pt x="7620" y="283845"/>
                  </a:lnTo>
                  <a:lnTo>
                    <a:pt x="6096" y="282321"/>
                  </a:lnTo>
                  <a:lnTo>
                    <a:pt x="30480" y="282321"/>
                  </a:lnTo>
                  <a:lnTo>
                    <a:pt x="28956" y="283845"/>
                  </a:lnTo>
                  <a:close/>
                </a:path>
                <a:path w="189230" h="283845">
                  <a:moveTo>
                    <a:pt x="183070" y="283845"/>
                  </a:moveTo>
                  <a:lnTo>
                    <a:pt x="157162" y="283845"/>
                  </a:lnTo>
                  <a:lnTo>
                    <a:pt x="155638" y="282321"/>
                  </a:lnTo>
                  <a:lnTo>
                    <a:pt x="184594" y="282321"/>
                  </a:lnTo>
                  <a:lnTo>
                    <a:pt x="183070" y="2838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02502" y="3424618"/>
              <a:ext cx="181236" cy="21669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509736" y="3329952"/>
              <a:ext cx="198755" cy="308610"/>
            </a:xfrm>
            <a:custGeom>
              <a:avLst/>
              <a:gdLst/>
              <a:ahLst/>
              <a:cxnLst/>
              <a:rect l="l" t="t" r="r" b="b"/>
              <a:pathLst>
                <a:path w="198755" h="308610">
                  <a:moveTo>
                    <a:pt x="132689" y="12280"/>
                  </a:moveTo>
                  <a:lnTo>
                    <a:pt x="131165" y="12280"/>
                  </a:lnTo>
                  <a:lnTo>
                    <a:pt x="131165" y="9144"/>
                  </a:lnTo>
                  <a:lnTo>
                    <a:pt x="129641" y="7620"/>
                  </a:lnTo>
                  <a:lnTo>
                    <a:pt x="128117" y="7620"/>
                  </a:lnTo>
                  <a:lnTo>
                    <a:pt x="125069" y="4572"/>
                  </a:lnTo>
                  <a:lnTo>
                    <a:pt x="122021" y="4572"/>
                  </a:lnTo>
                  <a:lnTo>
                    <a:pt x="112877" y="1524"/>
                  </a:lnTo>
                  <a:lnTo>
                    <a:pt x="108305" y="1524"/>
                  </a:lnTo>
                  <a:lnTo>
                    <a:pt x="103733" y="0"/>
                  </a:lnTo>
                  <a:lnTo>
                    <a:pt x="97637" y="0"/>
                  </a:lnTo>
                  <a:lnTo>
                    <a:pt x="89916" y="279"/>
                  </a:lnTo>
                  <a:lnTo>
                    <a:pt x="50292" y="19900"/>
                  </a:lnTo>
                  <a:lnTo>
                    <a:pt x="36004" y="59918"/>
                  </a:lnTo>
                  <a:lnTo>
                    <a:pt x="35052" y="79438"/>
                  </a:lnTo>
                  <a:lnTo>
                    <a:pt x="35052" y="99250"/>
                  </a:lnTo>
                  <a:lnTo>
                    <a:pt x="4572" y="99250"/>
                  </a:lnTo>
                  <a:lnTo>
                    <a:pt x="1524" y="102298"/>
                  </a:lnTo>
                  <a:lnTo>
                    <a:pt x="1524" y="105346"/>
                  </a:lnTo>
                  <a:lnTo>
                    <a:pt x="0" y="106870"/>
                  </a:lnTo>
                  <a:lnTo>
                    <a:pt x="0" y="119062"/>
                  </a:lnTo>
                  <a:lnTo>
                    <a:pt x="1524" y="123634"/>
                  </a:lnTo>
                  <a:lnTo>
                    <a:pt x="1524" y="125158"/>
                  </a:lnTo>
                  <a:lnTo>
                    <a:pt x="3048" y="128206"/>
                  </a:lnTo>
                  <a:lnTo>
                    <a:pt x="4572" y="129730"/>
                  </a:lnTo>
                  <a:lnTo>
                    <a:pt x="35052" y="129730"/>
                  </a:lnTo>
                  <a:lnTo>
                    <a:pt x="35052" y="305269"/>
                  </a:lnTo>
                  <a:lnTo>
                    <a:pt x="36576" y="305269"/>
                  </a:lnTo>
                  <a:lnTo>
                    <a:pt x="38100" y="306793"/>
                  </a:lnTo>
                  <a:lnTo>
                    <a:pt x="39624" y="306793"/>
                  </a:lnTo>
                  <a:lnTo>
                    <a:pt x="42672" y="308317"/>
                  </a:lnTo>
                  <a:lnTo>
                    <a:pt x="64109" y="308317"/>
                  </a:lnTo>
                  <a:lnTo>
                    <a:pt x="65633" y="306793"/>
                  </a:lnTo>
                  <a:lnTo>
                    <a:pt x="68681" y="306793"/>
                  </a:lnTo>
                  <a:lnTo>
                    <a:pt x="71729" y="303745"/>
                  </a:lnTo>
                  <a:lnTo>
                    <a:pt x="71729" y="129730"/>
                  </a:lnTo>
                  <a:lnTo>
                    <a:pt x="117449" y="129730"/>
                  </a:lnTo>
                  <a:lnTo>
                    <a:pt x="118973" y="128206"/>
                  </a:lnTo>
                  <a:lnTo>
                    <a:pt x="120497" y="125158"/>
                  </a:lnTo>
                  <a:lnTo>
                    <a:pt x="122021" y="123634"/>
                  </a:lnTo>
                  <a:lnTo>
                    <a:pt x="122021" y="105346"/>
                  </a:lnTo>
                  <a:lnTo>
                    <a:pt x="120497" y="103822"/>
                  </a:lnTo>
                  <a:lnTo>
                    <a:pt x="120497" y="102298"/>
                  </a:lnTo>
                  <a:lnTo>
                    <a:pt x="117449" y="99250"/>
                  </a:lnTo>
                  <a:lnTo>
                    <a:pt x="71729" y="99250"/>
                  </a:lnTo>
                  <a:lnTo>
                    <a:pt x="71729" y="62572"/>
                  </a:lnTo>
                  <a:lnTo>
                    <a:pt x="73253" y="56476"/>
                  </a:lnTo>
                  <a:lnTo>
                    <a:pt x="73253" y="50380"/>
                  </a:lnTo>
                  <a:lnTo>
                    <a:pt x="76301" y="45808"/>
                  </a:lnTo>
                  <a:lnTo>
                    <a:pt x="77825" y="41236"/>
                  </a:lnTo>
                  <a:lnTo>
                    <a:pt x="83921" y="35140"/>
                  </a:lnTo>
                  <a:lnTo>
                    <a:pt x="86969" y="33616"/>
                  </a:lnTo>
                  <a:lnTo>
                    <a:pt x="96113" y="30568"/>
                  </a:lnTo>
                  <a:lnTo>
                    <a:pt x="108305" y="30568"/>
                  </a:lnTo>
                  <a:lnTo>
                    <a:pt x="111353" y="32092"/>
                  </a:lnTo>
                  <a:lnTo>
                    <a:pt x="114401" y="32092"/>
                  </a:lnTo>
                  <a:lnTo>
                    <a:pt x="117449" y="33616"/>
                  </a:lnTo>
                  <a:lnTo>
                    <a:pt x="118973" y="33616"/>
                  </a:lnTo>
                  <a:lnTo>
                    <a:pt x="120497" y="35140"/>
                  </a:lnTo>
                  <a:lnTo>
                    <a:pt x="123545" y="35140"/>
                  </a:lnTo>
                  <a:lnTo>
                    <a:pt x="125069" y="36664"/>
                  </a:lnTo>
                  <a:lnTo>
                    <a:pt x="131165" y="36664"/>
                  </a:lnTo>
                  <a:lnTo>
                    <a:pt x="131165" y="35140"/>
                  </a:lnTo>
                  <a:lnTo>
                    <a:pt x="132689" y="35140"/>
                  </a:lnTo>
                  <a:lnTo>
                    <a:pt x="132689" y="30568"/>
                  </a:lnTo>
                  <a:lnTo>
                    <a:pt x="132689" y="12280"/>
                  </a:lnTo>
                  <a:close/>
                </a:path>
                <a:path w="198755" h="308610">
                  <a:moveTo>
                    <a:pt x="198310" y="7607"/>
                  </a:moveTo>
                  <a:lnTo>
                    <a:pt x="196786" y="6083"/>
                  </a:lnTo>
                  <a:lnTo>
                    <a:pt x="196786" y="4559"/>
                  </a:lnTo>
                  <a:lnTo>
                    <a:pt x="195262" y="4559"/>
                  </a:lnTo>
                  <a:lnTo>
                    <a:pt x="193738" y="3035"/>
                  </a:lnTo>
                  <a:lnTo>
                    <a:pt x="186118" y="3035"/>
                  </a:lnTo>
                  <a:lnTo>
                    <a:pt x="183070" y="1511"/>
                  </a:lnTo>
                  <a:lnTo>
                    <a:pt x="176974" y="1511"/>
                  </a:lnTo>
                  <a:lnTo>
                    <a:pt x="173926" y="3035"/>
                  </a:lnTo>
                  <a:lnTo>
                    <a:pt x="167830" y="3035"/>
                  </a:lnTo>
                  <a:lnTo>
                    <a:pt x="166306" y="4559"/>
                  </a:lnTo>
                  <a:lnTo>
                    <a:pt x="163258" y="4559"/>
                  </a:lnTo>
                  <a:lnTo>
                    <a:pt x="163258" y="6083"/>
                  </a:lnTo>
                  <a:lnTo>
                    <a:pt x="161734" y="7607"/>
                  </a:lnTo>
                  <a:lnTo>
                    <a:pt x="161734" y="302221"/>
                  </a:lnTo>
                  <a:lnTo>
                    <a:pt x="163258" y="303745"/>
                  </a:lnTo>
                  <a:lnTo>
                    <a:pt x="163258" y="305269"/>
                  </a:lnTo>
                  <a:lnTo>
                    <a:pt x="164782" y="306793"/>
                  </a:lnTo>
                  <a:lnTo>
                    <a:pt x="167830" y="306793"/>
                  </a:lnTo>
                  <a:lnTo>
                    <a:pt x="169354" y="308317"/>
                  </a:lnTo>
                  <a:lnTo>
                    <a:pt x="192214" y="308317"/>
                  </a:lnTo>
                  <a:lnTo>
                    <a:pt x="193738" y="306793"/>
                  </a:lnTo>
                  <a:lnTo>
                    <a:pt x="195262" y="306793"/>
                  </a:lnTo>
                  <a:lnTo>
                    <a:pt x="198310" y="303745"/>
                  </a:lnTo>
                  <a:lnTo>
                    <a:pt x="198310" y="76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759964" y="3424618"/>
            <a:ext cx="381635" cy="217170"/>
            <a:chOff x="2759964" y="3424618"/>
            <a:chExt cx="381635" cy="21717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59964" y="3424618"/>
              <a:ext cx="181546" cy="21669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65894" y="3427666"/>
              <a:ext cx="175450" cy="210597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57264" y="3352895"/>
            <a:ext cx="1220533" cy="36471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613624" y="3331463"/>
            <a:ext cx="1031367" cy="309943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780722" y="3346799"/>
            <a:ext cx="1263300" cy="29451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84561" y="3424618"/>
            <a:ext cx="196564" cy="21669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434548" y="3424618"/>
            <a:ext cx="169354" cy="213645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7744300" y="3375755"/>
            <a:ext cx="130175" cy="266065"/>
          </a:xfrm>
          <a:custGeom>
            <a:avLst/>
            <a:gdLst/>
            <a:ahLst/>
            <a:cxnLst/>
            <a:rect l="l" t="t" r="r" b="b"/>
            <a:pathLst>
              <a:path w="130175" h="266064">
                <a:moveTo>
                  <a:pt x="67151" y="1524"/>
                </a:moveTo>
                <a:lnTo>
                  <a:pt x="39624" y="1524"/>
                </a:lnTo>
                <a:lnTo>
                  <a:pt x="39624" y="0"/>
                </a:lnTo>
                <a:lnTo>
                  <a:pt x="67151" y="0"/>
                </a:lnTo>
                <a:lnTo>
                  <a:pt x="67151" y="1524"/>
                </a:lnTo>
                <a:close/>
              </a:path>
              <a:path w="130175" h="266064">
                <a:moveTo>
                  <a:pt x="71723" y="53435"/>
                </a:moveTo>
                <a:lnTo>
                  <a:pt x="35052" y="53435"/>
                </a:lnTo>
                <a:lnTo>
                  <a:pt x="35052" y="4572"/>
                </a:lnTo>
                <a:lnTo>
                  <a:pt x="38100" y="1524"/>
                </a:lnTo>
                <a:lnTo>
                  <a:pt x="68675" y="1524"/>
                </a:lnTo>
                <a:lnTo>
                  <a:pt x="71723" y="4572"/>
                </a:lnTo>
                <a:lnTo>
                  <a:pt x="71723" y="53435"/>
                </a:lnTo>
                <a:close/>
              </a:path>
              <a:path w="130175" h="266064">
                <a:moveTo>
                  <a:pt x="123539" y="83915"/>
                </a:moveTo>
                <a:lnTo>
                  <a:pt x="6096" y="83915"/>
                </a:lnTo>
                <a:lnTo>
                  <a:pt x="4572" y="82391"/>
                </a:lnTo>
                <a:lnTo>
                  <a:pt x="3048" y="79343"/>
                </a:lnTo>
                <a:lnTo>
                  <a:pt x="1524" y="77819"/>
                </a:lnTo>
                <a:lnTo>
                  <a:pt x="0" y="73247"/>
                </a:lnTo>
                <a:lnTo>
                  <a:pt x="0" y="62579"/>
                </a:lnTo>
                <a:lnTo>
                  <a:pt x="1524" y="61055"/>
                </a:lnTo>
                <a:lnTo>
                  <a:pt x="1524" y="58007"/>
                </a:lnTo>
                <a:lnTo>
                  <a:pt x="3048" y="56483"/>
                </a:lnTo>
                <a:lnTo>
                  <a:pt x="3048" y="54959"/>
                </a:lnTo>
                <a:lnTo>
                  <a:pt x="4572" y="54959"/>
                </a:lnTo>
                <a:lnTo>
                  <a:pt x="4572" y="53435"/>
                </a:lnTo>
                <a:lnTo>
                  <a:pt x="125063" y="53435"/>
                </a:lnTo>
                <a:lnTo>
                  <a:pt x="128111" y="56483"/>
                </a:lnTo>
                <a:lnTo>
                  <a:pt x="128111" y="61055"/>
                </a:lnTo>
                <a:lnTo>
                  <a:pt x="129635" y="62579"/>
                </a:lnTo>
                <a:lnTo>
                  <a:pt x="129635" y="73247"/>
                </a:lnTo>
                <a:lnTo>
                  <a:pt x="128111" y="77819"/>
                </a:lnTo>
                <a:lnTo>
                  <a:pt x="126587" y="79343"/>
                </a:lnTo>
                <a:lnTo>
                  <a:pt x="126587" y="82391"/>
                </a:lnTo>
                <a:lnTo>
                  <a:pt x="123539" y="83915"/>
                </a:lnTo>
                <a:close/>
              </a:path>
              <a:path w="130175" h="266064">
                <a:moveTo>
                  <a:pt x="99155" y="265557"/>
                </a:moveTo>
                <a:lnTo>
                  <a:pt x="93059" y="265557"/>
                </a:lnTo>
                <a:lnTo>
                  <a:pt x="85582" y="265271"/>
                </a:lnTo>
                <a:lnTo>
                  <a:pt x="44196" y="242697"/>
                </a:lnTo>
                <a:lnTo>
                  <a:pt x="35052" y="198405"/>
                </a:lnTo>
                <a:lnTo>
                  <a:pt x="35052" y="83915"/>
                </a:lnTo>
                <a:lnTo>
                  <a:pt x="71723" y="83915"/>
                </a:lnTo>
                <a:lnTo>
                  <a:pt x="71723" y="193833"/>
                </a:lnTo>
                <a:lnTo>
                  <a:pt x="72032" y="202668"/>
                </a:lnTo>
                <a:lnTo>
                  <a:pt x="88487" y="233457"/>
                </a:lnTo>
                <a:lnTo>
                  <a:pt x="128111" y="233457"/>
                </a:lnTo>
                <a:lnTo>
                  <a:pt x="128111" y="234981"/>
                </a:lnTo>
                <a:lnTo>
                  <a:pt x="129635" y="236505"/>
                </a:lnTo>
                <a:lnTo>
                  <a:pt x="129635" y="248793"/>
                </a:lnTo>
                <a:lnTo>
                  <a:pt x="128111" y="251841"/>
                </a:lnTo>
                <a:lnTo>
                  <a:pt x="128111" y="253365"/>
                </a:lnTo>
                <a:lnTo>
                  <a:pt x="126587" y="256413"/>
                </a:lnTo>
                <a:lnTo>
                  <a:pt x="125063" y="256413"/>
                </a:lnTo>
                <a:lnTo>
                  <a:pt x="125063" y="257937"/>
                </a:lnTo>
                <a:lnTo>
                  <a:pt x="123539" y="259461"/>
                </a:lnTo>
                <a:lnTo>
                  <a:pt x="120491" y="260985"/>
                </a:lnTo>
                <a:lnTo>
                  <a:pt x="118967" y="260985"/>
                </a:lnTo>
                <a:lnTo>
                  <a:pt x="115919" y="262509"/>
                </a:lnTo>
                <a:lnTo>
                  <a:pt x="112871" y="262509"/>
                </a:lnTo>
                <a:lnTo>
                  <a:pt x="109823" y="264033"/>
                </a:lnTo>
                <a:lnTo>
                  <a:pt x="103727" y="264033"/>
                </a:lnTo>
                <a:lnTo>
                  <a:pt x="99155" y="265557"/>
                </a:lnTo>
                <a:close/>
              </a:path>
              <a:path w="130175" h="266064">
                <a:moveTo>
                  <a:pt x="125063" y="228885"/>
                </a:moveTo>
                <a:lnTo>
                  <a:pt x="122015" y="228885"/>
                </a:lnTo>
                <a:lnTo>
                  <a:pt x="123539" y="227361"/>
                </a:lnTo>
                <a:lnTo>
                  <a:pt x="125063" y="227361"/>
                </a:lnTo>
                <a:lnTo>
                  <a:pt x="125063" y="228885"/>
                </a:lnTo>
                <a:close/>
              </a:path>
              <a:path w="130175" h="266064">
                <a:moveTo>
                  <a:pt x="128111" y="233457"/>
                </a:moveTo>
                <a:lnTo>
                  <a:pt x="108299" y="233457"/>
                </a:lnTo>
                <a:lnTo>
                  <a:pt x="111347" y="231933"/>
                </a:lnTo>
                <a:lnTo>
                  <a:pt x="112871" y="231933"/>
                </a:lnTo>
                <a:lnTo>
                  <a:pt x="114395" y="230409"/>
                </a:lnTo>
                <a:lnTo>
                  <a:pt x="118967" y="230409"/>
                </a:lnTo>
                <a:lnTo>
                  <a:pt x="120491" y="228885"/>
                </a:lnTo>
                <a:lnTo>
                  <a:pt x="128111" y="228885"/>
                </a:lnTo>
                <a:lnTo>
                  <a:pt x="128111" y="2334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921275" y="3331463"/>
            <a:ext cx="169545" cy="307340"/>
          </a:xfrm>
          <a:custGeom>
            <a:avLst/>
            <a:gdLst/>
            <a:ahLst/>
            <a:cxnLst/>
            <a:rect l="l" t="t" r="r" b="b"/>
            <a:pathLst>
              <a:path w="169545" h="307339">
                <a:moveTo>
                  <a:pt x="24384" y="1524"/>
                </a:moveTo>
                <a:lnTo>
                  <a:pt x="12192" y="1524"/>
                </a:lnTo>
                <a:lnTo>
                  <a:pt x="13716" y="0"/>
                </a:lnTo>
                <a:lnTo>
                  <a:pt x="21336" y="0"/>
                </a:lnTo>
                <a:lnTo>
                  <a:pt x="24384" y="1524"/>
                </a:lnTo>
                <a:close/>
              </a:path>
              <a:path w="169545" h="307339">
                <a:moveTo>
                  <a:pt x="32004" y="3048"/>
                </a:moveTo>
                <a:lnTo>
                  <a:pt x="3048" y="3048"/>
                </a:lnTo>
                <a:lnTo>
                  <a:pt x="4572" y="1524"/>
                </a:lnTo>
                <a:lnTo>
                  <a:pt x="30480" y="1524"/>
                </a:lnTo>
                <a:lnTo>
                  <a:pt x="32004" y="3048"/>
                </a:lnTo>
                <a:close/>
              </a:path>
              <a:path w="169545" h="307339">
                <a:moveTo>
                  <a:pt x="33528" y="305276"/>
                </a:moveTo>
                <a:lnTo>
                  <a:pt x="3048" y="305276"/>
                </a:lnTo>
                <a:lnTo>
                  <a:pt x="0" y="302228"/>
                </a:lnTo>
                <a:lnTo>
                  <a:pt x="0" y="6096"/>
                </a:lnTo>
                <a:lnTo>
                  <a:pt x="1524" y="4572"/>
                </a:lnTo>
                <a:lnTo>
                  <a:pt x="1524" y="3048"/>
                </a:lnTo>
                <a:lnTo>
                  <a:pt x="35052" y="3048"/>
                </a:lnTo>
                <a:lnTo>
                  <a:pt x="35052" y="6096"/>
                </a:lnTo>
                <a:lnTo>
                  <a:pt x="36576" y="6096"/>
                </a:lnTo>
                <a:lnTo>
                  <a:pt x="36576" y="125158"/>
                </a:lnTo>
                <a:lnTo>
                  <a:pt x="91535" y="125158"/>
                </a:lnTo>
                <a:lnTo>
                  <a:pt x="84677" y="125730"/>
                </a:lnTo>
                <a:lnTo>
                  <a:pt x="50303" y="145780"/>
                </a:lnTo>
                <a:lnTo>
                  <a:pt x="36576" y="161829"/>
                </a:lnTo>
                <a:lnTo>
                  <a:pt x="36576" y="302228"/>
                </a:lnTo>
                <a:lnTo>
                  <a:pt x="33528" y="305276"/>
                </a:lnTo>
                <a:close/>
              </a:path>
              <a:path w="169545" h="307339">
                <a:moveTo>
                  <a:pt x="167830" y="305276"/>
                </a:moveTo>
                <a:lnTo>
                  <a:pt x="135731" y="305276"/>
                </a:lnTo>
                <a:lnTo>
                  <a:pt x="134207" y="303752"/>
                </a:lnTo>
                <a:lnTo>
                  <a:pt x="134207" y="302228"/>
                </a:lnTo>
                <a:lnTo>
                  <a:pt x="132683" y="300704"/>
                </a:lnTo>
                <a:lnTo>
                  <a:pt x="132659" y="176974"/>
                </a:lnTo>
                <a:lnTo>
                  <a:pt x="123539" y="140398"/>
                </a:lnTo>
                <a:lnTo>
                  <a:pt x="120491" y="134302"/>
                </a:lnTo>
                <a:lnTo>
                  <a:pt x="115919" y="131254"/>
                </a:lnTo>
                <a:lnTo>
                  <a:pt x="109823" y="128206"/>
                </a:lnTo>
                <a:lnTo>
                  <a:pt x="105251" y="126682"/>
                </a:lnTo>
                <a:lnTo>
                  <a:pt x="99155" y="125158"/>
                </a:lnTo>
                <a:lnTo>
                  <a:pt x="36576" y="125158"/>
                </a:lnTo>
                <a:lnTo>
                  <a:pt x="43697" y="117705"/>
                </a:lnTo>
                <a:lnTo>
                  <a:pt x="83153" y="95250"/>
                </a:lnTo>
                <a:lnTo>
                  <a:pt x="99155" y="93154"/>
                </a:lnTo>
                <a:lnTo>
                  <a:pt x="108894" y="93702"/>
                </a:lnTo>
                <a:lnTo>
                  <a:pt x="144506" y="107441"/>
                </a:lnTo>
                <a:lnTo>
                  <a:pt x="166306" y="143446"/>
                </a:lnTo>
                <a:lnTo>
                  <a:pt x="169354" y="303752"/>
                </a:lnTo>
                <a:lnTo>
                  <a:pt x="167830" y="303752"/>
                </a:lnTo>
                <a:lnTo>
                  <a:pt x="167830" y="305276"/>
                </a:lnTo>
                <a:close/>
              </a:path>
              <a:path w="169545" h="307339">
                <a:moveTo>
                  <a:pt x="28956" y="306800"/>
                </a:moveTo>
                <a:lnTo>
                  <a:pt x="7620" y="306800"/>
                </a:lnTo>
                <a:lnTo>
                  <a:pt x="4572" y="305276"/>
                </a:lnTo>
                <a:lnTo>
                  <a:pt x="30480" y="305276"/>
                </a:lnTo>
                <a:lnTo>
                  <a:pt x="28956" y="306800"/>
                </a:lnTo>
                <a:close/>
              </a:path>
              <a:path w="169545" h="307339">
                <a:moveTo>
                  <a:pt x="163258" y="306800"/>
                </a:moveTo>
                <a:lnTo>
                  <a:pt x="140303" y="306800"/>
                </a:lnTo>
                <a:lnTo>
                  <a:pt x="138779" y="305276"/>
                </a:lnTo>
                <a:lnTo>
                  <a:pt x="164782" y="305276"/>
                </a:lnTo>
                <a:lnTo>
                  <a:pt x="163258" y="306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142446" y="3424618"/>
            <a:ext cx="180022" cy="21669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479631" y="3331464"/>
            <a:ext cx="851344" cy="309848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1045083" y="3868673"/>
            <a:ext cx="358775" cy="309880"/>
            <a:chOff x="1045083" y="3868673"/>
            <a:chExt cx="358775" cy="309880"/>
          </a:xfrm>
        </p:grpSpPr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45083" y="3961828"/>
              <a:ext cx="196703" cy="21669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270920" y="3868673"/>
              <a:ext cx="132715" cy="307340"/>
            </a:xfrm>
            <a:custGeom>
              <a:avLst/>
              <a:gdLst/>
              <a:ahLst/>
              <a:cxnLst/>
              <a:rect l="l" t="t" r="r" b="b"/>
              <a:pathLst>
                <a:path w="132715" h="307339">
                  <a:moveTo>
                    <a:pt x="70104" y="97726"/>
                  </a:moveTo>
                  <a:lnTo>
                    <a:pt x="33528" y="97726"/>
                  </a:lnTo>
                  <a:lnTo>
                    <a:pt x="33528" y="77819"/>
                  </a:lnTo>
                  <a:lnTo>
                    <a:pt x="40433" y="34669"/>
                  </a:lnTo>
                  <a:lnTo>
                    <a:pt x="50292" y="18288"/>
                  </a:lnTo>
                  <a:lnTo>
                    <a:pt x="54864" y="10668"/>
                  </a:lnTo>
                  <a:lnTo>
                    <a:pt x="97631" y="0"/>
                  </a:lnTo>
                  <a:lnTo>
                    <a:pt x="112871" y="0"/>
                  </a:lnTo>
                  <a:lnTo>
                    <a:pt x="117443" y="1524"/>
                  </a:lnTo>
                  <a:lnTo>
                    <a:pt x="120491" y="3048"/>
                  </a:lnTo>
                  <a:lnTo>
                    <a:pt x="123539" y="3048"/>
                  </a:lnTo>
                  <a:lnTo>
                    <a:pt x="126587" y="4572"/>
                  </a:lnTo>
                  <a:lnTo>
                    <a:pt x="129635" y="7620"/>
                  </a:lnTo>
                  <a:lnTo>
                    <a:pt x="129635" y="9144"/>
                  </a:lnTo>
                  <a:lnTo>
                    <a:pt x="131159" y="10668"/>
                  </a:lnTo>
                  <a:lnTo>
                    <a:pt x="132683" y="13716"/>
                  </a:lnTo>
                  <a:lnTo>
                    <a:pt x="132683" y="29051"/>
                  </a:lnTo>
                  <a:lnTo>
                    <a:pt x="94583" y="29051"/>
                  </a:lnTo>
                  <a:lnTo>
                    <a:pt x="90011" y="30575"/>
                  </a:lnTo>
                  <a:lnTo>
                    <a:pt x="86963" y="32099"/>
                  </a:lnTo>
                  <a:lnTo>
                    <a:pt x="82391" y="33623"/>
                  </a:lnTo>
                  <a:lnTo>
                    <a:pt x="79248" y="36671"/>
                  </a:lnTo>
                  <a:lnTo>
                    <a:pt x="76200" y="39719"/>
                  </a:lnTo>
                  <a:lnTo>
                    <a:pt x="73152" y="48863"/>
                  </a:lnTo>
                  <a:lnTo>
                    <a:pt x="71628" y="54959"/>
                  </a:lnTo>
                  <a:lnTo>
                    <a:pt x="71628" y="61055"/>
                  </a:lnTo>
                  <a:lnTo>
                    <a:pt x="70104" y="67151"/>
                  </a:lnTo>
                  <a:lnTo>
                    <a:pt x="70104" y="97726"/>
                  </a:lnTo>
                  <a:close/>
                </a:path>
                <a:path w="132715" h="307339">
                  <a:moveTo>
                    <a:pt x="129635" y="35147"/>
                  </a:moveTo>
                  <a:lnTo>
                    <a:pt x="123539" y="35147"/>
                  </a:lnTo>
                  <a:lnTo>
                    <a:pt x="122015" y="33623"/>
                  </a:lnTo>
                  <a:lnTo>
                    <a:pt x="120491" y="33623"/>
                  </a:lnTo>
                  <a:lnTo>
                    <a:pt x="117443" y="32099"/>
                  </a:lnTo>
                  <a:lnTo>
                    <a:pt x="115919" y="32099"/>
                  </a:lnTo>
                  <a:lnTo>
                    <a:pt x="112871" y="30575"/>
                  </a:lnTo>
                  <a:lnTo>
                    <a:pt x="109823" y="30575"/>
                  </a:lnTo>
                  <a:lnTo>
                    <a:pt x="106775" y="29051"/>
                  </a:lnTo>
                  <a:lnTo>
                    <a:pt x="132683" y="29051"/>
                  </a:lnTo>
                  <a:lnTo>
                    <a:pt x="131159" y="30575"/>
                  </a:lnTo>
                  <a:lnTo>
                    <a:pt x="131159" y="33623"/>
                  </a:lnTo>
                  <a:lnTo>
                    <a:pt x="129635" y="35147"/>
                  </a:lnTo>
                  <a:close/>
                </a:path>
                <a:path w="132715" h="307339">
                  <a:moveTo>
                    <a:pt x="117443" y="99250"/>
                  </a:moveTo>
                  <a:lnTo>
                    <a:pt x="3048" y="99250"/>
                  </a:lnTo>
                  <a:lnTo>
                    <a:pt x="3048" y="97726"/>
                  </a:lnTo>
                  <a:lnTo>
                    <a:pt x="117443" y="97726"/>
                  </a:lnTo>
                  <a:lnTo>
                    <a:pt x="117443" y="99250"/>
                  </a:lnTo>
                  <a:close/>
                </a:path>
                <a:path w="132715" h="307339">
                  <a:moveTo>
                    <a:pt x="115919" y="128206"/>
                  </a:moveTo>
                  <a:lnTo>
                    <a:pt x="4572" y="128206"/>
                  </a:lnTo>
                  <a:lnTo>
                    <a:pt x="1524" y="126682"/>
                  </a:lnTo>
                  <a:lnTo>
                    <a:pt x="1524" y="123634"/>
                  </a:lnTo>
                  <a:lnTo>
                    <a:pt x="0" y="122110"/>
                  </a:lnTo>
                  <a:lnTo>
                    <a:pt x="0" y="102298"/>
                  </a:lnTo>
                  <a:lnTo>
                    <a:pt x="1524" y="100774"/>
                  </a:lnTo>
                  <a:lnTo>
                    <a:pt x="1524" y="99250"/>
                  </a:lnTo>
                  <a:lnTo>
                    <a:pt x="118967" y="99250"/>
                  </a:lnTo>
                  <a:lnTo>
                    <a:pt x="118967" y="100774"/>
                  </a:lnTo>
                  <a:lnTo>
                    <a:pt x="120491" y="102298"/>
                  </a:lnTo>
                  <a:lnTo>
                    <a:pt x="120491" y="105346"/>
                  </a:lnTo>
                  <a:lnTo>
                    <a:pt x="122015" y="106870"/>
                  </a:lnTo>
                  <a:lnTo>
                    <a:pt x="122015" y="117538"/>
                  </a:lnTo>
                  <a:lnTo>
                    <a:pt x="120491" y="122110"/>
                  </a:lnTo>
                  <a:lnTo>
                    <a:pt x="118967" y="123634"/>
                  </a:lnTo>
                  <a:lnTo>
                    <a:pt x="118967" y="126682"/>
                  </a:lnTo>
                  <a:lnTo>
                    <a:pt x="115919" y="128206"/>
                  </a:lnTo>
                  <a:close/>
                </a:path>
                <a:path w="132715" h="307339">
                  <a:moveTo>
                    <a:pt x="68580" y="305276"/>
                  </a:moveTo>
                  <a:lnTo>
                    <a:pt x="36576" y="305276"/>
                  </a:lnTo>
                  <a:lnTo>
                    <a:pt x="35052" y="303752"/>
                  </a:lnTo>
                  <a:lnTo>
                    <a:pt x="35052" y="302228"/>
                  </a:lnTo>
                  <a:lnTo>
                    <a:pt x="33528" y="302228"/>
                  </a:lnTo>
                  <a:lnTo>
                    <a:pt x="33528" y="128206"/>
                  </a:lnTo>
                  <a:lnTo>
                    <a:pt x="70104" y="128206"/>
                  </a:lnTo>
                  <a:lnTo>
                    <a:pt x="70104" y="303752"/>
                  </a:lnTo>
                  <a:lnTo>
                    <a:pt x="68580" y="303752"/>
                  </a:lnTo>
                  <a:lnTo>
                    <a:pt x="68580" y="305276"/>
                  </a:lnTo>
                  <a:close/>
                </a:path>
                <a:path w="132715" h="307339">
                  <a:moveTo>
                    <a:pt x="65532" y="306800"/>
                  </a:moveTo>
                  <a:lnTo>
                    <a:pt x="39624" y="306800"/>
                  </a:lnTo>
                  <a:lnTo>
                    <a:pt x="38100" y="305276"/>
                  </a:lnTo>
                  <a:lnTo>
                    <a:pt x="67056" y="305276"/>
                  </a:lnTo>
                  <a:lnTo>
                    <a:pt x="65532" y="30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1507331" y="3912965"/>
            <a:ext cx="128270" cy="266065"/>
          </a:xfrm>
          <a:custGeom>
            <a:avLst/>
            <a:gdLst/>
            <a:ahLst/>
            <a:cxnLst/>
            <a:rect l="l" t="t" r="r" b="b"/>
            <a:pathLst>
              <a:path w="128269" h="266064">
                <a:moveTo>
                  <a:pt x="67151" y="1523"/>
                </a:moveTo>
                <a:lnTo>
                  <a:pt x="38195" y="1523"/>
                </a:lnTo>
                <a:lnTo>
                  <a:pt x="39719" y="0"/>
                </a:lnTo>
                <a:lnTo>
                  <a:pt x="65627" y="0"/>
                </a:lnTo>
                <a:lnTo>
                  <a:pt x="67151" y="1523"/>
                </a:lnTo>
                <a:close/>
              </a:path>
              <a:path w="128269" h="266064">
                <a:moveTo>
                  <a:pt x="71723" y="53435"/>
                </a:moveTo>
                <a:lnTo>
                  <a:pt x="35147" y="53435"/>
                </a:lnTo>
                <a:lnTo>
                  <a:pt x="35147" y="3047"/>
                </a:lnTo>
                <a:lnTo>
                  <a:pt x="36671" y="3047"/>
                </a:lnTo>
                <a:lnTo>
                  <a:pt x="36671" y="1523"/>
                </a:lnTo>
                <a:lnTo>
                  <a:pt x="68675" y="1523"/>
                </a:lnTo>
                <a:lnTo>
                  <a:pt x="70199" y="3047"/>
                </a:lnTo>
                <a:lnTo>
                  <a:pt x="70199" y="4571"/>
                </a:lnTo>
                <a:lnTo>
                  <a:pt x="71723" y="6095"/>
                </a:lnTo>
                <a:lnTo>
                  <a:pt x="71723" y="53435"/>
                </a:lnTo>
                <a:close/>
              </a:path>
              <a:path w="128269" h="266064">
                <a:moveTo>
                  <a:pt x="123634" y="83915"/>
                </a:moveTo>
                <a:lnTo>
                  <a:pt x="4572" y="83915"/>
                </a:lnTo>
                <a:lnTo>
                  <a:pt x="3048" y="82391"/>
                </a:lnTo>
                <a:lnTo>
                  <a:pt x="1524" y="79343"/>
                </a:lnTo>
                <a:lnTo>
                  <a:pt x="0" y="77819"/>
                </a:lnTo>
                <a:lnTo>
                  <a:pt x="0" y="61055"/>
                </a:lnTo>
                <a:lnTo>
                  <a:pt x="1524" y="59531"/>
                </a:lnTo>
                <a:lnTo>
                  <a:pt x="1524" y="56483"/>
                </a:lnTo>
                <a:lnTo>
                  <a:pt x="4572" y="53435"/>
                </a:lnTo>
                <a:lnTo>
                  <a:pt x="125158" y="53435"/>
                </a:lnTo>
                <a:lnTo>
                  <a:pt x="125158" y="54959"/>
                </a:lnTo>
                <a:lnTo>
                  <a:pt x="126682" y="54959"/>
                </a:lnTo>
                <a:lnTo>
                  <a:pt x="126682" y="56483"/>
                </a:lnTo>
                <a:lnTo>
                  <a:pt x="128206" y="58007"/>
                </a:lnTo>
                <a:lnTo>
                  <a:pt x="128206" y="77819"/>
                </a:lnTo>
                <a:lnTo>
                  <a:pt x="126682" y="79343"/>
                </a:lnTo>
                <a:lnTo>
                  <a:pt x="125158" y="82391"/>
                </a:lnTo>
                <a:lnTo>
                  <a:pt x="123634" y="83915"/>
                </a:lnTo>
                <a:close/>
              </a:path>
              <a:path w="128269" h="266064">
                <a:moveTo>
                  <a:pt x="99155" y="265556"/>
                </a:moveTo>
                <a:lnTo>
                  <a:pt x="93059" y="265556"/>
                </a:lnTo>
                <a:lnTo>
                  <a:pt x="85344" y="265271"/>
                </a:lnTo>
                <a:lnTo>
                  <a:pt x="78200" y="264413"/>
                </a:lnTo>
                <a:lnTo>
                  <a:pt x="71628" y="262985"/>
                </a:lnTo>
                <a:lnTo>
                  <a:pt x="65627" y="260984"/>
                </a:lnTo>
                <a:lnTo>
                  <a:pt x="59531" y="259460"/>
                </a:lnTo>
                <a:lnTo>
                  <a:pt x="53435" y="254888"/>
                </a:lnTo>
                <a:lnTo>
                  <a:pt x="48863" y="248697"/>
                </a:lnTo>
                <a:lnTo>
                  <a:pt x="44291" y="244125"/>
                </a:lnTo>
                <a:lnTo>
                  <a:pt x="35409" y="207025"/>
                </a:lnTo>
                <a:lnTo>
                  <a:pt x="35147" y="198405"/>
                </a:lnTo>
                <a:lnTo>
                  <a:pt x="35147" y="83915"/>
                </a:lnTo>
                <a:lnTo>
                  <a:pt x="71723" y="83915"/>
                </a:lnTo>
                <a:lnTo>
                  <a:pt x="71723" y="193833"/>
                </a:lnTo>
                <a:lnTo>
                  <a:pt x="72009" y="203311"/>
                </a:lnTo>
                <a:lnTo>
                  <a:pt x="88487" y="234981"/>
                </a:lnTo>
                <a:lnTo>
                  <a:pt x="128206" y="234981"/>
                </a:lnTo>
                <a:lnTo>
                  <a:pt x="128206" y="251745"/>
                </a:lnTo>
                <a:lnTo>
                  <a:pt x="126682" y="254888"/>
                </a:lnTo>
                <a:lnTo>
                  <a:pt x="126682" y="256412"/>
                </a:lnTo>
                <a:lnTo>
                  <a:pt x="125158" y="257936"/>
                </a:lnTo>
                <a:lnTo>
                  <a:pt x="123634" y="257936"/>
                </a:lnTo>
                <a:lnTo>
                  <a:pt x="120586" y="260984"/>
                </a:lnTo>
                <a:lnTo>
                  <a:pt x="117538" y="260984"/>
                </a:lnTo>
                <a:lnTo>
                  <a:pt x="114490" y="262508"/>
                </a:lnTo>
                <a:lnTo>
                  <a:pt x="111442" y="262508"/>
                </a:lnTo>
                <a:lnTo>
                  <a:pt x="108394" y="264032"/>
                </a:lnTo>
                <a:lnTo>
                  <a:pt x="102203" y="264032"/>
                </a:lnTo>
                <a:lnTo>
                  <a:pt x="99155" y="265556"/>
                </a:lnTo>
                <a:close/>
              </a:path>
              <a:path w="128269" h="266064">
                <a:moveTo>
                  <a:pt x="128206" y="234981"/>
                </a:moveTo>
                <a:lnTo>
                  <a:pt x="102203" y="234981"/>
                </a:lnTo>
                <a:lnTo>
                  <a:pt x="105251" y="233457"/>
                </a:lnTo>
                <a:lnTo>
                  <a:pt x="109918" y="233457"/>
                </a:lnTo>
                <a:lnTo>
                  <a:pt x="112966" y="231933"/>
                </a:lnTo>
                <a:lnTo>
                  <a:pt x="114490" y="231933"/>
                </a:lnTo>
                <a:lnTo>
                  <a:pt x="116014" y="230409"/>
                </a:lnTo>
                <a:lnTo>
                  <a:pt x="119062" y="230409"/>
                </a:lnTo>
                <a:lnTo>
                  <a:pt x="120586" y="228885"/>
                </a:lnTo>
                <a:lnTo>
                  <a:pt x="126682" y="228885"/>
                </a:lnTo>
                <a:lnTo>
                  <a:pt x="126682" y="230409"/>
                </a:lnTo>
                <a:lnTo>
                  <a:pt x="128206" y="231933"/>
                </a:lnTo>
                <a:lnTo>
                  <a:pt x="128206" y="2349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81257" y="3870198"/>
            <a:ext cx="169545" cy="305435"/>
          </a:xfrm>
          <a:custGeom>
            <a:avLst/>
            <a:gdLst/>
            <a:ahLst/>
            <a:cxnLst/>
            <a:rect l="l" t="t" r="r" b="b"/>
            <a:pathLst>
              <a:path w="169544" h="305435">
                <a:moveTo>
                  <a:pt x="32099" y="1524"/>
                </a:moveTo>
                <a:lnTo>
                  <a:pt x="4572" y="1524"/>
                </a:lnTo>
                <a:lnTo>
                  <a:pt x="4572" y="0"/>
                </a:lnTo>
                <a:lnTo>
                  <a:pt x="32099" y="0"/>
                </a:lnTo>
                <a:lnTo>
                  <a:pt x="32099" y="1524"/>
                </a:lnTo>
                <a:close/>
              </a:path>
              <a:path w="169544" h="305435">
                <a:moveTo>
                  <a:pt x="33623" y="303752"/>
                </a:moveTo>
                <a:lnTo>
                  <a:pt x="3048" y="303752"/>
                </a:lnTo>
                <a:lnTo>
                  <a:pt x="0" y="300704"/>
                </a:lnTo>
                <a:lnTo>
                  <a:pt x="0" y="4572"/>
                </a:lnTo>
                <a:lnTo>
                  <a:pt x="3048" y="1524"/>
                </a:lnTo>
                <a:lnTo>
                  <a:pt x="33623" y="1524"/>
                </a:lnTo>
                <a:lnTo>
                  <a:pt x="36671" y="4572"/>
                </a:lnTo>
                <a:lnTo>
                  <a:pt x="36671" y="123634"/>
                </a:lnTo>
                <a:lnTo>
                  <a:pt x="91535" y="123634"/>
                </a:lnTo>
                <a:lnTo>
                  <a:pt x="51149" y="144410"/>
                </a:lnTo>
                <a:lnTo>
                  <a:pt x="36671" y="300704"/>
                </a:lnTo>
                <a:lnTo>
                  <a:pt x="33623" y="303752"/>
                </a:lnTo>
                <a:close/>
              </a:path>
              <a:path w="169544" h="305435">
                <a:moveTo>
                  <a:pt x="167830" y="303752"/>
                </a:moveTo>
                <a:lnTo>
                  <a:pt x="135826" y="303752"/>
                </a:lnTo>
                <a:lnTo>
                  <a:pt x="135826" y="302228"/>
                </a:lnTo>
                <a:lnTo>
                  <a:pt x="134302" y="302228"/>
                </a:lnTo>
                <a:lnTo>
                  <a:pt x="134302" y="183165"/>
                </a:lnTo>
                <a:lnTo>
                  <a:pt x="134040" y="175449"/>
                </a:lnTo>
                <a:lnTo>
                  <a:pt x="133377" y="168577"/>
                </a:lnTo>
                <a:lnTo>
                  <a:pt x="133350" y="168294"/>
                </a:lnTo>
                <a:lnTo>
                  <a:pt x="116014" y="129730"/>
                </a:lnTo>
                <a:lnTo>
                  <a:pt x="99155" y="123634"/>
                </a:lnTo>
                <a:lnTo>
                  <a:pt x="36671" y="123634"/>
                </a:lnTo>
                <a:lnTo>
                  <a:pt x="44648" y="116181"/>
                </a:lnTo>
                <a:lnTo>
                  <a:pt x="83153" y="93726"/>
                </a:lnTo>
                <a:lnTo>
                  <a:pt x="99155" y="91630"/>
                </a:lnTo>
                <a:lnTo>
                  <a:pt x="108949" y="92178"/>
                </a:lnTo>
                <a:lnTo>
                  <a:pt x="145161" y="105917"/>
                </a:lnTo>
                <a:lnTo>
                  <a:pt x="166306" y="141922"/>
                </a:lnTo>
                <a:lnTo>
                  <a:pt x="169354" y="302228"/>
                </a:lnTo>
                <a:lnTo>
                  <a:pt x="167830" y="303752"/>
                </a:lnTo>
                <a:close/>
              </a:path>
              <a:path w="169544" h="305435">
                <a:moveTo>
                  <a:pt x="32099" y="305276"/>
                </a:moveTo>
                <a:lnTo>
                  <a:pt x="6096" y="305276"/>
                </a:lnTo>
                <a:lnTo>
                  <a:pt x="4572" y="303752"/>
                </a:lnTo>
                <a:lnTo>
                  <a:pt x="32099" y="303752"/>
                </a:lnTo>
                <a:lnTo>
                  <a:pt x="32099" y="305276"/>
                </a:lnTo>
                <a:close/>
              </a:path>
              <a:path w="169544" h="305435">
                <a:moveTo>
                  <a:pt x="164782" y="305276"/>
                </a:moveTo>
                <a:lnTo>
                  <a:pt x="138874" y="305276"/>
                </a:lnTo>
                <a:lnTo>
                  <a:pt x="137350" y="303752"/>
                </a:lnTo>
                <a:lnTo>
                  <a:pt x="166306" y="303752"/>
                </a:lnTo>
                <a:lnTo>
                  <a:pt x="164782" y="3052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904357" y="3961828"/>
            <a:ext cx="181236" cy="21666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225992" y="3912965"/>
            <a:ext cx="1302829" cy="26555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658552" y="3912965"/>
            <a:ext cx="1450943" cy="341852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271134" y="3883914"/>
            <a:ext cx="1449419" cy="370903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6842569" y="3912965"/>
            <a:ext cx="130175" cy="266065"/>
          </a:xfrm>
          <a:custGeom>
            <a:avLst/>
            <a:gdLst/>
            <a:ahLst/>
            <a:cxnLst/>
            <a:rect l="l" t="t" r="r" b="b"/>
            <a:pathLst>
              <a:path w="130175" h="266064">
                <a:moveTo>
                  <a:pt x="71723" y="53435"/>
                </a:moveTo>
                <a:lnTo>
                  <a:pt x="35147" y="53435"/>
                </a:lnTo>
                <a:lnTo>
                  <a:pt x="35147" y="4571"/>
                </a:lnTo>
                <a:lnTo>
                  <a:pt x="39719" y="0"/>
                </a:lnTo>
                <a:lnTo>
                  <a:pt x="65627" y="0"/>
                </a:lnTo>
                <a:lnTo>
                  <a:pt x="67151" y="1523"/>
                </a:lnTo>
                <a:lnTo>
                  <a:pt x="68675" y="1523"/>
                </a:lnTo>
                <a:lnTo>
                  <a:pt x="71723" y="4571"/>
                </a:lnTo>
                <a:lnTo>
                  <a:pt x="71723" y="53435"/>
                </a:lnTo>
                <a:close/>
              </a:path>
              <a:path w="130175" h="266064">
                <a:moveTo>
                  <a:pt x="123634" y="83915"/>
                </a:moveTo>
                <a:lnTo>
                  <a:pt x="6191" y="83915"/>
                </a:lnTo>
                <a:lnTo>
                  <a:pt x="3048" y="82391"/>
                </a:lnTo>
                <a:lnTo>
                  <a:pt x="3048" y="79343"/>
                </a:lnTo>
                <a:lnTo>
                  <a:pt x="1524" y="77819"/>
                </a:lnTo>
                <a:lnTo>
                  <a:pt x="0" y="73247"/>
                </a:lnTo>
                <a:lnTo>
                  <a:pt x="0" y="64103"/>
                </a:lnTo>
                <a:lnTo>
                  <a:pt x="1524" y="61055"/>
                </a:lnTo>
                <a:lnTo>
                  <a:pt x="1524" y="58007"/>
                </a:lnTo>
                <a:lnTo>
                  <a:pt x="3048" y="56483"/>
                </a:lnTo>
                <a:lnTo>
                  <a:pt x="3048" y="54959"/>
                </a:lnTo>
                <a:lnTo>
                  <a:pt x="4572" y="53435"/>
                </a:lnTo>
                <a:lnTo>
                  <a:pt x="125158" y="53435"/>
                </a:lnTo>
                <a:lnTo>
                  <a:pt x="126682" y="54959"/>
                </a:lnTo>
                <a:lnTo>
                  <a:pt x="126682" y="56483"/>
                </a:lnTo>
                <a:lnTo>
                  <a:pt x="128206" y="58007"/>
                </a:lnTo>
                <a:lnTo>
                  <a:pt x="128206" y="61055"/>
                </a:lnTo>
                <a:lnTo>
                  <a:pt x="129730" y="62579"/>
                </a:lnTo>
                <a:lnTo>
                  <a:pt x="129730" y="73247"/>
                </a:lnTo>
                <a:lnTo>
                  <a:pt x="128206" y="77819"/>
                </a:lnTo>
                <a:lnTo>
                  <a:pt x="126682" y="79343"/>
                </a:lnTo>
                <a:lnTo>
                  <a:pt x="126682" y="82391"/>
                </a:lnTo>
                <a:lnTo>
                  <a:pt x="123634" y="83915"/>
                </a:lnTo>
                <a:close/>
              </a:path>
              <a:path w="130175" h="266064">
                <a:moveTo>
                  <a:pt x="99250" y="265556"/>
                </a:moveTo>
                <a:lnTo>
                  <a:pt x="93059" y="265556"/>
                </a:lnTo>
                <a:lnTo>
                  <a:pt x="85367" y="265271"/>
                </a:lnTo>
                <a:lnTo>
                  <a:pt x="78390" y="264413"/>
                </a:lnTo>
                <a:lnTo>
                  <a:pt x="72270" y="262985"/>
                </a:lnTo>
                <a:lnTo>
                  <a:pt x="67151" y="260984"/>
                </a:lnTo>
                <a:lnTo>
                  <a:pt x="59531" y="259460"/>
                </a:lnTo>
                <a:lnTo>
                  <a:pt x="53435" y="254888"/>
                </a:lnTo>
                <a:lnTo>
                  <a:pt x="48863" y="248697"/>
                </a:lnTo>
                <a:lnTo>
                  <a:pt x="44291" y="244125"/>
                </a:lnTo>
                <a:lnTo>
                  <a:pt x="35409" y="207025"/>
                </a:lnTo>
                <a:lnTo>
                  <a:pt x="35147" y="198405"/>
                </a:lnTo>
                <a:lnTo>
                  <a:pt x="35147" y="83915"/>
                </a:lnTo>
                <a:lnTo>
                  <a:pt x="71723" y="83915"/>
                </a:lnTo>
                <a:lnTo>
                  <a:pt x="71723" y="193833"/>
                </a:lnTo>
                <a:lnTo>
                  <a:pt x="72032" y="203311"/>
                </a:lnTo>
                <a:lnTo>
                  <a:pt x="88487" y="234981"/>
                </a:lnTo>
                <a:lnTo>
                  <a:pt x="128206" y="234981"/>
                </a:lnTo>
                <a:lnTo>
                  <a:pt x="129730" y="236505"/>
                </a:lnTo>
                <a:lnTo>
                  <a:pt x="129730" y="248697"/>
                </a:lnTo>
                <a:lnTo>
                  <a:pt x="128206" y="251745"/>
                </a:lnTo>
                <a:lnTo>
                  <a:pt x="128206" y="254888"/>
                </a:lnTo>
                <a:lnTo>
                  <a:pt x="123634" y="259460"/>
                </a:lnTo>
                <a:lnTo>
                  <a:pt x="120586" y="260984"/>
                </a:lnTo>
                <a:lnTo>
                  <a:pt x="117538" y="260984"/>
                </a:lnTo>
                <a:lnTo>
                  <a:pt x="116014" y="262508"/>
                </a:lnTo>
                <a:lnTo>
                  <a:pt x="112966" y="262508"/>
                </a:lnTo>
                <a:lnTo>
                  <a:pt x="109918" y="264032"/>
                </a:lnTo>
                <a:lnTo>
                  <a:pt x="102298" y="264032"/>
                </a:lnTo>
                <a:lnTo>
                  <a:pt x="99250" y="265556"/>
                </a:lnTo>
                <a:close/>
              </a:path>
              <a:path w="130175" h="266064">
                <a:moveTo>
                  <a:pt x="126682" y="230409"/>
                </a:moveTo>
                <a:lnTo>
                  <a:pt x="119062" y="230409"/>
                </a:lnTo>
                <a:lnTo>
                  <a:pt x="120586" y="228885"/>
                </a:lnTo>
                <a:lnTo>
                  <a:pt x="126682" y="228885"/>
                </a:lnTo>
                <a:lnTo>
                  <a:pt x="126682" y="230409"/>
                </a:lnTo>
                <a:close/>
              </a:path>
              <a:path w="130175" h="266064">
                <a:moveTo>
                  <a:pt x="128206" y="234981"/>
                </a:moveTo>
                <a:lnTo>
                  <a:pt x="102298" y="234981"/>
                </a:lnTo>
                <a:lnTo>
                  <a:pt x="105346" y="233457"/>
                </a:lnTo>
                <a:lnTo>
                  <a:pt x="109918" y="233457"/>
                </a:lnTo>
                <a:lnTo>
                  <a:pt x="112966" y="231933"/>
                </a:lnTo>
                <a:lnTo>
                  <a:pt x="114490" y="231933"/>
                </a:lnTo>
                <a:lnTo>
                  <a:pt x="117538" y="230409"/>
                </a:lnTo>
                <a:lnTo>
                  <a:pt x="128206" y="230409"/>
                </a:lnTo>
                <a:lnTo>
                  <a:pt x="128206" y="2349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019543" y="3870198"/>
            <a:ext cx="169545" cy="305435"/>
          </a:xfrm>
          <a:custGeom>
            <a:avLst/>
            <a:gdLst/>
            <a:ahLst/>
            <a:cxnLst/>
            <a:rect l="l" t="t" r="r" b="b"/>
            <a:pathLst>
              <a:path w="169545" h="305435">
                <a:moveTo>
                  <a:pt x="32099" y="1524"/>
                </a:moveTo>
                <a:lnTo>
                  <a:pt x="3048" y="1524"/>
                </a:lnTo>
                <a:lnTo>
                  <a:pt x="4667" y="0"/>
                </a:lnTo>
                <a:lnTo>
                  <a:pt x="30575" y="0"/>
                </a:lnTo>
                <a:lnTo>
                  <a:pt x="32099" y="1524"/>
                </a:lnTo>
                <a:close/>
              </a:path>
              <a:path w="169545" h="305435">
                <a:moveTo>
                  <a:pt x="33623" y="303752"/>
                </a:moveTo>
                <a:lnTo>
                  <a:pt x="1524" y="303752"/>
                </a:lnTo>
                <a:lnTo>
                  <a:pt x="1524" y="302228"/>
                </a:lnTo>
                <a:lnTo>
                  <a:pt x="0" y="302228"/>
                </a:lnTo>
                <a:lnTo>
                  <a:pt x="0" y="3048"/>
                </a:lnTo>
                <a:lnTo>
                  <a:pt x="1524" y="3048"/>
                </a:lnTo>
                <a:lnTo>
                  <a:pt x="1524" y="1524"/>
                </a:lnTo>
                <a:lnTo>
                  <a:pt x="33623" y="1524"/>
                </a:lnTo>
                <a:lnTo>
                  <a:pt x="35147" y="3048"/>
                </a:lnTo>
                <a:lnTo>
                  <a:pt x="35147" y="4572"/>
                </a:lnTo>
                <a:lnTo>
                  <a:pt x="36671" y="4572"/>
                </a:lnTo>
                <a:lnTo>
                  <a:pt x="36671" y="123634"/>
                </a:lnTo>
                <a:lnTo>
                  <a:pt x="91630" y="123634"/>
                </a:lnTo>
                <a:lnTo>
                  <a:pt x="84717" y="124206"/>
                </a:lnTo>
                <a:lnTo>
                  <a:pt x="50387" y="144410"/>
                </a:lnTo>
                <a:lnTo>
                  <a:pt x="36671" y="300704"/>
                </a:lnTo>
                <a:lnTo>
                  <a:pt x="33623" y="303752"/>
                </a:lnTo>
                <a:close/>
              </a:path>
              <a:path w="169545" h="305435">
                <a:moveTo>
                  <a:pt x="169354" y="302228"/>
                </a:moveTo>
                <a:lnTo>
                  <a:pt x="134302" y="302228"/>
                </a:lnTo>
                <a:lnTo>
                  <a:pt x="134302" y="183165"/>
                </a:lnTo>
                <a:lnTo>
                  <a:pt x="134147" y="178593"/>
                </a:lnTo>
                <a:lnTo>
                  <a:pt x="134040" y="175449"/>
                </a:lnTo>
                <a:lnTo>
                  <a:pt x="133377" y="168577"/>
                </a:lnTo>
                <a:lnTo>
                  <a:pt x="133350" y="168294"/>
                </a:lnTo>
                <a:lnTo>
                  <a:pt x="116014" y="129730"/>
                </a:lnTo>
                <a:lnTo>
                  <a:pt x="99250" y="123634"/>
                </a:lnTo>
                <a:lnTo>
                  <a:pt x="36671" y="123634"/>
                </a:lnTo>
                <a:lnTo>
                  <a:pt x="43791" y="116181"/>
                </a:lnTo>
                <a:lnTo>
                  <a:pt x="83165" y="93726"/>
                </a:lnTo>
                <a:lnTo>
                  <a:pt x="99250" y="91630"/>
                </a:lnTo>
                <a:lnTo>
                  <a:pt x="108989" y="92178"/>
                </a:lnTo>
                <a:lnTo>
                  <a:pt x="144589" y="105917"/>
                </a:lnTo>
                <a:lnTo>
                  <a:pt x="166306" y="141922"/>
                </a:lnTo>
                <a:lnTo>
                  <a:pt x="167333" y="149542"/>
                </a:lnTo>
                <a:lnTo>
                  <a:pt x="167425" y="150224"/>
                </a:lnTo>
                <a:lnTo>
                  <a:pt x="168402" y="159115"/>
                </a:lnTo>
                <a:lnTo>
                  <a:pt x="169071" y="168294"/>
                </a:lnTo>
                <a:lnTo>
                  <a:pt x="169092" y="168577"/>
                </a:lnTo>
                <a:lnTo>
                  <a:pt x="169272" y="175449"/>
                </a:lnTo>
                <a:lnTo>
                  <a:pt x="169354" y="302228"/>
                </a:lnTo>
                <a:close/>
              </a:path>
              <a:path w="169545" h="305435">
                <a:moveTo>
                  <a:pt x="167830" y="303752"/>
                </a:moveTo>
                <a:lnTo>
                  <a:pt x="135826" y="303752"/>
                </a:lnTo>
                <a:lnTo>
                  <a:pt x="135826" y="302228"/>
                </a:lnTo>
                <a:lnTo>
                  <a:pt x="167830" y="302228"/>
                </a:lnTo>
                <a:lnTo>
                  <a:pt x="167830" y="303752"/>
                </a:lnTo>
                <a:close/>
              </a:path>
              <a:path w="169545" h="305435">
                <a:moveTo>
                  <a:pt x="30575" y="305276"/>
                </a:moveTo>
                <a:lnTo>
                  <a:pt x="4667" y="305276"/>
                </a:lnTo>
                <a:lnTo>
                  <a:pt x="3048" y="303752"/>
                </a:lnTo>
                <a:lnTo>
                  <a:pt x="32099" y="303752"/>
                </a:lnTo>
                <a:lnTo>
                  <a:pt x="30575" y="305276"/>
                </a:lnTo>
                <a:close/>
              </a:path>
              <a:path w="169545" h="305435">
                <a:moveTo>
                  <a:pt x="164782" y="305276"/>
                </a:moveTo>
                <a:lnTo>
                  <a:pt x="138874" y="305276"/>
                </a:lnTo>
                <a:lnTo>
                  <a:pt x="137350" y="303752"/>
                </a:lnTo>
                <a:lnTo>
                  <a:pt x="166306" y="303752"/>
                </a:lnTo>
                <a:lnTo>
                  <a:pt x="164782" y="3052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577994" y="3961828"/>
            <a:ext cx="115919" cy="21364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242643" y="3961828"/>
            <a:ext cx="181236" cy="216669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7716773" y="3912965"/>
            <a:ext cx="508634" cy="266065"/>
            <a:chOff x="7716773" y="3912965"/>
            <a:chExt cx="508634" cy="266065"/>
          </a:xfrm>
        </p:grpSpPr>
        <p:pic>
          <p:nvPicPr>
            <p:cNvPr id="43" name="object 4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716773" y="3961828"/>
              <a:ext cx="181641" cy="21666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938039" y="3961828"/>
              <a:ext cx="138874" cy="21669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096726" y="3912965"/>
              <a:ext cx="128270" cy="266065"/>
            </a:xfrm>
            <a:custGeom>
              <a:avLst/>
              <a:gdLst/>
              <a:ahLst/>
              <a:cxnLst/>
              <a:rect l="l" t="t" r="r" b="b"/>
              <a:pathLst>
                <a:path w="128270" h="266064">
                  <a:moveTo>
                    <a:pt x="67151" y="1523"/>
                  </a:moveTo>
                  <a:lnTo>
                    <a:pt x="38100" y="1523"/>
                  </a:lnTo>
                  <a:lnTo>
                    <a:pt x="39624" y="0"/>
                  </a:lnTo>
                  <a:lnTo>
                    <a:pt x="65627" y="0"/>
                  </a:lnTo>
                  <a:lnTo>
                    <a:pt x="67151" y="1523"/>
                  </a:lnTo>
                  <a:close/>
                </a:path>
                <a:path w="128270" h="266064">
                  <a:moveTo>
                    <a:pt x="71723" y="53435"/>
                  </a:moveTo>
                  <a:lnTo>
                    <a:pt x="35052" y="53435"/>
                  </a:lnTo>
                  <a:lnTo>
                    <a:pt x="35052" y="3047"/>
                  </a:lnTo>
                  <a:lnTo>
                    <a:pt x="36576" y="3047"/>
                  </a:lnTo>
                  <a:lnTo>
                    <a:pt x="36576" y="1523"/>
                  </a:lnTo>
                  <a:lnTo>
                    <a:pt x="68675" y="1523"/>
                  </a:lnTo>
                  <a:lnTo>
                    <a:pt x="70199" y="3047"/>
                  </a:lnTo>
                  <a:lnTo>
                    <a:pt x="70199" y="4571"/>
                  </a:lnTo>
                  <a:lnTo>
                    <a:pt x="71723" y="6095"/>
                  </a:lnTo>
                  <a:lnTo>
                    <a:pt x="71723" y="53435"/>
                  </a:lnTo>
                  <a:close/>
                </a:path>
                <a:path w="128270" h="266064">
                  <a:moveTo>
                    <a:pt x="123539" y="83915"/>
                  </a:moveTo>
                  <a:lnTo>
                    <a:pt x="4572" y="83915"/>
                  </a:lnTo>
                  <a:lnTo>
                    <a:pt x="3048" y="82391"/>
                  </a:lnTo>
                  <a:lnTo>
                    <a:pt x="1524" y="79343"/>
                  </a:lnTo>
                  <a:lnTo>
                    <a:pt x="1524" y="77819"/>
                  </a:lnTo>
                  <a:lnTo>
                    <a:pt x="0" y="73247"/>
                  </a:lnTo>
                  <a:lnTo>
                    <a:pt x="0" y="61055"/>
                  </a:lnTo>
                  <a:lnTo>
                    <a:pt x="1524" y="59531"/>
                  </a:lnTo>
                  <a:lnTo>
                    <a:pt x="1524" y="56483"/>
                  </a:lnTo>
                  <a:lnTo>
                    <a:pt x="4572" y="53435"/>
                  </a:lnTo>
                  <a:lnTo>
                    <a:pt x="125063" y="53435"/>
                  </a:lnTo>
                  <a:lnTo>
                    <a:pt x="125063" y="54959"/>
                  </a:lnTo>
                  <a:lnTo>
                    <a:pt x="126587" y="54959"/>
                  </a:lnTo>
                  <a:lnTo>
                    <a:pt x="126587" y="56483"/>
                  </a:lnTo>
                  <a:lnTo>
                    <a:pt x="128111" y="58007"/>
                  </a:lnTo>
                  <a:lnTo>
                    <a:pt x="128111" y="77819"/>
                  </a:lnTo>
                  <a:lnTo>
                    <a:pt x="126587" y="79343"/>
                  </a:lnTo>
                  <a:lnTo>
                    <a:pt x="125063" y="82391"/>
                  </a:lnTo>
                  <a:lnTo>
                    <a:pt x="123539" y="83915"/>
                  </a:lnTo>
                  <a:close/>
                </a:path>
                <a:path w="128270" h="266064">
                  <a:moveTo>
                    <a:pt x="99155" y="265556"/>
                  </a:moveTo>
                  <a:lnTo>
                    <a:pt x="93059" y="265556"/>
                  </a:lnTo>
                  <a:lnTo>
                    <a:pt x="85344" y="265271"/>
                  </a:lnTo>
                  <a:lnTo>
                    <a:pt x="78200" y="264413"/>
                  </a:lnTo>
                  <a:lnTo>
                    <a:pt x="71628" y="262985"/>
                  </a:lnTo>
                  <a:lnTo>
                    <a:pt x="65627" y="260984"/>
                  </a:lnTo>
                  <a:lnTo>
                    <a:pt x="59436" y="259460"/>
                  </a:lnTo>
                  <a:lnTo>
                    <a:pt x="53340" y="254888"/>
                  </a:lnTo>
                  <a:lnTo>
                    <a:pt x="48768" y="248697"/>
                  </a:lnTo>
                  <a:lnTo>
                    <a:pt x="44196" y="244125"/>
                  </a:lnTo>
                  <a:lnTo>
                    <a:pt x="35313" y="207025"/>
                  </a:lnTo>
                  <a:lnTo>
                    <a:pt x="35052" y="198405"/>
                  </a:lnTo>
                  <a:lnTo>
                    <a:pt x="35052" y="83915"/>
                  </a:lnTo>
                  <a:lnTo>
                    <a:pt x="71723" y="83915"/>
                  </a:lnTo>
                  <a:lnTo>
                    <a:pt x="71723" y="193833"/>
                  </a:lnTo>
                  <a:lnTo>
                    <a:pt x="72032" y="203311"/>
                  </a:lnTo>
                  <a:lnTo>
                    <a:pt x="88487" y="234981"/>
                  </a:lnTo>
                  <a:lnTo>
                    <a:pt x="128111" y="234981"/>
                  </a:lnTo>
                  <a:lnTo>
                    <a:pt x="128111" y="254888"/>
                  </a:lnTo>
                  <a:lnTo>
                    <a:pt x="125063" y="257936"/>
                  </a:lnTo>
                  <a:lnTo>
                    <a:pt x="123539" y="257936"/>
                  </a:lnTo>
                  <a:lnTo>
                    <a:pt x="120491" y="260984"/>
                  </a:lnTo>
                  <a:lnTo>
                    <a:pt x="117443" y="260984"/>
                  </a:lnTo>
                  <a:lnTo>
                    <a:pt x="115919" y="262508"/>
                  </a:lnTo>
                  <a:lnTo>
                    <a:pt x="112871" y="262508"/>
                  </a:lnTo>
                  <a:lnTo>
                    <a:pt x="109823" y="264032"/>
                  </a:lnTo>
                  <a:lnTo>
                    <a:pt x="102203" y="264032"/>
                  </a:lnTo>
                  <a:lnTo>
                    <a:pt x="99155" y="265556"/>
                  </a:lnTo>
                  <a:close/>
                </a:path>
                <a:path w="128270" h="266064">
                  <a:moveTo>
                    <a:pt x="126587" y="230409"/>
                  </a:moveTo>
                  <a:lnTo>
                    <a:pt x="118967" y="230409"/>
                  </a:lnTo>
                  <a:lnTo>
                    <a:pt x="120491" y="228885"/>
                  </a:lnTo>
                  <a:lnTo>
                    <a:pt x="126587" y="228885"/>
                  </a:lnTo>
                  <a:lnTo>
                    <a:pt x="126587" y="230409"/>
                  </a:lnTo>
                  <a:close/>
                </a:path>
                <a:path w="128270" h="266064">
                  <a:moveTo>
                    <a:pt x="128111" y="234981"/>
                  </a:moveTo>
                  <a:lnTo>
                    <a:pt x="102203" y="234981"/>
                  </a:lnTo>
                  <a:lnTo>
                    <a:pt x="105251" y="233457"/>
                  </a:lnTo>
                  <a:lnTo>
                    <a:pt x="109823" y="233457"/>
                  </a:lnTo>
                  <a:lnTo>
                    <a:pt x="112871" y="231933"/>
                  </a:lnTo>
                  <a:lnTo>
                    <a:pt x="114395" y="231933"/>
                  </a:lnTo>
                  <a:lnTo>
                    <a:pt x="115919" y="230409"/>
                  </a:lnTo>
                  <a:lnTo>
                    <a:pt x="128111" y="230409"/>
                  </a:lnTo>
                  <a:lnTo>
                    <a:pt x="128111" y="2349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8359140" y="3868673"/>
            <a:ext cx="358775" cy="309880"/>
            <a:chOff x="8359140" y="3868673"/>
            <a:chExt cx="358775" cy="309880"/>
          </a:xfrm>
        </p:grpSpPr>
        <p:pic>
          <p:nvPicPr>
            <p:cNvPr id="47" name="object 4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359140" y="3961828"/>
              <a:ext cx="196703" cy="21669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8584882" y="3868673"/>
              <a:ext cx="133350" cy="307340"/>
            </a:xfrm>
            <a:custGeom>
              <a:avLst/>
              <a:gdLst/>
              <a:ahLst/>
              <a:cxnLst/>
              <a:rect l="l" t="t" r="r" b="b"/>
              <a:pathLst>
                <a:path w="133350" h="307339">
                  <a:moveTo>
                    <a:pt x="70199" y="97726"/>
                  </a:moveTo>
                  <a:lnTo>
                    <a:pt x="33623" y="97726"/>
                  </a:lnTo>
                  <a:lnTo>
                    <a:pt x="33623" y="77819"/>
                  </a:lnTo>
                  <a:lnTo>
                    <a:pt x="40528" y="34669"/>
                  </a:lnTo>
                  <a:lnTo>
                    <a:pt x="50387" y="18288"/>
                  </a:lnTo>
                  <a:lnTo>
                    <a:pt x="54959" y="10668"/>
                  </a:lnTo>
                  <a:lnTo>
                    <a:pt x="97726" y="0"/>
                  </a:lnTo>
                  <a:lnTo>
                    <a:pt x="112966" y="0"/>
                  </a:lnTo>
                  <a:lnTo>
                    <a:pt x="117538" y="1524"/>
                  </a:lnTo>
                  <a:lnTo>
                    <a:pt x="120586" y="3048"/>
                  </a:lnTo>
                  <a:lnTo>
                    <a:pt x="123634" y="3048"/>
                  </a:lnTo>
                  <a:lnTo>
                    <a:pt x="126682" y="4572"/>
                  </a:lnTo>
                  <a:lnTo>
                    <a:pt x="128206" y="6096"/>
                  </a:lnTo>
                  <a:lnTo>
                    <a:pt x="129730" y="6096"/>
                  </a:lnTo>
                  <a:lnTo>
                    <a:pt x="129730" y="7620"/>
                  </a:lnTo>
                  <a:lnTo>
                    <a:pt x="131254" y="9144"/>
                  </a:lnTo>
                  <a:lnTo>
                    <a:pt x="131254" y="10668"/>
                  </a:lnTo>
                  <a:lnTo>
                    <a:pt x="132778" y="13716"/>
                  </a:lnTo>
                  <a:lnTo>
                    <a:pt x="132778" y="29051"/>
                  </a:lnTo>
                  <a:lnTo>
                    <a:pt x="94583" y="29051"/>
                  </a:lnTo>
                  <a:lnTo>
                    <a:pt x="90011" y="30575"/>
                  </a:lnTo>
                  <a:lnTo>
                    <a:pt x="86963" y="32099"/>
                  </a:lnTo>
                  <a:lnTo>
                    <a:pt x="82391" y="33623"/>
                  </a:lnTo>
                  <a:lnTo>
                    <a:pt x="79343" y="36671"/>
                  </a:lnTo>
                  <a:lnTo>
                    <a:pt x="77819" y="39719"/>
                  </a:lnTo>
                  <a:lnTo>
                    <a:pt x="74771" y="44291"/>
                  </a:lnTo>
                  <a:lnTo>
                    <a:pt x="73247" y="48863"/>
                  </a:lnTo>
                  <a:lnTo>
                    <a:pt x="71723" y="54959"/>
                  </a:lnTo>
                  <a:lnTo>
                    <a:pt x="71723" y="61055"/>
                  </a:lnTo>
                  <a:lnTo>
                    <a:pt x="70199" y="67151"/>
                  </a:lnTo>
                  <a:lnTo>
                    <a:pt x="70199" y="97726"/>
                  </a:lnTo>
                  <a:close/>
                </a:path>
                <a:path w="133350" h="307339">
                  <a:moveTo>
                    <a:pt x="131254" y="35147"/>
                  </a:moveTo>
                  <a:lnTo>
                    <a:pt x="123634" y="35147"/>
                  </a:lnTo>
                  <a:lnTo>
                    <a:pt x="122110" y="33623"/>
                  </a:lnTo>
                  <a:lnTo>
                    <a:pt x="120586" y="33623"/>
                  </a:lnTo>
                  <a:lnTo>
                    <a:pt x="117538" y="32099"/>
                  </a:lnTo>
                  <a:lnTo>
                    <a:pt x="116014" y="32099"/>
                  </a:lnTo>
                  <a:lnTo>
                    <a:pt x="112966" y="30575"/>
                  </a:lnTo>
                  <a:lnTo>
                    <a:pt x="109918" y="30575"/>
                  </a:lnTo>
                  <a:lnTo>
                    <a:pt x="106870" y="29051"/>
                  </a:lnTo>
                  <a:lnTo>
                    <a:pt x="132778" y="29051"/>
                  </a:lnTo>
                  <a:lnTo>
                    <a:pt x="132778" y="30575"/>
                  </a:lnTo>
                  <a:lnTo>
                    <a:pt x="131254" y="32099"/>
                  </a:lnTo>
                  <a:lnTo>
                    <a:pt x="131254" y="35147"/>
                  </a:lnTo>
                  <a:close/>
                </a:path>
                <a:path w="133350" h="307339">
                  <a:moveTo>
                    <a:pt x="117538" y="99250"/>
                  </a:moveTo>
                  <a:lnTo>
                    <a:pt x="3048" y="99250"/>
                  </a:lnTo>
                  <a:lnTo>
                    <a:pt x="3048" y="97726"/>
                  </a:lnTo>
                  <a:lnTo>
                    <a:pt x="117538" y="97726"/>
                  </a:lnTo>
                  <a:lnTo>
                    <a:pt x="117538" y="99250"/>
                  </a:lnTo>
                  <a:close/>
                </a:path>
                <a:path w="133350" h="307339">
                  <a:moveTo>
                    <a:pt x="116014" y="128206"/>
                  </a:moveTo>
                  <a:lnTo>
                    <a:pt x="4572" y="128206"/>
                  </a:lnTo>
                  <a:lnTo>
                    <a:pt x="3048" y="126682"/>
                  </a:lnTo>
                  <a:lnTo>
                    <a:pt x="1524" y="123634"/>
                  </a:lnTo>
                  <a:lnTo>
                    <a:pt x="0" y="122110"/>
                  </a:lnTo>
                  <a:lnTo>
                    <a:pt x="0" y="102298"/>
                  </a:lnTo>
                  <a:lnTo>
                    <a:pt x="1524" y="100774"/>
                  </a:lnTo>
                  <a:lnTo>
                    <a:pt x="1524" y="99250"/>
                  </a:lnTo>
                  <a:lnTo>
                    <a:pt x="119062" y="99250"/>
                  </a:lnTo>
                  <a:lnTo>
                    <a:pt x="119062" y="100774"/>
                  </a:lnTo>
                  <a:lnTo>
                    <a:pt x="120586" y="102298"/>
                  </a:lnTo>
                  <a:lnTo>
                    <a:pt x="120586" y="105346"/>
                  </a:lnTo>
                  <a:lnTo>
                    <a:pt x="122110" y="106870"/>
                  </a:lnTo>
                  <a:lnTo>
                    <a:pt x="122110" y="117538"/>
                  </a:lnTo>
                  <a:lnTo>
                    <a:pt x="120586" y="122110"/>
                  </a:lnTo>
                  <a:lnTo>
                    <a:pt x="120586" y="123634"/>
                  </a:lnTo>
                  <a:lnTo>
                    <a:pt x="119062" y="126682"/>
                  </a:lnTo>
                  <a:lnTo>
                    <a:pt x="116014" y="128206"/>
                  </a:lnTo>
                  <a:close/>
                </a:path>
                <a:path w="133350" h="307339">
                  <a:moveTo>
                    <a:pt x="68675" y="305276"/>
                  </a:moveTo>
                  <a:lnTo>
                    <a:pt x="36671" y="305276"/>
                  </a:lnTo>
                  <a:lnTo>
                    <a:pt x="35147" y="303752"/>
                  </a:lnTo>
                  <a:lnTo>
                    <a:pt x="35147" y="302228"/>
                  </a:lnTo>
                  <a:lnTo>
                    <a:pt x="33623" y="302228"/>
                  </a:lnTo>
                  <a:lnTo>
                    <a:pt x="33623" y="128206"/>
                  </a:lnTo>
                  <a:lnTo>
                    <a:pt x="70199" y="128206"/>
                  </a:lnTo>
                  <a:lnTo>
                    <a:pt x="70199" y="303752"/>
                  </a:lnTo>
                  <a:lnTo>
                    <a:pt x="68675" y="303752"/>
                  </a:lnTo>
                  <a:lnTo>
                    <a:pt x="68675" y="305276"/>
                  </a:lnTo>
                  <a:close/>
                </a:path>
                <a:path w="133350" h="307339">
                  <a:moveTo>
                    <a:pt x="65627" y="306800"/>
                  </a:moveTo>
                  <a:lnTo>
                    <a:pt x="39719" y="306800"/>
                  </a:lnTo>
                  <a:lnTo>
                    <a:pt x="38195" y="305276"/>
                  </a:lnTo>
                  <a:lnTo>
                    <a:pt x="67151" y="305276"/>
                  </a:lnTo>
                  <a:lnTo>
                    <a:pt x="65627" y="306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/>
          <p:nvPr/>
        </p:nvSpPr>
        <p:spPr>
          <a:xfrm>
            <a:off x="8821388" y="3912965"/>
            <a:ext cx="128270" cy="266065"/>
          </a:xfrm>
          <a:custGeom>
            <a:avLst/>
            <a:gdLst/>
            <a:ahLst/>
            <a:cxnLst/>
            <a:rect l="l" t="t" r="r" b="b"/>
            <a:pathLst>
              <a:path w="128270" h="266064">
                <a:moveTo>
                  <a:pt x="67151" y="1523"/>
                </a:moveTo>
                <a:lnTo>
                  <a:pt x="38195" y="1523"/>
                </a:lnTo>
                <a:lnTo>
                  <a:pt x="39719" y="0"/>
                </a:lnTo>
                <a:lnTo>
                  <a:pt x="65627" y="0"/>
                </a:lnTo>
                <a:lnTo>
                  <a:pt x="67151" y="1523"/>
                </a:lnTo>
                <a:close/>
              </a:path>
              <a:path w="128270" h="266064">
                <a:moveTo>
                  <a:pt x="71723" y="53435"/>
                </a:moveTo>
                <a:lnTo>
                  <a:pt x="35147" y="53435"/>
                </a:lnTo>
                <a:lnTo>
                  <a:pt x="35147" y="3047"/>
                </a:lnTo>
                <a:lnTo>
                  <a:pt x="36671" y="3047"/>
                </a:lnTo>
                <a:lnTo>
                  <a:pt x="36671" y="1523"/>
                </a:lnTo>
                <a:lnTo>
                  <a:pt x="68675" y="1523"/>
                </a:lnTo>
                <a:lnTo>
                  <a:pt x="70199" y="3047"/>
                </a:lnTo>
                <a:lnTo>
                  <a:pt x="70199" y="4571"/>
                </a:lnTo>
                <a:lnTo>
                  <a:pt x="71723" y="6095"/>
                </a:lnTo>
                <a:lnTo>
                  <a:pt x="71723" y="53435"/>
                </a:lnTo>
                <a:close/>
              </a:path>
              <a:path w="128270" h="266064">
                <a:moveTo>
                  <a:pt x="123634" y="83915"/>
                </a:moveTo>
                <a:lnTo>
                  <a:pt x="4572" y="83915"/>
                </a:lnTo>
                <a:lnTo>
                  <a:pt x="3048" y="82391"/>
                </a:lnTo>
                <a:lnTo>
                  <a:pt x="1524" y="79343"/>
                </a:lnTo>
                <a:lnTo>
                  <a:pt x="0" y="77819"/>
                </a:lnTo>
                <a:lnTo>
                  <a:pt x="0" y="61055"/>
                </a:lnTo>
                <a:lnTo>
                  <a:pt x="1524" y="59531"/>
                </a:lnTo>
                <a:lnTo>
                  <a:pt x="1524" y="56483"/>
                </a:lnTo>
                <a:lnTo>
                  <a:pt x="4572" y="53435"/>
                </a:lnTo>
                <a:lnTo>
                  <a:pt x="125158" y="53435"/>
                </a:lnTo>
                <a:lnTo>
                  <a:pt x="125158" y="54959"/>
                </a:lnTo>
                <a:lnTo>
                  <a:pt x="126682" y="54959"/>
                </a:lnTo>
                <a:lnTo>
                  <a:pt x="126682" y="56483"/>
                </a:lnTo>
                <a:lnTo>
                  <a:pt x="128206" y="58007"/>
                </a:lnTo>
                <a:lnTo>
                  <a:pt x="128206" y="77819"/>
                </a:lnTo>
                <a:lnTo>
                  <a:pt x="126682" y="79343"/>
                </a:lnTo>
                <a:lnTo>
                  <a:pt x="125158" y="82391"/>
                </a:lnTo>
                <a:lnTo>
                  <a:pt x="123634" y="83915"/>
                </a:lnTo>
                <a:close/>
              </a:path>
              <a:path w="128270" h="266064">
                <a:moveTo>
                  <a:pt x="99155" y="265556"/>
                </a:moveTo>
                <a:lnTo>
                  <a:pt x="93059" y="265556"/>
                </a:lnTo>
                <a:lnTo>
                  <a:pt x="85344" y="265271"/>
                </a:lnTo>
                <a:lnTo>
                  <a:pt x="78200" y="264413"/>
                </a:lnTo>
                <a:lnTo>
                  <a:pt x="71628" y="262985"/>
                </a:lnTo>
                <a:lnTo>
                  <a:pt x="65627" y="260984"/>
                </a:lnTo>
                <a:lnTo>
                  <a:pt x="59531" y="259460"/>
                </a:lnTo>
                <a:lnTo>
                  <a:pt x="53435" y="254888"/>
                </a:lnTo>
                <a:lnTo>
                  <a:pt x="48863" y="248697"/>
                </a:lnTo>
                <a:lnTo>
                  <a:pt x="44291" y="244125"/>
                </a:lnTo>
                <a:lnTo>
                  <a:pt x="35409" y="207025"/>
                </a:lnTo>
                <a:lnTo>
                  <a:pt x="35147" y="198405"/>
                </a:lnTo>
                <a:lnTo>
                  <a:pt x="35147" y="83915"/>
                </a:lnTo>
                <a:lnTo>
                  <a:pt x="71723" y="83915"/>
                </a:lnTo>
                <a:lnTo>
                  <a:pt x="71723" y="193833"/>
                </a:lnTo>
                <a:lnTo>
                  <a:pt x="72032" y="203311"/>
                </a:lnTo>
                <a:lnTo>
                  <a:pt x="88487" y="234981"/>
                </a:lnTo>
                <a:lnTo>
                  <a:pt x="128206" y="234981"/>
                </a:lnTo>
                <a:lnTo>
                  <a:pt x="128206" y="254888"/>
                </a:lnTo>
                <a:lnTo>
                  <a:pt x="125158" y="257936"/>
                </a:lnTo>
                <a:lnTo>
                  <a:pt x="123634" y="257936"/>
                </a:lnTo>
                <a:lnTo>
                  <a:pt x="122110" y="259460"/>
                </a:lnTo>
                <a:lnTo>
                  <a:pt x="120491" y="260984"/>
                </a:lnTo>
                <a:lnTo>
                  <a:pt x="117443" y="260984"/>
                </a:lnTo>
                <a:lnTo>
                  <a:pt x="114395" y="262508"/>
                </a:lnTo>
                <a:lnTo>
                  <a:pt x="111347" y="262508"/>
                </a:lnTo>
                <a:lnTo>
                  <a:pt x="109823" y="264032"/>
                </a:lnTo>
                <a:lnTo>
                  <a:pt x="102203" y="264032"/>
                </a:lnTo>
                <a:lnTo>
                  <a:pt x="99155" y="265556"/>
                </a:lnTo>
                <a:close/>
              </a:path>
              <a:path w="128270" h="266064">
                <a:moveTo>
                  <a:pt x="126682" y="230409"/>
                </a:moveTo>
                <a:lnTo>
                  <a:pt x="118967" y="230409"/>
                </a:lnTo>
                <a:lnTo>
                  <a:pt x="120491" y="228885"/>
                </a:lnTo>
                <a:lnTo>
                  <a:pt x="126682" y="228885"/>
                </a:lnTo>
                <a:lnTo>
                  <a:pt x="126682" y="230409"/>
                </a:lnTo>
                <a:close/>
              </a:path>
              <a:path w="128270" h="266064">
                <a:moveTo>
                  <a:pt x="128206" y="234981"/>
                </a:moveTo>
                <a:lnTo>
                  <a:pt x="102203" y="234981"/>
                </a:lnTo>
                <a:lnTo>
                  <a:pt x="105251" y="233457"/>
                </a:lnTo>
                <a:lnTo>
                  <a:pt x="109823" y="233457"/>
                </a:lnTo>
                <a:lnTo>
                  <a:pt x="112871" y="231933"/>
                </a:lnTo>
                <a:lnTo>
                  <a:pt x="114395" y="231933"/>
                </a:lnTo>
                <a:lnTo>
                  <a:pt x="115919" y="230409"/>
                </a:lnTo>
                <a:lnTo>
                  <a:pt x="128206" y="230409"/>
                </a:lnTo>
                <a:lnTo>
                  <a:pt x="128206" y="2349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995315" y="3870198"/>
            <a:ext cx="171450" cy="305435"/>
          </a:xfrm>
          <a:custGeom>
            <a:avLst/>
            <a:gdLst/>
            <a:ahLst/>
            <a:cxnLst/>
            <a:rect l="l" t="t" r="r" b="b"/>
            <a:pathLst>
              <a:path w="171450" h="305435">
                <a:moveTo>
                  <a:pt x="32004" y="305276"/>
                </a:moveTo>
                <a:lnTo>
                  <a:pt x="6096" y="305276"/>
                </a:lnTo>
                <a:lnTo>
                  <a:pt x="4572" y="303752"/>
                </a:lnTo>
                <a:lnTo>
                  <a:pt x="3048" y="303752"/>
                </a:lnTo>
                <a:lnTo>
                  <a:pt x="0" y="300704"/>
                </a:lnTo>
                <a:lnTo>
                  <a:pt x="0" y="4572"/>
                </a:lnTo>
                <a:lnTo>
                  <a:pt x="3048" y="1524"/>
                </a:lnTo>
                <a:lnTo>
                  <a:pt x="4572" y="1524"/>
                </a:lnTo>
                <a:lnTo>
                  <a:pt x="6096" y="0"/>
                </a:lnTo>
                <a:lnTo>
                  <a:pt x="32004" y="0"/>
                </a:lnTo>
                <a:lnTo>
                  <a:pt x="33528" y="1524"/>
                </a:lnTo>
                <a:lnTo>
                  <a:pt x="35147" y="3048"/>
                </a:lnTo>
                <a:lnTo>
                  <a:pt x="36671" y="4572"/>
                </a:lnTo>
                <a:lnTo>
                  <a:pt x="36671" y="123634"/>
                </a:lnTo>
                <a:lnTo>
                  <a:pt x="91535" y="123634"/>
                </a:lnTo>
                <a:lnTo>
                  <a:pt x="51149" y="144410"/>
                </a:lnTo>
                <a:lnTo>
                  <a:pt x="36671" y="300704"/>
                </a:lnTo>
                <a:lnTo>
                  <a:pt x="35147" y="302228"/>
                </a:lnTo>
                <a:lnTo>
                  <a:pt x="33528" y="303752"/>
                </a:lnTo>
                <a:lnTo>
                  <a:pt x="32004" y="305276"/>
                </a:lnTo>
                <a:close/>
              </a:path>
              <a:path w="171450" h="305435">
                <a:moveTo>
                  <a:pt x="167830" y="303752"/>
                </a:moveTo>
                <a:lnTo>
                  <a:pt x="135826" y="303752"/>
                </a:lnTo>
                <a:lnTo>
                  <a:pt x="135826" y="302228"/>
                </a:lnTo>
                <a:lnTo>
                  <a:pt x="134302" y="302228"/>
                </a:lnTo>
                <a:lnTo>
                  <a:pt x="134302" y="183165"/>
                </a:lnTo>
                <a:lnTo>
                  <a:pt x="134147" y="178593"/>
                </a:lnTo>
                <a:lnTo>
                  <a:pt x="134040" y="175449"/>
                </a:lnTo>
                <a:lnTo>
                  <a:pt x="120491" y="134302"/>
                </a:lnTo>
                <a:lnTo>
                  <a:pt x="99155" y="123634"/>
                </a:lnTo>
                <a:lnTo>
                  <a:pt x="36671" y="123634"/>
                </a:lnTo>
                <a:lnTo>
                  <a:pt x="44648" y="116181"/>
                </a:lnTo>
                <a:lnTo>
                  <a:pt x="83153" y="93726"/>
                </a:lnTo>
                <a:lnTo>
                  <a:pt x="99155" y="91630"/>
                </a:lnTo>
                <a:lnTo>
                  <a:pt x="108909" y="92178"/>
                </a:lnTo>
                <a:lnTo>
                  <a:pt x="145161" y="105917"/>
                </a:lnTo>
                <a:lnTo>
                  <a:pt x="166306" y="141922"/>
                </a:lnTo>
                <a:lnTo>
                  <a:pt x="170878" y="300704"/>
                </a:lnTo>
                <a:lnTo>
                  <a:pt x="169354" y="300704"/>
                </a:lnTo>
                <a:lnTo>
                  <a:pt x="169354" y="302228"/>
                </a:lnTo>
                <a:lnTo>
                  <a:pt x="167830" y="303752"/>
                </a:lnTo>
                <a:close/>
              </a:path>
              <a:path w="171450" h="305435">
                <a:moveTo>
                  <a:pt x="164782" y="305276"/>
                </a:moveTo>
                <a:lnTo>
                  <a:pt x="138874" y="305276"/>
                </a:lnTo>
                <a:lnTo>
                  <a:pt x="137350" y="303752"/>
                </a:lnTo>
                <a:lnTo>
                  <a:pt x="166306" y="303752"/>
                </a:lnTo>
                <a:lnTo>
                  <a:pt x="164782" y="3052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218414" y="3961828"/>
            <a:ext cx="181236" cy="216669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2209133" y="4224242"/>
            <a:ext cx="2820035" cy="29209"/>
          </a:xfrm>
          <a:custGeom>
            <a:avLst/>
            <a:gdLst/>
            <a:ahLst/>
            <a:cxnLst/>
            <a:rect l="l" t="t" r="r" b="b"/>
            <a:pathLst>
              <a:path w="2820035" h="29210">
                <a:moveTo>
                  <a:pt x="2819495" y="29051"/>
                </a:moveTo>
                <a:lnTo>
                  <a:pt x="0" y="29051"/>
                </a:lnTo>
                <a:lnTo>
                  <a:pt x="0" y="0"/>
                </a:lnTo>
                <a:lnTo>
                  <a:pt x="2819495" y="0"/>
                </a:lnTo>
                <a:lnTo>
                  <a:pt x="2819495" y="29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object 5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838575" y="4450175"/>
            <a:ext cx="1356360" cy="341852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344382" y="4407408"/>
            <a:ext cx="1263300" cy="3846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4151" y="393191"/>
            <a:ext cx="9161145" cy="1513840"/>
            <a:chOff x="454151" y="393191"/>
            <a:chExt cx="9161145" cy="1513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4728" y="440436"/>
              <a:ext cx="6036564" cy="13959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7153" y="821045"/>
              <a:ext cx="5168950" cy="55246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10044" y="440436"/>
              <a:ext cx="979931" cy="1395983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85934" y="7267384"/>
            <a:ext cx="71628" cy="10982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8742" y="2513552"/>
            <a:ext cx="1188529" cy="2426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8619" y="2513552"/>
            <a:ext cx="6621398" cy="3310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68643" y="2966751"/>
            <a:ext cx="1022222" cy="20907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94593" y="3026282"/>
            <a:ext cx="311277" cy="14801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21789" y="2942367"/>
            <a:ext cx="839057" cy="23345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999267" y="3940397"/>
            <a:ext cx="182245" cy="240029"/>
            <a:chOff x="999267" y="3940397"/>
            <a:chExt cx="182245" cy="240029"/>
          </a:xfrm>
        </p:grpSpPr>
        <p:sp>
          <p:nvSpPr>
            <p:cNvPr id="13" name="object 13"/>
            <p:cNvSpPr/>
            <p:nvPr/>
          </p:nvSpPr>
          <p:spPr>
            <a:xfrm>
              <a:off x="999267" y="3948017"/>
              <a:ext cx="50800" cy="232410"/>
            </a:xfrm>
            <a:custGeom>
              <a:avLst/>
              <a:gdLst/>
              <a:ahLst/>
              <a:cxnLst/>
              <a:rect l="l" t="t" r="r" b="b"/>
              <a:pathLst>
                <a:path w="50800" h="232410">
                  <a:moveTo>
                    <a:pt x="42767" y="68675"/>
                  </a:moveTo>
                  <a:lnTo>
                    <a:pt x="10763" y="68675"/>
                  </a:lnTo>
                  <a:lnTo>
                    <a:pt x="12287" y="67151"/>
                  </a:lnTo>
                  <a:lnTo>
                    <a:pt x="41243" y="67151"/>
                  </a:lnTo>
                  <a:lnTo>
                    <a:pt x="42767" y="68675"/>
                  </a:lnTo>
                  <a:close/>
                </a:path>
                <a:path w="50800" h="232410">
                  <a:moveTo>
                    <a:pt x="44291" y="230504"/>
                  </a:moveTo>
                  <a:lnTo>
                    <a:pt x="6191" y="230504"/>
                  </a:lnTo>
                  <a:lnTo>
                    <a:pt x="6191" y="228980"/>
                  </a:lnTo>
                  <a:lnTo>
                    <a:pt x="4667" y="228980"/>
                  </a:lnTo>
                  <a:lnTo>
                    <a:pt x="4667" y="70199"/>
                  </a:lnTo>
                  <a:lnTo>
                    <a:pt x="6191" y="70199"/>
                  </a:lnTo>
                  <a:lnTo>
                    <a:pt x="6191" y="68675"/>
                  </a:lnTo>
                  <a:lnTo>
                    <a:pt x="44291" y="68675"/>
                  </a:lnTo>
                  <a:lnTo>
                    <a:pt x="47339" y="71723"/>
                  </a:lnTo>
                  <a:lnTo>
                    <a:pt x="47339" y="227456"/>
                  </a:lnTo>
                  <a:lnTo>
                    <a:pt x="44291" y="230504"/>
                  </a:lnTo>
                  <a:close/>
                </a:path>
                <a:path w="50800" h="232410">
                  <a:moveTo>
                    <a:pt x="38195" y="232028"/>
                  </a:moveTo>
                  <a:lnTo>
                    <a:pt x="10763" y="232028"/>
                  </a:lnTo>
                  <a:lnTo>
                    <a:pt x="9239" y="230504"/>
                  </a:lnTo>
                  <a:lnTo>
                    <a:pt x="41243" y="230504"/>
                  </a:lnTo>
                  <a:lnTo>
                    <a:pt x="38195" y="232028"/>
                  </a:lnTo>
                  <a:close/>
                </a:path>
                <a:path w="50800" h="232410">
                  <a:moveTo>
                    <a:pt x="35147" y="44291"/>
                  </a:moveTo>
                  <a:lnTo>
                    <a:pt x="15335" y="44291"/>
                  </a:lnTo>
                  <a:lnTo>
                    <a:pt x="9239" y="42767"/>
                  </a:lnTo>
                  <a:lnTo>
                    <a:pt x="6191" y="39719"/>
                  </a:lnTo>
                  <a:lnTo>
                    <a:pt x="3048" y="36671"/>
                  </a:lnTo>
                  <a:lnTo>
                    <a:pt x="0" y="30575"/>
                  </a:lnTo>
                  <a:lnTo>
                    <a:pt x="0" y="13811"/>
                  </a:lnTo>
                  <a:lnTo>
                    <a:pt x="3048" y="7619"/>
                  </a:lnTo>
                  <a:lnTo>
                    <a:pt x="6191" y="4571"/>
                  </a:lnTo>
                  <a:lnTo>
                    <a:pt x="9239" y="1524"/>
                  </a:lnTo>
                  <a:lnTo>
                    <a:pt x="15335" y="0"/>
                  </a:lnTo>
                  <a:lnTo>
                    <a:pt x="35147" y="0"/>
                  </a:lnTo>
                  <a:lnTo>
                    <a:pt x="41243" y="1524"/>
                  </a:lnTo>
                  <a:lnTo>
                    <a:pt x="45815" y="4571"/>
                  </a:lnTo>
                  <a:lnTo>
                    <a:pt x="48863" y="7619"/>
                  </a:lnTo>
                  <a:lnTo>
                    <a:pt x="50387" y="13811"/>
                  </a:lnTo>
                  <a:lnTo>
                    <a:pt x="50387" y="30575"/>
                  </a:lnTo>
                  <a:lnTo>
                    <a:pt x="48863" y="36671"/>
                  </a:lnTo>
                  <a:lnTo>
                    <a:pt x="44291" y="39719"/>
                  </a:lnTo>
                  <a:lnTo>
                    <a:pt x="41243" y="42767"/>
                  </a:lnTo>
                  <a:lnTo>
                    <a:pt x="35147" y="442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70990" y="3940397"/>
              <a:ext cx="109918" cy="239649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77111" y="3981640"/>
            <a:ext cx="733710" cy="201453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2128266" y="4041171"/>
            <a:ext cx="181610" cy="15240"/>
          </a:xfrm>
          <a:custGeom>
            <a:avLst/>
            <a:gdLst/>
            <a:ahLst/>
            <a:cxnLst/>
            <a:rect l="l" t="t" r="r" b="b"/>
            <a:pathLst>
              <a:path w="181610" h="15239">
                <a:moveTo>
                  <a:pt x="181546" y="15240"/>
                </a:moveTo>
                <a:lnTo>
                  <a:pt x="0" y="15240"/>
                </a:lnTo>
                <a:lnTo>
                  <a:pt x="0" y="0"/>
                </a:lnTo>
                <a:lnTo>
                  <a:pt x="181546" y="0"/>
                </a:lnTo>
                <a:lnTo>
                  <a:pt x="181546" y="15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28266" y="4120514"/>
            <a:ext cx="181610" cy="15240"/>
          </a:xfrm>
          <a:custGeom>
            <a:avLst/>
            <a:gdLst/>
            <a:ahLst/>
            <a:cxnLst/>
            <a:rect l="l" t="t" r="r" b="b"/>
            <a:pathLst>
              <a:path w="181610" h="15239">
                <a:moveTo>
                  <a:pt x="181546" y="15240"/>
                </a:moveTo>
                <a:lnTo>
                  <a:pt x="0" y="15240"/>
                </a:lnTo>
                <a:lnTo>
                  <a:pt x="0" y="0"/>
                </a:lnTo>
                <a:lnTo>
                  <a:pt x="181546" y="0"/>
                </a:lnTo>
                <a:lnTo>
                  <a:pt x="181546" y="15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2413635" y="3951065"/>
            <a:ext cx="721995" cy="319405"/>
            <a:chOff x="2413635" y="3951065"/>
            <a:chExt cx="721995" cy="319405"/>
          </a:xfrm>
        </p:grpSpPr>
        <p:sp>
          <p:nvSpPr>
            <p:cNvPr id="19" name="object 19"/>
            <p:cNvSpPr/>
            <p:nvPr/>
          </p:nvSpPr>
          <p:spPr>
            <a:xfrm>
              <a:off x="2413635" y="3955637"/>
              <a:ext cx="255270" cy="224790"/>
            </a:xfrm>
            <a:custGeom>
              <a:avLst/>
              <a:gdLst/>
              <a:ahLst/>
              <a:cxnLst/>
              <a:rect l="l" t="t" r="r" b="b"/>
              <a:pathLst>
                <a:path w="255269" h="224789">
                  <a:moveTo>
                    <a:pt x="184659" y="4667"/>
                  </a:moveTo>
                  <a:lnTo>
                    <a:pt x="45720" y="4667"/>
                  </a:lnTo>
                  <a:lnTo>
                    <a:pt x="56307" y="4390"/>
                  </a:lnTo>
                  <a:lnTo>
                    <a:pt x="105251" y="1524"/>
                  </a:lnTo>
                  <a:lnTo>
                    <a:pt x="116116" y="620"/>
                  </a:lnTo>
                  <a:lnTo>
                    <a:pt x="124872" y="190"/>
                  </a:lnTo>
                  <a:lnTo>
                    <a:pt x="133554" y="0"/>
                  </a:lnTo>
                  <a:lnTo>
                    <a:pt x="138779" y="0"/>
                  </a:lnTo>
                  <a:lnTo>
                    <a:pt x="159146" y="620"/>
                  </a:lnTo>
                  <a:lnTo>
                    <a:pt x="176593" y="2658"/>
                  </a:lnTo>
                  <a:lnTo>
                    <a:pt x="178236" y="3048"/>
                  </a:lnTo>
                  <a:lnTo>
                    <a:pt x="184659" y="4667"/>
                  </a:lnTo>
                  <a:close/>
                </a:path>
                <a:path w="255269" h="224789">
                  <a:moveTo>
                    <a:pt x="48768" y="224409"/>
                  </a:moveTo>
                  <a:lnTo>
                    <a:pt x="0" y="224409"/>
                  </a:lnTo>
                  <a:lnTo>
                    <a:pt x="0" y="219837"/>
                  </a:lnTo>
                  <a:lnTo>
                    <a:pt x="3048" y="219837"/>
                  </a:lnTo>
                  <a:lnTo>
                    <a:pt x="7620" y="218313"/>
                  </a:lnTo>
                  <a:lnTo>
                    <a:pt x="18288" y="215265"/>
                  </a:lnTo>
                  <a:lnTo>
                    <a:pt x="24384" y="213741"/>
                  </a:lnTo>
                  <a:lnTo>
                    <a:pt x="28956" y="210692"/>
                  </a:lnTo>
                  <a:lnTo>
                    <a:pt x="52101" y="138614"/>
                  </a:lnTo>
                  <a:lnTo>
                    <a:pt x="62001" y="92449"/>
                  </a:lnTo>
                  <a:lnTo>
                    <a:pt x="62103" y="91975"/>
                  </a:lnTo>
                  <a:lnTo>
                    <a:pt x="68103" y="58499"/>
                  </a:lnTo>
                  <a:lnTo>
                    <a:pt x="70104" y="38195"/>
                  </a:lnTo>
                  <a:lnTo>
                    <a:pt x="70104" y="30575"/>
                  </a:lnTo>
                  <a:lnTo>
                    <a:pt x="67056" y="24479"/>
                  </a:lnTo>
                  <a:lnTo>
                    <a:pt x="57912" y="12287"/>
                  </a:lnTo>
                  <a:lnTo>
                    <a:pt x="51816" y="10763"/>
                  </a:lnTo>
                  <a:lnTo>
                    <a:pt x="38100" y="10763"/>
                  </a:lnTo>
                  <a:lnTo>
                    <a:pt x="35052" y="9239"/>
                  </a:lnTo>
                  <a:lnTo>
                    <a:pt x="35052" y="4667"/>
                  </a:lnTo>
                  <a:lnTo>
                    <a:pt x="39624" y="3048"/>
                  </a:lnTo>
                  <a:lnTo>
                    <a:pt x="45720" y="4667"/>
                  </a:lnTo>
                  <a:lnTo>
                    <a:pt x="184659" y="4667"/>
                  </a:lnTo>
                  <a:lnTo>
                    <a:pt x="190704" y="6191"/>
                  </a:lnTo>
                  <a:lnTo>
                    <a:pt x="138779" y="6191"/>
                  </a:lnTo>
                  <a:lnTo>
                    <a:pt x="130468" y="7000"/>
                  </a:lnTo>
                  <a:lnTo>
                    <a:pt x="106013" y="40683"/>
                  </a:lnTo>
                  <a:lnTo>
                    <a:pt x="93059" y="93154"/>
                  </a:lnTo>
                  <a:lnTo>
                    <a:pt x="81438" y="151495"/>
                  </a:lnTo>
                  <a:lnTo>
                    <a:pt x="77819" y="189261"/>
                  </a:lnTo>
                  <a:lnTo>
                    <a:pt x="80105" y="201278"/>
                  </a:lnTo>
                  <a:lnTo>
                    <a:pt x="86963" y="209883"/>
                  </a:lnTo>
                  <a:lnTo>
                    <a:pt x="98393" y="215059"/>
                  </a:lnTo>
                  <a:lnTo>
                    <a:pt x="113513" y="216693"/>
                  </a:lnTo>
                  <a:lnTo>
                    <a:pt x="175054" y="216693"/>
                  </a:lnTo>
                  <a:lnTo>
                    <a:pt x="155590" y="220980"/>
                  </a:lnTo>
                  <a:lnTo>
                    <a:pt x="139479" y="222885"/>
                  </a:lnTo>
                  <a:lnTo>
                    <a:pt x="56388" y="222885"/>
                  </a:lnTo>
                  <a:lnTo>
                    <a:pt x="48768" y="224409"/>
                  </a:lnTo>
                  <a:close/>
                </a:path>
                <a:path w="255269" h="224789">
                  <a:moveTo>
                    <a:pt x="175054" y="216693"/>
                  </a:moveTo>
                  <a:lnTo>
                    <a:pt x="116009" y="216693"/>
                  </a:lnTo>
                  <a:lnTo>
                    <a:pt x="128946" y="215930"/>
                  </a:lnTo>
                  <a:lnTo>
                    <a:pt x="142791" y="213348"/>
                  </a:lnTo>
                  <a:lnTo>
                    <a:pt x="178689" y="194119"/>
                  </a:lnTo>
                  <a:lnTo>
                    <a:pt x="204406" y="157257"/>
                  </a:lnTo>
                  <a:lnTo>
                    <a:pt x="217265" y="111729"/>
                  </a:lnTo>
                  <a:lnTo>
                    <a:pt x="218122" y="97726"/>
                  </a:lnTo>
                  <a:lnTo>
                    <a:pt x="216955" y="79995"/>
                  </a:lnTo>
                  <a:lnTo>
                    <a:pt x="198310" y="33623"/>
                  </a:lnTo>
                  <a:lnTo>
                    <a:pt x="157336" y="7905"/>
                  </a:lnTo>
                  <a:lnTo>
                    <a:pt x="138779" y="6191"/>
                  </a:lnTo>
                  <a:lnTo>
                    <a:pt x="190704" y="6191"/>
                  </a:lnTo>
                  <a:lnTo>
                    <a:pt x="224980" y="27146"/>
                  </a:lnTo>
                  <a:lnTo>
                    <a:pt x="247038" y="62046"/>
                  </a:lnTo>
                  <a:lnTo>
                    <a:pt x="254793" y="109918"/>
                  </a:lnTo>
                  <a:lnTo>
                    <a:pt x="253911" y="124768"/>
                  </a:lnTo>
                  <a:lnTo>
                    <a:pt x="239458" y="167925"/>
                  </a:lnTo>
                  <a:lnTo>
                    <a:pt x="207311" y="202041"/>
                  </a:lnTo>
                  <a:lnTo>
                    <a:pt x="192214" y="210692"/>
                  </a:lnTo>
                  <a:lnTo>
                    <a:pt x="175054" y="216693"/>
                  </a:lnTo>
                  <a:close/>
                </a:path>
                <a:path w="255269" h="224789">
                  <a:moveTo>
                    <a:pt x="109823" y="224409"/>
                  </a:moveTo>
                  <a:lnTo>
                    <a:pt x="62484" y="222885"/>
                  </a:lnTo>
                  <a:lnTo>
                    <a:pt x="139479" y="222885"/>
                  </a:lnTo>
                  <a:lnTo>
                    <a:pt x="133841" y="223551"/>
                  </a:lnTo>
                  <a:lnTo>
                    <a:pt x="109823" y="2244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91288" y="3951065"/>
              <a:ext cx="443960" cy="318992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3213068" y="3941921"/>
            <a:ext cx="283845" cy="241300"/>
            <a:chOff x="3213068" y="3941921"/>
            <a:chExt cx="283845" cy="241300"/>
          </a:xfrm>
        </p:grpSpPr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51847" y="3941921"/>
              <a:ext cx="144970" cy="23812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13068" y="3974020"/>
              <a:ext cx="108299" cy="209073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3530393" y="4012120"/>
            <a:ext cx="329565" cy="171450"/>
            <a:chOff x="3530393" y="4012120"/>
            <a:chExt cx="329565" cy="171450"/>
          </a:xfrm>
        </p:grpSpPr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15035" y="4012120"/>
              <a:ext cx="144875" cy="1679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30393" y="4012120"/>
              <a:ext cx="149495" cy="170973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978973" y="3974020"/>
            <a:ext cx="385953" cy="209073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4393882" y="4012120"/>
            <a:ext cx="457834" cy="171450"/>
            <a:chOff x="4393882" y="4012120"/>
            <a:chExt cx="457834" cy="171450"/>
          </a:xfrm>
        </p:grpSpPr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83144" y="4012120"/>
              <a:ext cx="97631" cy="16792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393882" y="4015168"/>
              <a:ext cx="146494" cy="16792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706778" y="4012120"/>
              <a:ext cx="144875" cy="167925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4973663" y="3944975"/>
            <a:ext cx="615315" cy="238125"/>
          </a:xfrm>
          <a:custGeom>
            <a:avLst/>
            <a:gdLst/>
            <a:ahLst/>
            <a:cxnLst/>
            <a:rect l="l" t="t" r="r" b="b"/>
            <a:pathLst>
              <a:path w="615314" h="238125">
                <a:moveTo>
                  <a:pt x="195262" y="21424"/>
                </a:moveTo>
                <a:lnTo>
                  <a:pt x="193738" y="19900"/>
                </a:lnTo>
                <a:lnTo>
                  <a:pt x="190690" y="19900"/>
                </a:lnTo>
                <a:lnTo>
                  <a:pt x="189166" y="21424"/>
                </a:lnTo>
                <a:lnTo>
                  <a:pt x="187642" y="25996"/>
                </a:lnTo>
                <a:lnTo>
                  <a:pt x="183070" y="32092"/>
                </a:lnTo>
                <a:lnTo>
                  <a:pt x="180022" y="36664"/>
                </a:lnTo>
                <a:lnTo>
                  <a:pt x="176974" y="36664"/>
                </a:lnTo>
                <a:lnTo>
                  <a:pt x="175450" y="35140"/>
                </a:lnTo>
                <a:lnTo>
                  <a:pt x="172402" y="30568"/>
                </a:lnTo>
                <a:lnTo>
                  <a:pt x="162661" y="20561"/>
                </a:lnTo>
                <a:lnTo>
                  <a:pt x="151625" y="13385"/>
                </a:lnTo>
                <a:lnTo>
                  <a:pt x="139141" y="9067"/>
                </a:lnTo>
                <a:lnTo>
                  <a:pt x="125069" y="7620"/>
                </a:lnTo>
                <a:lnTo>
                  <a:pt x="111036" y="8737"/>
                </a:lnTo>
                <a:lnTo>
                  <a:pt x="69824" y="33070"/>
                </a:lnTo>
                <a:lnTo>
                  <a:pt x="59537" y="67144"/>
                </a:lnTo>
                <a:lnTo>
                  <a:pt x="59537" y="74764"/>
                </a:lnTo>
                <a:lnTo>
                  <a:pt x="78676" y="110464"/>
                </a:lnTo>
                <a:lnTo>
                  <a:pt x="101511" y="134150"/>
                </a:lnTo>
                <a:lnTo>
                  <a:pt x="113068" y="147116"/>
                </a:lnTo>
                <a:lnTo>
                  <a:pt x="133527" y="180111"/>
                </a:lnTo>
                <a:lnTo>
                  <a:pt x="135826" y="195351"/>
                </a:lnTo>
                <a:lnTo>
                  <a:pt x="135229" y="201955"/>
                </a:lnTo>
                <a:lnTo>
                  <a:pt x="104698" y="229908"/>
                </a:lnTo>
                <a:lnTo>
                  <a:pt x="96113" y="230505"/>
                </a:lnTo>
                <a:lnTo>
                  <a:pt x="84963" y="229387"/>
                </a:lnTo>
                <a:lnTo>
                  <a:pt x="46901" y="204216"/>
                </a:lnTo>
                <a:lnTo>
                  <a:pt x="36576" y="172491"/>
                </a:lnTo>
                <a:lnTo>
                  <a:pt x="36576" y="166395"/>
                </a:lnTo>
                <a:lnTo>
                  <a:pt x="38100" y="160299"/>
                </a:lnTo>
                <a:lnTo>
                  <a:pt x="39624" y="155727"/>
                </a:lnTo>
                <a:lnTo>
                  <a:pt x="39624" y="152679"/>
                </a:lnTo>
                <a:lnTo>
                  <a:pt x="41148" y="151066"/>
                </a:lnTo>
                <a:lnTo>
                  <a:pt x="41148" y="146494"/>
                </a:lnTo>
                <a:lnTo>
                  <a:pt x="38100" y="146494"/>
                </a:lnTo>
                <a:lnTo>
                  <a:pt x="34048" y="149961"/>
                </a:lnTo>
                <a:lnTo>
                  <a:pt x="28575" y="160451"/>
                </a:lnTo>
                <a:lnTo>
                  <a:pt x="21386" y="178079"/>
                </a:lnTo>
                <a:lnTo>
                  <a:pt x="12192" y="202971"/>
                </a:lnTo>
                <a:lnTo>
                  <a:pt x="6286" y="219595"/>
                </a:lnTo>
                <a:lnTo>
                  <a:pt x="3835" y="225983"/>
                </a:lnTo>
                <a:lnTo>
                  <a:pt x="1524" y="230505"/>
                </a:lnTo>
                <a:lnTo>
                  <a:pt x="0" y="232029"/>
                </a:lnTo>
                <a:lnTo>
                  <a:pt x="0" y="233553"/>
                </a:lnTo>
                <a:lnTo>
                  <a:pt x="4572" y="233553"/>
                </a:lnTo>
                <a:lnTo>
                  <a:pt x="7620" y="230505"/>
                </a:lnTo>
                <a:lnTo>
                  <a:pt x="13716" y="225933"/>
                </a:lnTo>
                <a:lnTo>
                  <a:pt x="18288" y="219735"/>
                </a:lnTo>
                <a:lnTo>
                  <a:pt x="24384" y="215163"/>
                </a:lnTo>
                <a:lnTo>
                  <a:pt x="33528" y="210591"/>
                </a:lnTo>
                <a:lnTo>
                  <a:pt x="47015" y="222656"/>
                </a:lnTo>
                <a:lnTo>
                  <a:pt x="62191" y="231254"/>
                </a:lnTo>
                <a:lnTo>
                  <a:pt x="79057" y="236410"/>
                </a:lnTo>
                <a:lnTo>
                  <a:pt x="97637" y="238125"/>
                </a:lnTo>
                <a:lnTo>
                  <a:pt x="111912" y="236740"/>
                </a:lnTo>
                <a:lnTo>
                  <a:pt x="146494" y="218211"/>
                </a:lnTo>
                <a:lnTo>
                  <a:pt x="164782" y="175539"/>
                </a:lnTo>
                <a:lnTo>
                  <a:pt x="164211" y="167805"/>
                </a:lnTo>
                <a:lnTo>
                  <a:pt x="142100" y="128206"/>
                </a:lnTo>
                <a:lnTo>
                  <a:pt x="112204" y="96824"/>
                </a:lnTo>
                <a:lnTo>
                  <a:pt x="97637" y="80860"/>
                </a:lnTo>
                <a:lnTo>
                  <a:pt x="94589" y="76288"/>
                </a:lnTo>
                <a:lnTo>
                  <a:pt x="93065" y="71716"/>
                </a:lnTo>
                <a:lnTo>
                  <a:pt x="90017" y="65620"/>
                </a:lnTo>
                <a:lnTo>
                  <a:pt x="88493" y="61048"/>
                </a:lnTo>
                <a:lnTo>
                  <a:pt x="86969" y="54952"/>
                </a:lnTo>
                <a:lnTo>
                  <a:pt x="86969" y="48856"/>
                </a:lnTo>
                <a:lnTo>
                  <a:pt x="110020" y="17614"/>
                </a:lnTo>
                <a:lnTo>
                  <a:pt x="123545" y="15328"/>
                </a:lnTo>
                <a:lnTo>
                  <a:pt x="134454" y="16459"/>
                </a:lnTo>
                <a:lnTo>
                  <a:pt x="165328" y="41579"/>
                </a:lnTo>
                <a:lnTo>
                  <a:pt x="172402" y="76288"/>
                </a:lnTo>
                <a:lnTo>
                  <a:pt x="172402" y="87058"/>
                </a:lnTo>
                <a:lnTo>
                  <a:pt x="170878" y="88582"/>
                </a:lnTo>
                <a:lnTo>
                  <a:pt x="170878" y="93154"/>
                </a:lnTo>
                <a:lnTo>
                  <a:pt x="172402" y="94678"/>
                </a:lnTo>
                <a:lnTo>
                  <a:pt x="175450" y="94678"/>
                </a:lnTo>
                <a:lnTo>
                  <a:pt x="176974" y="93154"/>
                </a:lnTo>
                <a:lnTo>
                  <a:pt x="178498" y="90106"/>
                </a:lnTo>
                <a:lnTo>
                  <a:pt x="179044" y="86664"/>
                </a:lnTo>
                <a:lnTo>
                  <a:pt x="180594" y="80911"/>
                </a:lnTo>
                <a:lnTo>
                  <a:pt x="186118" y="62572"/>
                </a:lnTo>
                <a:lnTo>
                  <a:pt x="188379" y="51130"/>
                </a:lnTo>
                <a:lnTo>
                  <a:pt x="190500" y="41808"/>
                </a:lnTo>
                <a:lnTo>
                  <a:pt x="193738" y="29044"/>
                </a:lnTo>
                <a:lnTo>
                  <a:pt x="193738" y="25996"/>
                </a:lnTo>
                <a:lnTo>
                  <a:pt x="195262" y="24472"/>
                </a:lnTo>
                <a:lnTo>
                  <a:pt x="195262" y="21424"/>
                </a:lnTo>
                <a:close/>
              </a:path>
              <a:path w="615314" h="238125">
                <a:moveTo>
                  <a:pt x="347853" y="91630"/>
                </a:moveTo>
                <a:lnTo>
                  <a:pt x="343281" y="90106"/>
                </a:lnTo>
                <a:lnTo>
                  <a:pt x="331089" y="90106"/>
                </a:lnTo>
                <a:lnTo>
                  <a:pt x="328041" y="91630"/>
                </a:lnTo>
                <a:lnTo>
                  <a:pt x="302044" y="146494"/>
                </a:lnTo>
                <a:lnTo>
                  <a:pt x="295821" y="159740"/>
                </a:lnTo>
                <a:lnTo>
                  <a:pt x="288899" y="172110"/>
                </a:lnTo>
                <a:lnTo>
                  <a:pt x="267182" y="204520"/>
                </a:lnTo>
                <a:lnTo>
                  <a:pt x="244132" y="224409"/>
                </a:lnTo>
                <a:lnTo>
                  <a:pt x="238036" y="224409"/>
                </a:lnTo>
                <a:lnTo>
                  <a:pt x="238036" y="221361"/>
                </a:lnTo>
                <a:lnTo>
                  <a:pt x="236512" y="219748"/>
                </a:lnTo>
                <a:lnTo>
                  <a:pt x="234988" y="218224"/>
                </a:lnTo>
                <a:lnTo>
                  <a:pt x="234988" y="215176"/>
                </a:lnTo>
                <a:lnTo>
                  <a:pt x="236435" y="204520"/>
                </a:lnTo>
                <a:lnTo>
                  <a:pt x="240703" y="189064"/>
                </a:lnTo>
                <a:lnTo>
                  <a:pt x="247840" y="168617"/>
                </a:lnTo>
                <a:lnTo>
                  <a:pt x="257848" y="143446"/>
                </a:lnTo>
                <a:lnTo>
                  <a:pt x="262775" y="130695"/>
                </a:lnTo>
                <a:lnTo>
                  <a:pt x="266039" y="120396"/>
                </a:lnTo>
                <a:lnTo>
                  <a:pt x="267919" y="111937"/>
                </a:lnTo>
                <a:lnTo>
                  <a:pt x="267957" y="111442"/>
                </a:lnTo>
                <a:lnTo>
                  <a:pt x="268401" y="106489"/>
                </a:lnTo>
                <a:lnTo>
                  <a:pt x="268516" y="100774"/>
                </a:lnTo>
                <a:lnTo>
                  <a:pt x="266992" y="97726"/>
                </a:lnTo>
                <a:lnTo>
                  <a:pt x="263944" y="94678"/>
                </a:lnTo>
                <a:lnTo>
                  <a:pt x="260896" y="90106"/>
                </a:lnTo>
                <a:lnTo>
                  <a:pt x="257848" y="88582"/>
                </a:lnTo>
                <a:lnTo>
                  <a:pt x="253276" y="88582"/>
                </a:lnTo>
                <a:lnTo>
                  <a:pt x="214731" y="115163"/>
                </a:lnTo>
                <a:lnTo>
                  <a:pt x="204406" y="129730"/>
                </a:lnTo>
                <a:lnTo>
                  <a:pt x="204406" y="132778"/>
                </a:lnTo>
                <a:lnTo>
                  <a:pt x="207454" y="132778"/>
                </a:lnTo>
                <a:lnTo>
                  <a:pt x="212026" y="129730"/>
                </a:lnTo>
                <a:lnTo>
                  <a:pt x="216598" y="123634"/>
                </a:lnTo>
                <a:lnTo>
                  <a:pt x="225196" y="113639"/>
                </a:lnTo>
                <a:lnTo>
                  <a:pt x="232498" y="106489"/>
                </a:lnTo>
                <a:lnTo>
                  <a:pt x="238340" y="102209"/>
                </a:lnTo>
                <a:lnTo>
                  <a:pt x="242608" y="100774"/>
                </a:lnTo>
                <a:lnTo>
                  <a:pt x="245656" y="100774"/>
                </a:lnTo>
                <a:lnTo>
                  <a:pt x="247078" y="102209"/>
                </a:lnTo>
                <a:lnTo>
                  <a:pt x="247180" y="108394"/>
                </a:lnTo>
                <a:lnTo>
                  <a:pt x="245656" y="111442"/>
                </a:lnTo>
                <a:lnTo>
                  <a:pt x="245529" y="111937"/>
                </a:lnTo>
                <a:lnTo>
                  <a:pt x="244132" y="117538"/>
                </a:lnTo>
                <a:lnTo>
                  <a:pt x="242176" y="122034"/>
                </a:lnTo>
                <a:lnTo>
                  <a:pt x="238734" y="130848"/>
                </a:lnTo>
                <a:lnTo>
                  <a:pt x="234137" y="143446"/>
                </a:lnTo>
                <a:lnTo>
                  <a:pt x="228892" y="158788"/>
                </a:lnTo>
                <a:lnTo>
                  <a:pt x="216712" y="197853"/>
                </a:lnTo>
                <a:lnTo>
                  <a:pt x="215023" y="203174"/>
                </a:lnTo>
                <a:lnTo>
                  <a:pt x="213550" y="209080"/>
                </a:lnTo>
                <a:lnTo>
                  <a:pt x="213550" y="224409"/>
                </a:lnTo>
                <a:lnTo>
                  <a:pt x="215074" y="227457"/>
                </a:lnTo>
                <a:lnTo>
                  <a:pt x="218224" y="232029"/>
                </a:lnTo>
                <a:lnTo>
                  <a:pt x="221272" y="235077"/>
                </a:lnTo>
                <a:lnTo>
                  <a:pt x="225844" y="236601"/>
                </a:lnTo>
                <a:lnTo>
                  <a:pt x="230416" y="236601"/>
                </a:lnTo>
                <a:lnTo>
                  <a:pt x="243814" y="233133"/>
                </a:lnTo>
                <a:lnTo>
                  <a:pt x="256273" y="224409"/>
                </a:lnTo>
                <a:lnTo>
                  <a:pt x="258800" y="222643"/>
                </a:lnTo>
                <a:lnTo>
                  <a:pt x="275196" y="205016"/>
                </a:lnTo>
                <a:lnTo>
                  <a:pt x="292900" y="180124"/>
                </a:lnTo>
                <a:lnTo>
                  <a:pt x="289775" y="191262"/>
                </a:lnTo>
                <a:lnTo>
                  <a:pt x="287375" y="201841"/>
                </a:lnTo>
                <a:lnTo>
                  <a:pt x="285826" y="211874"/>
                </a:lnTo>
                <a:lnTo>
                  <a:pt x="285546" y="216573"/>
                </a:lnTo>
                <a:lnTo>
                  <a:pt x="285470" y="226517"/>
                </a:lnTo>
                <a:lnTo>
                  <a:pt x="286804" y="230505"/>
                </a:lnTo>
                <a:lnTo>
                  <a:pt x="288328" y="233553"/>
                </a:lnTo>
                <a:lnTo>
                  <a:pt x="291376" y="236601"/>
                </a:lnTo>
                <a:lnTo>
                  <a:pt x="294424" y="238125"/>
                </a:lnTo>
                <a:lnTo>
                  <a:pt x="297472" y="238125"/>
                </a:lnTo>
                <a:lnTo>
                  <a:pt x="304660" y="236740"/>
                </a:lnTo>
                <a:lnTo>
                  <a:pt x="312407" y="232778"/>
                </a:lnTo>
                <a:lnTo>
                  <a:pt x="320700" y="226517"/>
                </a:lnTo>
                <a:lnTo>
                  <a:pt x="324573" y="222885"/>
                </a:lnTo>
                <a:lnTo>
                  <a:pt x="329565" y="218224"/>
                </a:lnTo>
                <a:lnTo>
                  <a:pt x="346786" y="197573"/>
                </a:lnTo>
                <a:lnTo>
                  <a:pt x="347853" y="193840"/>
                </a:lnTo>
                <a:lnTo>
                  <a:pt x="347853" y="190792"/>
                </a:lnTo>
                <a:lnTo>
                  <a:pt x="343281" y="190792"/>
                </a:lnTo>
                <a:lnTo>
                  <a:pt x="341757" y="192316"/>
                </a:lnTo>
                <a:lnTo>
                  <a:pt x="335661" y="201460"/>
                </a:lnTo>
                <a:lnTo>
                  <a:pt x="331089" y="207556"/>
                </a:lnTo>
                <a:lnTo>
                  <a:pt x="318897" y="219748"/>
                </a:lnTo>
                <a:lnTo>
                  <a:pt x="314325" y="222885"/>
                </a:lnTo>
                <a:lnTo>
                  <a:pt x="308229" y="222885"/>
                </a:lnTo>
                <a:lnTo>
                  <a:pt x="306705" y="221361"/>
                </a:lnTo>
                <a:lnTo>
                  <a:pt x="306705" y="218224"/>
                </a:lnTo>
                <a:lnTo>
                  <a:pt x="308444" y="205359"/>
                </a:lnTo>
                <a:lnTo>
                  <a:pt x="308533" y="205016"/>
                </a:lnTo>
                <a:lnTo>
                  <a:pt x="313753" y="185064"/>
                </a:lnTo>
                <a:lnTo>
                  <a:pt x="315366" y="180124"/>
                </a:lnTo>
                <a:lnTo>
                  <a:pt x="322783" y="157314"/>
                </a:lnTo>
                <a:lnTo>
                  <a:pt x="335813" y="121729"/>
                </a:lnTo>
                <a:lnTo>
                  <a:pt x="339559" y="111937"/>
                </a:lnTo>
                <a:lnTo>
                  <a:pt x="342900" y="102870"/>
                </a:lnTo>
                <a:lnTo>
                  <a:pt x="345516" y="96177"/>
                </a:lnTo>
                <a:lnTo>
                  <a:pt x="347853" y="91630"/>
                </a:lnTo>
                <a:close/>
              </a:path>
              <a:path w="615314" h="238125">
                <a:moveTo>
                  <a:pt x="477494" y="103822"/>
                </a:moveTo>
                <a:lnTo>
                  <a:pt x="475970" y="99250"/>
                </a:lnTo>
                <a:lnTo>
                  <a:pt x="474446" y="97726"/>
                </a:lnTo>
                <a:lnTo>
                  <a:pt x="471398" y="94678"/>
                </a:lnTo>
                <a:lnTo>
                  <a:pt x="466826" y="91630"/>
                </a:lnTo>
                <a:lnTo>
                  <a:pt x="460730" y="88582"/>
                </a:lnTo>
                <a:lnTo>
                  <a:pt x="454634" y="88582"/>
                </a:lnTo>
                <a:lnTo>
                  <a:pt x="416534" y="105346"/>
                </a:lnTo>
                <a:lnTo>
                  <a:pt x="388162" y="135775"/>
                </a:lnTo>
                <a:lnTo>
                  <a:pt x="367474" y="177063"/>
                </a:lnTo>
                <a:lnTo>
                  <a:pt x="363969" y="193840"/>
                </a:lnTo>
                <a:lnTo>
                  <a:pt x="363842" y="195364"/>
                </a:lnTo>
                <a:lnTo>
                  <a:pt x="363093" y="204508"/>
                </a:lnTo>
                <a:lnTo>
                  <a:pt x="363651" y="211213"/>
                </a:lnTo>
                <a:lnTo>
                  <a:pt x="365379" y="217881"/>
                </a:lnTo>
                <a:lnTo>
                  <a:pt x="398246" y="238125"/>
                </a:lnTo>
                <a:lnTo>
                  <a:pt x="410260" y="236982"/>
                </a:lnTo>
                <a:lnTo>
                  <a:pt x="421297" y="233540"/>
                </a:lnTo>
                <a:lnTo>
                  <a:pt x="429361" y="228981"/>
                </a:lnTo>
                <a:lnTo>
                  <a:pt x="431457" y="227799"/>
                </a:lnTo>
                <a:lnTo>
                  <a:pt x="458063" y="198742"/>
                </a:lnTo>
                <a:lnTo>
                  <a:pt x="458165" y="198412"/>
                </a:lnTo>
                <a:lnTo>
                  <a:pt x="459206" y="195364"/>
                </a:lnTo>
                <a:lnTo>
                  <a:pt x="459206" y="192316"/>
                </a:lnTo>
                <a:lnTo>
                  <a:pt x="454634" y="192316"/>
                </a:lnTo>
                <a:lnTo>
                  <a:pt x="453110" y="193840"/>
                </a:lnTo>
                <a:lnTo>
                  <a:pt x="450062" y="198412"/>
                </a:lnTo>
                <a:lnTo>
                  <a:pt x="446100" y="203885"/>
                </a:lnTo>
                <a:lnTo>
                  <a:pt x="441299" y="209080"/>
                </a:lnTo>
                <a:lnTo>
                  <a:pt x="430250" y="219748"/>
                </a:lnTo>
                <a:lnTo>
                  <a:pt x="422630" y="225933"/>
                </a:lnTo>
                <a:lnTo>
                  <a:pt x="415010" y="228981"/>
                </a:lnTo>
                <a:lnTo>
                  <a:pt x="402818" y="228981"/>
                </a:lnTo>
                <a:lnTo>
                  <a:pt x="390525" y="210604"/>
                </a:lnTo>
                <a:lnTo>
                  <a:pt x="390525" y="201460"/>
                </a:lnTo>
                <a:lnTo>
                  <a:pt x="398246" y="155740"/>
                </a:lnTo>
                <a:lnTo>
                  <a:pt x="421106" y="112966"/>
                </a:lnTo>
                <a:lnTo>
                  <a:pt x="445490" y="97726"/>
                </a:lnTo>
                <a:lnTo>
                  <a:pt x="447014" y="97726"/>
                </a:lnTo>
                <a:lnTo>
                  <a:pt x="450062" y="99250"/>
                </a:lnTo>
                <a:lnTo>
                  <a:pt x="451586" y="100774"/>
                </a:lnTo>
                <a:lnTo>
                  <a:pt x="453110" y="103822"/>
                </a:lnTo>
                <a:lnTo>
                  <a:pt x="454634" y="109918"/>
                </a:lnTo>
                <a:lnTo>
                  <a:pt x="456158" y="114490"/>
                </a:lnTo>
                <a:lnTo>
                  <a:pt x="459206" y="120586"/>
                </a:lnTo>
                <a:lnTo>
                  <a:pt x="460730" y="122110"/>
                </a:lnTo>
                <a:lnTo>
                  <a:pt x="471398" y="122110"/>
                </a:lnTo>
                <a:lnTo>
                  <a:pt x="475970" y="117538"/>
                </a:lnTo>
                <a:lnTo>
                  <a:pt x="477494" y="114490"/>
                </a:lnTo>
                <a:lnTo>
                  <a:pt x="477494" y="103822"/>
                </a:lnTo>
                <a:close/>
              </a:path>
              <a:path w="615314" h="238125">
                <a:moveTo>
                  <a:pt x="614845" y="99250"/>
                </a:moveTo>
                <a:lnTo>
                  <a:pt x="613321" y="94678"/>
                </a:lnTo>
                <a:lnTo>
                  <a:pt x="607225" y="88582"/>
                </a:lnTo>
                <a:lnTo>
                  <a:pt x="604177" y="87058"/>
                </a:lnTo>
                <a:lnTo>
                  <a:pt x="596557" y="87058"/>
                </a:lnTo>
                <a:lnTo>
                  <a:pt x="591985" y="88582"/>
                </a:lnTo>
                <a:lnTo>
                  <a:pt x="582841" y="94678"/>
                </a:lnTo>
                <a:lnTo>
                  <a:pt x="578269" y="100774"/>
                </a:lnTo>
                <a:lnTo>
                  <a:pt x="575221" y="111442"/>
                </a:lnTo>
                <a:lnTo>
                  <a:pt x="570623" y="120853"/>
                </a:lnTo>
                <a:lnTo>
                  <a:pt x="544639" y="141922"/>
                </a:lnTo>
                <a:lnTo>
                  <a:pt x="530923" y="141922"/>
                </a:lnTo>
                <a:lnTo>
                  <a:pt x="558355" y="50380"/>
                </a:lnTo>
                <a:lnTo>
                  <a:pt x="567740" y="17195"/>
                </a:lnTo>
                <a:lnTo>
                  <a:pt x="571080" y="6591"/>
                </a:lnTo>
                <a:lnTo>
                  <a:pt x="573697" y="0"/>
                </a:lnTo>
                <a:lnTo>
                  <a:pt x="556463" y="876"/>
                </a:lnTo>
                <a:lnTo>
                  <a:pt x="543699" y="1333"/>
                </a:lnTo>
                <a:lnTo>
                  <a:pt x="526351" y="1524"/>
                </a:lnTo>
                <a:lnTo>
                  <a:pt x="523303" y="3048"/>
                </a:lnTo>
                <a:lnTo>
                  <a:pt x="523303" y="7620"/>
                </a:lnTo>
                <a:lnTo>
                  <a:pt x="526351" y="7620"/>
                </a:lnTo>
                <a:lnTo>
                  <a:pt x="533971" y="9144"/>
                </a:lnTo>
                <a:lnTo>
                  <a:pt x="540067" y="9144"/>
                </a:lnTo>
                <a:lnTo>
                  <a:pt x="543115" y="12192"/>
                </a:lnTo>
                <a:lnTo>
                  <a:pt x="543115" y="24472"/>
                </a:lnTo>
                <a:lnTo>
                  <a:pt x="541591" y="29044"/>
                </a:lnTo>
                <a:lnTo>
                  <a:pt x="540067" y="35140"/>
                </a:lnTo>
                <a:lnTo>
                  <a:pt x="509917" y="140601"/>
                </a:lnTo>
                <a:lnTo>
                  <a:pt x="501967" y="166395"/>
                </a:lnTo>
                <a:lnTo>
                  <a:pt x="489775" y="204495"/>
                </a:lnTo>
                <a:lnTo>
                  <a:pt x="485990" y="214210"/>
                </a:lnTo>
                <a:lnTo>
                  <a:pt x="483489" y="222643"/>
                </a:lnTo>
                <a:lnTo>
                  <a:pt x="480631" y="235077"/>
                </a:lnTo>
                <a:lnTo>
                  <a:pt x="500443" y="235077"/>
                </a:lnTo>
                <a:lnTo>
                  <a:pt x="517207" y="186207"/>
                </a:lnTo>
                <a:lnTo>
                  <a:pt x="524827" y="161442"/>
                </a:lnTo>
                <a:lnTo>
                  <a:pt x="527062" y="153174"/>
                </a:lnTo>
                <a:lnTo>
                  <a:pt x="527875" y="148018"/>
                </a:lnTo>
                <a:lnTo>
                  <a:pt x="537019" y="149542"/>
                </a:lnTo>
                <a:lnTo>
                  <a:pt x="546163" y="149542"/>
                </a:lnTo>
                <a:lnTo>
                  <a:pt x="547687" y="152679"/>
                </a:lnTo>
                <a:lnTo>
                  <a:pt x="550735" y="154203"/>
                </a:lnTo>
                <a:lnTo>
                  <a:pt x="553783" y="160299"/>
                </a:lnTo>
                <a:lnTo>
                  <a:pt x="553783" y="174015"/>
                </a:lnTo>
                <a:lnTo>
                  <a:pt x="552259" y="180111"/>
                </a:lnTo>
                <a:lnTo>
                  <a:pt x="550265" y="194716"/>
                </a:lnTo>
                <a:lnTo>
                  <a:pt x="548830" y="206603"/>
                </a:lnTo>
                <a:lnTo>
                  <a:pt x="547979" y="215950"/>
                </a:lnTo>
                <a:lnTo>
                  <a:pt x="547687" y="225933"/>
                </a:lnTo>
                <a:lnTo>
                  <a:pt x="549211" y="228981"/>
                </a:lnTo>
                <a:lnTo>
                  <a:pt x="550735" y="233553"/>
                </a:lnTo>
                <a:lnTo>
                  <a:pt x="553783" y="236601"/>
                </a:lnTo>
                <a:lnTo>
                  <a:pt x="556831" y="238125"/>
                </a:lnTo>
                <a:lnTo>
                  <a:pt x="567601" y="238125"/>
                </a:lnTo>
                <a:lnTo>
                  <a:pt x="575221" y="235077"/>
                </a:lnTo>
                <a:lnTo>
                  <a:pt x="582841" y="227457"/>
                </a:lnTo>
                <a:lnTo>
                  <a:pt x="591985" y="221361"/>
                </a:lnTo>
                <a:lnTo>
                  <a:pt x="596557" y="216687"/>
                </a:lnTo>
                <a:lnTo>
                  <a:pt x="598081" y="216687"/>
                </a:lnTo>
                <a:lnTo>
                  <a:pt x="604177" y="210591"/>
                </a:lnTo>
                <a:lnTo>
                  <a:pt x="604177" y="207543"/>
                </a:lnTo>
                <a:lnTo>
                  <a:pt x="602653" y="206019"/>
                </a:lnTo>
                <a:lnTo>
                  <a:pt x="599605" y="206019"/>
                </a:lnTo>
                <a:lnTo>
                  <a:pt x="596557" y="207543"/>
                </a:lnTo>
                <a:lnTo>
                  <a:pt x="593509" y="210591"/>
                </a:lnTo>
                <a:lnTo>
                  <a:pt x="579412" y="220929"/>
                </a:lnTo>
                <a:lnTo>
                  <a:pt x="575068" y="223532"/>
                </a:lnTo>
                <a:lnTo>
                  <a:pt x="572173" y="224409"/>
                </a:lnTo>
                <a:lnTo>
                  <a:pt x="569125" y="224409"/>
                </a:lnTo>
                <a:lnTo>
                  <a:pt x="567601" y="222885"/>
                </a:lnTo>
                <a:lnTo>
                  <a:pt x="567601" y="216687"/>
                </a:lnTo>
                <a:lnTo>
                  <a:pt x="569125" y="213639"/>
                </a:lnTo>
                <a:lnTo>
                  <a:pt x="569125" y="210591"/>
                </a:lnTo>
                <a:lnTo>
                  <a:pt x="571119" y="194881"/>
                </a:lnTo>
                <a:lnTo>
                  <a:pt x="572554" y="182016"/>
                </a:lnTo>
                <a:lnTo>
                  <a:pt x="573405" y="172021"/>
                </a:lnTo>
                <a:lnTo>
                  <a:pt x="573697" y="164871"/>
                </a:lnTo>
                <a:lnTo>
                  <a:pt x="573074" y="157429"/>
                </a:lnTo>
                <a:lnTo>
                  <a:pt x="571017" y="151117"/>
                </a:lnTo>
                <a:lnTo>
                  <a:pt x="567220" y="145935"/>
                </a:lnTo>
                <a:lnTo>
                  <a:pt x="561403" y="141922"/>
                </a:lnTo>
                <a:lnTo>
                  <a:pt x="567791" y="135851"/>
                </a:lnTo>
                <a:lnTo>
                  <a:pt x="573303" y="128778"/>
                </a:lnTo>
                <a:lnTo>
                  <a:pt x="578218" y="120281"/>
                </a:lnTo>
                <a:lnTo>
                  <a:pt x="582841" y="109918"/>
                </a:lnTo>
                <a:lnTo>
                  <a:pt x="584365" y="105346"/>
                </a:lnTo>
                <a:lnTo>
                  <a:pt x="585889" y="102298"/>
                </a:lnTo>
                <a:lnTo>
                  <a:pt x="590461" y="102298"/>
                </a:lnTo>
                <a:lnTo>
                  <a:pt x="593509" y="105346"/>
                </a:lnTo>
                <a:lnTo>
                  <a:pt x="596557" y="111442"/>
                </a:lnTo>
                <a:lnTo>
                  <a:pt x="601129" y="112966"/>
                </a:lnTo>
                <a:lnTo>
                  <a:pt x="611797" y="112966"/>
                </a:lnTo>
                <a:lnTo>
                  <a:pt x="614845" y="109918"/>
                </a:lnTo>
                <a:lnTo>
                  <a:pt x="614845" y="99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3"/>
          <p:cNvGrpSpPr/>
          <p:nvPr/>
        </p:nvGrpSpPr>
        <p:grpSpPr>
          <a:xfrm>
            <a:off x="994695" y="4445603"/>
            <a:ext cx="549910" cy="241300"/>
            <a:chOff x="994695" y="4445603"/>
            <a:chExt cx="549910" cy="241300"/>
          </a:xfrm>
        </p:grpSpPr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94695" y="4515802"/>
              <a:ext cx="149542" cy="1708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179385" y="4445603"/>
              <a:ext cx="43180" cy="238125"/>
            </a:xfrm>
            <a:custGeom>
              <a:avLst/>
              <a:gdLst/>
              <a:ahLst/>
              <a:cxnLst/>
              <a:rect l="l" t="t" r="r" b="b"/>
              <a:pathLst>
                <a:path w="43180" h="238125">
                  <a:moveTo>
                    <a:pt x="32004" y="1523"/>
                  </a:moveTo>
                  <a:lnTo>
                    <a:pt x="10668" y="1523"/>
                  </a:lnTo>
                  <a:lnTo>
                    <a:pt x="13716" y="0"/>
                  </a:lnTo>
                  <a:lnTo>
                    <a:pt x="28956" y="0"/>
                  </a:lnTo>
                  <a:lnTo>
                    <a:pt x="32004" y="1523"/>
                  </a:lnTo>
                  <a:close/>
                </a:path>
                <a:path w="43180" h="238125">
                  <a:moveTo>
                    <a:pt x="38100" y="3047"/>
                  </a:moveTo>
                  <a:lnTo>
                    <a:pt x="4572" y="3047"/>
                  </a:lnTo>
                  <a:lnTo>
                    <a:pt x="6096" y="1523"/>
                  </a:lnTo>
                  <a:lnTo>
                    <a:pt x="36576" y="1523"/>
                  </a:lnTo>
                  <a:lnTo>
                    <a:pt x="38100" y="3047"/>
                  </a:lnTo>
                  <a:close/>
                </a:path>
                <a:path w="43180" h="238125">
                  <a:moveTo>
                    <a:pt x="39624" y="236505"/>
                  </a:moveTo>
                  <a:lnTo>
                    <a:pt x="3048" y="236505"/>
                  </a:lnTo>
                  <a:lnTo>
                    <a:pt x="1524" y="234981"/>
                  </a:lnTo>
                  <a:lnTo>
                    <a:pt x="0" y="234981"/>
                  </a:lnTo>
                  <a:lnTo>
                    <a:pt x="0" y="4571"/>
                  </a:lnTo>
                  <a:lnTo>
                    <a:pt x="1524" y="3047"/>
                  </a:lnTo>
                  <a:lnTo>
                    <a:pt x="41148" y="3047"/>
                  </a:lnTo>
                  <a:lnTo>
                    <a:pt x="41148" y="4571"/>
                  </a:lnTo>
                  <a:lnTo>
                    <a:pt x="42672" y="6096"/>
                  </a:lnTo>
                  <a:lnTo>
                    <a:pt x="42672" y="233457"/>
                  </a:lnTo>
                  <a:lnTo>
                    <a:pt x="39624" y="236505"/>
                  </a:lnTo>
                  <a:close/>
                </a:path>
                <a:path w="43180" h="238125">
                  <a:moveTo>
                    <a:pt x="36576" y="238029"/>
                  </a:moveTo>
                  <a:lnTo>
                    <a:pt x="6096" y="238029"/>
                  </a:lnTo>
                  <a:lnTo>
                    <a:pt x="4572" y="236505"/>
                  </a:lnTo>
                  <a:lnTo>
                    <a:pt x="38100" y="236505"/>
                  </a:lnTo>
                  <a:lnTo>
                    <a:pt x="36576" y="2380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55585" y="4515802"/>
              <a:ext cx="116014" cy="17083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94460" y="4515802"/>
              <a:ext cx="149542" cy="170878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1658397" y="4444079"/>
            <a:ext cx="180340" cy="240029"/>
            <a:chOff x="1658397" y="4444079"/>
            <a:chExt cx="180340" cy="240029"/>
          </a:xfrm>
        </p:grpSpPr>
        <p:sp>
          <p:nvSpPr>
            <p:cNvPr id="39" name="object 39"/>
            <p:cNvSpPr/>
            <p:nvPr/>
          </p:nvSpPr>
          <p:spPr>
            <a:xfrm>
              <a:off x="1658397" y="4451698"/>
              <a:ext cx="48895" cy="232410"/>
            </a:xfrm>
            <a:custGeom>
              <a:avLst/>
              <a:gdLst/>
              <a:ahLst/>
              <a:cxnLst/>
              <a:rect l="l" t="t" r="r" b="b"/>
              <a:pathLst>
                <a:path w="48894" h="232410">
                  <a:moveTo>
                    <a:pt x="39624" y="68675"/>
                  </a:moveTo>
                  <a:lnTo>
                    <a:pt x="9144" y="68675"/>
                  </a:lnTo>
                  <a:lnTo>
                    <a:pt x="10668" y="67151"/>
                  </a:lnTo>
                  <a:lnTo>
                    <a:pt x="36576" y="67151"/>
                  </a:lnTo>
                  <a:lnTo>
                    <a:pt x="39624" y="68675"/>
                  </a:lnTo>
                  <a:close/>
                </a:path>
                <a:path w="48894" h="232410">
                  <a:moveTo>
                    <a:pt x="42672" y="230409"/>
                  </a:moveTo>
                  <a:lnTo>
                    <a:pt x="6096" y="230409"/>
                  </a:lnTo>
                  <a:lnTo>
                    <a:pt x="4572" y="228885"/>
                  </a:lnTo>
                  <a:lnTo>
                    <a:pt x="3048" y="228885"/>
                  </a:lnTo>
                  <a:lnTo>
                    <a:pt x="3048" y="71723"/>
                  </a:lnTo>
                  <a:lnTo>
                    <a:pt x="4572" y="70199"/>
                  </a:lnTo>
                  <a:lnTo>
                    <a:pt x="7620" y="68675"/>
                  </a:lnTo>
                  <a:lnTo>
                    <a:pt x="42672" y="68675"/>
                  </a:lnTo>
                  <a:lnTo>
                    <a:pt x="44291" y="70199"/>
                  </a:lnTo>
                  <a:lnTo>
                    <a:pt x="44291" y="71723"/>
                  </a:lnTo>
                  <a:lnTo>
                    <a:pt x="45815" y="71723"/>
                  </a:lnTo>
                  <a:lnTo>
                    <a:pt x="45815" y="227361"/>
                  </a:lnTo>
                  <a:lnTo>
                    <a:pt x="44291" y="228885"/>
                  </a:lnTo>
                  <a:lnTo>
                    <a:pt x="42672" y="230409"/>
                  </a:lnTo>
                  <a:close/>
                </a:path>
                <a:path w="48894" h="232410">
                  <a:moveTo>
                    <a:pt x="39624" y="231933"/>
                  </a:moveTo>
                  <a:lnTo>
                    <a:pt x="9144" y="231933"/>
                  </a:lnTo>
                  <a:lnTo>
                    <a:pt x="7620" y="230409"/>
                  </a:lnTo>
                  <a:lnTo>
                    <a:pt x="41148" y="230409"/>
                  </a:lnTo>
                  <a:lnTo>
                    <a:pt x="39624" y="231933"/>
                  </a:lnTo>
                  <a:close/>
                </a:path>
                <a:path w="48894" h="232410">
                  <a:moveTo>
                    <a:pt x="33528" y="45719"/>
                  </a:moveTo>
                  <a:lnTo>
                    <a:pt x="13716" y="45719"/>
                  </a:lnTo>
                  <a:lnTo>
                    <a:pt x="7620" y="44195"/>
                  </a:lnTo>
                  <a:lnTo>
                    <a:pt x="4572" y="39624"/>
                  </a:lnTo>
                  <a:lnTo>
                    <a:pt x="1524" y="36575"/>
                  </a:lnTo>
                  <a:lnTo>
                    <a:pt x="0" y="32003"/>
                  </a:lnTo>
                  <a:lnTo>
                    <a:pt x="0" y="13715"/>
                  </a:lnTo>
                  <a:lnTo>
                    <a:pt x="1524" y="9143"/>
                  </a:lnTo>
                  <a:lnTo>
                    <a:pt x="4572" y="4571"/>
                  </a:lnTo>
                  <a:lnTo>
                    <a:pt x="7620" y="1524"/>
                  </a:lnTo>
                  <a:lnTo>
                    <a:pt x="13716" y="0"/>
                  </a:lnTo>
                  <a:lnTo>
                    <a:pt x="33528" y="0"/>
                  </a:lnTo>
                  <a:lnTo>
                    <a:pt x="39624" y="1524"/>
                  </a:lnTo>
                  <a:lnTo>
                    <a:pt x="44291" y="4571"/>
                  </a:lnTo>
                  <a:lnTo>
                    <a:pt x="47339" y="7619"/>
                  </a:lnTo>
                  <a:lnTo>
                    <a:pt x="48863" y="13715"/>
                  </a:lnTo>
                  <a:lnTo>
                    <a:pt x="48863" y="30479"/>
                  </a:lnTo>
                  <a:lnTo>
                    <a:pt x="47339" y="36575"/>
                  </a:lnTo>
                  <a:lnTo>
                    <a:pt x="42672" y="39624"/>
                  </a:lnTo>
                  <a:lnTo>
                    <a:pt x="39624" y="42671"/>
                  </a:lnTo>
                  <a:lnTo>
                    <a:pt x="33528" y="457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30121" y="4444079"/>
              <a:ext cx="108299" cy="239553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945195" y="4450175"/>
            <a:ext cx="996314" cy="238029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3066573" y="4544758"/>
            <a:ext cx="181610" cy="15240"/>
          </a:xfrm>
          <a:custGeom>
            <a:avLst/>
            <a:gdLst/>
            <a:ahLst/>
            <a:cxnLst/>
            <a:rect l="l" t="t" r="r" b="b"/>
            <a:pathLst>
              <a:path w="181610" h="15239">
                <a:moveTo>
                  <a:pt x="181546" y="15240"/>
                </a:moveTo>
                <a:lnTo>
                  <a:pt x="0" y="15240"/>
                </a:lnTo>
                <a:lnTo>
                  <a:pt x="0" y="0"/>
                </a:lnTo>
                <a:lnTo>
                  <a:pt x="181546" y="0"/>
                </a:lnTo>
                <a:lnTo>
                  <a:pt x="181546" y="15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066573" y="4624101"/>
            <a:ext cx="181610" cy="15240"/>
          </a:xfrm>
          <a:custGeom>
            <a:avLst/>
            <a:gdLst/>
            <a:ahLst/>
            <a:cxnLst/>
            <a:rect l="l" t="t" r="r" b="b"/>
            <a:pathLst>
              <a:path w="181610" h="15239">
                <a:moveTo>
                  <a:pt x="181546" y="15240"/>
                </a:moveTo>
                <a:lnTo>
                  <a:pt x="0" y="15240"/>
                </a:lnTo>
                <a:lnTo>
                  <a:pt x="0" y="0"/>
                </a:lnTo>
                <a:lnTo>
                  <a:pt x="181546" y="0"/>
                </a:lnTo>
                <a:lnTo>
                  <a:pt x="181546" y="15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4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338131" y="4456271"/>
            <a:ext cx="234981" cy="227361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3650932" y="4445603"/>
            <a:ext cx="647065" cy="241300"/>
            <a:chOff x="3650932" y="4445603"/>
            <a:chExt cx="647065" cy="241300"/>
          </a:xfrm>
        </p:grpSpPr>
        <p:pic>
          <p:nvPicPr>
            <p:cNvPr id="46" name="object 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650932" y="4479131"/>
              <a:ext cx="108299" cy="20754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789711" y="4445603"/>
              <a:ext cx="144970" cy="23802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968210" y="4515802"/>
              <a:ext cx="149542" cy="17087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152899" y="4515802"/>
              <a:ext cx="144875" cy="167830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4418361" y="4479131"/>
            <a:ext cx="874394" cy="207645"/>
            <a:chOff x="4418361" y="4479131"/>
            <a:chExt cx="874394" cy="207645"/>
          </a:xfrm>
        </p:grpSpPr>
        <p:pic>
          <p:nvPicPr>
            <p:cNvPr id="51" name="object 5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418361" y="4479131"/>
              <a:ext cx="385953" cy="20754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834794" y="4518850"/>
              <a:ext cx="144970" cy="16783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022532" y="4515802"/>
              <a:ext cx="97631" cy="16783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146071" y="4515802"/>
              <a:ext cx="146494" cy="167830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5413057" y="4453223"/>
            <a:ext cx="761333" cy="323469"/>
          </a:xfrm>
          <a:prstGeom prst="rect">
            <a:avLst/>
          </a:prstGeom>
        </p:spPr>
      </p:pic>
      <p:grpSp>
        <p:nvGrpSpPr>
          <p:cNvPr id="56" name="object 56"/>
          <p:cNvGrpSpPr/>
          <p:nvPr/>
        </p:nvGrpSpPr>
        <p:grpSpPr>
          <a:xfrm>
            <a:off x="994695" y="4949190"/>
            <a:ext cx="549910" cy="241300"/>
            <a:chOff x="994695" y="4949190"/>
            <a:chExt cx="549910" cy="241300"/>
          </a:xfrm>
        </p:grpSpPr>
        <p:pic>
          <p:nvPicPr>
            <p:cNvPr id="57" name="object 5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94695" y="5019389"/>
              <a:ext cx="149542" cy="170878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179385" y="4949190"/>
              <a:ext cx="43180" cy="238125"/>
            </a:xfrm>
            <a:custGeom>
              <a:avLst/>
              <a:gdLst/>
              <a:ahLst/>
              <a:cxnLst/>
              <a:rect l="l" t="t" r="r" b="b"/>
              <a:pathLst>
                <a:path w="43180" h="238125">
                  <a:moveTo>
                    <a:pt x="32004" y="1523"/>
                  </a:moveTo>
                  <a:lnTo>
                    <a:pt x="10668" y="1523"/>
                  </a:lnTo>
                  <a:lnTo>
                    <a:pt x="13716" y="0"/>
                  </a:lnTo>
                  <a:lnTo>
                    <a:pt x="28956" y="0"/>
                  </a:lnTo>
                  <a:lnTo>
                    <a:pt x="32004" y="1523"/>
                  </a:lnTo>
                  <a:close/>
                </a:path>
                <a:path w="43180" h="238125">
                  <a:moveTo>
                    <a:pt x="38100" y="3047"/>
                  </a:moveTo>
                  <a:lnTo>
                    <a:pt x="4572" y="3047"/>
                  </a:lnTo>
                  <a:lnTo>
                    <a:pt x="6096" y="1523"/>
                  </a:lnTo>
                  <a:lnTo>
                    <a:pt x="36576" y="1523"/>
                  </a:lnTo>
                  <a:lnTo>
                    <a:pt x="38100" y="3047"/>
                  </a:lnTo>
                  <a:close/>
                </a:path>
                <a:path w="43180" h="238125">
                  <a:moveTo>
                    <a:pt x="39624" y="236505"/>
                  </a:moveTo>
                  <a:lnTo>
                    <a:pt x="3048" y="236505"/>
                  </a:lnTo>
                  <a:lnTo>
                    <a:pt x="1524" y="234981"/>
                  </a:lnTo>
                  <a:lnTo>
                    <a:pt x="0" y="234981"/>
                  </a:lnTo>
                  <a:lnTo>
                    <a:pt x="0" y="4571"/>
                  </a:lnTo>
                  <a:lnTo>
                    <a:pt x="1524" y="3047"/>
                  </a:lnTo>
                  <a:lnTo>
                    <a:pt x="41148" y="3047"/>
                  </a:lnTo>
                  <a:lnTo>
                    <a:pt x="41148" y="4571"/>
                  </a:lnTo>
                  <a:lnTo>
                    <a:pt x="42672" y="6096"/>
                  </a:lnTo>
                  <a:lnTo>
                    <a:pt x="42672" y="233457"/>
                  </a:lnTo>
                  <a:lnTo>
                    <a:pt x="39624" y="236505"/>
                  </a:lnTo>
                  <a:close/>
                </a:path>
                <a:path w="43180" h="238125">
                  <a:moveTo>
                    <a:pt x="36576" y="238029"/>
                  </a:moveTo>
                  <a:lnTo>
                    <a:pt x="6096" y="238029"/>
                  </a:lnTo>
                  <a:lnTo>
                    <a:pt x="4572" y="236505"/>
                  </a:lnTo>
                  <a:lnTo>
                    <a:pt x="38100" y="236505"/>
                  </a:lnTo>
                  <a:lnTo>
                    <a:pt x="36576" y="23802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55585" y="5019484"/>
              <a:ext cx="116014" cy="17083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94460" y="5019389"/>
              <a:ext cx="149542" cy="170878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1658397" y="4947666"/>
            <a:ext cx="180340" cy="240029"/>
            <a:chOff x="1658397" y="4947666"/>
            <a:chExt cx="180340" cy="240029"/>
          </a:xfrm>
        </p:grpSpPr>
        <p:sp>
          <p:nvSpPr>
            <p:cNvPr id="62" name="object 62"/>
            <p:cNvSpPr/>
            <p:nvPr/>
          </p:nvSpPr>
          <p:spPr>
            <a:xfrm>
              <a:off x="1658397" y="4955286"/>
              <a:ext cx="48895" cy="232410"/>
            </a:xfrm>
            <a:custGeom>
              <a:avLst/>
              <a:gdLst/>
              <a:ahLst/>
              <a:cxnLst/>
              <a:rect l="l" t="t" r="r" b="b"/>
              <a:pathLst>
                <a:path w="48894" h="232410">
                  <a:moveTo>
                    <a:pt x="39624" y="68675"/>
                  </a:moveTo>
                  <a:lnTo>
                    <a:pt x="9144" y="68675"/>
                  </a:lnTo>
                  <a:lnTo>
                    <a:pt x="10668" y="67151"/>
                  </a:lnTo>
                  <a:lnTo>
                    <a:pt x="36576" y="67151"/>
                  </a:lnTo>
                  <a:lnTo>
                    <a:pt x="39624" y="68675"/>
                  </a:lnTo>
                  <a:close/>
                </a:path>
                <a:path w="48894" h="232410">
                  <a:moveTo>
                    <a:pt x="42672" y="230409"/>
                  </a:moveTo>
                  <a:lnTo>
                    <a:pt x="6096" y="230409"/>
                  </a:lnTo>
                  <a:lnTo>
                    <a:pt x="4572" y="228885"/>
                  </a:lnTo>
                  <a:lnTo>
                    <a:pt x="3048" y="228885"/>
                  </a:lnTo>
                  <a:lnTo>
                    <a:pt x="3048" y="71723"/>
                  </a:lnTo>
                  <a:lnTo>
                    <a:pt x="4572" y="70199"/>
                  </a:lnTo>
                  <a:lnTo>
                    <a:pt x="7620" y="68675"/>
                  </a:lnTo>
                  <a:lnTo>
                    <a:pt x="42672" y="68675"/>
                  </a:lnTo>
                  <a:lnTo>
                    <a:pt x="44291" y="70199"/>
                  </a:lnTo>
                  <a:lnTo>
                    <a:pt x="44291" y="71723"/>
                  </a:lnTo>
                  <a:lnTo>
                    <a:pt x="45815" y="71723"/>
                  </a:lnTo>
                  <a:lnTo>
                    <a:pt x="45815" y="227361"/>
                  </a:lnTo>
                  <a:lnTo>
                    <a:pt x="44291" y="228885"/>
                  </a:lnTo>
                  <a:lnTo>
                    <a:pt x="42672" y="230409"/>
                  </a:lnTo>
                  <a:close/>
                </a:path>
                <a:path w="48894" h="232410">
                  <a:moveTo>
                    <a:pt x="39624" y="231933"/>
                  </a:moveTo>
                  <a:lnTo>
                    <a:pt x="9144" y="231933"/>
                  </a:lnTo>
                  <a:lnTo>
                    <a:pt x="7620" y="230409"/>
                  </a:lnTo>
                  <a:lnTo>
                    <a:pt x="41148" y="230409"/>
                  </a:lnTo>
                  <a:lnTo>
                    <a:pt x="39624" y="231933"/>
                  </a:lnTo>
                  <a:close/>
                </a:path>
                <a:path w="48894" h="232410">
                  <a:moveTo>
                    <a:pt x="33528" y="45719"/>
                  </a:moveTo>
                  <a:lnTo>
                    <a:pt x="13716" y="45719"/>
                  </a:lnTo>
                  <a:lnTo>
                    <a:pt x="7620" y="44195"/>
                  </a:lnTo>
                  <a:lnTo>
                    <a:pt x="4572" y="39624"/>
                  </a:lnTo>
                  <a:lnTo>
                    <a:pt x="1524" y="36575"/>
                  </a:lnTo>
                  <a:lnTo>
                    <a:pt x="0" y="32003"/>
                  </a:lnTo>
                  <a:lnTo>
                    <a:pt x="0" y="13715"/>
                  </a:lnTo>
                  <a:lnTo>
                    <a:pt x="1524" y="9143"/>
                  </a:lnTo>
                  <a:lnTo>
                    <a:pt x="4572" y="4571"/>
                  </a:lnTo>
                  <a:lnTo>
                    <a:pt x="7620" y="1524"/>
                  </a:lnTo>
                  <a:lnTo>
                    <a:pt x="13716" y="0"/>
                  </a:lnTo>
                  <a:lnTo>
                    <a:pt x="33528" y="0"/>
                  </a:lnTo>
                  <a:lnTo>
                    <a:pt x="39624" y="1524"/>
                  </a:lnTo>
                  <a:lnTo>
                    <a:pt x="44291" y="4571"/>
                  </a:lnTo>
                  <a:lnTo>
                    <a:pt x="47339" y="7619"/>
                  </a:lnTo>
                  <a:lnTo>
                    <a:pt x="48863" y="13715"/>
                  </a:lnTo>
                  <a:lnTo>
                    <a:pt x="48863" y="30479"/>
                  </a:lnTo>
                  <a:lnTo>
                    <a:pt x="47339" y="36575"/>
                  </a:lnTo>
                  <a:lnTo>
                    <a:pt x="42672" y="39624"/>
                  </a:lnTo>
                  <a:lnTo>
                    <a:pt x="39624" y="42671"/>
                  </a:lnTo>
                  <a:lnTo>
                    <a:pt x="33528" y="457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30121" y="4947666"/>
              <a:ext cx="108299" cy="239553"/>
            </a:xfrm>
            <a:prstGeom prst="rect">
              <a:avLst/>
            </a:prstGeom>
          </p:spPr>
        </p:pic>
      </p:grpSp>
      <p:pic>
        <p:nvPicPr>
          <p:cNvPr id="64" name="object 6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945195" y="4953761"/>
            <a:ext cx="996314" cy="238029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3066573" y="5048345"/>
            <a:ext cx="181610" cy="15240"/>
          </a:xfrm>
          <a:custGeom>
            <a:avLst/>
            <a:gdLst/>
            <a:ahLst/>
            <a:cxnLst/>
            <a:rect l="l" t="t" r="r" b="b"/>
            <a:pathLst>
              <a:path w="181610" h="15239">
                <a:moveTo>
                  <a:pt x="181546" y="15240"/>
                </a:moveTo>
                <a:lnTo>
                  <a:pt x="0" y="15240"/>
                </a:lnTo>
                <a:lnTo>
                  <a:pt x="0" y="0"/>
                </a:lnTo>
                <a:lnTo>
                  <a:pt x="181546" y="0"/>
                </a:lnTo>
                <a:lnTo>
                  <a:pt x="181546" y="15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066573" y="5127688"/>
            <a:ext cx="181610" cy="15240"/>
          </a:xfrm>
          <a:custGeom>
            <a:avLst/>
            <a:gdLst/>
            <a:ahLst/>
            <a:cxnLst/>
            <a:rect l="l" t="t" r="r" b="b"/>
            <a:pathLst>
              <a:path w="181610" h="15239">
                <a:moveTo>
                  <a:pt x="181546" y="15240"/>
                </a:moveTo>
                <a:lnTo>
                  <a:pt x="0" y="15240"/>
                </a:lnTo>
                <a:lnTo>
                  <a:pt x="0" y="0"/>
                </a:lnTo>
                <a:lnTo>
                  <a:pt x="181546" y="0"/>
                </a:lnTo>
                <a:lnTo>
                  <a:pt x="181546" y="15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7" name="object 6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342703" y="4962905"/>
            <a:ext cx="228885" cy="225813"/>
          </a:xfrm>
          <a:prstGeom prst="rect">
            <a:avLst/>
          </a:prstGeom>
        </p:spPr>
      </p:pic>
      <p:grpSp>
        <p:nvGrpSpPr>
          <p:cNvPr id="68" name="object 68"/>
          <p:cNvGrpSpPr/>
          <p:nvPr/>
        </p:nvGrpSpPr>
        <p:grpSpPr>
          <a:xfrm>
            <a:off x="3647884" y="4949190"/>
            <a:ext cx="647065" cy="241300"/>
            <a:chOff x="3647884" y="4949190"/>
            <a:chExt cx="647065" cy="241300"/>
          </a:xfrm>
        </p:grpSpPr>
        <p:pic>
          <p:nvPicPr>
            <p:cNvPr id="69" name="object 6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47884" y="4982717"/>
              <a:ext cx="108299" cy="207549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786663" y="4949190"/>
              <a:ext cx="144970" cy="238029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965162" y="5019389"/>
              <a:ext cx="149542" cy="17087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149852" y="5019389"/>
              <a:ext cx="144875" cy="167830"/>
            </a:xfrm>
            <a:prstGeom prst="rect">
              <a:avLst/>
            </a:prstGeom>
          </p:spPr>
        </p:pic>
      </p:grpSp>
      <p:grpSp>
        <p:nvGrpSpPr>
          <p:cNvPr id="73" name="object 73"/>
          <p:cNvGrpSpPr/>
          <p:nvPr/>
        </p:nvGrpSpPr>
        <p:grpSpPr>
          <a:xfrm>
            <a:off x="4415313" y="4982717"/>
            <a:ext cx="873125" cy="207645"/>
            <a:chOff x="4415313" y="4982717"/>
            <a:chExt cx="873125" cy="207645"/>
          </a:xfrm>
        </p:grpSpPr>
        <p:pic>
          <p:nvPicPr>
            <p:cNvPr id="74" name="object 7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415313" y="4982717"/>
              <a:ext cx="385953" cy="20755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830222" y="5022437"/>
              <a:ext cx="146494" cy="16783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019484" y="5019389"/>
              <a:ext cx="97631" cy="16783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143023" y="5019389"/>
              <a:ext cx="144970" cy="167830"/>
            </a:xfrm>
            <a:prstGeom prst="rect">
              <a:avLst/>
            </a:prstGeom>
          </p:spPr>
        </p:pic>
      </p:grpSp>
      <p:grpSp>
        <p:nvGrpSpPr>
          <p:cNvPr id="78" name="object 78"/>
          <p:cNvGrpSpPr/>
          <p:nvPr/>
        </p:nvGrpSpPr>
        <p:grpSpPr>
          <a:xfrm>
            <a:off x="5399341" y="4953761"/>
            <a:ext cx="564515" cy="327025"/>
            <a:chOff x="5399341" y="4953761"/>
            <a:chExt cx="564515" cy="327025"/>
          </a:xfrm>
        </p:grpSpPr>
        <p:pic>
          <p:nvPicPr>
            <p:cNvPr id="79" name="object 7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399341" y="4964430"/>
              <a:ext cx="356996" cy="225837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680043" y="4953761"/>
              <a:ext cx="247650" cy="327025"/>
            </a:xfrm>
            <a:custGeom>
              <a:avLst/>
              <a:gdLst/>
              <a:ahLst/>
              <a:cxnLst/>
              <a:rect l="l" t="t" r="r" b="b"/>
              <a:pathLst>
                <a:path w="247650" h="327025">
                  <a:moveTo>
                    <a:pt x="36671" y="326612"/>
                  </a:moveTo>
                  <a:lnTo>
                    <a:pt x="28924" y="326040"/>
                  </a:lnTo>
                  <a:lnTo>
                    <a:pt x="21919" y="324326"/>
                  </a:lnTo>
                  <a:lnTo>
                    <a:pt x="15789" y="321468"/>
                  </a:lnTo>
                  <a:lnTo>
                    <a:pt x="10667" y="317468"/>
                  </a:lnTo>
                  <a:lnTo>
                    <a:pt x="3047" y="312801"/>
                  </a:lnTo>
                  <a:lnTo>
                    <a:pt x="0" y="305180"/>
                  </a:lnTo>
                  <a:lnTo>
                    <a:pt x="0" y="292989"/>
                  </a:lnTo>
                  <a:lnTo>
                    <a:pt x="1523" y="288416"/>
                  </a:lnTo>
                  <a:lnTo>
                    <a:pt x="7619" y="282321"/>
                  </a:lnTo>
                  <a:lnTo>
                    <a:pt x="12191" y="279273"/>
                  </a:lnTo>
                  <a:lnTo>
                    <a:pt x="19811" y="279273"/>
                  </a:lnTo>
                  <a:lnTo>
                    <a:pt x="22859" y="280797"/>
                  </a:lnTo>
                  <a:lnTo>
                    <a:pt x="25907" y="283845"/>
                  </a:lnTo>
                  <a:lnTo>
                    <a:pt x="28955" y="285369"/>
                  </a:lnTo>
                  <a:lnTo>
                    <a:pt x="30479" y="288416"/>
                  </a:lnTo>
                  <a:lnTo>
                    <a:pt x="30479" y="294513"/>
                  </a:lnTo>
                  <a:lnTo>
                    <a:pt x="28955" y="296037"/>
                  </a:lnTo>
                  <a:lnTo>
                    <a:pt x="27431" y="299085"/>
                  </a:lnTo>
                  <a:lnTo>
                    <a:pt x="25907" y="303657"/>
                  </a:lnTo>
                  <a:lnTo>
                    <a:pt x="25907" y="309753"/>
                  </a:lnTo>
                  <a:lnTo>
                    <a:pt x="27431" y="312801"/>
                  </a:lnTo>
                  <a:lnTo>
                    <a:pt x="32003" y="317468"/>
                  </a:lnTo>
                  <a:lnTo>
                    <a:pt x="35147" y="318992"/>
                  </a:lnTo>
                  <a:lnTo>
                    <a:pt x="39719" y="318992"/>
                  </a:lnTo>
                  <a:lnTo>
                    <a:pt x="70794" y="295766"/>
                  </a:lnTo>
                  <a:lnTo>
                    <a:pt x="88772" y="254896"/>
                  </a:lnTo>
                  <a:lnTo>
                    <a:pt x="109346" y="189117"/>
                  </a:lnTo>
                  <a:lnTo>
                    <a:pt x="120491" y="146494"/>
                  </a:lnTo>
                  <a:lnTo>
                    <a:pt x="123927" y="130800"/>
                  </a:lnTo>
                  <a:lnTo>
                    <a:pt x="127051" y="118098"/>
                  </a:lnTo>
                  <a:lnTo>
                    <a:pt x="131254" y="102203"/>
                  </a:lnTo>
                  <a:lnTo>
                    <a:pt x="96107" y="103727"/>
                  </a:lnTo>
                  <a:lnTo>
                    <a:pt x="97631" y="93059"/>
                  </a:lnTo>
                  <a:lnTo>
                    <a:pt x="113645" y="92868"/>
                  </a:lnTo>
                  <a:lnTo>
                    <a:pt x="123388" y="92416"/>
                  </a:lnTo>
                  <a:lnTo>
                    <a:pt x="134302" y="91535"/>
                  </a:lnTo>
                  <a:lnTo>
                    <a:pt x="140588" y="70089"/>
                  </a:lnTo>
                  <a:lnTo>
                    <a:pt x="148018" y="51482"/>
                  </a:lnTo>
                  <a:lnTo>
                    <a:pt x="177118" y="12858"/>
                  </a:lnTo>
                  <a:lnTo>
                    <a:pt x="213645" y="0"/>
                  </a:lnTo>
                  <a:lnTo>
                    <a:pt x="221099" y="547"/>
                  </a:lnTo>
                  <a:lnTo>
                    <a:pt x="247173" y="19812"/>
                  </a:lnTo>
                  <a:lnTo>
                    <a:pt x="247173" y="30480"/>
                  </a:lnTo>
                  <a:lnTo>
                    <a:pt x="224313" y="19812"/>
                  </a:lnTo>
                  <a:lnTo>
                    <a:pt x="225837" y="16764"/>
                  </a:lnTo>
                  <a:lnTo>
                    <a:pt x="225837" y="12192"/>
                  </a:lnTo>
                  <a:lnTo>
                    <a:pt x="221265" y="7620"/>
                  </a:lnTo>
                  <a:lnTo>
                    <a:pt x="213645" y="7620"/>
                  </a:lnTo>
                  <a:lnTo>
                    <a:pt x="205637" y="8524"/>
                  </a:lnTo>
                  <a:lnTo>
                    <a:pt x="170878" y="48625"/>
                  </a:lnTo>
                  <a:lnTo>
                    <a:pt x="157162" y="90011"/>
                  </a:lnTo>
                  <a:lnTo>
                    <a:pt x="190690" y="90011"/>
                  </a:lnTo>
                  <a:lnTo>
                    <a:pt x="189166" y="91535"/>
                  </a:lnTo>
                  <a:lnTo>
                    <a:pt x="189166" y="99155"/>
                  </a:lnTo>
                  <a:lnTo>
                    <a:pt x="187642" y="100679"/>
                  </a:lnTo>
                  <a:lnTo>
                    <a:pt x="171449" y="100869"/>
                  </a:lnTo>
                  <a:lnTo>
                    <a:pt x="162996" y="101322"/>
                  </a:lnTo>
                  <a:lnTo>
                    <a:pt x="154114" y="102203"/>
                  </a:lnTo>
                  <a:lnTo>
                    <a:pt x="115919" y="236505"/>
                  </a:lnTo>
                  <a:lnTo>
                    <a:pt x="108751" y="257968"/>
                  </a:lnTo>
                  <a:lnTo>
                    <a:pt x="82391" y="303657"/>
                  </a:lnTo>
                  <a:lnTo>
                    <a:pt x="48958" y="325182"/>
                  </a:lnTo>
                  <a:lnTo>
                    <a:pt x="36671" y="3266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869209" y="4990338"/>
              <a:ext cx="94583" cy="1999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4151" y="393191"/>
            <a:ext cx="9161145" cy="1513840"/>
            <a:chOff x="454151" y="393191"/>
            <a:chExt cx="9161145" cy="1513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6648" y="440436"/>
              <a:ext cx="5794248" cy="13959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740" y="821045"/>
              <a:ext cx="4933969" cy="55246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9647" y="440436"/>
              <a:ext cx="979931" cy="1395983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08115" y="7267385"/>
            <a:ext cx="147923" cy="10829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116073" y="2704242"/>
            <a:ext cx="173990" cy="293370"/>
          </a:xfrm>
          <a:custGeom>
            <a:avLst/>
            <a:gdLst/>
            <a:ahLst/>
            <a:cxnLst/>
            <a:rect l="l" t="t" r="r" b="b"/>
            <a:pathLst>
              <a:path w="173989" h="293369">
                <a:moveTo>
                  <a:pt x="157660" y="259413"/>
                </a:moveTo>
                <a:lnTo>
                  <a:pt x="94702" y="259413"/>
                </a:lnTo>
                <a:lnTo>
                  <a:pt x="102203" y="256413"/>
                </a:lnTo>
                <a:lnTo>
                  <a:pt x="108299" y="254889"/>
                </a:lnTo>
                <a:lnTo>
                  <a:pt x="114490" y="251841"/>
                </a:lnTo>
                <a:lnTo>
                  <a:pt x="119062" y="247269"/>
                </a:lnTo>
                <a:lnTo>
                  <a:pt x="125158" y="244221"/>
                </a:lnTo>
                <a:lnTo>
                  <a:pt x="128206" y="238125"/>
                </a:lnTo>
                <a:lnTo>
                  <a:pt x="131254" y="233553"/>
                </a:lnTo>
                <a:lnTo>
                  <a:pt x="132778" y="227457"/>
                </a:lnTo>
                <a:lnTo>
                  <a:pt x="134302" y="219741"/>
                </a:lnTo>
                <a:lnTo>
                  <a:pt x="134302" y="204501"/>
                </a:lnTo>
                <a:lnTo>
                  <a:pt x="108299" y="172497"/>
                </a:lnTo>
                <a:lnTo>
                  <a:pt x="102203" y="169449"/>
                </a:lnTo>
                <a:lnTo>
                  <a:pt x="94583" y="164877"/>
                </a:lnTo>
                <a:lnTo>
                  <a:pt x="88844" y="162567"/>
                </a:lnTo>
                <a:lnTo>
                  <a:pt x="82962" y="160115"/>
                </a:lnTo>
                <a:lnTo>
                  <a:pt x="76795" y="157376"/>
                </a:lnTo>
                <a:lnTo>
                  <a:pt x="70130" y="154178"/>
                </a:lnTo>
                <a:lnTo>
                  <a:pt x="64484" y="151606"/>
                </a:lnTo>
                <a:lnTo>
                  <a:pt x="27527" y="126682"/>
                </a:lnTo>
                <a:lnTo>
                  <a:pt x="8840" y="91630"/>
                </a:lnTo>
                <a:lnTo>
                  <a:pt x="8763" y="91237"/>
                </a:lnTo>
                <a:lnTo>
                  <a:pt x="7905" y="83446"/>
                </a:lnTo>
                <a:lnTo>
                  <a:pt x="7620" y="74771"/>
                </a:lnTo>
                <a:lnTo>
                  <a:pt x="7929" y="65913"/>
                </a:lnTo>
                <a:lnTo>
                  <a:pt x="21764" y="30194"/>
                </a:lnTo>
                <a:lnTo>
                  <a:pt x="58007" y="6096"/>
                </a:lnTo>
                <a:lnTo>
                  <a:pt x="93059" y="0"/>
                </a:lnTo>
                <a:lnTo>
                  <a:pt x="99155" y="0"/>
                </a:lnTo>
                <a:lnTo>
                  <a:pt x="105251" y="1524"/>
                </a:lnTo>
                <a:lnTo>
                  <a:pt x="111442" y="1524"/>
                </a:lnTo>
                <a:lnTo>
                  <a:pt x="119062" y="3048"/>
                </a:lnTo>
                <a:lnTo>
                  <a:pt x="123634" y="4572"/>
                </a:lnTo>
                <a:lnTo>
                  <a:pt x="129730" y="6096"/>
                </a:lnTo>
                <a:lnTo>
                  <a:pt x="135826" y="9144"/>
                </a:lnTo>
                <a:lnTo>
                  <a:pt x="144970" y="12192"/>
                </a:lnTo>
                <a:lnTo>
                  <a:pt x="149542" y="15240"/>
                </a:lnTo>
                <a:lnTo>
                  <a:pt x="152590" y="16859"/>
                </a:lnTo>
                <a:lnTo>
                  <a:pt x="154114" y="18383"/>
                </a:lnTo>
                <a:lnTo>
                  <a:pt x="154114" y="19907"/>
                </a:lnTo>
                <a:lnTo>
                  <a:pt x="157162" y="22955"/>
                </a:lnTo>
                <a:lnTo>
                  <a:pt x="157162" y="27527"/>
                </a:lnTo>
                <a:lnTo>
                  <a:pt x="158686" y="29051"/>
                </a:lnTo>
                <a:lnTo>
                  <a:pt x="158686" y="32099"/>
                </a:lnTo>
                <a:lnTo>
                  <a:pt x="83915" y="32099"/>
                </a:lnTo>
                <a:lnTo>
                  <a:pt x="76295" y="33623"/>
                </a:lnTo>
                <a:lnTo>
                  <a:pt x="71723" y="35147"/>
                </a:lnTo>
                <a:lnTo>
                  <a:pt x="65627" y="36671"/>
                </a:lnTo>
                <a:lnTo>
                  <a:pt x="61055" y="39719"/>
                </a:lnTo>
                <a:lnTo>
                  <a:pt x="53435" y="47339"/>
                </a:lnTo>
                <a:lnTo>
                  <a:pt x="50387" y="51911"/>
                </a:lnTo>
                <a:lnTo>
                  <a:pt x="48863" y="56483"/>
                </a:lnTo>
                <a:lnTo>
                  <a:pt x="45815" y="61055"/>
                </a:lnTo>
                <a:lnTo>
                  <a:pt x="45815" y="79343"/>
                </a:lnTo>
                <a:lnTo>
                  <a:pt x="47339" y="85534"/>
                </a:lnTo>
                <a:lnTo>
                  <a:pt x="77819" y="114490"/>
                </a:lnTo>
                <a:lnTo>
                  <a:pt x="85439" y="119062"/>
                </a:lnTo>
                <a:lnTo>
                  <a:pt x="91393" y="121586"/>
                </a:lnTo>
                <a:lnTo>
                  <a:pt x="103910" y="127206"/>
                </a:lnTo>
                <a:lnTo>
                  <a:pt x="109918" y="129730"/>
                </a:lnTo>
                <a:lnTo>
                  <a:pt x="115633" y="132921"/>
                </a:lnTo>
                <a:lnTo>
                  <a:pt x="127063" y="138731"/>
                </a:lnTo>
                <a:lnTo>
                  <a:pt x="132778" y="141922"/>
                </a:lnTo>
                <a:lnTo>
                  <a:pt x="138469" y="145614"/>
                </a:lnTo>
                <a:lnTo>
                  <a:pt x="144018" y="149744"/>
                </a:lnTo>
                <a:lnTo>
                  <a:pt x="149280" y="154178"/>
                </a:lnTo>
                <a:lnTo>
                  <a:pt x="154114" y="158781"/>
                </a:lnTo>
                <a:lnTo>
                  <a:pt x="158424" y="162758"/>
                </a:lnTo>
                <a:lnTo>
                  <a:pt x="173640" y="200477"/>
                </a:lnTo>
                <a:lnTo>
                  <a:pt x="173926" y="209073"/>
                </a:lnTo>
                <a:lnTo>
                  <a:pt x="173593" y="218208"/>
                </a:lnTo>
                <a:lnTo>
                  <a:pt x="158115" y="258889"/>
                </a:lnTo>
                <a:lnTo>
                  <a:pt x="157660" y="259413"/>
                </a:lnTo>
                <a:close/>
              </a:path>
              <a:path w="173989" h="293369">
                <a:moveTo>
                  <a:pt x="155638" y="51911"/>
                </a:moveTo>
                <a:lnTo>
                  <a:pt x="148018" y="51911"/>
                </a:lnTo>
                <a:lnTo>
                  <a:pt x="144970" y="48863"/>
                </a:lnTo>
                <a:lnTo>
                  <a:pt x="141922" y="47339"/>
                </a:lnTo>
                <a:lnTo>
                  <a:pt x="137350" y="44291"/>
                </a:lnTo>
                <a:lnTo>
                  <a:pt x="132778" y="42767"/>
                </a:lnTo>
                <a:lnTo>
                  <a:pt x="126682" y="39719"/>
                </a:lnTo>
                <a:lnTo>
                  <a:pt x="122110" y="36671"/>
                </a:lnTo>
                <a:lnTo>
                  <a:pt x="114490" y="35147"/>
                </a:lnTo>
                <a:lnTo>
                  <a:pt x="108299" y="33623"/>
                </a:lnTo>
                <a:lnTo>
                  <a:pt x="100679" y="32099"/>
                </a:lnTo>
                <a:lnTo>
                  <a:pt x="158686" y="32099"/>
                </a:lnTo>
                <a:lnTo>
                  <a:pt x="158686" y="41243"/>
                </a:lnTo>
                <a:lnTo>
                  <a:pt x="157162" y="42767"/>
                </a:lnTo>
                <a:lnTo>
                  <a:pt x="157162" y="48863"/>
                </a:lnTo>
                <a:lnTo>
                  <a:pt x="155638" y="50387"/>
                </a:lnTo>
                <a:lnTo>
                  <a:pt x="155638" y="51911"/>
                </a:lnTo>
                <a:close/>
              </a:path>
              <a:path w="173989" h="293369">
                <a:moveTo>
                  <a:pt x="77819" y="293084"/>
                </a:moveTo>
                <a:lnTo>
                  <a:pt x="70985" y="292820"/>
                </a:lnTo>
                <a:lnTo>
                  <a:pt x="64293" y="292119"/>
                </a:lnTo>
                <a:lnTo>
                  <a:pt x="57888" y="291115"/>
                </a:lnTo>
                <a:lnTo>
                  <a:pt x="51911" y="289941"/>
                </a:lnTo>
                <a:lnTo>
                  <a:pt x="42767" y="288417"/>
                </a:lnTo>
                <a:lnTo>
                  <a:pt x="36671" y="286893"/>
                </a:lnTo>
                <a:lnTo>
                  <a:pt x="30575" y="283845"/>
                </a:lnTo>
                <a:lnTo>
                  <a:pt x="22955" y="282321"/>
                </a:lnTo>
                <a:lnTo>
                  <a:pt x="18288" y="279273"/>
                </a:lnTo>
                <a:lnTo>
                  <a:pt x="13716" y="276225"/>
                </a:lnTo>
                <a:lnTo>
                  <a:pt x="9144" y="274701"/>
                </a:lnTo>
                <a:lnTo>
                  <a:pt x="1524" y="267081"/>
                </a:lnTo>
                <a:lnTo>
                  <a:pt x="1524" y="264033"/>
                </a:lnTo>
                <a:lnTo>
                  <a:pt x="0" y="260985"/>
                </a:lnTo>
                <a:lnTo>
                  <a:pt x="0" y="242697"/>
                </a:lnTo>
                <a:lnTo>
                  <a:pt x="1524" y="241173"/>
                </a:lnTo>
                <a:lnTo>
                  <a:pt x="1524" y="238125"/>
                </a:lnTo>
                <a:lnTo>
                  <a:pt x="3047" y="238125"/>
                </a:lnTo>
                <a:lnTo>
                  <a:pt x="4571" y="236601"/>
                </a:lnTo>
                <a:lnTo>
                  <a:pt x="9144" y="236601"/>
                </a:lnTo>
                <a:lnTo>
                  <a:pt x="15240" y="239649"/>
                </a:lnTo>
                <a:lnTo>
                  <a:pt x="19812" y="242697"/>
                </a:lnTo>
                <a:lnTo>
                  <a:pt x="24479" y="245745"/>
                </a:lnTo>
                <a:lnTo>
                  <a:pt x="30575" y="248793"/>
                </a:lnTo>
                <a:lnTo>
                  <a:pt x="35147" y="250317"/>
                </a:lnTo>
                <a:lnTo>
                  <a:pt x="50387" y="256413"/>
                </a:lnTo>
                <a:lnTo>
                  <a:pt x="57269" y="258175"/>
                </a:lnTo>
                <a:lnTo>
                  <a:pt x="64293" y="259080"/>
                </a:lnTo>
                <a:lnTo>
                  <a:pt x="71604" y="259413"/>
                </a:lnTo>
                <a:lnTo>
                  <a:pt x="157660" y="259413"/>
                </a:lnTo>
                <a:lnTo>
                  <a:pt x="152804" y="265009"/>
                </a:lnTo>
                <a:lnTo>
                  <a:pt x="116014" y="286893"/>
                </a:lnTo>
                <a:lnTo>
                  <a:pt x="87845" y="292545"/>
                </a:lnTo>
                <a:lnTo>
                  <a:pt x="77819" y="293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35815" y="2701194"/>
            <a:ext cx="44450" cy="293370"/>
          </a:xfrm>
          <a:custGeom>
            <a:avLst/>
            <a:gdLst/>
            <a:ahLst/>
            <a:cxnLst/>
            <a:rect l="l" t="t" r="r" b="b"/>
            <a:pathLst>
              <a:path w="44450" h="293369">
                <a:moveTo>
                  <a:pt x="36576" y="83915"/>
                </a:moveTo>
                <a:lnTo>
                  <a:pt x="7620" y="83915"/>
                </a:lnTo>
                <a:lnTo>
                  <a:pt x="9144" y="82391"/>
                </a:lnTo>
                <a:lnTo>
                  <a:pt x="35052" y="82391"/>
                </a:lnTo>
                <a:lnTo>
                  <a:pt x="36576" y="83915"/>
                </a:lnTo>
                <a:close/>
              </a:path>
              <a:path w="44450" h="293369">
                <a:moveTo>
                  <a:pt x="36576" y="291464"/>
                </a:moveTo>
                <a:lnTo>
                  <a:pt x="7620" y="291464"/>
                </a:lnTo>
                <a:lnTo>
                  <a:pt x="6096" y="289940"/>
                </a:lnTo>
                <a:lnTo>
                  <a:pt x="4572" y="289940"/>
                </a:lnTo>
                <a:lnTo>
                  <a:pt x="4572" y="85439"/>
                </a:lnTo>
                <a:lnTo>
                  <a:pt x="6096" y="83915"/>
                </a:lnTo>
                <a:lnTo>
                  <a:pt x="38100" y="83915"/>
                </a:lnTo>
                <a:lnTo>
                  <a:pt x="38100" y="85439"/>
                </a:lnTo>
                <a:lnTo>
                  <a:pt x="39624" y="85439"/>
                </a:lnTo>
                <a:lnTo>
                  <a:pt x="39624" y="288416"/>
                </a:lnTo>
                <a:lnTo>
                  <a:pt x="36576" y="291464"/>
                </a:lnTo>
                <a:close/>
              </a:path>
              <a:path w="44450" h="293369">
                <a:moveTo>
                  <a:pt x="28956" y="292988"/>
                </a:moveTo>
                <a:lnTo>
                  <a:pt x="15240" y="292988"/>
                </a:lnTo>
                <a:lnTo>
                  <a:pt x="13716" y="291464"/>
                </a:lnTo>
                <a:lnTo>
                  <a:pt x="30480" y="291464"/>
                </a:lnTo>
                <a:lnTo>
                  <a:pt x="28956" y="292988"/>
                </a:lnTo>
                <a:close/>
              </a:path>
              <a:path w="44450" h="293369">
                <a:moveTo>
                  <a:pt x="30480" y="44291"/>
                </a:moveTo>
                <a:lnTo>
                  <a:pt x="13716" y="44291"/>
                </a:lnTo>
                <a:lnTo>
                  <a:pt x="7620" y="42767"/>
                </a:lnTo>
                <a:lnTo>
                  <a:pt x="1524" y="36671"/>
                </a:lnTo>
                <a:lnTo>
                  <a:pt x="0" y="30575"/>
                </a:lnTo>
                <a:lnTo>
                  <a:pt x="0" y="13715"/>
                </a:lnTo>
                <a:lnTo>
                  <a:pt x="1524" y="7619"/>
                </a:lnTo>
                <a:lnTo>
                  <a:pt x="7620" y="1524"/>
                </a:lnTo>
                <a:lnTo>
                  <a:pt x="13716" y="0"/>
                </a:lnTo>
                <a:lnTo>
                  <a:pt x="30480" y="0"/>
                </a:lnTo>
                <a:lnTo>
                  <a:pt x="36576" y="1524"/>
                </a:lnTo>
                <a:lnTo>
                  <a:pt x="42672" y="7619"/>
                </a:lnTo>
                <a:lnTo>
                  <a:pt x="44196" y="13715"/>
                </a:lnTo>
                <a:lnTo>
                  <a:pt x="44196" y="30575"/>
                </a:lnTo>
                <a:lnTo>
                  <a:pt x="42672" y="36671"/>
                </a:lnTo>
                <a:lnTo>
                  <a:pt x="36576" y="42767"/>
                </a:lnTo>
                <a:lnTo>
                  <a:pt x="30480" y="44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42591" y="2780537"/>
            <a:ext cx="293370" cy="213995"/>
          </a:xfrm>
          <a:custGeom>
            <a:avLst/>
            <a:gdLst/>
            <a:ahLst/>
            <a:cxnLst/>
            <a:rect l="l" t="t" r="r" b="b"/>
            <a:pathLst>
              <a:path w="293369" h="213994">
                <a:moveTo>
                  <a:pt x="71932" y="35147"/>
                </a:moveTo>
                <a:lnTo>
                  <a:pt x="33528" y="35147"/>
                </a:lnTo>
                <a:lnTo>
                  <a:pt x="41584" y="26573"/>
                </a:lnTo>
                <a:lnTo>
                  <a:pt x="73413" y="4500"/>
                </a:lnTo>
                <a:lnTo>
                  <a:pt x="97631" y="0"/>
                </a:lnTo>
                <a:lnTo>
                  <a:pt x="112871" y="0"/>
                </a:lnTo>
                <a:lnTo>
                  <a:pt x="118967" y="3048"/>
                </a:lnTo>
                <a:lnTo>
                  <a:pt x="131254" y="6095"/>
                </a:lnTo>
                <a:lnTo>
                  <a:pt x="135826" y="10763"/>
                </a:lnTo>
                <a:lnTo>
                  <a:pt x="140398" y="13811"/>
                </a:lnTo>
                <a:lnTo>
                  <a:pt x="149542" y="22955"/>
                </a:lnTo>
                <a:lnTo>
                  <a:pt x="154622" y="30575"/>
                </a:lnTo>
                <a:lnTo>
                  <a:pt x="88487" y="30575"/>
                </a:lnTo>
                <a:lnTo>
                  <a:pt x="82748" y="31146"/>
                </a:lnTo>
                <a:lnTo>
                  <a:pt x="76866" y="32861"/>
                </a:lnTo>
                <a:lnTo>
                  <a:pt x="71932" y="35147"/>
                </a:lnTo>
                <a:close/>
              </a:path>
              <a:path w="293369" h="213994">
                <a:moveTo>
                  <a:pt x="194727" y="38195"/>
                </a:moveTo>
                <a:lnTo>
                  <a:pt x="157162" y="38195"/>
                </a:lnTo>
                <a:lnTo>
                  <a:pt x="162615" y="33623"/>
                </a:lnTo>
                <a:lnTo>
                  <a:pt x="167640" y="29051"/>
                </a:lnTo>
                <a:lnTo>
                  <a:pt x="172378" y="24479"/>
                </a:lnTo>
                <a:lnTo>
                  <a:pt x="181546" y="15335"/>
                </a:lnTo>
                <a:lnTo>
                  <a:pt x="187642" y="10763"/>
                </a:lnTo>
                <a:lnTo>
                  <a:pt x="193738" y="7619"/>
                </a:lnTo>
                <a:lnTo>
                  <a:pt x="198417" y="4500"/>
                </a:lnTo>
                <a:lnTo>
                  <a:pt x="198596" y="4500"/>
                </a:lnTo>
                <a:lnTo>
                  <a:pt x="204406" y="3048"/>
                </a:lnTo>
                <a:lnTo>
                  <a:pt x="208978" y="1524"/>
                </a:lnTo>
                <a:lnTo>
                  <a:pt x="215074" y="0"/>
                </a:lnTo>
                <a:lnTo>
                  <a:pt x="224313" y="0"/>
                </a:lnTo>
                <a:lnTo>
                  <a:pt x="234029" y="309"/>
                </a:lnTo>
                <a:lnTo>
                  <a:pt x="273677" y="19048"/>
                </a:lnTo>
                <a:lnTo>
                  <a:pt x="281877" y="30575"/>
                </a:lnTo>
                <a:lnTo>
                  <a:pt x="216598" y="30575"/>
                </a:lnTo>
                <a:lnTo>
                  <a:pt x="210859" y="31146"/>
                </a:lnTo>
                <a:lnTo>
                  <a:pt x="204978" y="32861"/>
                </a:lnTo>
                <a:lnTo>
                  <a:pt x="198810" y="35718"/>
                </a:lnTo>
                <a:lnTo>
                  <a:pt x="194727" y="38195"/>
                </a:lnTo>
                <a:close/>
              </a:path>
              <a:path w="293369" h="213994">
                <a:moveTo>
                  <a:pt x="36576" y="209073"/>
                </a:moveTo>
                <a:lnTo>
                  <a:pt x="0" y="209073"/>
                </a:lnTo>
                <a:lnTo>
                  <a:pt x="0" y="7619"/>
                </a:lnTo>
                <a:lnTo>
                  <a:pt x="4572" y="3048"/>
                </a:lnTo>
                <a:lnTo>
                  <a:pt x="28956" y="3048"/>
                </a:lnTo>
                <a:lnTo>
                  <a:pt x="28956" y="4500"/>
                </a:lnTo>
                <a:lnTo>
                  <a:pt x="30408" y="4500"/>
                </a:lnTo>
                <a:lnTo>
                  <a:pt x="32004" y="6095"/>
                </a:lnTo>
                <a:lnTo>
                  <a:pt x="32004" y="7619"/>
                </a:lnTo>
                <a:lnTo>
                  <a:pt x="33528" y="7619"/>
                </a:lnTo>
                <a:lnTo>
                  <a:pt x="33528" y="35147"/>
                </a:lnTo>
                <a:lnTo>
                  <a:pt x="71932" y="35147"/>
                </a:lnTo>
                <a:lnTo>
                  <a:pt x="70699" y="35718"/>
                </a:lnTo>
                <a:lnTo>
                  <a:pt x="36576" y="68675"/>
                </a:lnTo>
                <a:lnTo>
                  <a:pt x="36576" y="209073"/>
                </a:lnTo>
                <a:close/>
              </a:path>
              <a:path w="293369" h="213994">
                <a:moveTo>
                  <a:pt x="164782" y="209073"/>
                </a:moveTo>
                <a:lnTo>
                  <a:pt x="128111" y="209073"/>
                </a:lnTo>
                <a:lnTo>
                  <a:pt x="128111" y="70199"/>
                </a:lnTo>
                <a:lnTo>
                  <a:pt x="126587" y="64103"/>
                </a:lnTo>
                <a:lnTo>
                  <a:pt x="125063" y="56483"/>
                </a:lnTo>
                <a:lnTo>
                  <a:pt x="122015" y="51911"/>
                </a:lnTo>
                <a:lnTo>
                  <a:pt x="118919" y="45743"/>
                </a:lnTo>
                <a:lnTo>
                  <a:pt x="115919" y="41243"/>
                </a:lnTo>
                <a:lnTo>
                  <a:pt x="111347" y="36671"/>
                </a:lnTo>
                <a:lnTo>
                  <a:pt x="106775" y="35147"/>
                </a:lnTo>
                <a:lnTo>
                  <a:pt x="102203" y="32099"/>
                </a:lnTo>
                <a:lnTo>
                  <a:pt x="96107" y="30575"/>
                </a:lnTo>
                <a:lnTo>
                  <a:pt x="154622" y="30575"/>
                </a:lnTo>
                <a:lnTo>
                  <a:pt x="155638" y="32099"/>
                </a:lnTo>
                <a:lnTo>
                  <a:pt x="157162" y="38195"/>
                </a:lnTo>
                <a:lnTo>
                  <a:pt x="194727" y="38195"/>
                </a:lnTo>
                <a:lnTo>
                  <a:pt x="192214" y="39719"/>
                </a:lnTo>
                <a:lnTo>
                  <a:pt x="179070" y="52482"/>
                </a:lnTo>
                <a:lnTo>
                  <a:pt x="171854" y="60078"/>
                </a:lnTo>
                <a:lnTo>
                  <a:pt x="164782" y="68675"/>
                </a:lnTo>
                <a:lnTo>
                  <a:pt x="164782" y="209073"/>
                </a:lnTo>
                <a:close/>
              </a:path>
              <a:path w="293369" h="213994">
                <a:moveTo>
                  <a:pt x="292893" y="209073"/>
                </a:moveTo>
                <a:lnTo>
                  <a:pt x="256317" y="209073"/>
                </a:lnTo>
                <a:lnTo>
                  <a:pt x="256317" y="70199"/>
                </a:lnTo>
                <a:lnTo>
                  <a:pt x="254793" y="64103"/>
                </a:lnTo>
                <a:lnTo>
                  <a:pt x="253269" y="56483"/>
                </a:lnTo>
                <a:lnTo>
                  <a:pt x="250221" y="51911"/>
                </a:lnTo>
                <a:lnTo>
                  <a:pt x="247126" y="45743"/>
                </a:lnTo>
                <a:lnTo>
                  <a:pt x="244125" y="41243"/>
                </a:lnTo>
                <a:lnTo>
                  <a:pt x="239553" y="36671"/>
                </a:lnTo>
                <a:lnTo>
                  <a:pt x="234981" y="35147"/>
                </a:lnTo>
                <a:lnTo>
                  <a:pt x="230409" y="32099"/>
                </a:lnTo>
                <a:lnTo>
                  <a:pt x="224313" y="30575"/>
                </a:lnTo>
                <a:lnTo>
                  <a:pt x="281877" y="30575"/>
                </a:lnTo>
                <a:lnTo>
                  <a:pt x="292631" y="73573"/>
                </a:lnTo>
                <a:lnTo>
                  <a:pt x="292893" y="82486"/>
                </a:lnTo>
                <a:lnTo>
                  <a:pt x="292893" y="209073"/>
                </a:lnTo>
                <a:close/>
              </a:path>
              <a:path w="293369" h="213994">
                <a:moveTo>
                  <a:pt x="35052" y="210597"/>
                </a:moveTo>
                <a:lnTo>
                  <a:pt x="1524" y="210597"/>
                </a:lnTo>
                <a:lnTo>
                  <a:pt x="1524" y="209073"/>
                </a:lnTo>
                <a:lnTo>
                  <a:pt x="35052" y="209073"/>
                </a:lnTo>
                <a:lnTo>
                  <a:pt x="35052" y="210597"/>
                </a:lnTo>
                <a:close/>
              </a:path>
              <a:path w="293369" h="213994">
                <a:moveTo>
                  <a:pt x="163258" y="210597"/>
                </a:moveTo>
                <a:lnTo>
                  <a:pt x="129635" y="210597"/>
                </a:lnTo>
                <a:lnTo>
                  <a:pt x="129635" y="209073"/>
                </a:lnTo>
                <a:lnTo>
                  <a:pt x="163258" y="209073"/>
                </a:lnTo>
                <a:lnTo>
                  <a:pt x="163258" y="210597"/>
                </a:lnTo>
                <a:close/>
              </a:path>
              <a:path w="293369" h="213994">
                <a:moveTo>
                  <a:pt x="291369" y="210597"/>
                </a:moveTo>
                <a:lnTo>
                  <a:pt x="257841" y="210597"/>
                </a:lnTo>
                <a:lnTo>
                  <a:pt x="257841" y="209073"/>
                </a:lnTo>
                <a:lnTo>
                  <a:pt x="291369" y="209073"/>
                </a:lnTo>
                <a:lnTo>
                  <a:pt x="291369" y="210597"/>
                </a:lnTo>
                <a:close/>
              </a:path>
              <a:path w="293369" h="213994">
                <a:moveTo>
                  <a:pt x="32004" y="212121"/>
                </a:moveTo>
                <a:lnTo>
                  <a:pt x="4572" y="212121"/>
                </a:lnTo>
                <a:lnTo>
                  <a:pt x="3048" y="210597"/>
                </a:lnTo>
                <a:lnTo>
                  <a:pt x="33528" y="210597"/>
                </a:lnTo>
                <a:lnTo>
                  <a:pt x="32004" y="212121"/>
                </a:lnTo>
                <a:close/>
              </a:path>
              <a:path w="293369" h="213994">
                <a:moveTo>
                  <a:pt x="160210" y="212121"/>
                </a:moveTo>
                <a:lnTo>
                  <a:pt x="132778" y="212121"/>
                </a:lnTo>
                <a:lnTo>
                  <a:pt x="131254" y="210597"/>
                </a:lnTo>
                <a:lnTo>
                  <a:pt x="161734" y="210597"/>
                </a:lnTo>
                <a:lnTo>
                  <a:pt x="160210" y="212121"/>
                </a:lnTo>
                <a:close/>
              </a:path>
              <a:path w="293369" h="213994">
                <a:moveTo>
                  <a:pt x="288321" y="212121"/>
                </a:moveTo>
                <a:lnTo>
                  <a:pt x="259365" y="212121"/>
                </a:lnTo>
                <a:lnTo>
                  <a:pt x="259365" y="210597"/>
                </a:lnTo>
                <a:lnTo>
                  <a:pt x="289845" y="210597"/>
                </a:lnTo>
                <a:lnTo>
                  <a:pt x="288321" y="212121"/>
                </a:lnTo>
                <a:close/>
              </a:path>
              <a:path w="293369" h="213994">
                <a:moveTo>
                  <a:pt x="24383" y="213645"/>
                </a:moveTo>
                <a:lnTo>
                  <a:pt x="12192" y="213645"/>
                </a:lnTo>
                <a:lnTo>
                  <a:pt x="9143" y="212121"/>
                </a:lnTo>
                <a:lnTo>
                  <a:pt x="27431" y="212121"/>
                </a:lnTo>
                <a:lnTo>
                  <a:pt x="24383" y="213645"/>
                </a:lnTo>
                <a:close/>
              </a:path>
              <a:path w="293369" h="213994">
                <a:moveTo>
                  <a:pt x="152590" y="213645"/>
                </a:moveTo>
                <a:lnTo>
                  <a:pt x="140398" y="213645"/>
                </a:lnTo>
                <a:lnTo>
                  <a:pt x="137350" y="212121"/>
                </a:lnTo>
                <a:lnTo>
                  <a:pt x="155638" y="212121"/>
                </a:lnTo>
                <a:lnTo>
                  <a:pt x="152590" y="213645"/>
                </a:lnTo>
                <a:close/>
              </a:path>
              <a:path w="293369" h="213994">
                <a:moveTo>
                  <a:pt x="280701" y="213645"/>
                </a:moveTo>
                <a:lnTo>
                  <a:pt x="268509" y="213645"/>
                </a:lnTo>
                <a:lnTo>
                  <a:pt x="265461" y="212121"/>
                </a:lnTo>
                <a:lnTo>
                  <a:pt x="283749" y="212121"/>
                </a:lnTo>
                <a:lnTo>
                  <a:pt x="280701" y="213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01112" y="2780538"/>
            <a:ext cx="181610" cy="292100"/>
          </a:xfrm>
          <a:custGeom>
            <a:avLst/>
            <a:gdLst/>
            <a:ahLst/>
            <a:cxnLst/>
            <a:rect l="l" t="t" r="r" b="b"/>
            <a:pathLst>
              <a:path w="181610" h="292100">
                <a:moveTo>
                  <a:pt x="74009" y="35147"/>
                </a:moveTo>
                <a:lnTo>
                  <a:pt x="32003" y="35147"/>
                </a:lnTo>
                <a:lnTo>
                  <a:pt x="38195" y="29051"/>
                </a:lnTo>
                <a:lnTo>
                  <a:pt x="44291" y="24479"/>
                </a:lnTo>
                <a:lnTo>
                  <a:pt x="48863" y="19907"/>
                </a:lnTo>
                <a:lnTo>
                  <a:pt x="54959" y="15335"/>
                </a:lnTo>
                <a:lnTo>
                  <a:pt x="59531" y="12287"/>
                </a:lnTo>
                <a:lnTo>
                  <a:pt x="65627" y="9239"/>
                </a:lnTo>
                <a:lnTo>
                  <a:pt x="71723" y="6096"/>
                </a:lnTo>
                <a:lnTo>
                  <a:pt x="77819" y="3048"/>
                </a:lnTo>
                <a:lnTo>
                  <a:pt x="83915" y="1524"/>
                </a:lnTo>
                <a:lnTo>
                  <a:pt x="88487" y="0"/>
                </a:lnTo>
                <a:lnTo>
                  <a:pt x="102203" y="0"/>
                </a:lnTo>
                <a:lnTo>
                  <a:pt x="112219" y="333"/>
                </a:lnTo>
                <a:lnTo>
                  <a:pt x="152209" y="17990"/>
                </a:lnTo>
                <a:lnTo>
                  <a:pt x="163258" y="30575"/>
                </a:lnTo>
                <a:lnTo>
                  <a:pt x="85439" y="30575"/>
                </a:lnTo>
                <a:lnTo>
                  <a:pt x="76295" y="33623"/>
                </a:lnTo>
                <a:lnTo>
                  <a:pt x="74009" y="35147"/>
                </a:lnTo>
                <a:close/>
              </a:path>
              <a:path w="181610" h="292100">
                <a:moveTo>
                  <a:pt x="28955" y="4572"/>
                </a:moveTo>
                <a:lnTo>
                  <a:pt x="3047" y="4572"/>
                </a:lnTo>
                <a:lnTo>
                  <a:pt x="4571" y="3048"/>
                </a:lnTo>
                <a:lnTo>
                  <a:pt x="27431" y="3048"/>
                </a:lnTo>
                <a:lnTo>
                  <a:pt x="28955" y="4572"/>
                </a:lnTo>
                <a:close/>
              </a:path>
              <a:path w="181610" h="292100">
                <a:moveTo>
                  <a:pt x="33527" y="290036"/>
                </a:moveTo>
                <a:lnTo>
                  <a:pt x="3047" y="290036"/>
                </a:lnTo>
                <a:lnTo>
                  <a:pt x="0" y="286988"/>
                </a:lnTo>
                <a:lnTo>
                  <a:pt x="0" y="6096"/>
                </a:lnTo>
                <a:lnTo>
                  <a:pt x="1523" y="6096"/>
                </a:lnTo>
                <a:lnTo>
                  <a:pt x="1523" y="4572"/>
                </a:lnTo>
                <a:lnTo>
                  <a:pt x="30479" y="4572"/>
                </a:lnTo>
                <a:lnTo>
                  <a:pt x="30479" y="6096"/>
                </a:lnTo>
                <a:lnTo>
                  <a:pt x="32003" y="7620"/>
                </a:lnTo>
                <a:lnTo>
                  <a:pt x="32003" y="35147"/>
                </a:lnTo>
                <a:lnTo>
                  <a:pt x="74009" y="35147"/>
                </a:lnTo>
                <a:lnTo>
                  <a:pt x="58007" y="45815"/>
                </a:lnTo>
                <a:lnTo>
                  <a:pt x="51911" y="50387"/>
                </a:lnTo>
                <a:lnTo>
                  <a:pt x="47339" y="56483"/>
                </a:lnTo>
                <a:lnTo>
                  <a:pt x="41243" y="62579"/>
                </a:lnTo>
                <a:lnTo>
                  <a:pt x="36671" y="68675"/>
                </a:lnTo>
                <a:lnTo>
                  <a:pt x="36671" y="148113"/>
                </a:lnTo>
                <a:lnTo>
                  <a:pt x="64103" y="175545"/>
                </a:lnTo>
                <a:lnTo>
                  <a:pt x="93059" y="184689"/>
                </a:lnTo>
                <a:lnTo>
                  <a:pt x="159798" y="184689"/>
                </a:lnTo>
                <a:lnTo>
                  <a:pt x="158686" y="186213"/>
                </a:lnTo>
                <a:lnTo>
                  <a:pt x="36671" y="186213"/>
                </a:lnTo>
                <a:lnTo>
                  <a:pt x="36671" y="286988"/>
                </a:lnTo>
                <a:lnTo>
                  <a:pt x="35147" y="288512"/>
                </a:lnTo>
                <a:lnTo>
                  <a:pt x="33527" y="290036"/>
                </a:lnTo>
                <a:close/>
              </a:path>
              <a:path w="181610" h="292100">
                <a:moveTo>
                  <a:pt x="159798" y="184689"/>
                </a:moveTo>
                <a:lnTo>
                  <a:pt x="102203" y="184689"/>
                </a:lnTo>
                <a:lnTo>
                  <a:pt x="109823" y="183165"/>
                </a:lnTo>
                <a:lnTo>
                  <a:pt x="115919" y="178593"/>
                </a:lnTo>
                <a:lnTo>
                  <a:pt x="122110" y="174021"/>
                </a:lnTo>
                <a:lnTo>
                  <a:pt x="128206" y="167925"/>
                </a:lnTo>
                <a:lnTo>
                  <a:pt x="131254" y="160305"/>
                </a:lnTo>
                <a:lnTo>
                  <a:pt x="134397" y="155194"/>
                </a:lnTo>
                <a:lnTo>
                  <a:pt x="143184" y="115252"/>
                </a:lnTo>
                <a:lnTo>
                  <a:pt x="143446" y="108394"/>
                </a:lnTo>
                <a:lnTo>
                  <a:pt x="143184" y="101298"/>
                </a:lnTo>
                <a:lnTo>
                  <a:pt x="135683" y="60699"/>
                </a:lnTo>
                <a:lnTo>
                  <a:pt x="132778" y="54959"/>
                </a:lnTo>
                <a:lnTo>
                  <a:pt x="129730" y="47339"/>
                </a:lnTo>
                <a:lnTo>
                  <a:pt x="125158" y="41243"/>
                </a:lnTo>
                <a:lnTo>
                  <a:pt x="117443" y="36671"/>
                </a:lnTo>
                <a:lnTo>
                  <a:pt x="111347" y="32099"/>
                </a:lnTo>
                <a:lnTo>
                  <a:pt x="103727" y="30575"/>
                </a:lnTo>
                <a:lnTo>
                  <a:pt x="163258" y="30575"/>
                </a:lnTo>
                <a:lnTo>
                  <a:pt x="178974" y="73547"/>
                </a:lnTo>
                <a:lnTo>
                  <a:pt x="181238" y="93916"/>
                </a:lnTo>
                <a:lnTo>
                  <a:pt x="181260" y="94187"/>
                </a:lnTo>
                <a:lnTo>
                  <a:pt x="181442" y="101298"/>
                </a:lnTo>
                <a:lnTo>
                  <a:pt x="181469" y="108394"/>
                </a:lnTo>
                <a:lnTo>
                  <a:pt x="181296" y="115252"/>
                </a:lnTo>
                <a:lnTo>
                  <a:pt x="181236" y="117635"/>
                </a:lnTo>
                <a:lnTo>
                  <a:pt x="180247" y="128968"/>
                </a:lnTo>
                <a:lnTo>
                  <a:pt x="180212" y="129361"/>
                </a:lnTo>
                <a:lnTo>
                  <a:pt x="178331" y="140533"/>
                </a:lnTo>
                <a:lnTo>
                  <a:pt x="175450" y="151161"/>
                </a:lnTo>
                <a:lnTo>
                  <a:pt x="172616" y="161139"/>
                </a:lnTo>
                <a:lnTo>
                  <a:pt x="168782" y="170402"/>
                </a:lnTo>
                <a:lnTo>
                  <a:pt x="164211" y="178593"/>
                </a:lnTo>
                <a:lnTo>
                  <a:pt x="164091" y="178808"/>
                </a:lnTo>
                <a:lnTo>
                  <a:pt x="159798" y="184689"/>
                </a:lnTo>
                <a:close/>
              </a:path>
              <a:path w="181610" h="292100">
                <a:moveTo>
                  <a:pt x="96107" y="216789"/>
                </a:moveTo>
                <a:lnTo>
                  <a:pt x="90011" y="216789"/>
                </a:lnTo>
                <a:lnTo>
                  <a:pt x="85439" y="215265"/>
                </a:lnTo>
                <a:lnTo>
                  <a:pt x="79343" y="213645"/>
                </a:lnTo>
                <a:lnTo>
                  <a:pt x="74771" y="213645"/>
                </a:lnTo>
                <a:lnTo>
                  <a:pt x="70199" y="210597"/>
                </a:lnTo>
                <a:lnTo>
                  <a:pt x="65627" y="209073"/>
                </a:lnTo>
                <a:lnTo>
                  <a:pt x="56483" y="202977"/>
                </a:lnTo>
                <a:lnTo>
                  <a:pt x="50387" y="199929"/>
                </a:lnTo>
                <a:lnTo>
                  <a:pt x="36671" y="186213"/>
                </a:lnTo>
                <a:lnTo>
                  <a:pt x="158686" y="186213"/>
                </a:lnTo>
                <a:lnTo>
                  <a:pt x="153566" y="192762"/>
                </a:lnTo>
                <a:lnTo>
                  <a:pt x="115585" y="214455"/>
                </a:lnTo>
                <a:lnTo>
                  <a:pt x="106123" y="216202"/>
                </a:lnTo>
                <a:lnTo>
                  <a:pt x="96107" y="216789"/>
                </a:lnTo>
                <a:close/>
              </a:path>
              <a:path w="181610" h="292100">
                <a:moveTo>
                  <a:pt x="28955" y="291560"/>
                </a:moveTo>
                <a:lnTo>
                  <a:pt x="7619" y="291560"/>
                </a:lnTo>
                <a:lnTo>
                  <a:pt x="4571" y="290036"/>
                </a:lnTo>
                <a:lnTo>
                  <a:pt x="30479" y="290036"/>
                </a:lnTo>
                <a:lnTo>
                  <a:pt x="28955" y="291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36093" y="2687478"/>
            <a:ext cx="36830" cy="306705"/>
          </a:xfrm>
          <a:custGeom>
            <a:avLst/>
            <a:gdLst/>
            <a:ahLst/>
            <a:cxnLst/>
            <a:rect l="l" t="t" r="r" b="b"/>
            <a:pathLst>
              <a:path w="36830" h="306705">
                <a:moveTo>
                  <a:pt x="32004" y="1524"/>
                </a:moveTo>
                <a:lnTo>
                  <a:pt x="6096" y="1524"/>
                </a:lnTo>
                <a:lnTo>
                  <a:pt x="7620" y="0"/>
                </a:lnTo>
                <a:lnTo>
                  <a:pt x="30480" y="0"/>
                </a:lnTo>
                <a:lnTo>
                  <a:pt x="32004" y="1524"/>
                </a:lnTo>
                <a:close/>
              </a:path>
              <a:path w="36830" h="306705">
                <a:moveTo>
                  <a:pt x="35052" y="303657"/>
                </a:moveTo>
                <a:lnTo>
                  <a:pt x="1524" y="303657"/>
                </a:lnTo>
                <a:lnTo>
                  <a:pt x="1524" y="302133"/>
                </a:lnTo>
                <a:lnTo>
                  <a:pt x="0" y="300609"/>
                </a:lnTo>
                <a:lnTo>
                  <a:pt x="0" y="6096"/>
                </a:lnTo>
                <a:lnTo>
                  <a:pt x="1524" y="4572"/>
                </a:lnTo>
                <a:lnTo>
                  <a:pt x="1524" y="3048"/>
                </a:lnTo>
                <a:lnTo>
                  <a:pt x="3048" y="3048"/>
                </a:lnTo>
                <a:lnTo>
                  <a:pt x="4572" y="1524"/>
                </a:lnTo>
                <a:lnTo>
                  <a:pt x="33528" y="1524"/>
                </a:lnTo>
                <a:lnTo>
                  <a:pt x="35052" y="3048"/>
                </a:lnTo>
                <a:lnTo>
                  <a:pt x="35052" y="4572"/>
                </a:lnTo>
                <a:lnTo>
                  <a:pt x="36576" y="4572"/>
                </a:lnTo>
                <a:lnTo>
                  <a:pt x="36576" y="302133"/>
                </a:lnTo>
                <a:lnTo>
                  <a:pt x="35052" y="302133"/>
                </a:lnTo>
                <a:lnTo>
                  <a:pt x="35052" y="303657"/>
                </a:lnTo>
                <a:close/>
              </a:path>
              <a:path w="36830" h="306705">
                <a:moveTo>
                  <a:pt x="33528" y="305181"/>
                </a:moveTo>
                <a:lnTo>
                  <a:pt x="4572" y="305181"/>
                </a:lnTo>
                <a:lnTo>
                  <a:pt x="3048" y="303657"/>
                </a:lnTo>
                <a:lnTo>
                  <a:pt x="33528" y="303657"/>
                </a:lnTo>
                <a:lnTo>
                  <a:pt x="33528" y="305181"/>
                </a:lnTo>
                <a:close/>
              </a:path>
              <a:path w="36830" h="306705">
                <a:moveTo>
                  <a:pt x="25908" y="306705"/>
                </a:moveTo>
                <a:lnTo>
                  <a:pt x="12192" y="306705"/>
                </a:lnTo>
                <a:lnTo>
                  <a:pt x="9144" y="305181"/>
                </a:lnTo>
                <a:lnTo>
                  <a:pt x="27432" y="305181"/>
                </a:lnTo>
                <a:lnTo>
                  <a:pt x="25908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3124580" y="2780538"/>
            <a:ext cx="283845" cy="274955"/>
            <a:chOff x="3124580" y="2780538"/>
            <a:chExt cx="283845" cy="27495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4580" y="2780538"/>
              <a:ext cx="181546" cy="2167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36607" y="2943891"/>
              <a:ext cx="71723" cy="111347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3574637" y="2687478"/>
            <a:ext cx="181610" cy="309880"/>
          </a:xfrm>
          <a:custGeom>
            <a:avLst/>
            <a:gdLst/>
            <a:ahLst/>
            <a:cxnLst/>
            <a:rect l="l" t="t" r="r" b="b"/>
            <a:pathLst>
              <a:path w="181610" h="309880">
                <a:moveTo>
                  <a:pt x="30479" y="1524"/>
                </a:moveTo>
                <a:lnTo>
                  <a:pt x="4571" y="1524"/>
                </a:lnTo>
                <a:lnTo>
                  <a:pt x="7619" y="0"/>
                </a:lnTo>
                <a:lnTo>
                  <a:pt x="28955" y="0"/>
                </a:lnTo>
                <a:lnTo>
                  <a:pt x="30479" y="1524"/>
                </a:lnTo>
                <a:close/>
              </a:path>
              <a:path w="181610" h="309880">
                <a:moveTo>
                  <a:pt x="35051" y="4572"/>
                </a:moveTo>
                <a:lnTo>
                  <a:pt x="1523" y="4572"/>
                </a:lnTo>
                <a:lnTo>
                  <a:pt x="1523" y="3048"/>
                </a:lnTo>
                <a:lnTo>
                  <a:pt x="3047" y="1524"/>
                </a:lnTo>
                <a:lnTo>
                  <a:pt x="33527" y="1524"/>
                </a:lnTo>
                <a:lnTo>
                  <a:pt x="35051" y="3048"/>
                </a:lnTo>
                <a:lnTo>
                  <a:pt x="35051" y="4572"/>
                </a:lnTo>
                <a:close/>
              </a:path>
              <a:path w="181610" h="309880">
                <a:moveTo>
                  <a:pt x="28955" y="305181"/>
                </a:moveTo>
                <a:lnTo>
                  <a:pt x="3047" y="305181"/>
                </a:lnTo>
                <a:lnTo>
                  <a:pt x="0" y="302133"/>
                </a:lnTo>
                <a:lnTo>
                  <a:pt x="0" y="4572"/>
                </a:lnTo>
                <a:lnTo>
                  <a:pt x="36575" y="4572"/>
                </a:lnTo>
                <a:lnTo>
                  <a:pt x="36575" y="125158"/>
                </a:lnTo>
                <a:lnTo>
                  <a:pt x="80867" y="125158"/>
                </a:lnTo>
                <a:lnTo>
                  <a:pt x="76295" y="126682"/>
                </a:lnTo>
                <a:lnTo>
                  <a:pt x="58007" y="138874"/>
                </a:lnTo>
                <a:lnTo>
                  <a:pt x="51911" y="143446"/>
                </a:lnTo>
                <a:lnTo>
                  <a:pt x="47339" y="149542"/>
                </a:lnTo>
                <a:lnTo>
                  <a:pt x="41147" y="154114"/>
                </a:lnTo>
                <a:lnTo>
                  <a:pt x="36575" y="161734"/>
                </a:lnTo>
                <a:lnTo>
                  <a:pt x="36575" y="241173"/>
                </a:lnTo>
                <a:lnTo>
                  <a:pt x="64103" y="268605"/>
                </a:lnTo>
                <a:lnTo>
                  <a:pt x="76136" y="274701"/>
                </a:lnTo>
                <a:lnTo>
                  <a:pt x="32003" y="274701"/>
                </a:lnTo>
                <a:lnTo>
                  <a:pt x="32003" y="302133"/>
                </a:lnTo>
                <a:lnTo>
                  <a:pt x="30479" y="302133"/>
                </a:lnTo>
                <a:lnTo>
                  <a:pt x="30479" y="303657"/>
                </a:lnTo>
                <a:lnTo>
                  <a:pt x="28955" y="303657"/>
                </a:lnTo>
                <a:lnTo>
                  <a:pt x="28955" y="305181"/>
                </a:lnTo>
                <a:close/>
              </a:path>
              <a:path w="181610" h="309880">
                <a:moveTo>
                  <a:pt x="80867" y="125158"/>
                </a:moveTo>
                <a:lnTo>
                  <a:pt x="36575" y="125158"/>
                </a:lnTo>
                <a:lnTo>
                  <a:pt x="42671" y="119062"/>
                </a:lnTo>
                <a:lnTo>
                  <a:pt x="47339" y="114490"/>
                </a:lnTo>
                <a:lnTo>
                  <a:pt x="53435" y="109918"/>
                </a:lnTo>
                <a:lnTo>
                  <a:pt x="58007" y="105346"/>
                </a:lnTo>
                <a:lnTo>
                  <a:pt x="64103" y="102298"/>
                </a:lnTo>
                <a:lnTo>
                  <a:pt x="68675" y="99155"/>
                </a:lnTo>
                <a:lnTo>
                  <a:pt x="74985" y="97559"/>
                </a:lnTo>
                <a:lnTo>
                  <a:pt x="79343" y="96107"/>
                </a:lnTo>
                <a:lnTo>
                  <a:pt x="85439" y="94583"/>
                </a:lnTo>
                <a:lnTo>
                  <a:pt x="90011" y="93059"/>
                </a:lnTo>
                <a:lnTo>
                  <a:pt x="102203" y="93059"/>
                </a:lnTo>
                <a:lnTo>
                  <a:pt x="112205" y="93606"/>
                </a:lnTo>
                <a:lnTo>
                  <a:pt x="152209" y="111049"/>
                </a:lnTo>
                <a:lnTo>
                  <a:pt x="163258" y="123634"/>
                </a:lnTo>
                <a:lnTo>
                  <a:pt x="85439" y="123634"/>
                </a:lnTo>
                <a:lnTo>
                  <a:pt x="80867" y="125158"/>
                </a:lnTo>
                <a:close/>
              </a:path>
              <a:path w="181610" h="309880">
                <a:moveTo>
                  <a:pt x="159798" y="277749"/>
                </a:moveTo>
                <a:lnTo>
                  <a:pt x="102203" y="277749"/>
                </a:lnTo>
                <a:lnTo>
                  <a:pt x="109823" y="276225"/>
                </a:lnTo>
                <a:lnTo>
                  <a:pt x="122015" y="267081"/>
                </a:lnTo>
                <a:lnTo>
                  <a:pt x="128111" y="260985"/>
                </a:lnTo>
                <a:lnTo>
                  <a:pt x="131159" y="253365"/>
                </a:lnTo>
                <a:lnTo>
                  <a:pt x="135826" y="247269"/>
                </a:lnTo>
                <a:lnTo>
                  <a:pt x="143098" y="210694"/>
                </a:lnTo>
                <a:lnTo>
                  <a:pt x="143184" y="209835"/>
                </a:lnTo>
                <a:lnTo>
                  <a:pt x="143446" y="202977"/>
                </a:lnTo>
                <a:lnTo>
                  <a:pt x="143292" y="198405"/>
                </a:lnTo>
                <a:lnTo>
                  <a:pt x="143184" y="195214"/>
                </a:lnTo>
                <a:lnTo>
                  <a:pt x="135768" y="154114"/>
                </a:lnTo>
                <a:lnTo>
                  <a:pt x="132683" y="148018"/>
                </a:lnTo>
                <a:lnTo>
                  <a:pt x="129635" y="140398"/>
                </a:lnTo>
                <a:lnTo>
                  <a:pt x="123539" y="134302"/>
                </a:lnTo>
                <a:lnTo>
                  <a:pt x="117443" y="129730"/>
                </a:lnTo>
                <a:lnTo>
                  <a:pt x="111347" y="126682"/>
                </a:lnTo>
                <a:lnTo>
                  <a:pt x="103727" y="123634"/>
                </a:lnTo>
                <a:lnTo>
                  <a:pt x="163258" y="123634"/>
                </a:lnTo>
                <a:lnTo>
                  <a:pt x="178974" y="167504"/>
                </a:lnTo>
                <a:lnTo>
                  <a:pt x="181457" y="195214"/>
                </a:lnTo>
                <a:lnTo>
                  <a:pt x="181431" y="202977"/>
                </a:lnTo>
                <a:lnTo>
                  <a:pt x="181258" y="209835"/>
                </a:lnTo>
                <a:lnTo>
                  <a:pt x="181236" y="210694"/>
                </a:lnTo>
                <a:lnTo>
                  <a:pt x="172616" y="254198"/>
                </a:lnTo>
                <a:lnTo>
                  <a:pt x="164091" y="271867"/>
                </a:lnTo>
                <a:lnTo>
                  <a:pt x="159798" y="277749"/>
                </a:lnTo>
                <a:close/>
              </a:path>
              <a:path w="181610" h="309880">
                <a:moveTo>
                  <a:pt x="96107" y="309848"/>
                </a:moveTo>
                <a:lnTo>
                  <a:pt x="90011" y="309848"/>
                </a:lnTo>
                <a:lnTo>
                  <a:pt x="83915" y="308324"/>
                </a:lnTo>
                <a:lnTo>
                  <a:pt x="79343" y="306705"/>
                </a:lnTo>
                <a:lnTo>
                  <a:pt x="74771" y="306705"/>
                </a:lnTo>
                <a:lnTo>
                  <a:pt x="68675" y="303657"/>
                </a:lnTo>
                <a:lnTo>
                  <a:pt x="64103" y="300609"/>
                </a:lnTo>
                <a:lnTo>
                  <a:pt x="58007" y="299085"/>
                </a:lnTo>
                <a:lnTo>
                  <a:pt x="53435" y="294513"/>
                </a:lnTo>
                <a:lnTo>
                  <a:pt x="48863" y="291465"/>
                </a:lnTo>
                <a:lnTo>
                  <a:pt x="42671" y="286893"/>
                </a:lnTo>
                <a:lnTo>
                  <a:pt x="38099" y="280797"/>
                </a:lnTo>
                <a:lnTo>
                  <a:pt x="32003" y="274701"/>
                </a:lnTo>
                <a:lnTo>
                  <a:pt x="76136" y="274701"/>
                </a:lnTo>
                <a:lnTo>
                  <a:pt x="78009" y="275463"/>
                </a:lnTo>
                <a:lnTo>
                  <a:pt x="85320" y="277177"/>
                </a:lnTo>
                <a:lnTo>
                  <a:pt x="93059" y="277749"/>
                </a:lnTo>
                <a:lnTo>
                  <a:pt x="159798" y="277749"/>
                </a:lnTo>
                <a:lnTo>
                  <a:pt x="158686" y="279273"/>
                </a:lnTo>
                <a:lnTo>
                  <a:pt x="124624" y="305181"/>
                </a:lnTo>
                <a:lnTo>
                  <a:pt x="106108" y="309285"/>
                </a:lnTo>
                <a:lnTo>
                  <a:pt x="96107" y="309848"/>
                </a:lnTo>
                <a:close/>
              </a:path>
              <a:path w="181610" h="309880">
                <a:moveTo>
                  <a:pt x="21335" y="306705"/>
                </a:moveTo>
                <a:lnTo>
                  <a:pt x="10667" y="306705"/>
                </a:lnTo>
                <a:lnTo>
                  <a:pt x="9143" y="305181"/>
                </a:lnTo>
                <a:lnTo>
                  <a:pt x="22859" y="305181"/>
                </a:lnTo>
                <a:lnTo>
                  <a:pt x="21335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3809619" y="2730245"/>
            <a:ext cx="339090" cy="267335"/>
            <a:chOff x="3809619" y="2730245"/>
            <a:chExt cx="339090" cy="26733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09619" y="2783585"/>
              <a:ext cx="169354" cy="21374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018597" y="2730245"/>
              <a:ext cx="130175" cy="266065"/>
            </a:xfrm>
            <a:custGeom>
              <a:avLst/>
              <a:gdLst/>
              <a:ahLst/>
              <a:cxnLst/>
              <a:rect l="l" t="t" r="r" b="b"/>
              <a:pathLst>
                <a:path w="130175" h="266064">
                  <a:moveTo>
                    <a:pt x="64103" y="1524"/>
                  </a:moveTo>
                  <a:lnTo>
                    <a:pt x="42767" y="1524"/>
                  </a:lnTo>
                  <a:lnTo>
                    <a:pt x="44291" y="0"/>
                  </a:lnTo>
                  <a:lnTo>
                    <a:pt x="62579" y="0"/>
                  </a:lnTo>
                  <a:lnTo>
                    <a:pt x="64103" y="1524"/>
                  </a:lnTo>
                  <a:close/>
                </a:path>
                <a:path w="130175" h="266064">
                  <a:moveTo>
                    <a:pt x="68675" y="3047"/>
                  </a:moveTo>
                  <a:lnTo>
                    <a:pt x="38100" y="3047"/>
                  </a:lnTo>
                  <a:lnTo>
                    <a:pt x="39719" y="1524"/>
                  </a:lnTo>
                  <a:lnTo>
                    <a:pt x="68675" y="1524"/>
                  </a:lnTo>
                  <a:lnTo>
                    <a:pt x="68675" y="3047"/>
                  </a:lnTo>
                  <a:close/>
                </a:path>
                <a:path w="130175" h="266064">
                  <a:moveTo>
                    <a:pt x="70199" y="4571"/>
                  </a:moveTo>
                  <a:lnTo>
                    <a:pt x="36576" y="4571"/>
                  </a:lnTo>
                  <a:lnTo>
                    <a:pt x="36576" y="3047"/>
                  </a:lnTo>
                  <a:lnTo>
                    <a:pt x="70199" y="3047"/>
                  </a:lnTo>
                  <a:lnTo>
                    <a:pt x="70199" y="4571"/>
                  </a:lnTo>
                  <a:close/>
                </a:path>
                <a:path w="130175" h="266064">
                  <a:moveTo>
                    <a:pt x="71723" y="53339"/>
                  </a:moveTo>
                  <a:lnTo>
                    <a:pt x="35052" y="53339"/>
                  </a:lnTo>
                  <a:lnTo>
                    <a:pt x="35052" y="4571"/>
                  </a:lnTo>
                  <a:lnTo>
                    <a:pt x="71723" y="4571"/>
                  </a:lnTo>
                  <a:lnTo>
                    <a:pt x="71723" y="53339"/>
                  </a:lnTo>
                  <a:close/>
                </a:path>
                <a:path w="130175" h="266064">
                  <a:moveTo>
                    <a:pt x="125063" y="54864"/>
                  </a:moveTo>
                  <a:lnTo>
                    <a:pt x="6096" y="54864"/>
                  </a:lnTo>
                  <a:lnTo>
                    <a:pt x="7620" y="53339"/>
                  </a:lnTo>
                  <a:lnTo>
                    <a:pt x="123539" y="53339"/>
                  </a:lnTo>
                  <a:lnTo>
                    <a:pt x="125063" y="54864"/>
                  </a:lnTo>
                  <a:close/>
                </a:path>
                <a:path w="130175" h="266064">
                  <a:moveTo>
                    <a:pt x="125063" y="83915"/>
                  </a:moveTo>
                  <a:lnTo>
                    <a:pt x="6096" y="83915"/>
                  </a:lnTo>
                  <a:lnTo>
                    <a:pt x="3048" y="80867"/>
                  </a:lnTo>
                  <a:lnTo>
                    <a:pt x="0" y="74771"/>
                  </a:lnTo>
                  <a:lnTo>
                    <a:pt x="0" y="65627"/>
                  </a:lnTo>
                  <a:lnTo>
                    <a:pt x="1524" y="64103"/>
                  </a:lnTo>
                  <a:lnTo>
                    <a:pt x="1524" y="57912"/>
                  </a:lnTo>
                  <a:lnTo>
                    <a:pt x="3048" y="57912"/>
                  </a:lnTo>
                  <a:lnTo>
                    <a:pt x="3048" y="56388"/>
                  </a:lnTo>
                  <a:lnTo>
                    <a:pt x="4572" y="54864"/>
                  </a:lnTo>
                  <a:lnTo>
                    <a:pt x="126682" y="54864"/>
                  </a:lnTo>
                  <a:lnTo>
                    <a:pt x="126682" y="56388"/>
                  </a:lnTo>
                  <a:lnTo>
                    <a:pt x="128206" y="57912"/>
                  </a:lnTo>
                  <a:lnTo>
                    <a:pt x="128206" y="59531"/>
                  </a:lnTo>
                  <a:lnTo>
                    <a:pt x="129730" y="62579"/>
                  </a:lnTo>
                  <a:lnTo>
                    <a:pt x="129730" y="74771"/>
                  </a:lnTo>
                  <a:lnTo>
                    <a:pt x="128206" y="77819"/>
                  </a:lnTo>
                  <a:lnTo>
                    <a:pt x="128206" y="80867"/>
                  </a:lnTo>
                  <a:lnTo>
                    <a:pt x="126682" y="82391"/>
                  </a:lnTo>
                  <a:lnTo>
                    <a:pt x="125063" y="83915"/>
                  </a:lnTo>
                  <a:close/>
                </a:path>
                <a:path w="130175" h="266064">
                  <a:moveTo>
                    <a:pt x="106775" y="265556"/>
                  </a:moveTo>
                  <a:lnTo>
                    <a:pt x="93059" y="265556"/>
                  </a:lnTo>
                  <a:lnTo>
                    <a:pt x="85582" y="265280"/>
                  </a:lnTo>
                  <a:lnTo>
                    <a:pt x="48863" y="250221"/>
                  </a:lnTo>
                  <a:lnTo>
                    <a:pt x="41243" y="236505"/>
                  </a:lnTo>
                  <a:lnTo>
                    <a:pt x="38100" y="228885"/>
                  </a:lnTo>
                  <a:lnTo>
                    <a:pt x="35052" y="83915"/>
                  </a:lnTo>
                  <a:lnTo>
                    <a:pt x="71723" y="83915"/>
                  </a:lnTo>
                  <a:lnTo>
                    <a:pt x="71723" y="193738"/>
                  </a:lnTo>
                  <a:lnTo>
                    <a:pt x="71919" y="199929"/>
                  </a:lnTo>
                  <a:lnTo>
                    <a:pt x="72032" y="203485"/>
                  </a:lnTo>
                  <a:lnTo>
                    <a:pt x="73056" y="211919"/>
                  </a:lnTo>
                  <a:lnTo>
                    <a:pt x="74937" y="218906"/>
                  </a:lnTo>
                  <a:lnTo>
                    <a:pt x="77819" y="224313"/>
                  </a:lnTo>
                  <a:lnTo>
                    <a:pt x="80867" y="231933"/>
                  </a:lnTo>
                  <a:lnTo>
                    <a:pt x="88487" y="234981"/>
                  </a:lnTo>
                  <a:lnTo>
                    <a:pt x="129730" y="234981"/>
                  </a:lnTo>
                  <a:lnTo>
                    <a:pt x="129730" y="250221"/>
                  </a:lnTo>
                  <a:lnTo>
                    <a:pt x="128206" y="251745"/>
                  </a:lnTo>
                  <a:lnTo>
                    <a:pt x="128206" y="254793"/>
                  </a:lnTo>
                  <a:lnTo>
                    <a:pt x="126682" y="256317"/>
                  </a:lnTo>
                  <a:lnTo>
                    <a:pt x="126682" y="257841"/>
                  </a:lnTo>
                  <a:lnTo>
                    <a:pt x="125063" y="259365"/>
                  </a:lnTo>
                  <a:lnTo>
                    <a:pt x="123539" y="259365"/>
                  </a:lnTo>
                  <a:lnTo>
                    <a:pt x="120491" y="260889"/>
                  </a:lnTo>
                  <a:lnTo>
                    <a:pt x="118967" y="262413"/>
                  </a:lnTo>
                  <a:lnTo>
                    <a:pt x="115919" y="262413"/>
                  </a:lnTo>
                  <a:lnTo>
                    <a:pt x="112871" y="263937"/>
                  </a:lnTo>
                  <a:lnTo>
                    <a:pt x="109823" y="263937"/>
                  </a:lnTo>
                  <a:lnTo>
                    <a:pt x="106775" y="265556"/>
                  </a:lnTo>
                  <a:close/>
                </a:path>
                <a:path w="130175" h="266064">
                  <a:moveTo>
                    <a:pt x="126682" y="230409"/>
                  </a:moveTo>
                  <a:lnTo>
                    <a:pt x="120491" y="230409"/>
                  </a:lnTo>
                  <a:lnTo>
                    <a:pt x="122015" y="228885"/>
                  </a:lnTo>
                  <a:lnTo>
                    <a:pt x="126682" y="228885"/>
                  </a:lnTo>
                  <a:lnTo>
                    <a:pt x="126682" y="230409"/>
                  </a:lnTo>
                  <a:close/>
                </a:path>
                <a:path w="130175" h="266064">
                  <a:moveTo>
                    <a:pt x="129730" y="234981"/>
                  </a:moveTo>
                  <a:lnTo>
                    <a:pt x="105251" y="234981"/>
                  </a:lnTo>
                  <a:lnTo>
                    <a:pt x="108299" y="233457"/>
                  </a:lnTo>
                  <a:lnTo>
                    <a:pt x="112871" y="233457"/>
                  </a:lnTo>
                  <a:lnTo>
                    <a:pt x="115919" y="231933"/>
                  </a:lnTo>
                  <a:lnTo>
                    <a:pt x="117443" y="231933"/>
                  </a:lnTo>
                  <a:lnTo>
                    <a:pt x="118967" y="230409"/>
                  </a:lnTo>
                  <a:lnTo>
                    <a:pt x="128206" y="230409"/>
                  </a:lnTo>
                  <a:lnTo>
                    <a:pt x="128206" y="233457"/>
                  </a:lnTo>
                  <a:lnTo>
                    <a:pt x="129730" y="2349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05395" y="2689002"/>
            <a:ext cx="1281588" cy="308324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5762434" y="2707290"/>
            <a:ext cx="38100" cy="287020"/>
          </a:xfrm>
          <a:custGeom>
            <a:avLst/>
            <a:gdLst/>
            <a:ahLst/>
            <a:cxnLst/>
            <a:rect l="l" t="t" r="r" b="b"/>
            <a:pathLst>
              <a:path w="38100" h="287019">
                <a:moveTo>
                  <a:pt x="25908" y="286893"/>
                </a:moveTo>
                <a:lnTo>
                  <a:pt x="12192" y="286893"/>
                </a:lnTo>
                <a:lnTo>
                  <a:pt x="10667" y="285369"/>
                </a:lnTo>
                <a:lnTo>
                  <a:pt x="6096" y="285369"/>
                </a:lnTo>
                <a:lnTo>
                  <a:pt x="4571" y="283845"/>
                </a:lnTo>
                <a:lnTo>
                  <a:pt x="1524" y="283845"/>
                </a:lnTo>
                <a:lnTo>
                  <a:pt x="1524" y="282321"/>
                </a:lnTo>
                <a:lnTo>
                  <a:pt x="0" y="282321"/>
                </a:lnTo>
                <a:lnTo>
                  <a:pt x="0" y="4572"/>
                </a:lnTo>
                <a:lnTo>
                  <a:pt x="1524" y="4572"/>
                </a:lnTo>
                <a:lnTo>
                  <a:pt x="1524" y="3048"/>
                </a:lnTo>
                <a:lnTo>
                  <a:pt x="4571" y="3048"/>
                </a:lnTo>
                <a:lnTo>
                  <a:pt x="6096" y="1524"/>
                </a:lnTo>
                <a:lnTo>
                  <a:pt x="10667" y="1524"/>
                </a:lnTo>
                <a:lnTo>
                  <a:pt x="12192" y="0"/>
                </a:lnTo>
                <a:lnTo>
                  <a:pt x="25908" y="0"/>
                </a:lnTo>
                <a:lnTo>
                  <a:pt x="27432" y="1524"/>
                </a:lnTo>
                <a:lnTo>
                  <a:pt x="32004" y="1524"/>
                </a:lnTo>
                <a:lnTo>
                  <a:pt x="33528" y="3048"/>
                </a:lnTo>
                <a:lnTo>
                  <a:pt x="36576" y="3048"/>
                </a:lnTo>
                <a:lnTo>
                  <a:pt x="36576" y="4572"/>
                </a:lnTo>
                <a:lnTo>
                  <a:pt x="38100" y="4572"/>
                </a:lnTo>
                <a:lnTo>
                  <a:pt x="38100" y="279273"/>
                </a:lnTo>
                <a:lnTo>
                  <a:pt x="38100" y="282321"/>
                </a:lnTo>
                <a:lnTo>
                  <a:pt x="36576" y="282321"/>
                </a:lnTo>
                <a:lnTo>
                  <a:pt x="36576" y="283845"/>
                </a:lnTo>
                <a:lnTo>
                  <a:pt x="33528" y="283845"/>
                </a:lnTo>
                <a:lnTo>
                  <a:pt x="32004" y="285369"/>
                </a:lnTo>
                <a:lnTo>
                  <a:pt x="27432" y="285369"/>
                </a:lnTo>
                <a:lnTo>
                  <a:pt x="25908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5872257" y="2730245"/>
            <a:ext cx="543560" cy="267335"/>
            <a:chOff x="5872257" y="2730245"/>
            <a:chExt cx="543560" cy="26733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72257" y="2780537"/>
              <a:ext cx="169354" cy="2136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076759" y="2730245"/>
              <a:ext cx="128270" cy="266065"/>
            </a:xfrm>
            <a:custGeom>
              <a:avLst/>
              <a:gdLst/>
              <a:ahLst/>
              <a:cxnLst/>
              <a:rect l="l" t="t" r="r" b="b"/>
              <a:pathLst>
                <a:path w="128270" h="266064">
                  <a:moveTo>
                    <a:pt x="64008" y="1524"/>
                  </a:moveTo>
                  <a:lnTo>
                    <a:pt x="41148" y="1524"/>
                  </a:lnTo>
                  <a:lnTo>
                    <a:pt x="44196" y="0"/>
                  </a:lnTo>
                  <a:lnTo>
                    <a:pt x="60960" y="0"/>
                  </a:lnTo>
                  <a:lnTo>
                    <a:pt x="64008" y="1524"/>
                  </a:lnTo>
                  <a:close/>
                </a:path>
                <a:path w="128270" h="266064">
                  <a:moveTo>
                    <a:pt x="70104" y="53339"/>
                  </a:moveTo>
                  <a:lnTo>
                    <a:pt x="33528" y="53339"/>
                  </a:lnTo>
                  <a:lnTo>
                    <a:pt x="33528" y="6095"/>
                  </a:lnTo>
                  <a:lnTo>
                    <a:pt x="35052" y="4571"/>
                  </a:lnTo>
                  <a:lnTo>
                    <a:pt x="35052" y="3047"/>
                  </a:lnTo>
                  <a:lnTo>
                    <a:pt x="36576" y="3047"/>
                  </a:lnTo>
                  <a:lnTo>
                    <a:pt x="38100" y="1524"/>
                  </a:lnTo>
                  <a:lnTo>
                    <a:pt x="67056" y="1524"/>
                  </a:lnTo>
                  <a:lnTo>
                    <a:pt x="70104" y="4571"/>
                  </a:lnTo>
                  <a:lnTo>
                    <a:pt x="70104" y="53339"/>
                  </a:lnTo>
                  <a:close/>
                </a:path>
                <a:path w="128270" h="266064">
                  <a:moveTo>
                    <a:pt x="123539" y="54864"/>
                  </a:moveTo>
                  <a:lnTo>
                    <a:pt x="4572" y="54864"/>
                  </a:lnTo>
                  <a:lnTo>
                    <a:pt x="6096" y="53339"/>
                  </a:lnTo>
                  <a:lnTo>
                    <a:pt x="122015" y="53339"/>
                  </a:lnTo>
                  <a:lnTo>
                    <a:pt x="123539" y="54864"/>
                  </a:lnTo>
                  <a:close/>
                </a:path>
                <a:path w="128270" h="266064">
                  <a:moveTo>
                    <a:pt x="123539" y="83915"/>
                  </a:moveTo>
                  <a:lnTo>
                    <a:pt x="4572" y="83915"/>
                  </a:lnTo>
                  <a:lnTo>
                    <a:pt x="1524" y="80867"/>
                  </a:lnTo>
                  <a:lnTo>
                    <a:pt x="0" y="77819"/>
                  </a:lnTo>
                  <a:lnTo>
                    <a:pt x="0" y="59531"/>
                  </a:lnTo>
                  <a:lnTo>
                    <a:pt x="1524" y="57912"/>
                  </a:lnTo>
                  <a:lnTo>
                    <a:pt x="1524" y="56388"/>
                  </a:lnTo>
                  <a:lnTo>
                    <a:pt x="3048" y="54864"/>
                  </a:lnTo>
                  <a:lnTo>
                    <a:pt x="125063" y="54864"/>
                  </a:lnTo>
                  <a:lnTo>
                    <a:pt x="125063" y="56388"/>
                  </a:lnTo>
                  <a:lnTo>
                    <a:pt x="126587" y="57912"/>
                  </a:lnTo>
                  <a:lnTo>
                    <a:pt x="128111" y="59531"/>
                  </a:lnTo>
                  <a:lnTo>
                    <a:pt x="128111" y="77819"/>
                  </a:lnTo>
                  <a:lnTo>
                    <a:pt x="126587" y="80867"/>
                  </a:lnTo>
                  <a:lnTo>
                    <a:pt x="123539" y="83915"/>
                  </a:lnTo>
                  <a:close/>
                </a:path>
                <a:path w="128270" h="266064">
                  <a:moveTo>
                    <a:pt x="105251" y="265556"/>
                  </a:moveTo>
                  <a:lnTo>
                    <a:pt x="91535" y="265556"/>
                  </a:lnTo>
                  <a:lnTo>
                    <a:pt x="84686" y="265280"/>
                  </a:lnTo>
                  <a:lnTo>
                    <a:pt x="47244" y="250221"/>
                  </a:lnTo>
                  <a:lnTo>
                    <a:pt x="38100" y="228885"/>
                  </a:lnTo>
                  <a:lnTo>
                    <a:pt x="36099" y="222646"/>
                  </a:lnTo>
                  <a:lnTo>
                    <a:pt x="34671" y="215550"/>
                  </a:lnTo>
                  <a:lnTo>
                    <a:pt x="33813" y="207883"/>
                  </a:lnTo>
                  <a:lnTo>
                    <a:pt x="33528" y="199929"/>
                  </a:lnTo>
                  <a:lnTo>
                    <a:pt x="33528" y="83915"/>
                  </a:lnTo>
                  <a:lnTo>
                    <a:pt x="70104" y="83915"/>
                  </a:lnTo>
                  <a:lnTo>
                    <a:pt x="70104" y="193738"/>
                  </a:lnTo>
                  <a:lnTo>
                    <a:pt x="70301" y="199929"/>
                  </a:lnTo>
                  <a:lnTo>
                    <a:pt x="86963" y="234981"/>
                  </a:lnTo>
                  <a:lnTo>
                    <a:pt x="128111" y="234981"/>
                  </a:lnTo>
                  <a:lnTo>
                    <a:pt x="128111" y="250221"/>
                  </a:lnTo>
                  <a:lnTo>
                    <a:pt x="126587" y="251745"/>
                  </a:lnTo>
                  <a:lnTo>
                    <a:pt x="126587" y="256317"/>
                  </a:lnTo>
                  <a:lnTo>
                    <a:pt x="123539" y="259365"/>
                  </a:lnTo>
                  <a:lnTo>
                    <a:pt x="122015" y="259365"/>
                  </a:lnTo>
                  <a:lnTo>
                    <a:pt x="118967" y="260889"/>
                  </a:lnTo>
                  <a:lnTo>
                    <a:pt x="117443" y="262413"/>
                  </a:lnTo>
                  <a:lnTo>
                    <a:pt x="114395" y="262413"/>
                  </a:lnTo>
                  <a:lnTo>
                    <a:pt x="111347" y="263937"/>
                  </a:lnTo>
                  <a:lnTo>
                    <a:pt x="108299" y="263937"/>
                  </a:lnTo>
                  <a:lnTo>
                    <a:pt x="105251" y="265556"/>
                  </a:lnTo>
                  <a:close/>
                </a:path>
                <a:path w="128270" h="266064">
                  <a:moveTo>
                    <a:pt x="128111" y="234981"/>
                  </a:moveTo>
                  <a:lnTo>
                    <a:pt x="103727" y="234981"/>
                  </a:lnTo>
                  <a:lnTo>
                    <a:pt x="106775" y="233457"/>
                  </a:lnTo>
                  <a:lnTo>
                    <a:pt x="111347" y="233457"/>
                  </a:lnTo>
                  <a:lnTo>
                    <a:pt x="114395" y="231933"/>
                  </a:lnTo>
                  <a:lnTo>
                    <a:pt x="115919" y="231933"/>
                  </a:lnTo>
                  <a:lnTo>
                    <a:pt x="117443" y="230409"/>
                  </a:lnTo>
                  <a:lnTo>
                    <a:pt x="118967" y="230409"/>
                  </a:lnTo>
                  <a:lnTo>
                    <a:pt x="120491" y="228885"/>
                  </a:lnTo>
                  <a:lnTo>
                    <a:pt x="125063" y="228885"/>
                  </a:lnTo>
                  <a:lnTo>
                    <a:pt x="126587" y="230409"/>
                  </a:lnTo>
                  <a:lnTo>
                    <a:pt x="126587" y="231933"/>
                  </a:lnTo>
                  <a:lnTo>
                    <a:pt x="128111" y="233457"/>
                  </a:lnTo>
                  <a:lnTo>
                    <a:pt x="128111" y="2349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33903" y="2780538"/>
              <a:ext cx="181564" cy="216789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6470332" y="2687478"/>
            <a:ext cx="36830" cy="306705"/>
          </a:xfrm>
          <a:custGeom>
            <a:avLst/>
            <a:gdLst/>
            <a:ahLst/>
            <a:cxnLst/>
            <a:rect l="l" t="t" r="r" b="b"/>
            <a:pathLst>
              <a:path w="36829" h="306705">
                <a:moveTo>
                  <a:pt x="30575" y="1524"/>
                </a:moveTo>
                <a:lnTo>
                  <a:pt x="4572" y="1524"/>
                </a:lnTo>
                <a:lnTo>
                  <a:pt x="6096" y="0"/>
                </a:lnTo>
                <a:lnTo>
                  <a:pt x="28956" y="0"/>
                </a:lnTo>
                <a:lnTo>
                  <a:pt x="30575" y="1524"/>
                </a:lnTo>
                <a:close/>
              </a:path>
              <a:path w="36829" h="306705">
                <a:moveTo>
                  <a:pt x="32099" y="305181"/>
                </a:moveTo>
                <a:lnTo>
                  <a:pt x="3048" y="305181"/>
                </a:lnTo>
                <a:lnTo>
                  <a:pt x="0" y="302133"/>
                </a:lnTo>
                <a:lnTo>
                  <a:pt x="0" y="4572"/>
                </a:lnTo>
                <a:lnTo>
                  <a:pt x="3048" y="1524"/>
                </a:lnTo>
                <a:lnTo>
                  <a:pt x="33623" y="1524"/>
                </a:lnTo>
                <a:lnTo>
                  <a:pt x="35147" y="3048"/>
                </a:lnTo>
                <a:lnTo>
                  <a:pt x="35147" y="4572"/>
                </a:lnTo>
                <a:lnTo>
                  <a:pt x="36671" y="6096"/>
                </a:lnTo>
                <a:lnTo>
                  <a:pt x="36671" y="300609"/>
                </a:lnTo>
                <a:lnTo>
                  <a:pt x="35147" y="302133"/>
                </a:lnTo>
                <a:lnTo>
                  <a:pt x="35147" y="303657"/>
                </a:lnTo>
                <a:lnTo>
                  <a:pt x="33623" y="303657"/>
                </a:lnTo>
                <a:lnTo>
                  <a:pt x="32099" y="305181"/>
                </a:lnTo>
                <a:close/>
              </a:path>
              <a:path w="36829" h="306705">
                <a:moveTo>
                  <a:pt x="24384" y="306705"/>
                </a:moveTo>
                <a:lnTo>
                  <a:pt x="12192" y="306705"/>
                </a:lnTo>
                <a:lnTo>
                  <a:pt x="9144" y="305181"/>
                </a:lnTo>
                <a:lnTo>
                  <a:pt x="27432" y="305181"/>
                </a:lnTo>
                <a:lnTo>
                  <a:pt x="24384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574155" y="2687478"/>
            <a:ext cx="1228058" cy="384619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7881556" y="2692050"/>
            <a:ext cx="46355" cy="302260"/>
          </a:xfrm>
          <a:custGeom>
            <a:avLst/>
            <a:gdLst/>
            <a:ahLst/>
            <a:cxnLst/>
            <a:rect l="l" t="t" r="r" b="b"/>
            <a:pathLst>
              <a:path w="46354" h="302260">
                <a:moveTo>
                  <a:pt x="36671" y="1524"/>
                </a:moveTo>
                <a:lnTo>
                  <a:pt x="7620" y="1524"/>
                </a:lnTo>
                <a:lnTo>
                  <a:pt x="10668" y="0"/>
                </a:lnTo>
                <a:lnTo>
                  <a:pt x="35147" y="0"/>
                </a:lnTo>
                <a:lnTo>
                  <a:pt x="36671" y="1524"/>
                </a:lnTo>
                <a:close/>
              </a:path>
              <a:path w="46354" h="302260">
                <a:moveTo>
                  <a:pt x="38195" y="222789"/>
                </a:moveTo>
                <a:lnTo>
                  <a:pt x="7620" y="222789"/>
                </a:lnTo>
                <a:lnTo>
                  <a:pt x="7620" y="221265"/>
                </a:lnTo>
                <a:lnTo>
                  <a:pt x="6096" y="219741"/>
                </a:lnTo>
                <a:lnTo>
                  <a:pt x="6096" y="218217"/>
                </a:lnTo>
                <a:lnTo>
                  <a:pt x="3048" y="9143"/>
                </a:lnTo>
                <a:lnTo>
                  <a:pt x="3048" y="4572"/>
                </a:lnTo>
                <a:lnTo>
                  <a:pt x="4572" y="4572"/>
                </a:lnTo>
                <a:lnTo>
                  <a:pt x="4572" y="3048"/>
                </a:lnTo>
                <a:lnTo>
                  <a:pt x="6096" y="1524"/>
                </a:lnTo>
                <a:lnTo>
                  <a:pt x="38195" y="1524"/>
                </a:lnTo>
                <a:lnTo>
                  <a:pt x="42767" y="6096"/>
                </a:lnTo>
                <a:lnTo>
                  <a:pt x="42767" y="9143"/>
                </a:lnTo>
                <a:lnTo>
                  <a:pt x="39719" y="218217"/>
                </a:lnTo>
                <a:lnTo>
                  <a:pt x="39719" y="219741"/>
                </a:lnTo>
                <a:lnTo>
                  <a:pt x="38195" y="221265"/>
                </a:lnTo>
                <a:lnTo>
                  <a:pt x="38195" y="222789"/>
                </a:lnTo>
                <a:close/>
              </a:path>
              <a:path w="46354" h="302260">
                <a:moveTo>
                  <a:pt x="35147" y="224313"/>
                </a:moveTo>
                <a:lnTo>
                  <a:pt x="10668" y="224313"/>
                </a:lnTo>
                <a:lnTo>
                  <a:pt x="9144" y="222789"/>
                </a:lnTo>
                <a:lnTo>
                  <a:pt x="36671" y="222789"/>
                </a:lnTo>
                <a:lnTo>
                  <a:pt x="35147" y="224313"/>
                </a:lnTo>
                <a:close/>
              </a:path>
              <a:path w="46354" h="302260">
                <a:moveTo>
                  <a:pt x="30575" y="225837"/>
                </a:moveTo>
                <a:lnTo>
                  <a:pt x="15335" y="225837"/>
                </a:lnTo>
                <a:lnTo>
                  <a:pt x="13716" y="224313"/>
                </a:lnTo>
                <a:lnTo>
                  <a:pt x="32099" y="224313"/>
                </a:lnTo>
                <a:lnTo>
                  <a:pt x="30575" y="225837"/>
                </a:lnTo>
                <a:close/>
              </a:path>
              <a:path w="46354" h="302260">
                <a:moveTo>
                  <a:pt x="33623" y="302133"/>
                </a:moveTo>
                <a:lnTo>
                  <a:pt x="12192" y="302133"/>
                </a:lnTo>
                <a:lnTo>
                  <a:pt x="6096" y="299085"/>
                </a:lnTo>
                <a:lnTo>
                  <a:pt x="4572" y="297561"/>
                </a:lnTo>
                <a:lnTo>
                  <a:pt x="3048" y="294513"/>
                </a:lnTo>
                <a:lnTo>
                  <a:pt x="1524" y="292989"/>
                </a:lnTo>
                <a:lnTo>
                  <a:pt x="1524" y="289941"/>
                </a:lnTo>
                <a:lnTo>
                  <a:pt x="0" y="286893"/>
                </a:lnTo>
                <a:lnTo>
                  <a:pt x="0" y="268605"/>
                </a:lnTo>
                <a:lnTo>
                  <a:pt x="1524" y="265557"/>
                </a:lnTo>
                <a:lnTo>
                  <a:pt x="1524" y="262509"/>
                </a:lnTo>
                <a:lnTo>
                  <a:pt x="3048" y="259461"/>
                </a:lnTo>
                <a:lnTo>
                  <a:pt x="6096" y="256413"/>
                </a:lnTo>
                <a:lnTo>
                  <a:pt x="12192" y="253365"/>
                </a:lnTo>
                <a:lnTo>
                  <a:pt x="33623" y="253365"/>
                </a:lnTo>
                <a:lnTo>
                  <a:pt x="39719" y="256413"/>
                </a:lnTo>
                <a:lnTo>
                  <a:pt x="42767" y="259461"/>
                </a:lnTo>
                <a:lnTo>
                  <a:pt x="44291" y="262509"/>
                </a:lnTo>
                <a:lnTo>
                  <a:pt x="44291" y="265557"/>
                </a:lnTo>
                <a:lnTo>
                  <a:pt x="45815" y="268605"/>
                </a:lnTo>
                <a:lnTo>
                  <a:pt x="45815" y="286893"/>
                </a:lnTo>
                <a:lnTo>
                  <a:pt x="44291" y="289941"/>
                </a:lnTo>
                <a:lnTo>
                  <a:pt x="44291" y="292989"/>
                </a:lnTo>
                <a:lnTo>
                  <a:pt x="42767" y="294513"/>
                </a:lnTo>
                <a:lnTo>
                  <a:pt x="41243" y="297561"/>
                </a:lnTo>
                <a:lnTo>
                  <a:pt x="39719" y="299085"/>
                </a:lnTo>
                <a:lnTo>
                  <a:pt x="33623" y="3021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93615" y="3996880"/>
            <a:ext cx="244475" cy="287020"/>
          </a:xfrm>
          <a:custGeom>
            <a:avLst/>
            <a:gdLst/>
            <a:ahLst/>
            <a:cxnLst/>
            <a:rect l="l" t="t" r="r" b="b"/>
            <a:pathLst>
              <a:path w="244475" h="287020">
                <a:moveTo>
                  <a:pt x="135826" y="1523"/>
                </a:moveTo>
                <a:lnTo>
                  <a:pt x="108299" y="1523"/>
                </a:lnTo>
                <a:lnTo>
                  <a:pt x="111347" y="0"/>
                </a:lnTo>
                <a:lnTo>
                  <a:pt x="132778" y="0"/>
                </a:lnTo>
                <a:lnTo>
                  <a:pt x="135826" y="1523"/>
                </a:lnTo>
                <a:close/>
              </a:path>
              <a:path w="244475" h="287020">
                <a:moveTo>
                  <a:pt x="141922" y="3047"/>
                </a:moveTo>
                <a:lnTo>
                  <a:pt x="102203" y="3047"/>
                </a:lnTo>
                <a:lnTo>
                  <a:pt x="103727" y="1523"/>
                </a:lnTo>
                <a:lnTo>
                  <a:pt x="140398" y="1523"/>
                </a:lnTo>
                <a:lnTo>
                  <a:pt x="141922" y="3047"/>
                </a:lnTo>
                <a:close/>
              </a:path>
              <a:path w="244475" h="287020">
                <a:moveTo>
                  <a:pt x="32003" y="285369"/>
                </a:moveTo>
                <a:lnTo>
                  <a:pt x="3047" y="285369"/>
                </a:lnTo>
                <a:lnTo>
                  <a:pt x="1524" y="283845"/>
                </a:lnTo>
                <a:lnTo>
                  <a:pt x="1524" y="282321"/>
                </a:lnTo>
                <a:lnTo>
                  <a:pt x="0" y="280797"/>
                </a:lnTo>
                <a:lnTo>
                  <a:pt x="0" y="277749"/>
                </a:lnTo>
                <a:lnTo>
                  <a:pt x="1524" y="274701"/>
                </a:lnTo>
                <a:lnTo>
                  <a:pt x="1524" y="271653"/>
                </a:lnTo>
                <a:lnTo>
                  <a:pt x="97631" y="7620"/>
                </a:lnTo>
                <a:lnTo>
                  <a:pt x="97631" y="6096"/>
                </a:lnTo>
                <a:lnTo>
                  <a:pt x="99155" y="6096"/>
                </a:lnTo>
                <a:lnTo>
                  <a:pt x="99155" y="4571"/>
                </a:lnTo>
                <a:lnTo>
                  <a:pt x="100679" y="3047"/>
                </a:lnTo>
                <a:lnTo>
                  <a:pt x="143446" y="3047"/>
                </a:lnTo>
                <a:lnTo>
                  <a:pt x="146494" y="6096"/>
                </a:lnTo>
                <a:lnTo>
                  <a:pt x="146494" y="7620"/>
                </a:lnTo>
                <a:lnTo>
                  <a:pt x="148018" y="9144"/>
                </a:lnTo>
                <a:lnTo>
                  <a:pt x="159034" y="39719"/>
                </a:lnTo>
                <a:lnTo>
                  <a:pt x="120586" y="39719"/>
                </a:lnTo>
                <a:lnTo>
                  <a:pt x="71723" y="180117"/>
                </a:lnTo>
                <a:lnTo>
                  <a:pt x="209621" y="180117"/>
                </a:lnTo>
                <a:lnTo>
                  <a:pt x="220603" y="210597"/>
                </a:lnTo>
                <a:lnTo>
                  <a:pt x="62579" y="210597"/>
                </a:lnTo>
                <a:lnTo>
                  <a:pt x="38195" y="279273"/>
                </a:lnTo>
                <a:lnTo>
                  <a:pt x="38195" y="280797"/>
                </a:lnTo>
                <a:lnTo>
                  <a:pt x="35147" y="283845"/>
                </a:lnTo>
                <a:lnTo>
                  <a:pt x="33623" y="283845"/>
                </a:lnTo>
                <a:lnTo>
                  <a:pt x="32003" y="285369"/>
                </a:lnTo>
                <a:close/>
              </a:path>
              <a:path w="244475" h="287020">
                <a:moveTo>
                  <a:pt x="209621" y="180117"/>
                </a:moveTo>
                <a:lnTo>
                  <a:pt x="169354" y="180117"/>
                </a:lnTo>
                <a:lnTo>
                  <a:pt x="120586" y="39719"/>
                </a:lnTo>
                <a:lnTo>
                  <a:pt x="159034" y="39719"/>
                </a:lnTo>
                <a:lnTo>
                  <a:pt x="209621" y="180117"/>
                </a:lnTo>
                <a:close/>
              </a:path>
              <a:path w="244475" h="287020">
                <a:moveTo>
                  <a:pt x="241077" y="285369"/>
                </a:moveTo>
                <a:lnTo>
                  <a:pt x="209073" y="285369"/>
                </a:lnTo>
                <a:lnTo>
                  <a:pt x="207454" y="283845"/>
                </a:lnTo>
                <a:lnTo>
                  <a:pt x="205930" y="283845"/>
                </a:lnTo>
                <a:lnTo>
                  <a:pt x="205930" y="282321"/>
                </a:lnTo>
                <a:lnTo>
                  <a:pt x="204406" y="280797"/>
                </a:lnTo>
                <a:lnTo>
                  <a:pt x="204406" y="279273"/>
                </a:lnTo>
                <a:lnTo>
                  <a:pt x="180022" y="210597"/>
                </a:lnTo>
                <a:lnTo>
                  <a:pt x="220603" y="210597"/>
                </a:lnTo>
                <a:lnTo>
                  <a:pt x="242601" y="271653"/>
                </a:lnTo>
                <a:lnTo>
                  <a:pt x="244125" y="274701"/>
                </a:lnTo>
                <a:lnTo>
                  <a:pt x="244125" y="282321"/>
                </a:lnTo>
                <a:lnTo>
                  <a:pt x="241077" y="285369"/>
                </a:lnTo>
                <a:close/>
              </a:path>
              <a:path w="244475" h="287020">
                <a:moveTo>
                  <a:pt x="25907" y="286893"/>
                </a:moveTo>
                <a:lnTo>
                  <a:pt x="10667" y="286893"/>
                </a:lnTo>
                <a:lnTo>
                  <a:pt x="7619" y="285369"/>
                </a:lnTo>
                <a:lnTo>
                  <a:pt x="27431" y="285369"/>
                </a:lnTo>
                <a:lnTo>
                  <a:pt x="25907" y="286893"/>
                </a:lnTo>
                <a:close/>
              </a:path>
              <a:path w="244475" h="287020">
                <a:moveTo>
                  <a:pt x="234981" y="286893"/>
                </a:moveTo>
                <a:lnTo>
                  <a:pt x="218217" y="286893"/>
                </a:lnTo>
                <a:lnTo>
                  <a:pt x="215169" y="285369"/>
                </a:lnTo>
                <a:lnTo>
                  <a:pt x="236505" y="285369"/>
                </a:lnTo>
                <a:lnTo>
                  <a:pt x="234981" y="286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64328" y="4070127"/>
            <a:ext cx="140398" cy="216693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2052066" y="3990784"/>
            <a:ext cx="44450" cy="293370"/>
          </a:xfrm>
          <a:custGeom>
            <a:avLst/>
            <a:gdLst/>
            <a:ahLst/>
            <a:cxnLst/>
            <a:rect l="l" t="t" r="r" b="b"/>
            <a:pathLst>
              <a:path w="44450" h="293370">
                <a:moveTo>
                  <a:pt x="36576" y="83915"/>
                </a:moveTo>
                <a:lnTo>
                  <a:pt x="7620" y="83915"/>
                </a:lnTo>
                <a:lnTo>
                  <a:pt x="9144" y="82391"/>
                </a:lnTo>
                <a:lnTo>
                  <a:pt x="35052" y="82391"/>
                </a:lnTo>
                <a:lnTo>
                  <a:pt x="36576" y="83915"/>
                </a:lnTo>
                <a:close/>
              </a:path>
              <a:path w="44450" h="293370">
                <a:moveTo>
                  <a:pt x="36576" y="291464"/>
                </a:moveTo>
                <a:lnTo>
                  <a:pt x="7620" y="291464"/>
                </a:lnTo>
                <a:lnTo>
                  <a:pt x="6096" y="289940"/>
                </a:lnTo>
                <a:lnTo>
                  <a:pt x="4572" y="289940"/>
                </a:lnTo>
                <a:lnTo>
                  <a:pt x="4572" y="85439"/>
                </a:lnTo>
                <a:lnTo>
                  <a:pt x="6096" y="83915"/>
                </a:lnTo>
                <a:lnTo>
                  <a:pt x="38100" y="83915"/>
                </a:lnTo>
                <a:lnTo>
                  <a:pt x="38100" y="85439"/>
                </a:lnTo>
                <a:lnTo>
                  <a:pt x="39624" y="85439"/>
                </a:lnTo>
                <a:lnTo>
                  <a:pt x="39624" y="288416"/>
                </a:lnTo>
                <a:lnTo>
                  <a:pt x="36576" y="291464"/>
                </a:lnTo>
                <a:close/>
              </a:path>
              <a:path w="44450" h="293370">
                <a:moveTo>
                  <a:pt x="28956" y="292988"/>
                </a:moveTo>
                <a:lnTo>
                  <a:pt x="15240" y="292988"/>
                </a:lnTo>
                <a:lnTo>
                  <a:pt x="13716" y="291464"/>
                </a:lnTo>
                <a:lnTo>
                  <a:pt x="30480" y="291464"/>
                </a:lnTo>
                <a:lnTo>
                  <a:pt x="28956" y="292988"/>
                </a:lnTo>
                <a:close/>
              </a:path>
              <a:path w="44450" h="293370">
                <a:moveTo>
                  <a:pt x="30480" y="44291"/>
                </a:moveTo>
                <a:lnTo>
                  <a:pt x="13716" y="44291"/>
                </a:lnTo>
                <a:lnTo>
                  <a:pt x="7620" y="42767"/>
                </a:lnTo>
                <a:lnTo>
                  <a:pt x="1524" y="36671"/>
                </a:lnTo>
                <a:lnTo>
                  <a:pt x="0" y="30575"/>
                </a:lnTo>
                <a:lnTo>
                  <a:pt x="0" y="13715"/>
                </a:lnTo>
                <a:lnTo>
                  <a:pt x="1524" y="7619"/>
                </a:lnTo>
                <a:lnTo>
                  <a:pt x="7620" y="1524"/>
                </a:lnTo>
                <a:lnTo>
                  <a:pt x="13716" y="0"/>
                </a:lnTo>
                <a:lnTo>
                  <a:pt x="30480" y="0"/>
                </a:lnTo>
                <a:lnTo>
                  <a:pt x="36576" y="1524"/>
                </a:lnTo>
                <a:lnTo>
                  <a:pt x="42672" y="7619"/>
                </a:lnTo>
                <a:lnTo>
                  <a:pt x="44196" y="13715"/>
                </a:lnTo>
                <a:lnTo>
                  <a:pt x="44196" y="30575"/>
                </a:lnTo>
                <a:lnTo>
                  <a:pt x="42672" y="36671"/>
                </a:lnTo>
                <a:lnTo>
                  <a:pt x="36576" y="42767"/>
                </a:lnTo>
                <a:lnTo>
                  <a:pt x="30480" y="44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157317" y="4070127"/>
            <a:ext cx="293370" cy="213995"/>
          </a:xfrm>
          <a:custGeom>
            <a:avLst/>
            <a:gdLst/>
            <a:ahLst/>
            <a:cxnLst/>
            <a:rect l="l" t="t" r="r" b="b"/>
            <a:pathLst>
              <a:path w="293369" h="213995">
                <a:moveTo>
                  <a:pt x="71955" y="35147"/>
                </a:moveTo>
                <a:lnTo>
                  <a:pt x="33528" y="35147"/>
                </a:lnTo>
                <a:lnTo>
                  <a:pt x="41528" y="26519"/>
                </a:lnTo>
                <a:lnTo>
                  <a:pt x="73588" y="4500"/>
                </a:lnTo>
                <a:lnTo>
                  <a:pt x="97631" y="0"/>
                </a:lnTo>
                <a:lnTo>
                  <a:pt x="112871" y="0"/>
                </a:lnTo>
                <a:lnTo>
                  <a:pt x="118967" y="1524"/>
                </a:lnTo>
                <a:lnTo>
                  <a:pt x="124920" y="4500"/>
                </a:lnTo>
                <a:lnTo>
                  <a:pt x="124777" y="4500"/>
                </a:lnTo>
                <a:lnTo>
                  <a:pt x="131159" y="6095"/>
                </a:lnTo>
                <a:lnTo>
                  <a:pt x="135731" y="10667"/>
                </a:lnTo>
                <a:lnTo>
                  <a:pt x="141827" y="13715"/>
                </a:lnTo>
                <a:lnTo>
                  <a:pt x="144875" y="18288"/>
                </a:lnTo>
                <a:lnTo>
                  <a:pt x="149447" y="22859"/>
                </a:lnTo>
                <a:lnTo>
                  <a:pt x="152495" y="27527"/>
                </a:lnTo>
                <a:lnTo>
                  <a:pt x="154590" y="30575"/>
                </a:lnTo>
                <a:lnTo>
                  <a:pt x="90011" y="30575"/>
                </a:lnTo>
                <a:lnTo>
                  <a:pt x="83389" y="31146"/>
                </a:lnTo>
                <a:lnTo>
                  <a:pt x="77045" y="32861"/>
                </a:lnTo>
                <a:lnTo>
                  <a:pt x="71955" y="35147"/>
                </a:lnTo>
                <a:close/>
              </a:path>
              <a:path w="293369" h="213995">
                <a:moveTo>
                  <a:pt x="194736" y="38195"/>
                </a:moveTo>
                <a:lnTo>
                  <a:pt x="157162" y="38195"/>
                </a:lnTo>
                <a:lnTo>
                  <a:pt x="162615" y="33608"/>
                </a:lnTo>
                <a:lnTo>
                  <a:pt x="167640" y="29003"/>
                </a:lnTo>
                <a:lnTo>
                  <a:pt x="172393" y="24383"/>
                </a:lnTo>
                <a:lnTo>
                  <a:pt x="176974" y="19812"/>
                </a:lnTo>
                <a:lnTo>
                  <a:pt x="183070" y="15239"/>
                </a:lnTo>
                <a:lnTo>
                  <a:pt x="187642" y="10667"/>
                </a:lnTo>
                <a:lnTo>
                  <a:pt x="193738" y="7619"/>
                </a:lnTo>
                <a:lnTo>
                  <a:pt x="198417" y="4500"/>
                </a:lnTo>
                <a:lnTo>
                  <a:pt x="198596" y="4500"/>
                </a:lnTo>
                <a:lnTo>
                  <a:pt x="204406" y="3048"/>
                </a:lnTo>
                <a:lnTo>
                  <a:pt x="208978" y="1524"/>
                </a:lnTo>
                <a:lnTo>
                  <a:pt x="215074" y="0"/>
                </a:lnTo>
                <a:lnTo>
                  <a:pt x="225742" y="0"/>
                </a:lnTo>
                <a:lnTo>
                  <a:pt x="234615" y="309"/>
                </a:lnTo>
                <a:lnTo>
                  <a:pt x="273700" y="18954"/>
                </a:lnTo>
                <a:lnTo>
                  <a:pt x="281898" y="30575"/>
                </a:lnTo>
                <a:lnTo>
                  <a:pt x="218122" y="30575"/>
                </a:lnTo>
                <a:lnTo>
                  <a:pt x="211502" y="31146"/>
                </a:lnTo>
                <a:lnTo>
                  <a:pt x="205168" y="32861"/>
                </a:lnTo>
                <a:lnTo>
                  <a:pt x="198834" y="35718"/>
                </a:lnTo>
                <a:lnTo>
                  <a:pt x="194736" y="38195"/>
                </a:lnTo>
                <a:close/>
              </a:path>
              <a:path w="293369" h="213995">
                <a:moveTo>
                  <a:pt x="35052" y="210597"/>
                </a:moveTo>
                <a:lnTo>
                  <a:pt x="1524" y="210597"/>
                </a:lnTo>
                <a:lnTo>
                  <a:pt x="1524" y="209073"/>
                </a:lnTo>
                <a:lnTo>
                  <a:pt x="0" y="207549"/>
                </a:lnTo>
                <a:lnTo>
                  <a:pt x="0" y="7619"/>
                </a:lnTo>
                <a:lnTo>
                  <a:pt x="3119" y="4500"/>
                </a:lnTo>
                <a:lnTo>
                  <a:pt x="4572" y="4500"/>
                </a:lnTo>
                <a:lnTo>
                  <a:pt x="4572" y="3048"/>
                </a:lnTo>
                <a:lnTo>
                  <a:pt x="28956" y="3048"/>
                </a:lnTo>
                <a:lnTo>
                  <a:pt x="33528" y="7619"/>
                </a:lnTo>
                <a:lnTo>
                  <a:pt x="33528" y="35147"/>
                </a:lnTo>
                <a:lnTo>
                  <a:pt x="71955" y="35147"/>
                </a:lnTo>
                <a:lnTo>
                  <a:pt x="36576" y="68675"/>
                </a:lnTo>
                <a:lnTo>
                  <a:pt x="36576" y="209073"/>
                </a:lnTo>
                <a:lnTo>
                  <a:pt x="35052" y="209073"/>
                </a:lnTo>
                <a:lnTo>
                  <a:pt x="35052" y="210597"/>
                </a:lnTo>
                <a:close/>
              </a:path>
              <a:path w="293369" h="213995">
                <a:moveTo>
                  <a:pt x="163258" y="210597"/>
                </a:moveTo>
                <a:lnTo>
                  <a:pt x="129635" y="210597"/>
                </a:lnTo>
                <a:lnTo>
                  <a:pt x="129635" y="209073"/>
                </a:lnTo>
                <a:lnTo>
                  <a:pt x="128111" y="207549"/>
                </a:lnTo>
                <a:lnTo>
                  <a:pt x="128111" y="70199"/>
                </a:lnTo>
                <a:lnTo>
                  <a:pt x="126587" y="64103"/>
                </a:lnTo>
                <a:lnTo>
                  <a:pt x="125063" y="56483"/>
                </a:lnTo>
                <a:lnTo>
                  <a:pt x="122015" y="51911"/>
                </a:lnTo>
                <a:lnTo>
                  <a:pt x="118919" y="45743"/>
                </a:lnTo>
                <a:lnTo>
                  <a:pt x="115919" y="41243"/>
                </a:lnTo>
                <a:lnTo>
                  <a:pt x="111347" y="36671"/>
                </a:lnTo>
                <a:lnTo>
                  <a:pt x="106775" y="35147"/>
                </a:lnTo>
                <a:lnTo>
                  <a:pt x="102203" y="32099"/>
                </a:lnTo>
                <a:lnTo>
                  <a:pt x="96107" y="30575"/>
                </a:lnTo>
                <a:lnTo>
                  <a:pt x="154590" y="30575"/>
                </a:lnTo>
                <a:lnTo>
                  <a:pt x="155638" y="32099"/>
                </a:lnTo>
                <a:lnTo>
                  <a:pt x="157162" y="38195"/>
                </a:lnTo>
                <a:lnTo>
                  <a:pt x="194736" y="38195"/>
                </a:lnTo>
                <a:lnTo>
                  <a:pt x="164782" y="68675"/>
                </a:lnTo>
                <a:lnTo>
                  <a:pt x="164782" y="209073"/>
                </a:lnTo>
                <a:lnTo>
                  <a:pt x="163258" y="209073"/>
                </a:lnTo>
                <a:lnTo>
                  <a:pt x="163258" y="210597"/>
                </a:lnTo>
                <a:close/>
              </a:path>
              <a:path w="293369" h="213995">
                <a:moveTo>
                  <a:pt x="292893" y="209073"/>
                </a:moveTo>
                <a:lnTo>
                  <a:pt x="256317" y="209073"/>
                </a:lnTo>
                <a:lnTo>
                  <a:pt x="256317" y="70199"/>
                </a:lnTo>
                <a:lnTo>
                  <a:pt x="254793" y="64103"/>
                </a:lnTo>
                <a:lnTo>
                  <a:pt x="253269" y="56483"/>
                </a:lnTo>
                <a:lnTo>
                  <a:pt x="250221" y="51911"/>
                </a:lnTo>
                <a:lnTo>
                  <a:pt x="247126" y="45743"/>
                </a:lnTo>
                <a:lnTo>
                  <a:pt x="244125" y="41243"/>
                </a:lnTo>
                <a:lnTo>
                  <a:pt x="239458" y="36671"/>
                </a:lnTo>
                <a:lnTo>
                  <a:pt x="234886" y="35147"/>
                </a:lnTo>
                <a:lnTo>
                  <a:pt x="230314" y="32099"/>
                </a:lnTo>
                <a:lnTo>
                  <a:pt x="224218" y="30575"/>
                </a:lnTo>
                <a:lnTo>
                  <a:pt x="281898" y="30575"/>
                </a:lnTo>
                <a:lnTo>
                  <a:pt x="292631" y="73532"/>
                </a:lnTo>
                <a:lnTo>
                  <a:pt x="292893" y="82391"/>
                </a:lnTo>
                <a:lnTo>
                  <a:pt x="292893" y="209073"/>
                </a:lnTo>
                <a:close/>
              </a:path>
              <a:path w="293369" h="213995">
                <a:moveTo>
                  <a:pt x="291369" y="210597"/>
                </a:moveTo>
                <a:lnTo>
                  <a:pt x="257841" y="210597"/>
                </a:lnTo>
                <a:lnTo>
                  <a:pt x="257841" y="209073"/>
                </a:lnTo>
                <a:lnTo>
                  <a:pt x="291369" y="209073"/>
                </a:lnTo>
                <a:lnTo>
                  <a:pt x="291369" y="210597"/>
                </a:lnTo>
                <a:close/>
              </a:path>
              <a:path w="293369" h="213995">
                <a:moveTo>
                  <a:pt x="33528" y="212121"/>
                </a:moveTo>
                <a:lnTo>
                  <a:pt x="4572" y="212121"/>
                </a:lnTo>
                <a:lnTo>
                  <a:pt x="3048" y="210597"/>
                </a:lnTo>
                <a:lnTo>
                  <a:pt x="33528" y="210597"/>
                </a:lnTo>
                <a:lnTo>
                  <a:pt x="33528" y="212121"/>
                </a:lnTo>
                <a:close/>
              </a:path>
              <a:path w="293369" h="213995">
                <a:moveTo>
                  <a:pt x="160210" y="212121"/>
                </a:moveTo>
                <a:lnTo>
                  <a:pt x="132683" y="212121"/>
                </a:lnTo>
                <a:lnTo>
                  <a:pt x="131159" y="210597"/>
                </a:lnTo>
                <a:lnTo>
                  <a:pt x="161734" y="210597"/>
                </a:lnTo>
                <a:lnTo>
                  <a:pt x="160210" y="212121"/>
                </a:lnTo>
                <a:close/>
              </a:path>
              <a:path w="293369" h="213995">
                <a:moveTo>
                  <a:pt x="289845" y="212121"/>
                </a:moveTo>
                <a:lnTo>
                  <a:pt x="260889" y="212121"/>
                </a:lnTo>
                <a:lnTo>
                  <a:pt x="259365" y="210597"/>
                </a:lnTo>
                <a:lnTo>
                  <a:pt x="289845" y="210597"/>
                </a:lnTo>
                <a:lnTo>
                  <a:pt x="289845" y="212121"/>
                </a:lnTo>
                <a:close/>
              </a:path>
              <a:path w="293369" h="213995">
                <a:moveTo>
                  <a:pt x="24383" y="213645"/>
                </a:moveTo>
                <a:lnTo>
                  <a:pt x="12192" y="213645"/>
                </a:lnTo>
                <a:lnTo>
                  <a:pt x="9143" y="212121"/>
                </a:lnTo>
                <a:lnTo>
                  <a:pt x="27431" y="212121"/>
                </a:lnTo>
                <a:lnTo>
                  <a:pt x="24383" y="213645"/>
                </a:lnTo>
                <a:close/>
              </a:path>
              <a:path w="293369" h="213995">
                <a:moveTo>
                  <a:pt x="152495" y="213645"/>
                </a:moveTo>
                <a:lnTo>
                  <a:pt x="140303" y="213645"/>
                </a:lnTo>
                <a:lnTo>
                  <a:pt x="137255" y="212121"/>
                </a:lnTo>
                <a:lnTo>
                  <a:pt x="155638" y="212121"/>
                </a:lnTo>
                <a:lnTo>
                  <a:pt x="152495" y="213645"/>
                </a:lnTo>
                <a:close/>
              </a:path>
              <a:path w="293369" h="213995">
                <a:moveTo>
                  <a:pt x="280701" y="213645"/>
                </a:moveTo>
                <a:lnTo>
                  <a:pt x="268509" y="213645"/>
                </a:lnTo>
                <a:lnTo>
                  <a:pt x="265461" y="212121"/>
                </a:lnTo>
                <a:lnTo>
                  <a:pt x="283749" y="212121"/>
                </a:lnTo>
                <a:lnTo>
                  <a:pt x="280701" y="213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15838" y="4070127"/>
            <a:ext cx="181610" cy="291465"/>
          </a:xfrm>
          <a:custGeom>
            <a:avLst/>
            <a:gdLst/>
            <a:ahLst/>
            <a:cxnLst/>
            <a:rect l="l" t="t" r="r" b="b"/>
            <a:pathLst>
              <a:path w="181610" h="291464">
                <a:moveTo>
                  <a:pt x="74009" y="35147"/>
                </a:moveTo>
                <a:lnTo>
                  <a:pt x="32003" y="35147"/>
                </a:lnTo>
                <a:lnTo>
                  <a:pt x="38099" y="29051"/>
                </a:lnTo>
                <a:lnTo>
                  <a:pt x="44195" y="24384"/>
                </a:lnTo>
                <a:lnTo>
                  <a:pt x="48767" y="19812"/>
                </a:lnTo>
                <a:lnTo>
                  <a:pt x="54863" y="15240"/>
                </a:lnTo>
                <a:lnTo>
                  <a:pt x="61055" y="12192"/>
                </a:lnTo>
                <a:lnTo>
                  <a:pt x="65627" y="9144"/>
                </a:lnTo>
                <a:lnTo>
                  <a:pt x="77819" y="3048"/>
                </a:lnTo>
                <a:lnTo>
                  <a:pt x="90011" y="0"/>
                </a:lnTo>
                <a:lnTo>
                  <a:pt x="102203" y="0"/>
                </a:lnTo>
                <a:lnTo>
                  <a:pt x="145644" y="12479"/>
                </a:lnTo>
                <a:lnTo>
                  <a:pt x="163258" y="30575"/>
                </a:lnTo>
                <a:lnTo>
                  <a:pt x="85439" y="30575"/>
                </a:lnTo>
                <a:lnTo>
                  <a:pt x="76295" y="33623"/>
                </a:lnTo>
                <a:lnTo>
                  <a:pt x="74009" y="35147"/>
                </a:lnTo>
                <a:close/>
              </a:path>
              <a:path w="181610" h="291464">
                <a:moveTo>
                  <a:pt x="28955" y="4572"/>
                </a:moveTo>
                <a:lnTo>
                  <a:pt x="3047" y="4572"/>
                </a:lnTo>
                <a:lnTo>
                  <a:pt x="4571" y="3048"/>
                </a:lnTo>
                <a:lnTo>
                  <a:pt x="27431" y="3048"/>
                </a:lnTo>
                <a:lnTo>
                  <a:pt x="28955" y="4572"/>
                </a:lnTo>
                <a:close/>
              </a:path>
              <a:path w="181610" h="291464">
                <a:moveTo>
                  <a:pt x="36575" y="286892"/>
                </a:moveTo>
                <a:lnTo>
                  <a:pt x="0" y="286892"/>
                </a:lnTo>
                <a:lnTo>
                  <a:pt x="0" y="7620"/>
                </a:lnTo>
                <a:lnTo>
                  <a:pt x="1523" y="6096"/>
                </a:lnTo>
                <a:lnTo>
                  <a:pt x="1523" y="4572"/>
                </a:lnTo>
                <a:lnTo>
                  <a:pt x="30479" y="4572"/>
                </a:lnTo>
                <a:lnTo>
                  <a:pt x="30479" y="6096"/>
                </a:lnTo>
                <a:lnTo>
                  <a:pt x="32003" y="7620"/>
                </a:lnTo>
                <a:lnTo>
                  <a:pt x="32003" y="35147"/>
                </a:lnTo>
                <a:lnTo>
                  <a:pt x="74009" y="35147"/>
                </a:lnTo>
                <a:lnTo>
                  <a:pt x="58007" y="45815"/>
                </a:lnTo>
                <a:lnTo>
                  <a:pt x="51815" y="50387"/>
                </a:lnTo>
                <a:lnTo>
                  <a:pt x="42671" y="62579"/>
                </a:lnTo>
                <a:lnTo>
                  <a:pt x="36575" y="68675"/>
                </a:lnTo>
                <a:lnTo>
                  <a:pt x="36575" y="148018"/>
                </a:lnTo>
                <a:lnTo>
                  <a:pt x="43435" y="156605"/>
                </a:lnTo>
                <a:lnTo>
                  <a:pt x="78009" y="182403"/>
                </a:lnTo>
                <a:lnTo>
                  <a:pt x="93059" y="184689"/>
                </a:lnTo>
                <a:lnTo>
                  <a:pt x="161141" y="184689"/>
                </a:lnTo>
                <a:lnTo>
                  <a:pt x="160210" y="186213"/>
                </a:lnTo>
                <a:lnTo>
                  <a:pt x="36575" y="186213"/>
                </a:lnTo>
                <a:lnTo>
                  <a:pt x="36575" y="286892"/>
                </a:lnTo>
                <a:close/>
              </a:path>
              <a:path w="181610" h="291464">
                <a:moveTo>
                  <a:pt x="161141" y="184689"/>
                </a:moveTo>
                <a:lnTo>
                  <a:pt x="102203" y="184689"/>
                </a:lnTo>
                <a:lnTo>
                  <a:pt x="109823" y="183165"/>
                </a:lnTo>
                <a:lnTo>
                  <a:pt x="122015" y="174021"/>
                </a:lnTo>
                <a:lnTo>
                  <a:pt x="128111" y="167925"/>
                </a:lnTo>
                <a:lnTo>
                  <a:pt x="131159" y="160210"/>
                </a:lnTo>
                <a:lnTo>
                  <a:pt x="134302" y="155114"/>
                </a:lnTo>
                <a:lnTo>
                  <a:pt x="143089" y="115252"/>
                </a:lnTo>
                <a:lnTo>
                  <a:pt x="143351" y="108394"/>
                </a:lnTo>
                <a:lnTo>
                  <a:pt x="143327" y="101283"/>
                </a:lnTo>
                <a:lnTo>
                  <a:pt x="135826" y="60698"/>
                </a:lnTo>
                <a:lnTo>
                  <a:pt x="132683" y="54959"/>
                </a:lnTo>
                <a:lnTo>
                  <a:pt x="129635" y="47339"/>
                </a:lnTo>
                <a:lnTo>
                  <a:pt x="125063" y="41243"/>
                </a:lnTo>
                <a:lnTo>
                  <a:pt x="118967" y="36671"/>
                </a:lnTo>
                <a:lnTo>
                  <a:pt x="111347" y="32099"/>
                </a:lnTo>
                <a:lnTo>
                  <a:pt x="103727" y="30575"/>
                </a:lnTo>
                <a:lnTo>
                  <a:pt x="163258" y="30575"/>
                </a:lnTo>
                <a:lnTo>
                  <a:pt x="178974" y="73534"/>
                </a:lnTo>
                <a:lnTo>
                  <a:pt x="181469" y="108394"/>
                </a:lnTo>
                <a:lnTo>
                  <a:pt x="181296" y="115252"/>
                </a:lnTo>
                <a:lnTo>
                  <a:pt x="181236" y="117633"/>
                </a:lnTo>
                <a:lnTo>
                  <a:pt x="180246" y="128968"/>
                </a:lnTo>
                <a:lnTo>
                  <a:pt x="180212" y="129349"/>
                </a:lnTo>
                <a:lnTo>
                  <a:pt x="178331" y="140493"/>
                </a:lnTo>
                <a:lnTo>
                  <a:pt x="175450" y="151066"/>
                </a:lnTo>
                <a:lnTo>
                  <a:pt x="172640" y="161099"/>
                </a:lnTo>
                <a:lnTo>
                  <a:pt x="168974" y="170387"/>
                </a:lnTo>
                <a:lnTo>
                  <a:pt x="164734" y="178806"/>
                </a:lnTo>
                <a:lnTo>
                  <a:pt x="161141" y="184689"/>
                </a:lnTo>
                <a:close/>
              </a:path>
              <a:path w="181610" h="291464">
                <a:moveTo>
                  <a:pt x="96107" y="216693"/>
                </a:moveTo>
                <a:lnTo>
                  <a:pt x="90011" y="216693"/>
                </a:lnTo>
                <a:lnTo>
                  <a:pt x="85439" y="215169"/>
                </a:lnTo>
                <a:lnTo>
                  <a:pt x="79343" y="213645"/>
                </a:lnTo>
                <a:lnTo>
                  <a:pt x="74771" y="213645"/>
                </a:lnTo>
                <a:lnTo>
                  <a:pt x="70199" y="210597"/>
                </a:lnTo>
                <a:lnTo>
                  <a:pt x="65627" y="209073"/>
                </a:lnTo>
                <a:lnTo>
                  <a:pt x="61055" y="206025"/>
                </a:lnTo>
                <a:lnTo>
                  <a:pt x="56387" y="202977"/>
                </a:lnTo>
                <a:lnTo>
                  <a:pt x="51815" y="199929"/>
                </a:lnTo>
                <a:lnTo>
                  <a:pt x="47243" y="195357"/>
                </a:lnTo>
                <a:lnTo>
                  <a:pt x="41147" y="190785"/>
                </a:lnTo>
                <a:lnTo>
                  <a:pt x="36575" y="186213"/>
                </a:lnTo>
                <a:lnTo>
                  <a:pt x="160210" y="186213"/>
                </a:lnTo>
                <a:lnTo>
                  <a:pt x="154194" y="192762"/>
                </a:lnTo>
                <a:lnTo>
                  <a:pt x="115538" y="214407"/>
                </a:lnTo>
                <a:lnTo>
                  <a:pt x="106108" y="216122"/>
                </a:lnTo>
                <a:lnTo>
                  <a:pt x="96107" y="216693"/>
                </a:lnTo>
                <a:close/>
              </a:path>
              <a:path w="181610" h="291464">
                <a:moveTo>
                  <a:pt x="33527" y="289940"/>
                </a:moveTo>
                <a:lnTo>
                  <a:pt x="3047" y="289940"/>
                </a:lnTo>
                <a:lnTo>
                  <a:pt x="1523" y="288416"/>
                </a:lnTo>
                <a:lnTo>
                  <a:pt x="1523" y="286892"/>
                </a:lnTo>
                <a:lnTo>
                  <a:pt x="35051" y="286892"/>
                </a:lnTo>
                <a:lnTo>
                  <a:pt x="35051" y="288416"/>
                </a:lnTo>
                <a:lnTo>
                  <a:pt x="33527" y="289940"/>
                </a:lnTo>
                <a:close/>
              </a:path>
              <a:path w="181610" h="291464">
                <a:moveTo>
                  <a:pt x="28955" y="291465"/>
                </a:moveTo>
                <a:lnTo>
                  <a:pt x="7619" y="291465"/>
                </a:lnTo>
                <a:lnTo>
                  <a:pt x="4571" y="289940"/>
                </a:lnTo>
                <a:lnTo>
                  <a:pt x="32003" y="289940"/>
                </a:lnTo>
                <a:lnTo>
                  <a:pt x="28955" y="2914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750820" y="3977068"/>
            <a:ext cx="36830" cy="306705"/>
          </a:xfrm>
          <a:custGeom>
            <a:avLst/>
            <a:gdLst/>
            <a:ahLst/>
            <a:cxnLst/>
            <a:rect l="l" t="t" r="r" b="b"/>
            <a:pathLst>
              <a:path w="36830" h="306704">
                <a:moveTo>
                  <a:pt x="32004" y="1524"/>
                </a:moveTo>
                <a:lnTo>
                  <a:pt x="6096" y="1524"/>
                </a:lnTo>
                <a:lnTo>
                  <a:pt x="7620" y="0"/>
                </a:lnTo>
                <a:lnTo>
                  <a:pt x="30480" y="0"/>
                </a:lnTo>
                <a:lnTo>
                  <a:pt x="32004" y="1524"/>
                </a:lnTo>
                <a:close/>
              </a:path>
              <a:path w="36830" h="306704">
                <a:moveTo>
                  <a:pt x="33528" y="305181"/>
                </a:moveTo>
                <a:lnTo>
                  <a:pt x="4572" y="305181"/>
                </a:lnTo>
                <a:lnTo>
                  <a:pt x="3048" y="303657"/>
                </a:lnTo>
                <a:lnTo>
                  <a:pt x="1524" y="303657"/>
                </a:lnTo>
                <a:lnTo>
                  <a:pt x="1524" y="302133"/>
                </a:lnTo>
                <a:lnTo>
                  <a:pt x="0" y="300609"/>
                </a:lnTo>
                <a:lnTo>
                  <a:pt x="0" y="6096"/>
                </a:lnTo>
                <a:lnTo>
                  <a:pt x="1524" y="4572"/>
                </a:lnTo>
                <a:lnTo>
                  <a:pt x="1524" y="3048"/>
                </a:lnTo>
                <a:lnTo>
                  <a:pt x="3048" y="3048"/>
                </a:lnTo>
                <a:lnTo>
                  <a:pt x="4572" y="1524"/>
                </a:lnTo>
                <a:lnTo>
                  <a:pt x="35052" y="1524"/>
                </a:lnTo>
                <a:lnTo>
                  <a:pt x="35052" y="3048"/>
                </a:lnTo>
                <a:lnTo>
                  <a:pt x="36576" y="4572"/>
                </a:lnTo>
                <a:lnTo>
                  <a:pt x="36576" y="302133"/>
                </a:lnTo>
                <a:lnTo>
                  <a:pt x="33528" y="305181"/>
                </a:lnTo>
                <a:close/>
              </a:path>
              <a:path w="36830" h="306704">
                <a:moveTo>
                  <a:pt x="25908" y="306705"/>
                </a:moveTo>
                <a:lnTo>
                  <a:pt x="12192" y="306705"/>
                </a:lnTo>
                <a:lnTo>
                  <a:pt x="10668" y="305181"/>
                </a:lnTo>
                <a:lnTo>
                  <a:pt x="27432" y="305181"/>
                </a:lnTo>
                <a:lnTo>
                  <a:pt x="25908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39307" y="4070127"/>
            <a:ext cx="181546" cy="216693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3179445" y="3975544"/>
            <a:ext cx="544830" cy="311785"/>
            <a:chOff x="3179445" y="3975544"/>
            <a:chExt cx="544830" cy="311785"/>
          </a:xfrm>
        </p:grpSpPr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79445" y="4070127"/>
              <a:ext cx="116014" cy="21364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18319" y="4070127"/>
              <a:ext cx="180022" cy="21669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3525774" y="3975544"/>
              <a:ext cx="198755" cy="308610"/>
            </a:xfrm>
            <a:custGeom>
              <a:avLst/>
              <a:gdLst/>
              <a:ahLst/>
              <a:cxnLst/>
              <a:rect l="l" t="t" r="r" b="b"/>
              <a:pathLst>
                <a:path w="198754" h="308610">
                  <a:moveTo>
                    <a:pt x="132778" y="13716"/>
                  </a:moveTo>
                  <a:lnTo>
                    <a:pt x="131254" y="12192"/>
                  </a:lnTo>
                  <a:lnTo>
                    <a:pt x="131254" y="9144"/>
                  </a:lnTo>
                  <a:lnTo>
                    <a:pt x="128206" y="6096"/>
                  </a:lnTo>
                  <a:lnTo>
                    <a:pt x="126682" y="6096"/>
                  </a:lnTo>
                  <a:lnTo>
                    <a:pt x="117538" y="1524"/>
                  </a:lnTo>
                  <a:lnTo>
                    <a:pt x="112966" y="1524"/>
                  </a:lnTo>
                  <a:lnTo>
                    <a:pt x="108394" y="0"/>
                  </a:lnTo>
                  <a:lnTo>
                    <a:pt x="97726" y="0"/>
                  </a:lnTo>
                  <a:lnTo>
                    <a:pt x="54952" y="12192"/>
                  </a:lnTo>
                  <a:lnTo>
                    <a:pt x="50380" y="18288"/>
                  </a:lnTo>
                  <a:lnTo>
                    <a:pt x="46329" y="23177"/>
                  </a:lnTo>
                  <a:lnTo>
                    <a:pt x="33909" y="67830"/>
                  </a:lnTo>
                  <a:lnTo>
                    <a:pt x="33616" y="77825"/>
                  </a:lnTo>
                  <a:lnTo>
                    <a:pt x="33616" y="97637"/>
                  </a:lnTo>
                  <a:lnTo>
                    <a:pt x="4572" y="97637"/>
                  </a:lnTo>
                  <a:lnTo>
                    <a:pt x="4572" y="99161"/>
                  </a:lnTo>
                  <a:lnTo>
                    <a:pt x="3048" y="99161"/>
                  </a:lnTo>
                  <a:lnTo>
                    <a:pt x="1524" y="100685"/>
                  </a:lnTo>
                  <a:lnTo>
                    <a:pt x="1524" y="102209"/>
                  </a:lnTo>
                  <a:lnTo>
                    <a:pt x="0" y="102209"/>
                  </a:lnTo>
                  <a:lnTo>
                    <a:pt x="0" y="122110"/>
                  </a:lnTo>
                  <a:lnTo>
                    <a:pt x="1524" y="125158"/>
                  </a:lnTo>
                  <a:lnTo>
                    <a:pt x="4572" y="128206"/>
                  </a:lnTo>
                  <a:lnTo>
                    <a:pt x="33616" y="128206"/>
                  </a:lnTo>
                  <a:lnTo>
                    <a:pt x="33616" y="302133"/>
                  </a:lnTo>
                  <a:lnTo>
                    <a:pt x="35140" y="303657"/>
                  </a:lnTo>
                  <a:lnTo>
                    <a:pt x="35140" y="305181"/>
                  </a:lnTo>
                  <a:lnTo>
                    <a:pt x="36664" y="305181"/>
                  </a:lnTo>
                  <a:lnTo>
                    <a:pt x="38188" y="306705"/>
                  </a:lnTo>
                  <a:lnTo>
                    <a:pt x="44284" y="306705"/>
                  </a:lnTo>
                  <a:lnTo>
                    <a:pt x="45808" y="308229"/>
                  </a:lnTo>
                  <a:lnTo>
                    <a:pt x="59524" y="308229"/>
                  </a:lnTo>
                  <a:lnTo>
                    <a:pt x="61048" y="306705"/>
                  </a:lnTo>
                  <a:lnTo>
                    <a:pt x="67144" y="306705"/>
                  </a:lnTo>
                  <a:lnTo>
                    <a:pt x="70192" y="303657"/>
                  </a:lnTo>
                  <a:lnTo>
                    <a:pt x="70192" y="128206"/>
                  </a:lnTo>
                  <a:lnTo>
                    <a:pt x="117538" y="128206"/>
                  </a:lnTo>
                  <a:lnTo>
                    <a:pt x="120586" y="125158"/>
                  </a:lnTo>
                  <a:lnTo>
                    <a:pt x="120586" y="122110"/>
                  </a:lnTo>
                  <a:lnTo>
                    <a:pt x="122110" y="118973"/>
                  </a:lnTo>
                  <a:lnTo>
                    <a:pt x="122110" y="108305"/>
                  </a:lnTo>
                  <a:lnTo>
                    <a:pt x="120586" y="106781"/>
                  </a:lnTo>
                  <a:lnTo>
                    <a:pt x="120586" y="102209"/>
                  </a:lnTo>
                  <a:lnTo>
                    <a:pt x="119062" y="102209"/>
                  </a:lnTo>
                  <a:lnTo>
                    <a:pt x="119062" y="99161"/>
                  </a:lnTo>
                  <a:lnTo>
                    <a:pt x="116014" y="99161"/>
                  </a:lnTo>
                  <a:lnTo>
                    <a:pt x="116014" y="97637"/>
                  </a:lnTo>
                  <a:lnTo>
                    <a:pt x="70192" y="97637"/>
                  </a:lnTo>
                  <a:lnTo>
                    <a:pt x="70192" y="68681"/>
                  </a:lnTo>
                  <a:lnTo>
                    <a:pt x="71716" y="61061"/>
                  </a:lnTo>
                  <a:lnTo>
                    <a:pt x="71716" y="54965"/>
                  </a:lnTo>
                  <a:lnTo>
                    <a:pt x="73240" y="48768"/>
                  </a:lnTo>
                  <a:lnTo>
                    <a:pt x="74764" y="44196"/>
                  </a:lnTo>
                  <a:lnTo>
                    <a:pt x="77812" y="41148"/>
                  </a:lnTo>
                  <a:lnTo>
                    <a:pt x="79336" y="36576"/>
                  </a:lnTo>
                  <a:lnTo>
                    <a:pt x="82384" y="33528"/>
                  </a:lnTo>
                  <a:lnTo>
                    <a:pt x="86956" y="32004"/>
                  </a:lnTo>
                  <a:lnTo>
                    <a:pt x="90004" y="30480"/>
                  </a:lnTo>
                  <a:lnTo>
                    <a:pt x="109918" y="30480"/>
                  </a:lnTo>
                  <a:lnTo>
                    <a:pt x="112966" y="32004"/>
                  </a:lnTo>
                  <a:lnTo>
                    <a:pt x="116014" y="32004"/>
                  </a:lnTo>
                  <a:lnTo>
                    <a:pt x="119062" y="33528"/>
                  </a:lnTo>
                  <a:lnTo>
                    <a:pt x="120586" y="33528"/>
                  </a:lnTo>
                  <a:lnTo>
                    <a:pt x="122110" y="35052"/>
                  </a:lnTo>
                  <a:lnTo>
                    <a:pt x="123634" y="35052"/>
                  </a:lnTo>
                  <a:lnTo>
                    <a:pt x="125158" y="36576"/>
                  </a:lnTo>
                  <a:lnTo>
                    <a:pt x="129730" y="36576"/>
                  </a:lnTo>
                  <a:lnTo>
                    <a:pt x="129730" y="35052"/>
                  </a:lnTo>
                  <a:lnTo>
                    <a:pt x="131254" y="35052"/>
                  </a:lnTo>
                  <a:lnTo>
                    <a:pt x="131254" y="32004"/>
                  </a:lnTo>
                  <a:lnTo>
                    <a:pt x="132778" y="30480"/>
                  </a:lnTo>
                  <a:lnTo>
                    <a:pt x="132778" y="13716"/>
                  </a:lnTo>
                  <a:close/>
                </a:path>
                <a:path w="198754" h="308610">
                  <a:moveTo>
                    <a:pt x="198399" y="7632"/>
                  </a:moveTo>
                  <a:lnTo>
                    <a:pt x="196875" y="6108"/>
                  </a:lnTo>
                  <a:lnTo>
                    <a:pt x="196875" y="4584"/>
                  </a:lnTo>
                  <a:lnTo>
                    <a:pt x="195351" y="3060"/>
                  </a:lnTo>
                  <a:lnTo>
                    <a:pt x="192303" y="3060"/>
                  </a:lnTo>
                  <a:lnTo>
                    <a:pt x="190677" y="1536"/>
                  </a:lnTo>
                  <a:lnTo>
                    <a:pt x="167817" y="1536"/>
                  </a:lnTo>
                  <a:lnTo>
                    <a:pt x="166293" y="3060"/>
                  </a:lnTo>
                  <a:lnTo>
                    <a:pt x="164769" y="3060"/>
                  </a:lnTo>
                  <a:lnTo>
                    <a:pt x="161721" y="6108"/>
                  </a:lnTo>
                  <a:lnTo>
                    <a:pt x="161721" y="303669"/>
                  </a:lnTo>
                  <a:lnTo>
                    <a:pt x="164769" y="306717"/>
                  </a:lnTo>
                  <a:lnTo>
                    <a:pt x="170865" y="306717"/>
                  </a:lnTo>
                  <a:lnTo>
                    <a:pt x="173913" y="308241"/>
                  </a:lnTo>
                  <a:lnTo>
                    <a:pt x="186105" y="308241"/>
                  </a:lnTo>
                  <a:lnTo>
                    <a:pt x="189153" y="306717"/>
                  </a:lnTo>
                  <a:lnTo>
                    <a:pt x="193827" y="306717"/>
                  </a:lnTo>
                  <a:lnTo>
                    <a:pt x="195351" y="305193"/>
                  </a:lnTo>
                  <a:lnTo>
                    <a:pt x="196875" y="305193"/>
                  </a:lnTo>
                  <a:lnTo>
                    <a:pt x="196875" y="303669"/>
                  </a:lnTo>
                  <a:lnTo>
                    <a:pt x="198399" y="302145"/>
                  </a:lnTo>
                  <a:lnTo>
                    <a:pt x="198399" y="76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3776072" y="4070127"/>
            <a:ext cx="380365" cy="217170"/>
            <a:chOff x="3776072" y="4070127"/>
            <a:chExt cx="380365" cy="217170"/>
          </a:xfrm>
        </p:grpSpPr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76072" y="4070127"/>
              <a:ext cx="181470" cy="21669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980497" y="4073175"/>
              <a:ext cx="175450" cy="210597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284120" y="4019740"/>
            <a:ext cx="993110" cy="341852"/>
          </a:xfrm>
          <a:prstGeom prst="rect">
            <a:avLst/>
          </a:prstGeom>
        </p:spPr>
      </p:pic>
      <p:sp>
        <p:nvSpPr>
          <p:cNvPr id="43" name="object 43"/>
          <p:cNvSpPr/>
          <p:nvPr/>
        </p:nvSpPr>
        <p:spPr>
          <a:xfrm>
            <a:off x="5402389" y="3990797"/>
            <a:ext cx="382905" cy="293370"/>
          </a:xfrm>
          <a:custGeom>
            <a:avLst/>
            <a:gdLst/>
            <a:ahLst/>
            <a:cxnLst/>
            <a:rect l="l" t="t" r="r" b="b"/>
            <a:pathLst>
              <a:path w="382904" h="293370">
                <a:moveTo>
                  <a:pt x="298983" y="86956"/>
                </a:moveTo>
                <a:lnTo>
                  <a:pt x="297459" y="85432"/>
                </a:lnTo>
                <a:lnTo>
                  <a:pt x="297459" y="83908"/>
                </a:lnTo>
                <a:lnTo>
                  <a:pt x="294411" y="83908"/>
                </a:lnTo>
                <a:lnTo>
                  <a:pt x="292887" y="82384"/>
                </a:lnTo>
                <a:lnTo>
                  <a:pt x="268503" y="82384"/>
                </a:lnTo>
                <a:lnTo>
                  <a:pt x="266979" y="83908"/>
                </a:lnTo>
                <a:lnTo>
                  <a:pt x="263931" y="83908"/>
                </a:lnTo>
                <a:lnTo>
                  <a:pt x="263931" y="85432"/>
                </a:lnTo>
                <a:lnTo>
                  <a:pt x="262407" y="86956"/>
                </a:lnTo>
                <a:lnTo>
                  <a:pt x="262407" y="88480"/>
                </a:lnTo>
                <a:lnTo>
                  <a:pt x="215074" y="251828"/>
                </a:lnTo>
                <a:lnTo>
                  <a:pt x="182841" y="140385"/>
                </a:lnTo>
                <a:lnTo>
                  <a:pt x="167830" y="88480"/>
                </a:lnTo>
                <a:lnTo>
                  <a:pt x="166306" y="86956"/>
                </a:lnTo>
                <a:lnTo>
                  <a:pt x="166306" y="85432"/>
                </a:lnTo>
                <a:lnTo>
                  <a:pt x="164782" y="83908"/>
                </a:lnTo>
                <a:lnTo>
                  <a:pt x="163258" y="83908"/>
                </a:lnTo>
                <a:lnTo>
                  <a:pt x="161734" y="82384"/>
                </a:lnTo>
                <a:lnTo>
                  <a:pt x="135724" y="82384"/>
                </a:lnTo>
                <a:lnTo>
                  <a:pt x="134200" y="83908"/>
                </a:lnTo>
                <a:lnTo>
                  <a:pt x="132676" y="83908"/>
                </a:lnTo>
                <a:lnTo>
                  <a:pt x="132676" y="85432"/>
                </a:lnTo>
                <a:lnTo>
                  <a:pt x="131152" y="86956"/>
                </a:lnTo>
                <a:lnTo>
                  <a:pt x="131152" y="88480"/>
                </a:lnTo>
                <a:lnTo>
                  <a:pt x="86956" y="251828"/>
                </a:lnTo>
                <a:lnTo>
                  <a:pt x="86956" y="253352"/>
                </a:lnTo>
                <a:lnTo>
                  <a:pt x="85432" y="251828"/>
                </a:lnTo>
                <a:lnTo>
                  <a:pt x="38100" y="88480"/>
                </a:lnTo>
                <a:lnTo>
                  <a:pt x="38100" y="86956"/>
                </a:lnTo>
                <a:lnTo>
                  <a:pt x="36576" y="85432"/>
                </a:lnTo>
                <a:lnTo>
                  <a:pt x="36576" y="83908"/>
                </a:lnTo>
                <a:lnTo>
                  <a:pt x="33528" y="83908"/>
                </a:lnTo>
                <a:lnTo>
                  <a:pt x="33528" y="82384"/>
                </a:lnTo>
                <a:lnTo>
                  <a:pt x="4572" y="82384"/>
                </a:lnTo>
                <a:lnTo>
                  <a:pt x="3048" y="83908"/>
                </a:lnTo>
                <a:lnTo>
                  <a:pt x="1524" y="83908"/>
                </a:lnTo>
                <a:lnTo>
                  <a:pt x="1524" y="85432"/>
                </a:lnTo>
                <a:lnTo>
                  <a:pt x="0" y="86956"/>
                </a:lnTo>
                <a:lnTo>
                  <a:pt x="0" y="90004"/>
                </a:lnTo>
                <a:lnTo>
                  <a:pt x="1524" y="90004"/>
                </a:lnTo>
                <a:lnTo>
                  <a:pt x="1524" y="94576"/>
                </a:lnTo>
                <a:lnTo>
                  <a:pt x="3048" y="97624"/>
                </a:lnTo>
                <a:lnTo>
                  <a:pt x="61048" y="285356"/>
                </a:lnTo>
                <a:lnTo>
                  <a:pt x="61048" y="286880"/>
                </a:lnTo>
                <a:lnTo>
                  <a:pt x="62572" y="288404"/>
                </a:lnTo>
                <a:lnTo>
                  <a:pt x="62572" y="289928"/>
                </a:lnTo>
                <a:lnTo>
                  <a:pt x="64096" y="289928"/>
                </a:lnTo>
                <a:lnTo>
                  <a:pt x="65620" y="291452"/>
                </a:lnTo>
                <a:lnTo>
                  <a:pt x="73240" y="291452"/>
                </a:lnTo>
                <a:lnTo>
                  <a:pt x="76288" y="292976"/>
                </a:lnTo>
                <a:lnTo>
                  <a:pt x="93052" y="292976"/>
                </a:lnTo>
                <a:lnTo>
                  <a:pt x="96100" y="291452"/>
                </a:lnTo>
                <a:lnTo>
                  <a:pt x="102196" y="291452"/>
                </a:lnTo>
                <a:lnTo>
                  <a:pt x="105244" y="289928"/>
                </a:lnTo>
                <a:lnTo>
                  <a:pt x="106768" y="289928"/>
                </a:lnTo>
                <a:lnTo>
                  <a:pt x="106768" y="288404"/>
                </a:lnTo>
                <a:lnTo>
                  <a:pt x="109816" y="285356"/>
                </a:lnTo>
                <a:lnTo>
                  <a:pt x="118338" y="253352"/>
                </a:lnTo>
                <a:lnTo>
                  <a:pt x="148018" y="141909"/>
                </a:lnTo>
                <a:lnTo>
                  <a:pt x="189166" y="285356"/>
                </a:lnTo>
                <a:lnTo>
                  <a:pt x="192214" y="288404"/>
                </a:lnTo>
                <a:lnTo>
                  <a:pt x="192214" y="289928"/>
                </a:lnTo>
                <a:lnTo>
                  <a:pt x="193738" y="289928"/>
                </a:lnTo>
                <a:lnTo>
                  <a:pt x="195262" y="291452"/>
                </a:lnTo>
                <a:lnTo>
                  <a:pt x="202882" y="291452"/>
                </a:lnTo>
                <a:lnTo>
                  <a:pt x="205930" y="292976"/>
                </a:lnTo>
                <a:lnTo>
                  <a:pt x="222694" y="292976"/>
                </a:lnTo>
                <a:lnTo>
                  <a:pt x="225831" y="291452"/>
                </a:lnTo>
                <a:lnTo>
                  <a:pt x="231927" y="291452"/>
                </a:lnTo>
                <a:lnTo>
                  <a:pt x="233451" y="289928"/>
                </a:lnTo>
                <a:lnTo>
                  <a:pt x="234975" y="289928"/>
                </a:lnTo>
                <a:lnTo>
                  <a:pt x="236499" y="288404"/>
                </a:lnTo>
                <a:lnTo>
                  <a:pt x="236499" y="286880"/>
                </a:lnTo>
                <a:lnTo>
                  <a:pt x="238023" y="286880"/>
                </a:lnTo>
                <a:lnTo>
                  <a:pt x="238023" y="285356"/>
                </a:lnTo>
                <a:lnTo>
                  <a:pt x="247891" y="253352"/>
                </a:lnTo>
                <a:lnTo>
                  <a:pt x="295935" y="97624"/>
                </a:lnTo>
                <a:lnTo>
                  <a:pt x="297459" y="94576"/>
                </a:lnTo>
                <a:lnTo>
                  <a:pt x="297459" y="90004"/>
                </a:lnTo>
                <a:lnTo>
                  <a:pt x="298983" y="88480"/>
                </a:lnTo>
                <a:lnTo>
                  <a:pt x="298983" y="86956"/>
                </a:lnTo>
                <a:close/>
              </a:path>
              <a:path w="382904" h="293370">
                <a:moveTo>
                  <a:pt x="379844" y="86956"/>
                </a:moveTo>
                <a:lnTo>
                  <a:pt x="378320" y="86956"/>
                </a:lnTo>
                <a:lnTo>
                  <a:pt x="378320" y="85432"/>
                </a:lnTo>
                <a:lnTo>
                  <a:pt x="376796" y="83908"/>
                </a:lnTo>
                <a:lnTo>
                  <a:pt x="375272" y="83908"/>
                </a:lnTo>
                <a:lnTo>
                  <a:pt x="373748" y="82384"/>
                </a:lnTo>
                <a:lnTo>
                  <a:pt x="347840" y="82384"/>
                </a:lnTo>
                <a:lnTo>
                  <a:pt x="346316" y="83908"/>
                </a:lnTo>
                <a:lnTo>
                  <a:pt x="344792" y="83908"/>
                </a:lnTo>
                <a:lnTo>
                  <a:pt x="344792" y="85432"/>
                </a:lnTo>
                <a:lnTo>
                  <a:pt x="343268" y="86956"/>
                </a:lnTo>
                <a:lnTo>
                  <a:pt x="343268" y="288417"/>
                </a:lnTo>
                <a:lnTo>
                  <a:pt x="344792" y="288417"/>
                </a:lnTo>
                <a:lnTo>
                  <a:pt x="344792" y="289941"/>
                </a:lnTo>
                <a:lnTo>
                  <a:pt x="346316" y="289941"/>
                </a:lnTo>
                <a:lnTo>
                  <a:pt x="346316" y="291465"/>
                </a:lnTo>
                <a:lnTo>
                  <a:pt x="352412" y="291465"/>
                </a:lnTo>
                <a:lnTo>
                  <a:pt x="355460" y="292989"/>
                </a:lnTo>
                <a:lnTo>
                  <a:pt x="367652" y="292989"/>
                </a:lnTo>
                <a:lnTo>
                  <a:pt x="370700" y="291465"/>
                </a:lnTo>
                <a:lnTo>
                  <a:pt x="375272" y="291465"/>
                </a:lnTo>
                <a:lnTo>
                  <a:pt x="376796" y="289941"/>
                </a:lnTo>
                <a:lnTo>
                  <a:pt x="378320" y="289941"/>
                </a:lnTo>
                <a:lnTo>
                  <a:pt x="378320" y="288417"/>
                </a:lnTo>
                <a:lnTo>
                  <a:pt x="379844" y="288417"/>
                </a:lnTo>
                <a:lnTo>
                  <a:pt x="379844" y="86956"/>
                </a:lnTo>
                <a:close/>
              </a:path>
              <a:path w="382904" h="293370">
                <a:moveTo>
                  <a:pt x="382892" y="13716"/>
                </a:moveTo>
                <a:lnTo>
                  <a:pt x="381368" y="7620"/>
                </a:lnTo>
                <a:lnTo>
                  <a:pt x="375272" y="1524"/>
                </a:lnTo>
                <a:lnTo>
                  <a:pt x="369176" y="0"/>
                </a:lnTo>
                <a:lnTo>
                  <a:pt x="352412" y="0"/>
                </a:lnTo>
                <a:lnTo>
                  <a:pt x="346316" y="1524"/>
                </a:lnTo>
                <a:lnTo>
                  <a:pt x="340220" y="7620"/>
                </a:lnTo>
                <a:lnTo>
                  <a:pt x="338696" y="13716"/>
                </a:lnTo>
                <a:lnTo>
                  <a:pt x="338696" y="30480"/>
                </a:lnTo>
                <a:lnTo>
                  <a:pt x="340220" y="36576"/>
                </a:lnTo>
                <a:lnTo>
                  <a:pt x="343268" y="39712"/>
                </a:lnTo>
                <a:lnTo>
                  <a:pt x="346316" y="42760"/>
                </a:lnTo>
                <a:lnTo>
                  <a:pt x="352412" y="44284"/>
                </a:lnTo>
                <a:lnTo>
                  <a:pt x="369176" y="44284"/>
                </a:lnTo>
                <a:lnTo>
                  <a:pt x="375272" y="42760"/>
                </a:lnTo>
                <a:lnTo>
                  <a:pt x="378320" y="39712"/>
                </a:lnTo>
                <a:lnTo>
                  <a:pt x="381368" y="36576"/>
                </a:lnTo>
                <a:lnTo>
                  <a:pt x="382892" y="30480"/>
                </a:lnTo>
                <a:lnTo>
                  <a:pt x="382892" y="137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849397" y="3977068"/>
            <a:ext cx="35560" cy="306705"/>
          </a:xfrm>
          <a:custGeom>
            <a:avLst/>
            <a:gdLst/>
            <a:ahLst/>
            <a:cxnLst/>
            <a:rect l="l" t="t" r="r" b="b"/>
            <a:pathLst>
              <a:path w="35560" h="306704">
                <a:moveTo>
                  <a:pt x="30480" y="1524"/>
                </a:moveTo>
                <a:lnTo>
                  <a:pt x="4572" y="1524"/>
                </a:lnTo>
                <a:lnTo>
                  <a:pt x="6096" y="0"/>
                </a:lnTo>
                <a:lnTo>
                  <a:pt x="28956" y="0"/>
                </a:lnTo>
                <a:lnTo>
                  <a:pt x="30480" y="1524"/>
                </a:lnTo>
                <a:close/>
              </a:path>
              <a:path w="35560" h="306704">
                <a:moveTo>
                  <a:pt x="32004" y="305181"/>
                </a:moveTo>
                <a:lnTo>
                  <a:pt x="3048" y="305181"/>
                </a:lnTo>
                <a:lnTo>
                  <a:pt x="1524" y="303657"/>
                </a:lnTo>
                <a:lnTo>
                  <a:pt x="0" y="303657"/>
                </a:lnTo>
                <a:lnTo>
                  <a:pt x="0" y="3048"/>
                </a:lnTo>
                <a:lnTo>
                  <a:pt x="1524" y="3048"/>
                </a:lnTo>
                <a:lnTo>
                  <a:pt x="3048" y="1524"/>
                </a:lnTo>
                <a:lnTo>
                  <a:pt x="33528" y="1524"/>
                </a:lnTo>
                <a:lnTo>
                  <a:pt x="33528" y="3048"/>
                </a:lnTo>
                <a:lnTo>
                  <a:pt x="35052" y="4572"/>
                </a:lnTo>
                <a:lnTo>
                  <a:pt x="35052" y="302133"/>
                </a:lnTo>
                <a:lnTo>
                  <a:pt x="32004" y="305181"/>
                </a:lnTo>
                <a:close/>
              </a:path>
              <a:path w="35560" h="306704">
                <a:moveTo>
                  <a:pt x="24384" y="306705"/>
                </a:moveTo>
                <a:lnTo>
                  <a:pt x="10668" y="306705"/>
                </a:lnTo>
                <a:lnTo>
                  <a:pt x="9144" y="305181"/>
                </a:lnTo>
                <a:lnTo>
                  <a:pt x="25908" y="305181"/>
                </a:lnTo>
                <a:lnTo>
                  <a:pt x="24384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951696" y="3977068"/>
            <a:ext cx="36830" cy="306705"/>
          </a:xfrm>
          <a:custGeom>
            <a:avLst/>
            <a:gdLst/>
            <a:ahLst/>
            <a:cxnLst/>
            <a:rect l="l" t="t" r="r" b="b"/>
            <a:pathLst>
              <a:path w="36829" h="306704">
                <a:moveTo>
                  <a:pt x="35052" y="4572"/>
                </a:moveTo>
                <a:lnTo>
                  <a:pt x="1524" y="4572"/>
                </a:lnTo>
                <a:lnTo>
                  <a:pt x="1524" y="3048"/>
                </a:lnTo>
                <a:lnTo>
                  <a:pt x="3048" y="3048"/>
                </a:lnTo>
                <a:lnTo>
                  <a:pt x="4572" y="1524"/>
                </a:lnTo>
                <a:lnTo>
                  <a:pt x="7620" y="0"/>
                </a:lnTo>
                <a:lnTo>
                  <a:pt x="28956" y="0"/>
                </a:lnTo>
                <a:lnTo>
                  <a:pt x="32004" y="1524"/>
                </a:lnTo>
                <a:lnTo>
                  <a:pt x="33528" y="1524"/>
                </a:lnTo>
                <a:lnTo>
                  <a:pt x="35052" y="3048"/>
                </a:lnTo>
                <a:lnTo>
                  <a:pt x="35052" y="4572"/>
                </a:lnTo>
                <a:close/>
              </a:path>
              <a:path w="36829" h="306704">
                <a:moveTo>
                  <a:pt x="36576" y="302133"/>
                </a:moveTo>
                <a:lnTo>
                  <a:pt x="0" y="302133"/>
                </a:lnTo>
                <a:lnTo>
                  <a:pt x="0" y="4572"/>
                </a:lnTo>
                <a:lnTo>
                  <a:pt x="36576" y="4572"/>
                </a:lnTo>
                <a:lnTo>
                  <a:pt x="36576" y="302133"/>
                </a:lnTo>
                <a:close/>
              </a:path>
              <a:path w="36829" h="306704">
                <a:moveTo>
                  <a:pt x="35052" y="303657"/>
                </a:moveTo>
                <a:lnTo>
                  <a:pt x="1524" y="303657"/>
                </a:lnTo>
                <a:lnTo>
                  <a:pt x="1524" y="302133"/>
                </a:lnTo>
                <a:lnTo>
                  <a:pt x="35052" y="302133"/>
                </a:lnTo>
                <a:lnTo>
                  <a:pt x="35052" y="303657"/>
                </a:lnTo>
                <a:close/>
              </a:path>
              <a:path w="36829" h="306704">
                <a:moveTo>
                  <a:pt x="32004" y="305181"/>
                </a:moveTo>
                <a:lnTo>
                  <a:pt x="4572" y="305181"/>
                </a:lnTo>
                <a:lnTo>
                  <a:pt x="3048" y="303657"/>
                </a:lnTo>
                <a:lnTo>
                  <a:pt x="33528" y="303657"/>
                </a:lnTo>
                <a:lnTo>
                  <a:pt x="32004" y="305181"/>
                </a:lnTo>
                <a:close/>
              </a:path>
              <a:path w="36829" h="306704">
                <a:moveTo>
                  <a:pt x="24384" y="306705"/>
                </a:moveTo>
                <a:lnTo>
                  <a:pt x="12192" y="306705"/>
                </a:lnTo>
                <a:lnTo>
                  <a:pt x="9144" y="305181"/>
                </a:lnTo>
                <a:lnTo>
                  <a:pt x="27432" y="305181"/>
                </a:lnTo>
                <a:lnTo>
                  <a:pt x="24384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6" name="object 46"/>
          <p:cNvGrpSpPr/>
          <p:nvPr/>
        </p:nvGrpSpPr>
        <p:grpSpPr>
          <a:xfrm>
            <a:off x="6134671" y="4070127"/>
            <a:ext cx="521970" cy="217170"/>
            <a:chOff x="6134671" y="4070127"/>
            <a:chExt cx="521970" cy="217170"/>
          </a:xfrm>
        </p:grpSpPr>
        <p:sp>
          <p:nvSpPr>
            <p:cNvPr id="47" name="object 47"/>
            <p:cNvSpPr/>
            <p:nvPr/>
          </p:nvSpPr>
          <p:spPr>
            <a:xfrm>
              <a:off x="6134671" y="4073175"/>
              <a:ext cx="297815" cy="210820"/>
            </a:xfrm>
            <a:custGeom>
              <a:avLst/>
              <a:gdLst/>
              <a:ahLst/>
              <a:cxnLst/>
              <a:rect l="l" t="t" r="r" b="b"/>
              <a:pathLst>
                <a:path w="297814" h="210820">
                  <a:moveTo>
                    <a:pt x="108394" y="204501"/>
                  </a:moveTo>
                  <a:lnTo>
                    <a:pt x="59531" y="204501"/>
                  </a:lnTo>
                  <a:lnTo>
                    <a:pt x="59531" y="202977"/>
                  </a:lnTo>
                  <a:lnTo>
                    <a:pt x="1524" y="15240"/>
                  </a:lnTo>
                  <a:lnTo>
                    <a:pt x="1524" y="12192"/>
                  </a:lnTo>
                  <a:lnTo>
                    <a:pt x="0" y="10668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32099" y="0"/>
                  </a:lnTo>
                  <a:lnTo>
                    <a:pt x="33623" y="1524"/>
                  </a:lnTo>
                  <a:lnTo>
                    <a:pt x="35147" y="1524"/>
                  </a:lnTo>
                  <a:lnTo>
                    <a:pt x="36671" y="3048"/>
                  </a:lnTo>
                  <a:lnTo>
                    <a:pt x="36671" y="4572"/>
                  </a:lnTo>
                  <a:lnTo>
                    <a:pt x="38195" y="6096"/>
                  </a:lnTo>
                  <a:lnTo>
                    <a:pt x="85439" y="169449"/>
                  </a:lnTo>
                  <a:lnTo>
                    <a:pt x="85439" y="170973"/>
                  </a:lnTo>
                  <a:lnTo>
                    <a:pt x="116894" y="170973"/>
                  </a:lnTo>
                  <a:lnTo>
                    <a:pt x="108394" y="202977"/>
                  </a:lnTo>
                  <a:lnTo>
                    <a:pt x="108394" y="204501"/>
                  </a:lnTo>
                  <a:close/>
                </a:path>
                <a:path w="297814" h="210820">
                  <a:moveTo>
                    <a:pt x="161734" y="1524"/>
                  </a:moveTo>
                  <a:lnTo>
                    <a:pt x="134302" y="1524"/>
                  </a:lnTo>
                  <a:lnTo>
                    <a:pt x="135826" y="0"/>
                  </a:lnTo>
                  <a:lnTo>
                    <a:pt x="161734" y="0"/>
                  </a:lnTo>
                  <a:lnTo>
                    <a:pt x="161734" y="1524"/>
                  </a:lnTo>
                  <a:close/>
                </a:path>
                <a:path w="297814" h="210820">
                  <a:moveTo>
                    <a:pt x="294513" y="1524"/>
                  </a:moveTo>
                  <a:lnTo>
                    <a:pt x="265461" y="1524"/>
                  </a:lnTo>
                  <a:lnTo>
                    <a:pt x="266985" y="0"/>
                  </a:lnTo>
                  <a:lnTo>
                    <a:pt x="292989" y="0"/>
                  </a:lnTo>
                  <a:lnTo>
                    <a:pt x="294513" y="1524"/>
                  </a:lnTo>
                  <a:close/>
                </a:path>
                <a:path w="297814" h="210820">
                  <a:moveTo>
                    <a:pt x="116894" y="170973"/>
                  </a:moveTo>
                  <a:lnTo>
                    <a:pt x="85439" y="170973"/>
                  </a:lnTo>
                  <a:lnTo>
                    <a:pt x="85439" y="169449"/>
                  </a:lnTo>
                  <a:lnTo>
                    <a:pt x="129730" y="6096"/>
                  </a:lnTo>
                  <a:lnTo>
                    <a:pt x="129730" y="4572"/>
                  </a:lnTo>
                  <a:lnTo>
                    <a:pt x="131254" y="3048"/>
                  </a:lnTo>
                  <a:lnTo>
                    <a:pt x="131254" y="1524"/>
                  </a:lnTo>
                  <a:lnTo>
                    <a:pt x="164782" y="1524"/>
                  </a:lnTo>
                  <a:lnTo>
                    <a:pt x="164782" y="3048"/>
                  </a:lnTo>
                  <a:lnTo>
                    <a:pt x="166306" y="4572"/>
                  </a:lnTo>
                  <a:lnTo>
                    <a:pt x="166306" y="6096"/>
                  </a:lnTo>
                  <a:lnTo>
                    <a:pt x="181350" y="58007"/>
                  </a:lnTo>
                  <a:lnTo>
                    <a:pt x="146494" y="58007"/>
                  </a:lnTo>
                  <a:lnTo>
                    <a:pt x="146494" y="59531"/>
                  </a:lnTo>
                  <a:lnTo>
                    <a:pt x="116894" y="170973"/>
                  </a:lnTo>
                  <a:close/>
                </a:path>
                <a:path w="297814" h="210820">
                  <a:moveTo>
                    <a:pt x="247918" y="170973"/>
                  </a:moveTo>
                  <a:lnTo>
                    <a:pt x="213645" y="170973"/>
                  </a:lnTo>
                  <a:lnTo>
                    <a:pt x="213645" y="169449"/>
                  </a:lnTo>
                  <a:lnTo>
                    <a:pt x="260889" y="6096"/>
                  </a:lnTo>
                  <a:lnTo>
                    <a:pt x="260889" y="4572"/>
                  </a:lnTo>
                  <a:lnTo>
                    <a:pt x="262413" y="4572"/>
                  </a:lnTo>
                  <a:lnTo>
                    <a:pt x="262413" y="1524"/>
                  </a:lnTo>
                  <a:lnTo>
                    <a:pt x="296037" y="1524"/>
                  </a:lnTo>
                  <a:lnTo>
                    <a:pt x="296037" y="3048"/>
                  </a:lnTo>
                  <a:lnTo>
                    <a:pt x="297561" y="3048"/>
                  </a:lnTo>
                  <a:lnTo>
                    <a:pt x="297561" y="9144"/>
                  </a:lnTo>
                  <a:lnTo>
                    <a:pt x="296037" y="10668"/>
                  </a:lnTo>
                  <a:lnTo>
                    <a:pt x="296037" y="15240"/>
                  </a:lnTo>
                  <a:lnTo>
                    <a:pt x="247918" y="170973"/>
                  </a:lnTo>
                  <a:close/>
                </a:path>
                <a:path w="297814" h="210820">
                  <a:moveTo>
                    <a:pt x="234981" y="207549"/>
                  </a:moveTo>
                  <a:lnTo>
                    <a:pt x="192309" y="207549"/>
                  </a:lnTo>
                  <a:lnTo>
                    <a:pt x="190785" y="206025"/>
                  </a:lnTo>
                  <a:lnTo>
                    <a:pt x="189166" y="204501"/>
                  </a:lnTo>
                  <a:lnTo>
                    <a:pt x="189166" y="202977"/>
                  </a:lnTo>
                  <a:lnTo>
                    <a:pt x="148018" y="59531"/>
                  </a:lnTo>
                  <a:lnTo>
                    <a:pt x="146494" y="58007"/>
                  </a:lnTo>
                  <a:lnTo>
                    <a:pt x="181350" y="58007"/>
                  </a:lnTo>
                  <a:lnTo>
                    <a:pt x="213645" y="169449"/>
                  </a:lnTo>
                  <a:lnTo>
                    <a:pt x="213645" y="170973"/>
                  </a:lnTo>
                  <a:lnTo>
                    <a:pt x="247918" y="170973"/>
                  </a:lnTo>
                  <a:lnTo>
                    <a:pt x="238029" y="202977"/>
                  </a:lnTo>
                  <a:lnTo>
                    <a:pt x="234981" y="206025"/>
                  </a:lnTo>
                  <a:lnTo>
                    <a:pt x="234981" y="207549"/>
                  </a:lnTo>
                  <a:close/>
                </a:path>
                <a:path w="297814" h="210820">
                  <a:moveTo>
                    <a:pt x="105346" y="207549"/>
                  </a:moveTo>
                  <a:lnTo>
                    <a:pt x="62579" y="207549"/>
                  </a:lnTo>
                  <a:lnTo>
                    <a:pt x="61055" y="206025"/>
                  </a:lnTo>
                  <a:lnTo>
                    <a:pt x="61055" y="204501"/>
                  </a:lnTo>
                  <a:lnTo>
                    <a:pt x="106870" y="204501"/>
                  </a:lnTo>
                  <a:lnTo>
                    <a:pt x="106870" y="206025"/>
                  </a:lnTo>
                  <a:lnTo>
                    <a:pt x="105346" y="207549"/>
                  </a:lnTo>
                  <a:close/>
                </a:path>
                <a:path w="297814" h="210820">
                  <a:moveTo>
                    <a:pt x="102203" y="209073"/>
                  </a:moveTo>
                  <a:lnTo>
                    <a:pt x="65627" y="209073"/>
                  </a:lnTo>
                  <a:lnTo>
                    <a:pt x="64103" y="207549"/>
                  </a:lnTo>
                  <a:lnTo>
                    <a:pt x="103822" y="207549"/>
                  </a:lnTo>
                  <a:lnTo>
                    <a:pt x="102203" y="209073"/>
                  </a:lnTo>
                  <a:close/>
                </a:path>
                <a:path w="297814" h="210820">
                  <a:moveTo>
                    <a:pt x="231933" y="209073"/>
                  </a:moveTo>
                  <a:lnTo>
                    <a:pt x="195357" y="209073"/>
                  </a:lnTo>
                  <a:lnTo>
                    <a:pt x="193833" y="207549"/>
                  </a:lnTo>
                  <a:lnTo>
                    <a:pt x="233457" y="207549"/>
                  </a:lnTo>
                  <a:lnTo>
                    <a:pt x="231933" y="209073"/>
                  </a:lnTo>
                  <a:close/>
                </a:path>
                <a:path w="297814" h="210820">
                  <a:moveTo>
                    <a:pt x="91535" y="210597"/>
                  </a:moveTo>
                  <a:lnTo>
                    <a:pt x="74771" y="210597"/>
                  </a:lnTo>
                  <a:lnTo>
                    <a:pt x="71723" y="209073"/>
                  </a:lnTo>
                  <a:lnTo>
                    <a:pt x="94583" y="209073"/>
                  </a:lnTo>
                  <a:lnTo>
                    <a:pt x="91535" y="210597"/>
                  </a:lnTo>
                  <a:close/>
                </a:path>
                <a:path w="297814" h="210820">
                  <a:moveTo>
                    <a:pt x="221265" y="210597"/>
                  </a:moveTo>
                  <a:lnTo>
                    <a:pt x="204501" y="210597"/>
                  </a:lnTo>
                  <a:lnTo>
                    <a:pt x="201453" y="209073"/>
                  </a:lnTo>
                  <a:lnTo>
                    <a:pt x="224313" y="209073"/>
                  </a:lnTo>
                  <a:lnTo>
                    <a:pt x="221265" y="21059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59664" y="4070127"/>
              <a:ext cx="196476" cy="216693"/>
            </a:xfrm>
            <a:prstGeom prst="rect">
              <a:avLst/>
            </a:prstGeom>
          </p:spPr>
        </p:pic>
      </p:grpSp>
      <p:grpSp>
        <p:nvGrpSpPr>
          <p:cNvPr id="49" name="object 49"/>
          <p:cNvGrpSpPr/>
          <p:nvPr/>
        </p:nvGrpSpPr>
        <p:grpSpPr>
          <a:xfrm>
            <a:off x="6709886" y="3977068"/>
            <a:ext cx="319405" cy="306705"/>
            <a:chOff x="6709886" y="3977068"/>
            <a:chExt cx="319405" cy="306705"/>
          </a:xfrm>
        </p:grpSpPr>
        <p:pic>
          <p:nvPicPr>
            <p:cNvPr id="50" name="object 5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709886" y="4070127"/>
              <a:ext cx="115919" cy="21364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867049" y="3977068"/>
              <a:ext cx="161925" cy="306705"/>
            </a:xfrm>
            <a:custGeom>
              <a:avLst/>
              <a:gdLst/>
              <a:ahLst/>
              <a:cxnLst/>
              <a:rect l="l" t="t" r="r" b="b"/>
              <a:pathLst>
                <a:path w="161925" h="306704">
                  <a:moveTo>
                    <a:pt x="30480" y="1524"/>
                  </a:moveTo>
                  <a:lnTo>
                    <a:pt x="4572" y="1524"/>
                  </a:lnTo>
                  <a:lnTo>
                    <a:pt x="6096" y="0"/>
                  </a:lnTo>
                  <a:lnTo>
                    <a:pt x="28956" y="0"/>
                  </a:lnTo>
                  <a:lnTo>
                    <a:pt x="30480" y="1524"/>
                  </a:lnTo>
                  <a:close/>
                </a:path>
                <a:path w="161925" h="306704">
                  <a:moveTo>
                    <a:pt x="32004" y="305181"/>
                  </a:moveTo>
                  <a:lnTo>
                    <a:pt x="3048" y="305181"/>
                  </a:lnTo>
                  <a:lnTo>
                    <a:pt x="0" y="302133"/>
                  </a:lnTo>
                  <a:lnTo>
                    <a:pt x="0" y="4572"/>
                  </a:lnTo>
                  <a:lnTo>
                    <a:pt x="3048" y="1524"/>
                  </a:lnTo>
                  <a:lnTo>
                    <a:pt x="33528" y="1524"/>
                  </a:lnTo>
                  <a:lnTo>
                    <a:pt x="33528" y="3048"/>
                  </a:lnTo>
                  <a:lnTo>
                    <a:pt x="35052" y="4572"/>
                  </a:lnTo>
                  <a:lnTo>
                    <a:pt x="35052" y="184594"/>
                  </a:lnTo>
                  <a:lnTo>
                    <a:pt x="76295" y="184594"/>
                  </a:lnTo>
                  <a:lnTo>
                    <a:pt x="81021" y="190785"/>
                  </a:lnTo>
                  <a:lnTo>
                    <a:pt x="35052" y="190785"/>
                  </a:lnTo>
                  <a:lnTo>
                    <a:pt x="35052" y="303657"/>
                  </a:lnTo>
                  <a:lnTo>
                    <a:pt x="33528" y="303657"/>
                  </a:lnTo>
                  <a:lnTo>
                    <a:pt x="32004" y="305181"/>
                  </a:lnTo>
                  <a:close/>
                </a:path>
                <a:path w="161925" h="306704">
                  <a:moveTo>
                    <a:pt x="149447" y="97631"/>
                  </a:moveTo>
                  <a:lnTo>
                    <a:pt x="118967" y="97631"/>
                  </a:lnTo>
                  <a:lnTo>
                    <a:pt x="120491" y="96107"/>
                  </a:lnTo>
                  <a:lnTo>
                    <a:pt x="147923" y="96107"/>
                  </a:lnTo>
                  <a:lnTo>
                    <a:pt x="149447" y="97631"/>
                  </a:lnTo>
                  <a:close/>
                </a:path>
                <a:path w="161925" h="306704">
                  <a:moveTo>
                    <a:pt x="76295" y="184594"/>
                  </a:moveTo>
                  <a:lnTo>
                    <a:pt x="35052" y="184594"/>
                  </a:lnTo>
                  <a:lnTo>
                    <a:pt x="109823" y="103727"/>
                  </a:lnTo>
                  <a:lnTo>
                    <a:pt x="114395" y="99155"/>
                  </a:lnTo>
                  <a:lnTo>
                    <a:pt x="115919" y="99155"/>
                  </a:lnTo>
                  <a:lnTo>
                    <a:pt x="117443" y="97631"/>
                  </a:lnTo>
                  <a:lnTo>
                    <a:pt x="152495" y="97631"/>
                  </a:lnTo>
                  <a:lnTo>
                    <a:pt x="152495" y="99155"/>
                  </a:lnTo>
                  <a:lnTo>
                    <a:pt x="154019" y="100679"/>
                  </a:lnTo>
                  <a:lnTo>
                    <a:pt x="154019" y="103727"/>
                  </a:lnTo>
                  <a:lnTo>
                    <a:pt x="152495" y="105251"/>
                  </a:lnTo>
                  <a:lnTo>
                    <a:pt x="152495" y="106775"/>
                  </a:lnTo>
                  <a:lnTo>
                    <a:pt x="150971" y="109823"/>
                  </a:lnTo>
                  <a:lnTo>
                    <a:pt x="76295" y="184594"/>
                  </a:lnTo>
                  <a:close/>
                </a:path>
                <a:path w="161925" h="306704">
                  <a:moveTo>
                    <a:pt x="161734" y="302133"/>
                  </a:moveTo>
                  <a:lnTo>
                    <a:pt x="120491" y="302133"/>
                  </a:lnTo>
                  <a:lnTo>
                    <a:pt x="120491" y="300609"/>
                  </a:lnTo>
                  <a:lnTo>
                    <a:pt x="118967" y="299085"/>
                  </a:lnTo>
                  <a:lnTo>
                    <a:pt x="35052" y="190785"/>
                  </a:lnTo>
                  <a:lnTo>
                    <a:pt x="81021" y="190785"/>
                  </a:lnTo>
                  <a:lnTo>
                    <a:pt x="155543" y="288417"/>
                  </a:lnTo>
                  <a:lnTo>
                    <a:pt x="158686" y="291465"/>
                  </a:lnTo>
                  <a:lnTo>
                    <a:pt x="158686" y="292989"/>
                  </a:lnTo>
                  <a:lnTo>
                    <a:pt x="161734" y="296037"/>
                  </a:lnTo>
                  <a:lnTo>
                    <a:pt x="161734" y="302133"/>
                  </a:lnTo>
                  <a:close/>
                </a:path>
                <a:path w="161925" h="306704">
                  <a:moveTo>
                    <a:pt x="160210" y="303657"/>
                  </a:moveTo>
                  <a:lnTo>
                    <a:pt x="123539" y="303657"/>
                  </a:lnTo>
                  <a:lnTo>
                    <a:pt x="122015" y="302133"/>
                  </a:lnTo>
                  <a:lnTo>
                    <a:pt x="160210" y="302133"/>
                  </a:lnTo>
                  <a:lnTo>
                    <a:pt x="160210" y="303657"/>
                  </a:lnTo>
                  <a:close/>
                </a:path>
                <a:path w="161925" h="306704">
                  <a:moveTo>
                    <a:pt x="157162" y="305181"/>
                  </a:moveTo>
                  <a:lnTo>
                    <a:pt x="126587" y="305181"/>
                  </a:lnTo>
                  <a:lnTo>
                    <a:pt x="125063" y="303657"/>
                  </a:lnTo>
                  <a:lnTo>
                    <a:pt x="158686" y="303657"/>
                  </a:lnTo>
                  <a:lnTo>
                    <a:pt x="157162" y="305181"/>
                  </a:lnTo>
                  <a:close/>
                </a:path>
                <a:path w="161925" h="306704">
                  <a:moveTo>
                    <a:pt x="24384" y="306705"/>
                  </a:moveTo>
                  <a:lnTo>
                    <a:pt x="10668" y="306705"/>
                  </a:lnTo>
                  <a:lnTo>
                    <a:pt x="9144" y="305181"/>
                  </a:lnTo>
                  <a:lnTo>
                    <a:pt x="25908" y="305181"/>
                  </a:lnTo>
                  <a:lnTo>
                    <a:pt x="24384" y="306705"/>
                  </a:lnTo>
                  <a:close/>
                </a:path>
                <a:path w="161925" h="306704">
                  <a:moveTo>
                    <a:pt x="149447" y="306705"/>
                  </a:moveTo>
                  <a:lnTo>
                    <a:pt x="135731" y="306705"/>
                  </a:lnTo>
                  <a:lnTo>
                    <a:pt x="132683" y="305181"/>
                  </a:lnTo>
                  <a:lnTo>
                    <a:pt x="152495" y="305181"/>
                  </a:lnTo>
                  <a:lnTo>
                    <a:pt x="149447" y="3067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2" name="object 5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154155" y="4070127"/>
            <a:ext cx="196476" cy="216693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404068" y="4070127"/>
            <a:ext cx="169354" cy="213645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7638948" y="3977080"/>
            <a:ext cx="266065" cy="384810"/>
          </a:xfrm>
          <a:custGeom>
            <a:avLst/>
            <a:gdLst/>
            <a:ahLst/>
            <a:cxnLst/>
            <a:rect l="l" t="t" r="r" b="b"/>
            <a:pathLst>
              <a:path w="266065" h="384810">
                <a:moveTo>
                  <a:pt x="36677" y="6096"/>
                </a:moveTo>
                <a:lnTo>
                  <a:pt x="35153" y="4572"/>
                </a:lnTo>
                <a:lnTo>
                  <a:pt x="35153" y="3048"/>
                </a:lnTo>
                <a:lnTo>
                  <a:pt x="33629" y="1524"/>
                </a:lnTo>
                <a:lnTo>
                  <a:pt x="30581" y="1524"/>
                </a:lnTo>
                <a:lnTo>
                  <a:pt x="28956" y="0"/>
                </a:lnTo>
                <a:lnTo>
                  <a:pt x="6096" y="0"/>
                </a:lnTo>
                <a:lnTo>
                  <a:pt x="4572" y="1524"/>
                </a:lnTo>
                <a:lnTo>
                  <a:pt x="3048" y="1524"/>
                </a:lnTo>
                <a:lnTo>
                  <a:pt x="0" y="4572"/>
                </a:lnTo>
                <a:lnTo>
                  <a:pt x="0" y="302133"/>
                </a:lnTo>
                <a:lnTo>
                  <a:pt x="3048" y="305181"/>
                </a:lnTo>
                <a:lnTo>
                  <a:pt x="9144" y="305181"/>
                </a:lnTo>
                <a:lnTo>
                  <a:pt x="12192" y="306705"/>
                </a:lnTo>
                <a:lnTo>
                  <a:pt x="24384" y="306705"/>
                </a:lnTo>
                <a:lnTo>
                  <a:pt x="27432" y="305181"/>
                </a:lnTo>
                <a:lnTo>
                  <a:pt x="32105" y="305181"/>
                </a:lnTo>
                <a:lnTo>
                  <a:pt x="33629" y="303657"/>
                </a:lnTo>
                <a:lnTo>
                  <a:pt x="35153" y="303657"/>
                </a:lnTo>
                <a:lnTo>
                  <a:pt x="35153" y="302133"/>
                </a:lnTo>
                <a:lnTo>
                  <a:pt x="36677" y="300609"/>
                </a:lnTo>
                <a:lnTo>
                  <a:pt x="36677" y="6096"/>
                </a:lnTo>
                <a:close/>
              </a:path>
              <a:path w="266065" h="384810">
                <a:moveTo>
                  <a:pt x="265557" y="100672"/>
                </a:moveTo>
                <a:lnTo>
                  <a:pt x="262509" y="97624"/>
                </a:lnTo>
                <a:lnTo>
                  <a:pt x="259461" y="96100"/>
                </a:lnTo>
                <a:lnTo>
                  <a:pt x="233451" y="96100"/>
                </a:lnTo>
                <a:lnTo>
                  <a:pt x="231927" y="97624"/>
                </a:lnTo>
                <a:lnTo>
                  <a:pt x="230403" y="97624"/>
                </a:lnTo>
                <a:lnTo>
                  <a:pt x="228879" y="99148"/>
                </a:lnTo>
                <a:lnTo>
                  <a:pt x="228879" y="100672"/>
                </a:lnTo>
                <a:lnTo>
                  <a:pt x="227355" y="103720"/>
                </a:lnTo>
                <a:lnTo>
                  <a:pt x="174015" y="262496"/>
                </a:lnTo>
                <a:lnTo>
                  <a:pt x="172491" y="262496"/>
                </a:lnTo>
                <a:lnTo>
                  <a:pt x="116014" y="103720"/>
                </a:lnTo>
                <a:lnTo>
                  <a:pt x="116014" y="102196"/>
                </a:lnTo>
                <a:lnTo>
                  <a:pt x="114490" y="100672"/>
                </a:lnTo>
                <a:lnTo>
                  <a:pt x="114490" y="99148"/>
                </a:lnTo>
                <a:lnTo>
                  <a:pt x="112966" y="99148"/>
                </a:lnTo>
                <a:lnTo>
                  <a:pt x="112966" y="97624"/>
                </a:lnTo>
                <a:lnTo>
                  <a:pt x="111442" y="97624"/>
                </a:lnTo>
                <a:lnTo>
                  <a:pt x="109918" y="96100"/>
                </a:lnTo>
                <a:lnTo>
                  <a:pt x="82486" y="96100"/>
                </a:lnTo>
                <a:lnTo>
                  <a:pt x="79336" y="97624"/>
                </a:lnTo>
                <a:lnTo>
                  <a:pt x="76288" y="100672"/>
                </a:lnTo>
                <a:lnTo>
                  <a:pt x="76288" y="103720"/>
                </a:lnTo>
                <a:lnTo>
                  <a:pt x="79336" y="109816"/>
                </a:lnTo>
                <a:lnTo>
                  <a:pt x="149542" y="297548"/>
                </a:lnTo>
                <a:lnTo>
                  <a:pt x="149542" y="299072"/>
                </a:lnTo>
                <a:lnTo>
                  <a:pt x="151066" y="300596"/>
                </a:lnTo>
                <a:lnTo>
                  <a:pt x="151066" y="302120"/>
                </a:lnTo>
                <a:lnTo>
                  <a:pt x="152590" y="303644"/>
                </a:lnTo>
                <a:lnTo>
                  <a:pt x="154114" y="303644"/>
                </a:lnTo>
                <a:lnTo>
                  <a:pt x="155638" y="305168"/>
                </a:lnTo>
                <a:lnTo>
                  <a:pt x="128206" y="373849"/>
                </a:lnTo>
                <a:lnTo>
                  <a:pt x="126682" y="375373"/>
                </a:lnTo>
                <a:lnTo>
                  <a:pt x="126682" y="379945"/>
                </a:lnTo>
                <a:lnTo>
                  <a:pt x="129730" y="382993"/>
                </a:lnTo>
                <a:lnTo>
                  <a:pt x="132778" y="384517"/>
                </a:lnTo>
                <a:lnTo>
                  <a:pt x="155638" y="384517"/>
                </a:lnTo>
                <a:lnTo>
                  <a:pt x="160210" y="382993"/>
                </a:lnTo>
                <a:lnTo>
                  <a:pt x="166306" y="379945"/>
                </a:lnTo>
                <a:lnTo>
                  <a:pt x="166306" y="376897"/>
                </a:lnTo>
                <a:lnTo>
                  <a:pt x="192303" y="305168"/>
                </a:lnTo>
                <a:lnTo>
                  <a:pt x="207860" y="262496"/>
                </a:lnTo>
                <a:lnTo>
                  <a:pt x="264033" y="108292"/>
                </a:lnTo>
                <a:lnTo>
                  <a:pt x="264033" y="106768"/>
                </a:lnTo>
                <a:lnTo>
                  <a:pt x="265557" y="103720"/>
                </a:lnTo>
                <a:lnTo>
                  <a:pt x="265557" y="1006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8041754" y="3975544"/>
            <a:ext cx="215265" cy="308610"/>
          </a:xfrm>
          <a:custGeom>
            <a:avLst/>
            <a:gdLst/>
            <a:ahLst/>
            <a:cxnLst/>
            <a:rect l="l" t="t" r="r" b="b"/>
            <a:pathLst>
              <a:path w="215265" h="308610">
                <a:moveTo>
                  <a:pt x="41249" y="102209"/>
                </a:moveTo>
                <a:lnTo>
                  <a:pt x="38201" y="99161"/>
                </a:lnTo>
                <a:lnTo>
                  <a:pt x="36677" y="99161"/>
                </a:lnTo>
                <a:lnTo>
                  <a:pt x="35153" y="97637"/>
                </a:lnTo>
                <a:lnTo>
                  <a:pt x="9144" y="97637"/>
                </a:lnTo>
                <a:lnTo>
                  <a:pt x="4572" y="102209"/>
                </a:lnTo>
                <a:lnTo>
                  <a:pt x="4572" y="303669"/>
                </a:lnTo>
                <a:lnTo>
                  <a:pt x="6096" y="303669"/>
                </a:lnTo>
                <a:lnTo>
                  <a:pt x="6096" y="305193"/>
                </a:lnTo>
                <a:lnTo>
                  <a:pt x="7620" y="305193"/>
                </a:lnTo>
                <a:lnTo>
                  <a:pt x="7620" y="306717"/>
                </a:lnTo>
                <a:lnTo>
                  <a:pt x="13716" y="306717"/>
                </a:lnTo>
                <a:lnTo>
                  <a:pt x="16764" y="308241"/>
                </a:lnTo>
                <a:lnTo>
                  <a:pt x="29057" y="308241"/>
                </a:lnTo>
                <a:lnTo>
                  <a:pt x="32105" y="306717"/>
                </a:lnTo>
                <a:lnTo>
                  <a:pt x="36677" y="306717"/>
                </a:lnTo>
                <a:lnTo>
                  <a:pt x="38201" y="305193"/>
                </a:lnTo>
                <a:lnTo>
                  <a:pt x="39725" y="305193"/>
                </a:lnTo>
                <a:lnTo>
                  <a:pt x="39725" y="303669"/>
                </a:lnTo>
                <a:lnTo>
                  <a:pt x="41249" y="303669"/>
                </a:lnTo>
                <a:lnTo>
                  <a:pt x="41249" y="102209"/>
                </a:lnTo>
                <a:close/>
              </a:path>
              <a:path w="215265" h="308610">
                <a:moveTo>
                  <a:pt x="45821" y="28968"/>
                </a:moveTo>
                <a:lnTo>
                  <a:pt x="42773" y="22872"/>
                </a:lnTo>
                <a:lnTo>
                  <a:pt x="36677" y="16776"/>
                </a:lnTo>
                <a:lnTo>
                  <a:pt x="32105" y="15252"/>
                </a:lnTo>
                <a:lnTo>
                  <a:pt x="13716" y="15252"/>
                </a:lnTo>
                <a:lnTo>
                  <a:pt x="7620" y="16776"/>
                </a:lnTo>
                <a:lnTo>
                  <a:pt x="1524" y="22872"/>
                </a:lnTo>
                <a:lnTo>
                  <a:pt x="0" y="28968"/>
                </a:lnTo>
                <a:lnTo>
                  <a:pt x="0" y="45732"/>
                </a:lnTo>
                <a:lnTo>
                  <a:pt x="1524" y="51828"/>
                </a:lnTo>
                <a:lnTo>
                  <a:pt x="4572" y="54965"/>
                </a:lnTo>
                <a:lnTo>
                  <a:pt x="7620" y="58013"/>
                </a:lnTo>
                <a:lnTo>
                  <a:pt x="13716" y="59537"/>
                </a:lnTo>
                <a:lnTo>
                  <a:pt x="30581" y="59537"/>
                </a:lnTo>
                <a:lnTo>
                  <a:pt x="36677" y="58013"/>
                </a:lnTo>
                <a:lnTo>
                  <a:pt x="39725" y="54965"/>
                </a:lnTo>
                <a:lnTo>
                  <a:pt x="44297" y="51828"/>
                </a:lnTo>
                <a:lnTo>
                  <a:pt x="45821" y="45732"/>
                </a:lnTo>
                <a:lnTo>
                  <a:pt x="45821" y="28968"/>
                </a:lnTo>
                <a:close/>
              </a:path>
              <a:path w="215265" h="308610">
                <a:moveTo>
                  <a:pt x="215176" y="12192"/>
                </a:moveTo>
                <a:lnTo>
                  <a:pt x="213652" y="10668"/>
                </a:lnTo>
                <a:lnTo>
                  <a:pt x="213652" y="7620"/>
                </a:lnTo>
                <a:lnTo>
                  <a:pt x="212128" y="7620"/>
                </a:lnTo>
                <a:lnTo>
                  <a:pt x="210604" y="6096"/>
                </a:lnTo>
                <a:lnTo>
                  <a:pt x="209080" y="6096"/>
                </a:lnTo>
                <a:lnTo>
                  <a:pt x="207556" y="4572"/>
                </a:lnTo>
                <a:lnTo>
                  <a:pt x="204508" y="3048"/>
                </a:lnTo>
                <a:lnTo>
                  <a:pt x="199834" y="1524"/>
                </a:lnTo>
                <a:lnTo>
                  <a:pt x="195262" y="1524"/>
                </a:lnTo>
                <a:lnTo>
                  <a:pt x="190690" y="0"/>
                </a:lnTo>
                <a:lnTo>
                  <a:pt x="180022" y="0"/>
                </a:lnTo>
                <a:lnTo>
                  <a:pt x="172313" y="292"/>
                </a:lnTo>
                <a:lnTo>
                  <a:pt x="132778" y="18288"/>
                </a:lnTo>
                <a:lnTo>
                  <a:pt x="118491" y="58534"/>
                </a:lnTo>
                <a:lnTo>
                  <a:pt x="117538" y="77825"/>
                </a:lnTo>
                <a:lnTo>
                  <a:pt x="117538" y="97637"/>
                </a:lnTo>
                <a:lnTo>
                  <a:pt x="88493" y="97637"/>
                </a:lnTo>
                <a:lnTo>
                  <a:pt x="86969" y="99161"/>
                </a:lnTo>
                <a:lnTo>
                  <a:pt x="85445" y="99161"/>
                </a:lnTo>
                <a:lnTo>
                  <a:pt x="85445" y="100685"/>
                </a:lnTo>
                <a:lnTo>
                  <a:pt x="82397" y="103733"/>
                </a:lnTo>
                <a:lnTo>
                  <a:pt x="82397" y="122110"/>
                </a:lnTo>
                <a:lnTo>
                  <a:pt x="83921" y="125158"/>
                </a:lnTo>
                <a:lnTo>
                  <a:pt x="86969" y="128206"/>
                </a:lnTo>
                <a:lnTo>
                  <a:pt x="117538" y="128206"/>
                </a:lnTo>
                <a:lnTo>
                  <a:pt x="117538" y="303657"/>
                </a:lnTo>
                <a:lnTo>
                  <a:pt x="119062" y="305181"/>
                </a:lnTo>
                <a:lnTo>
                  <a:pt x="120586" y="305181"/>
                </a:lnTo>
                <a:lnTo>
                  <a:pt x="120586" y="306705"/>
                </a:lnTo>
                <a:lnTo>
                  <a:pt x="126682" y="306705"/>
                </a:lnTo>
                <a:lnTo>
                  <a:pt x="129730" y="308229"/>
                </a:lnTo>
                <a:lnTo>
                  <a:pt x="141922" y="308229"/>
                </a:lnTo>
                <a:lnTo>
                  <a:pt x="144970" y="306705"/>
                </a:lnTo>
                <a:lnTo>
                  <a:pt x="149542" y="306705"/>
                </a:lnTo>
                <a:lnTo>
                  <a:pt x="151066" y="305181"/>
                </a:lnTo>
                <a:lnTo>
                  <a:pt x="152590" y="305181"/>
                </a:lnTo>
                <a:lnTo>
                  <a:pt x="152590" y="303657"/>
                </a:lnTo>
                <a:lnTo>
                  <a:pt x="154114" y="303657"/>
                </a:lnTo>
                <a:lnTo>
                  <a:pt x="154114" y="128206"/>
                </a:lnTo>
                <a:lnTo>
                  <a:pt x="199834" y="128206"/>
                </a:lnTo>
                <a:lnTo>
                  <a:pt x="201358" y="126682"/>
                </a:lnTo>
                <a:lnTo>
                  <a:pt x="202984" y="125158"/>
                </a:lnTo>
                <a:lnTo>
                  <a:pt x="204508" y="122110"/>
                </a:lnTo>
                <a:lnTo>
                  <a:pt x="204508" y="103733"/>
                </a:lnTo>
                <a:lnTo>
                  <a:pt x="202984" y="102209"/>
                </a:lnTo>
                <a:lnTo>
                  <a:pt x="201358" y="100685"/>
                </a:lnTo>
                <a:lnTo>
                  <a:pt x="201358" y="99161"/>
                </a:lnTo>
                <a:lnTo>
                  <a:pt x="199834" y="99161"/>
                </a:lnTo>
                <a:lnTo>
                  <a:pt x="198310" y="97637"/>
                </a:lnTo>
                <a:lnTo>
                  <a:pt x="154114" y="97637"/>
                </a:lnTo>
                <a:lnTo>
                  <a:pt x="154114" y="61061"/>
                </a:lnTo>
                <a:lnTo>
                  <a:pt x="155638" y="54965"/>
                </a:lnTo>
                <a:lnTo>
                  <a:pt x="155638" y="48768"/>
                </a:lnTo>
                <a:lnTo>
                  <a:pt x="158686" y="44196"/>
                </a:lnTo>
                <a:lnTo>
                  <a:pt x="160210" y="41148"/>
                </a:lnTo>
                <a:lnTo>
                  <a:pt x="163258" y="36576"/>
                </a:lnTo>
                <a:lnTo>
                  <a:pt x="166306" y="33528"/>
                </a:lnTo>
                <a:lnTo>
                  <a:pt x="169354" y="32004"/>
                </a:lnTo>
                <a:lnTo>
                  <a:pt x="173926" y="30480"/>
                </a:lnTo>
                <a:lnTo>
                  <a:pt x="193738" y="30480"/>
                </a:lnTo>
                <a:lnTo>
                  <a:pt x="196786" y="32004"/>
                </a:lnTo>
                <a:lnTo>
                  <a:pt x="199834" y="32004"/>
                </a:lnTo>
                <a:lnTo>
                  <a:pt x="201358" y="33528"/>
                </a:lnTo>
                <a:lnTo>
                  <a:pt x="202984" y="33528"/>
                </a:lnTo>
                <a:lnTo>
                  <a:pt x="206032" y="35052"/>
                </a:lnTo>
                <a:lnTo>
                  <a:pt x="207556" y="35052"/>
                </a:lnTo>
                <a:lnTo>
                  <a:pt x="209080" y="36576"/>
                </a:lnTo>
                <a:lnTo>
                  <a:pt x="212128" y="36576"/>
                </a:lnTo>
                <a:lnTo>
                  <a:pt x="215176" y="33528"/>
                </a:lnTo>
                <a:lnTo>
                  <a:pt x="215176" y="30480"/>
                </a:lnTo>
                <a:lnTo>
                  <a:pt x="215176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8360664" y="4019740"/>
            <a:ext cx="128270" cy="266065"/>
          </a:xfrm>
          <a:custGeom>
            <a:avLst/>
            <a:gdLst/>
            <a:ahLst/>
            <a:cxnLst/>
            <a:rect l="l" t="t" r="r" b="b"/>
            <a:pathLst>
              <a:path w="128270" h="266064">
                <a:moveTo>
                  <a:pt x="65627" y="1524"/>
                </a:moveTo>
                <a:lnTo>
                  <a:pt x="41148" y="1524"/>
                </a:lnTo>
                <a:lnTo>
                  <a:pt x="44196" y="0"/>
                </a:lnTo>
                <a:lnTo>
                  <a:pt x="64103" y="0"/>
                </a:lnTo>
                <a:lnTo>
                  <a:pt x="65627" y="1524"/>
                </a:lnTo>
                <a:close/>
              </a:path>
              <a:path w="128270" h="266064">
                <a:moveTo>
                  <a:pt x="70199" y="53435"/>
                </a:moveTo>
                <a:lnTo>
                  <a:pt x="33528" y="53435"/>
                </a:lnTo>
                <a:lnTo>
                  <a:pt x="33528" y="6096"/>
                </a:lnTo>
                <a:lnTo>
                  <a:pt x="35052" y="4572"/>
                </a:lnTo>
                <a:lnTo>
                  <a:pt x="35052" y="3048"/>
                </a:lnTo>
                <a:lnTo>
                  <a:pt x="36576" y="3048"/>
                </a:lnTo>
                <a:lnTo>
                  <a:pt x="38100" y="1524"/>
                </a:lnTo>
                <a:lnTo>
                  <a:pt x="67151" y="1524"/>
                </a:lnTo>
                <a:lnTo>
                  <a:pt x="70199" y="4572"/>
                </a:lnTo>
                <a:lnTo>
                  <a:pt x="70199" y="53435"/>
                </a:lnTo>
                <a:close/>
              </a:path>
              <a:path w="128270" h="266064">
                <a:moveTo>
                  <a:pt x="123539" y="54959"/>
                </a:moveTo>
                <a:lnTo>
                  <a:pt x="4572" y="54959"/>
                </a:lnTo>
                <a:lnTo>
                  <a:pt x="6096" y="53435"/>
                </a:lnTo>
                <a:lnTo>
                  <a:pt x="122015" y="53435"/>
                </a:lnTo>
                <a:lnTo>
                  <a:pt x="123539" y="54959"/>
                </a:lnTo>
                <a:close/>
              </a:path>
              <a:path w="128270" h="266064">
                <a:moveTo>
                  <a:pt x="123539" y="84010"/>
                </a:moveTo>
                <a:lnTo>
                  <a:pt x="4572" y="84010"/>
                </a:lnTo>
                <a:lnTo>
                  <a:pt x="1524" y="80962"/>
                </a:lnTo>
                <a:lnTo>
                  <a:pt x="0" y="77914"/>
                </a:lnTo>
                <a:lnTo>
                  <a:pt x="0" y="59531"/>
                </a:lnTo>
                <a:lnTo>
                  <a:pt x="1524" y="58007"/>
                </a:lnTo>
                <a:lnTo>
                  <a:pt x="1524" y="56483"/>
                </a:lnTo>
                <a:lnTo>
                  <a:pt x="3048" y="54959"/>
                </a:lnTo>
                <a:lnTo>
                  <a:pt x="125063" y="54959"/>
                </a:lnTo>
                <a:lnTo>
                  <a:pt x="125063" y="56483"/>
                </a:lnTo>
                <a:lnTo>
                  <a:pt x="128111" y="59531"/>
                </a:lnTo>
                <a:lnTo>
                  <a:pt x="128111" y="77914"/>
                </a:lnTo>
                <a:lnTo>
                  <a:pt x="126587" y="80962"/>
                </a:lnTo>
                <a:lnTo>
                  <a:pt x="123539" y="84010"/>
                </a:lnTo>
                <a:close/>
              </a:path>
              <a:path w="128270" h="266064">
                <a:moveTo>
                  <a:pt x="105251" y="265557"/>
                </a:moveTo>
                <a:lnTo>
                  <a:pt x="91535" y="265557"/>
                </a:lnTo>
                <a:lnTo>
                  <a:pt x="84701" y="265295"/>
                </a:lnTo>
                <a:lnTo>
                  <a:pt x="47244" y="250317"/>
                </a:lnTo>
                <a:lnTo>
                  <a:pt x="38100" y="228981"/>
                </a:lnTo>
                <a:lnTo>
                  <a:pt x="36099" y="222727"/>
                </a:lnTo>
                <a:lnTo>
                  <a:pt x="34671" y="215598"/>
                </a:lnTo>
                <a:lnTo>
                  <a:pt x="33813" y="207898"/>
                </a:lnTo>
                <a:lnTo>
                  <a:pt x="33528" y="199929"/>
                </a:lnTo>
                <a:lnTo>
                  <a:pt x="33528" y="84010"/>
                </a:lnTo>
                <a:lnTo>
                  <a:pt x="70199" y="84010"/>
                </a:lnTo>
                <a:lnTo>
                  <a:pt x="70199" y="193833"/>
                </a:lnTo>
                <a:lnTo>
                  <a:pt x="70393" y="199929"/>
                </a:lnTo>
                <a:lnTo>
                  <a:pt x="86963" y="235077"/>
                </a:lnTo>
                <a:lnTo>
                  <a:pt x="128111" y="235077"/>
                </a:lnTo>
                <a:lnTo>
                  <a:pt x="128111" y="250317"/>
                </a:lnTo>
                <a:lnTo>
                  <a:pt x="126587" y="251841"/>
                </a:lnTo>
                <a:lnTo>
                  <a:pt x="126587" y="256413"/>
                </a:lnTo>
                <a:lnTo>
                  <a:pt x="123539" y="259461"/>
                </a:lnTo>
                <a:lnTo>
                  <a:pt x="122015" y="259461"/>
                </a:lnTo>
                <a:lnTo>
                  <a:pt x="118967" y="260985"/>
                </a:lnTo>
                <a:lnTo>
                  <a:pt x="117443" y="262509"/>
                </a:lnTo>
                <a:lnTo>
                  <a:pt x="114395" y="262509"/>
                </a:lnTo>
                <a:lnTo>
                  <a:pt x="111347" y="264033"/>
                </a:lnTo>
                <a:lnTo>
                  <a:pt x="108299" y="264033"/>
                </a:lnTo>
                <a:lnTo>
                  <a:pt x="105251" y="265557"/>
                </a:lnTo>
                <a:close/>
              </a:path>
              <a:path w="128270" h="266064">
                <a:moveTo>
                  <a:pt x="128111" y="235077"/>
                </a:moveTo>
                <a:lnTo>
                  <a:pt x="103727" y="235077"/>
                </a:lnTo>
                <a:lnTo>
                  <a:pt x="106775" y="233553"/>
                </a:lnTo>
                <a:lnTo>
                  <a:pt x="111347" y="233553"/>
                </a:lnTo>
                <a:lnTo>
                  <a:pt x="114395" y="232029"/>
                </a:lnTo>
                <a:lnTo>
                  <a:pt x="115919" y="232029"/>
                </a:lnTo>
                <a:lnTo>
                  <a:pt x="117443" y="230505"/>
                </a:lnTo>
                <a:lnTo>
                  <a:pt x="118967" y="230505"/>
                </a:lnTo>
                <a:lnTo>
                  <a:pt x="120491" y="228981"/>
                </a:lnTo>
                <a:lnTo>
                  <a:pt x="125063" y="228981"/>
                </a:lnTo>
                <a:lnTo>
                  <a:pt x="126587" y="230505"/>
                </a:lnTo>
                <a:lnTo>
                  <a:pt x="126587" y="232029"/>
                </a:lnTo>
                <a:lnTo>
                  <a:pt x="128111" y="233553"/>
                </a:lnTo>
                <a:lnTo>
                  <a:pt x="128111" y="2350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536114" y="3977068"/>
            <a:ext cx="171450" cy="306705"/>
          </a:xfrm>
          <a:custGeom>
            <a:avLst/>
            <a:gdLst/>
            <a:ahLst/>
            <a:cxnLst/>
            <a:rect l="l" t="t" r="r" b="b"/>
            <a:pathLst>
              <a:path w="171450" h="306704">
                <a:moveTo>
                  <a:pt x="32004" y="1524"/>
                </a:moveTo>
                <a:lnTo>
                  <a:pt x="6096" y="1524"/>
                </a:lnTo>
                <a:lnTo>
                  <a:pt x="7620" y="0"/>
                </a:lnTo>
                <a:lnTo>
                  <a:pt x="30480" y="0"/>
                </a:lnTo>
                <a:lnTo>
                  <a:pt x="32004" y="1524"/>
                </a:lnTo>
                <a:close/>
              </a:path>
              <a:path w="171450" h="306704">
                <a:moveTo>
                  <a:pt x="35052" y="303657"/>
                </a:moveTo>
                <a:lnTo>
                  <a:pt x="1524" y="303657"/>
                </a:lnTo>
                <a:lnTo>
                  <a:pt x="1524" y="302133"/>
                </a:lnTo>
                <a:lnTo>
                  <a:pt x="0" y="300609"/>
                </a:lnTo>
                <a:lnTo>
                  <a:pt x="0" y="6096"/>
                </a:lnTo>
                <a:lnTo>
                  <a:pt x="1524" y="4572"/>
                </a:lnTo>
                <a:lnTo>
                  <a:pt x="1524" y="3048"/>
                </a:lnTo>
                <a:lnTo>
                  <a:pt x="3048" y="3048"/>
                </a:lnTo>
                <a:lnTo>
                  <a:pt x="4572" y="1524"/>
                </a:lnTo>
                <a:lnTo>
                  <a:pt x="33528" y="1524"/>
                </a:lnTo>
                <a:lnTo>
                  <a:pt x="35052" y="3048"/>
                </a:lnTo>
                <a:lnTo>
                  <a:pt x="35052" y="4572"/>
                </a:lnTo>
                <a:lnTo>
                  <a:pt x="36576" y="4572"/>
                </a:lnTo>
                <a:lnTo>
                  <a:pt x="36576" y="125158"/>
                </a:lnTo>
                <a:lnTo>
                  <a:pt x="81999" y="125158"/>
                </a:lnTo>
                <a:lnTo>
                  <a:pt x="79152" y="125920"/>
                </a:lnTo>
                <a:lnTo>
                  <a:pt x="44316" y="153138"/>
                </a:lnTo>
                <a:lnTo>
                  <a:pt x="36576" y="161734"/>
                </a:lnTo>
                <a:lnTo>
                  <a:pt x="36576" y="302133"/>
                </a:lnTo>
                <a:lnTo>
                  <a:pt x="35052" y="302133"/>
                </a:lnTo>
                <a:lnTo>
                  <a:pt x="35052" y="303657"/>
                </a:lnTo>
                <a:close/>
              </a:path>
              <a:path w="171450" h="306704">
                <a:moveTo>
                  <a:pt x="81999" y="125158"/>
                </a:moveTo>
                <a:lnTo>
                  <a:pt x="36576" y="125158"/>
                </a:lnTo>
                <a:lnTo>
                  <a:pt x="44591" y="117435"/>
                </a:lnTo>
                <a:lnTo>
                  <a:pt x="83343" y="94583"/>
                </a:lnTo>
                <a:lnTo>
                  <a:pt x="91334" y="93368"/>
                </a:lnTo>
                <a:lnTo>
                  <a:pt x="91747" y="93368"/>
                </a:lnTo>
                <a:lnTo>
                  <a:pt x="99155" y="93059"/>
                </a:lnTo>
                <a:lnTo>
                  <a:pt x="139246" y="102870"/>
                </a:lnTo>
                <a:lnTo>
                  <a:pt x="158595" y="123634"/>
                </a:lnTo>
                <a:lnTo>
                  <a:pt x="91535" y="123634"/>
                </a:lnTo>
                <a:lnTo>
                  <a:pt x="85558" y="124206"/>
                </a:lnTo>
                <a:lnTo>
                  <a:pt x="81999" y="125158"/>
                </a:lnTo>
                <a:close/>
              </a:path>
              <a:path w="171450" h="306704">
                <a:moveTo>
                  <a:pt x="166306" y="305181"/>
                </a:moveTo>
                <a:lnTo>
                  <a:pt x="137255" y="305181"/>
                </a:lnTo>
                <a:lnTo>
                  <a:pt x="134207" y="302133"/>
                </a:lnTo>
                <a:lnTo>
                  <a:pt x="134207" y="184594"/>
                </a:lnTo>
                <a:lnTo>
                  <a:pt x="134067" y="180022"/>
                </a:lnTo>
                <a:lnTo>
                  <a:pt x="133945" y="176022"/>
                </a:lnTo>
                <a:lnTo>
                  <a:pt x="133307" y="169164"/>
                </a:lnTo>
                <a:lnTo>
                  <a:pt x="133254" y="168592"/>
                </a:lnTo>
                <a:lnTo>
                  <a:pt x="132278" y="162306"/>
                </a:lnTo>
                <a:lnTo>
                  <a:pt x="131159" y="157162"/>
                </a:lnTo>
                <a:lnTo>
                  <a:pt x="129635" y="149542"/>
                </a:lnTo>
                <a:lnTo>
                  <a:pt x="126587" y="144970"/>
                </a:lnTo>
                <a:lnTo>
                  <a:pt x="123491" y="138803"/>
                </a:lnTo>
                <a:lnTo>
                  <a:pt x="120491" y="134302"/>
                </a:lnTo>
                <a:lnTo>
                  <a:pt x="115919" y="129730"/>
                </a:lnTo>
                <a:lnTo>
                  <a:pt x="111347" y="128206"/>
                </a:lnTo>
                <a:lnTo>
                  <a:pt x="105251" y="125158"/>
                </a:lnTo>
                <a:lnTo>
                  <a:pt x="99155" y="123634"/>
                </a:lnTo>
                <a:lnTo>
                  <a:pt x="158595" y="123634"/>
                </a:lnTo>
                <a:lnTo>
                  <a:pt x="161925" y="129337"/>
                </a:lnTo>
                <a:lnTo>
                  <a:pt x="164615" y="135967"/>
                </a:lnTo>
                <a:lnTo>
                  <a:pt x="166306" y="143446"/>
                </a:lnTo>
                <a:lnTo>
                  <a:pt x="168306" y="150876"/>
                </a:lnTo>
                <a:lnTo>
                  <a:pt x="170878" y="300609"/>
                </a:lnTo>
                <a:lnTo>
                  <a:pt x="169354" y="302133"/>
                </a:lnTo>
                <a:lnTo>
                  <a:pt x="169354" y="303657"/>
                </a:lnTo>
                <a:lnTo>
                  <a:pt x="167830" y="303657"/>
                </a:lnTo>
                <a:lnTo>
                  <a:pt x="166306" y="305181"/>
                </a:lnTo>
                <a:close/>
              </a:path>
              <a:path w="171450" h="306704">
                <a:moveTo>
                  <a:pt x="33528" y="305181"/>
                </a:moveTo>
                <a:lnTo>
                  <a:pt x="4572" y="305181"/>
                </a:lnTo>
                <a:lnTo>
                  <a:pt x="3048" y="303657"/>
                </a:lnTo>
                <a:lnTo>
                  <a:pt x="33528" y="303657"/>
                </a:lnTo>
                <a:lnTo>
                  <a:pt x="33528" y="305181"/>
                </a:lnTo>
                <a:close/>
              </a:path>
              <a:path w="171450" h="306704">
                <a:moveTo>
                  <a:pt x="25908" y="306705"/>
                </a:moveTo>
                <a:lnTo>
                  <a:pt x="12192" y="306705"/>
                </a:lnTo>
                <a:lnTo>
                  <a:pt x="9144" y="305181"/>
                </a:lnTo>
                <a:lnTo>
                  <a:pt x="27432" y="305181"/>
                </a:lnTo>
                <a:lnTo>
                  <a:pt x="25908" y="306705"/>
                </a:lnTo>
                <a:close/>
              </a:path>
              <a:path w="171450" h="306704">
                <a:moveTo>
                  <a:pt x="158686" y="306705"/>
                </a:moveTo>
                <a:lnTo>
                  <a:pt x="146494" y="306705"/>
                </a:lnTo>
                <a:lnTo>
                  <a:pt x="143351" y="305181"/>
                </a:lnTo>
                <a:lnTo>
                  <a:pt x="161734" y="305181"/>
                </a:lnTo>
                <a:lnTo>
                  <a:pt x="158686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758885" y="4070127"/>
            <a:ext cx="181470" cy="216693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202245" y="4556950"/>
            <a:ext cx="1258633" cy="267081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593730" y="4515802"/>
            <a:ext cx="1444679" cy="308229"/>
          </a:xfrm>
          <a:prstGeom prst="rect">
            <a:avLst/>
          </a:prstGeom>
        </p:spPr>
      </p:pic>
      <p:grpSp>
        <p:nvGrpSpPr>
          <p:cNvPr id="61" name="object 61"/>
          <p:cNvGrpSpPr/>
          <p:nvPr/>
        </p:nvGrpSpPr>
        <p:grpSpPr>
          <a:xfrm>
            <a:off x="4192523" y="4607337"/>
            <a:ext cx="349885" cy="217170"/>
            <a:chOff x="4192523" y="4607337"/>
            <a:chExt cx="349885" cy="217170"/>
          </a:xfrm>
        </p:grpSpPr>
        <p:pic>
          <p:nvPicPr>
            <p:cNvPr id="62" name="object 6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192523" y="4607337"/>
              <a:ext cx="155638" cy="21669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380227" y="4607337"/>
              <a:ext cx="161673" cy="216693"/>
            </a:xfrm>
            <a:prstGeom prst="rect">
              <a:avLst/>
            </a:prstGeom>
          </p:spPr>
        </p:pic>
      </p:grpSp>
      <p:pic>
        <p:nvPicPr>
          <p:cNvPr id="64" name="object 6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607528" y="4607337"/>
            <a:ext cx="169354" cy="213645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4944713" y="4514278"/>
            <a:ext cx="403225" cy="309880"/>
            <a:chOff x="4944713" y="4514278"/>
            <a:chExt cx="403225" cy="309880"/>
          </a:xfrm>
        </p:grpSpPr>
        <p:sp>
          <p:nvSpPr>
            <p:cNvPr id="66" name="object 66"/>
            <p:cNvSpPr/>
            <p:nvPr/>
          </p:nvSpPr>
          <p:spPr>
            <a:xfrm>
              <a:off x="4944713" y="4514278"/>
              <a:ext cx="180340" cy="309880"/>
            </a:xfrm>
            <a:custGeom>
              <a:avLst/>
              <a:gdLst/>
              <a:ahLst/>
              <a:cxnLst/>
              <a:rect l="l" t="t" r="r" b="b"/>
              <a:pathLst>
                <a:path w="180339" h="309879">
                  <a:moveTo>
                    <a:pt x="28956" y="1524"/>
                  </a:moveTo>
                  <a:lnTo>
                    <a:pt x="6096" y="1524"/>
                  </a:lnTo>
                  <a:lnTo>
                    <a:pt x="9143" y="0"/>
                  </a:lnTo>
                  <a:lnTo>
                    <a:pt x="25908" y="0"/>
                  </a:lnTo>
                  <a:lnTo>
                    <a:pt x="28956" y="1524"/>
                  </a:lnTo>
                  <a:close/>
                </a:path>
                <a:path w="180339" h="309879">
                  <a:moveTo>
                    <a:pt x="30480" y="303657"/>
                  </a:moveTo>
                  <a:lnTo>
                    <a:pt x="0" y="303657"/>
                  </a:lnTo>
                  <a:lnTo>
                    <a:pt x="0" y="30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32004" y="1524"/>
                  </a:lnTo>
                  <a:lnTo>
                    <a:pt x="35052" y="4572"/>
                  </a:lnTo>
                  <a:lnTo>
                    <a:pt x="35052" y="125063"/>
                  </a:lnTo>
                  <a:lnTo>
                    <a:pt x="79343" y="125063"/>
                  </a:lnTo>
                  <a:lnTo>
                    <a:pt x="74771" y="126587"/>
                  </a:lnTo>
                  <a:lnTo>
                    <a:pt x="70104" y="129635"/>
                  </a:lnTo>
                  <a:lnTo>
                    <a:pt x="65532" y="132683"/>
                  </a:lnTo>
                  <a:lnTo>
                    <a:pt x="60960" y="135826"/>
                  </a:lnTo>
                  <a:lnTo>
                    <a:pt x="56388" y="138874"/>
                  </a:lnTo>
                  <a:lnTo>
                    <a:pt x="45720" y="149542"/>
                  </a:lnTo>
                  <a:lnTo>
                    <a:pt x="41148" y="155638"/>
                  </a:lnTo>
                  <a:lnTo>
                    <a:pt x="35052" y="161734"/>
                  </a:lnTo>
                  <a:lnTo>
                    <a:pt x="35052" y="241077"/>
                  </a:lnTo>
                  <a:lnTo>
                    <a:pt x="42791" y="249650"/>
                  </a:lnTo>
                  <a:lnTo>
                    <a:pt x="76017" y="274701"/>
                  </a:lnTo>
                  <a:lnTo>
                    <a:pt x="32004" y="274701"/>
                  </a:lnTo>
                  <a:lnTo>
                    <a:pt x="32004" y="300609"/>
                  </a:lnTo>
                  <a:lnTo>
                    <a:pt x="30480" y="302133"/>
                  </a:lnTo>
                  <a:lnTo>
                    <a:pt x="30480" y="303657"/>
                  </a:lnTo>
                  <a:close/>
                </a:path>
                <a:path w="180339" h="309879">
                  <a:moveTo>
                    <a:pt x="83915" y="125063"/>
                  </a:moveTo>
                  <a:lnTo>
                    <a:pt x="35052" y="125063"/>
                  </a:lnTo>
                  <a:lnTo>
                    <a:pt x="41148" y="118967"/>
                  </a:lnTo>
                  <a:lnTo>
                    <a:pt x="47244" y="114395"/>
                  </a:lnTo>
                  <a:lnTo>
                    <a:pt x="51816" y="109823"/>
                  </a:lnTo>
                  <a:lnTo>
                    <a:pt x="57912" y="105251"/>
                  </a:lnTo>
                  <a:lnTo>
                    <a:pt x="62484" y="102203"/>
                  </a:lnTo>
                  <a:lnTo>
                    <a:pt x="68580" y="100679"/>
                  </a:lnTo>
                  <a:lnTo>
                    <a:pt x="73356" y="97559"/>
                  </a:lnTo>
                  <a:lnTo>
                    <a:pt x="73533" y="97559"/>
                  </a:lnTo>
                  <a:lnTo>
                    <a:pt x="79343" y="96107"/>
                  </a:lnTo>
                  <a:lnTo>
                    <a:pt x="83915" y="94583"/>
                  </a:lnTo>
                  <a:lnTo>
                    <a:pt x="90011" y="93059"/>
                  </a:lnTo>
                  <a:lnTo>
                    <a:pt x="100679" y="93059"/>
                  </a:lnTo>
                  <a:lnTo>
                    <a:pt x="110680" y="93606"/>
                  </a:lnTo>
                  <a:lnTo>
                    <a:pt x="151173" y="110966"/>
                  </a:lnTo>
                  <a:lnTo>
                    <a:pt x="161734" y="123539"/>
                  </a:lnTo>
                  <a:lnTo>
                    <a:pt x="88487" y="123539"/>
                  </a:lnTo>
                  <a:lnTo>
                    <a:pt x="83915" y="125063"/>
                  </a:lnTo>
                  <a:close/>
                </a:path>
                <a:path w="180339" h="309879">
                  <a:moveTo>
                    <a:pt x="159662" y="277749"/>
                  </a:moveTo>
                  <a:lnTo>
                    <a:pt x="100679" y="277749"/>
                  </a:lnTo>
                  <a:lnTo>
                    <a:pt x="108299" y="276225"/>
                  </a:lnTo>
                  <a:lnTo>
                    <a:pt x="115919" y="271653"/>
                  </a:lnTo>
                  <a:lnTo>
                    <a:pt x="137255" y="238029"/>
                  </a:lnTo>
                  <a:lnTo>
                    <a:pt x="140303" y="230409"/>
                  </a:lnTo>
                  <a:lnTo>
                    <a:pt x="141184" y="223551"/>
                  </a:lnTo>
                  <a:lnTo>
                    <a:pt x="141636" y="216693"/>
                  </a:lnTo>
                  <a:lnTo>
                    <a:pt x="141783" y="210652"/>
                  </a:lnTo>
                  <a:lnTo>
                    <a:pt x="141803" y="195183"/>
                  </a:lnTo>
                  <a:lnTo>
                    <a:pt x="141640" y="188023"/>
                  </a:lnTo>
                  <a:lnTo>
                    <a:pt x="132785" y="148278"/>
                  </a:lnTo>
                  <a:lnTo>
                    <a:pt x="132683" y="148018"/>
                  </a:lnTo>
                  <a:lnTo>
                    <a:pt x="103727" y="123539"/>
                  </a:lnTo>
                  <a:lnTo>
                    <a:pt x="161734" y="123539"/>
                  </a:lnTo>
                  <a:lnTo>
                    <a:pt x="166878" y="131619"/>
                  </a:lnTo>
                  <a:lnTo>
                    <a:pt x="170878" y="139815"/>
                  </a:lnTo>
                  <a:lnTo>
                    <a:pt x="173648" y="148018"/>
                  </a:lnTo>
                  <a:lnTo>
                    <a:pt x="173736" y="148278"/>
                  </a:lnTo>
                  <a:lnTo>
                    <a:pt x="177450" y="167449"/>
                  </a:lnTo>
                  <a:lnTo>
                    <a:pt x="178879" y="177736"/>
                  </a:lnTo>
                  <a:lnTo>
                    <a:pt x="179721" y="187844"/>
                  </a:lnTo>
                  <a:lnTo>
                    <a:pt x="179935" y="195183"/>
                  </a:lnTo>
                  <a:lnTo>
                    <a:pt x="179914" y="202977"/>
                  </a:lnTo>
                  <a:lnTo>
                    <a:pt x="175450" y="244125"/>
                  </a:lnTo>
                  <a:lnTo>
                    <a:pt x="163837" y="271812"/>
                  </a:lnTo>
                  <a:lnTo>
                    <a:pt x="159662" y="277749"/>
                  </a:lnTo>
                  <a:close/>
                </a:path>
                <a:path w="180339" h="309879">
                  <a:moveTo>
                    <a:pt x="96107" y="309753"/>
                  </a:moveTo>
                  <a:lnTo>
                    <a:pt x="90011" y="309753"/>
                  </a:lnTo>
                  <a:lnTo>
                    <a:pt x="77819" y="306705"/>
                  </a:lnTo>
                  <a:lnTo>
                    <a:pt x="73247" y="306705"/>
                  </a:lnTo>
                  <a:lnTo>
                    <a:pt x="68580" y="303657"/>
                  </a:lnTo>
                  <a:lnTo>
                    <a:pt x="62484" y="300609"/>
                  </a:lnTo>
                  <a:lnTo>
                    <a:pt x="57912" y="299085"/>
                  </a:lnTo>
                  <a:lnTo>
                    <a:pt x="53340" y="294513"/>
                  </a:lnTo>
                  <a:lnTo>
                    <a:pt x="47244" y="291465"/>
                  </a:lnTo>
                  <a:lnTo>
                    <a:pt x="36576" y="280797"/>
                  </a:lnTo>
                  <a:lnTo>
                    <a:pt x="32004" y="274701"/>
                  </a:lnTo>
                  <a:lnTo>
                    <a:pt x="76017" y="274701"/>
                  </a:lnTo>
                  <a:lnTo>
                    <a:pt x="77807" y="275451"/>
                  </a:lnTo>
                  <a:lnTo>
                    <a:pt x="84675" y="277176"/>
                  </a:lnTo>
                  <a:lnTo>
                    <a:pt x="91535" y="277749"/>
                  </a:lnTo>
                  <a:lnTo>
                    <a:pt x="159662" y="277749"/>
                  </a:lnTo>
                  <a:lnTo>
                    <a:pt x="158591" y="279273"/>
                  </a:lnTo>
                  <a:lnTo>
                    <a:pt x="123923" y="305181"/>
                  </a:lnTo>
                  <a:lnTo>
                    <a:pt x="106084" y="309205"/>
                  </a:lnTo>
                  <a:lnTo>
                    <a:pt x="96107" y="309753"/>
                  </a:lnTo>
                  <a:close/>
                </a:path>
                <a:path w="180339" h="309879">
                  <a:moveTo>
                    <a:pt x="27432" y="305181"/>
                  </a:moveTo>
                  <a:lnTo>
                    <a:pt x="3048" y="305181"/>
                  </a:lnTo>
                  <a:lnTo>
                    <a:pt x="1524" y="303657"/>
                  </a:lnTo>
                  <a:lnTo>
                    <a:pt x="28956" y="303657"/>
                  </a:lnTo>
                  <a:lnTo>
                    <a:pt x="27432" y="305181"/>
                  </a:lnTo>
                  <a:close/>
                </a:path>
                <a:path w="180339" h="309879">
                  <a:moveTo>
                    <a:pt x="21336" y="306705"/>
                  </a:moveTo>
                  <a:lnTo>
                    <a:pt x="9143" y="306705"/>
                  </a:lnTo>
                  <a:lnTo>
                    <a:pt x="7620" y="305181"/>
                  </a:lnTo>
                  <a:lnTo>
                    <a:pt x="22860" y="305181"/>
                  </a:lnTo>
                  <a:lnTo>
                    <a:pt x="21336" y="3067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165883" y="4607337"/>
              <a:ext cx="181546" cy="216693"/>
            </a:xfrm>
            <a:prstGeom prst="rect">
              <a:avLst/>
            </a:prstGeom>
          </p:spPr>
        </p:pic>
      </p:grpSp>
      <p:pic>
        <p:nvPicPr>
          <p:cNvPr id="68" name="object 68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503068" y="4515802"/>
            <a:ext cx="976407" cy="308229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6623232" y="4607337"/>
            <a:ext cx="196476" cy="216693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873144" y="4607337"/>
            <a:ext cx="169354" cy="213645"/>
          </a:xfrm>
          <a:prstGeom prst="rect">
            <a:avLst/>
          </a:prstGeom>
        </p:spPr>
      </p:pic>
      <p:sp>
        <p:nvSpPr>
          <p:cNvPr id="71" name="object 71"/>
          <p:cNvSpPr/>
          <p:nvPr/>
        </p:nvSpPr>
        <p:spPr>
          <a:xfrm>
            <a:off x="7182801" y="4556950"/>
            <a:ext cx="130175" cy="266065"/>
          </a:xfrm>
          <a:custGeom>
            <a:avLst/>
            <a:gdLst/>
            <a:ahLst/>
            <a:cxnLst/>
            <a:rect l="l" t="t" r="r" b="b"/>
            <a:pathLst>
              <a:path w="130175" h="266064">
                <a:moveTo>
                  <a:pt x="64103" y="1524"/>
                </a:moveTo>
                <a:lnTo>
                  <a:pt x="42767" y="1524"/>
                </a:lnTo>
                <a:lnTo>
                  <a:pt x="44291" y="0"/>
                </a:lnTo>
                <a:lnTo>
                  <a:pt x="62579" y="0"/>
                </a:lnTo>
                <a:lnTo>
                  <a:pt x="64103" y="1524"/>
                </a:lnTo>
                <a:close/>
              </a:path>
              <a:path w="130175" h="266064">
                <a:moveTo>
                  <a:pt x="68675" y="3048"/>
                </a:moveTo>
                <a:lnTo>
                  <a:pt x="38195" y="3048"/>
                </a:lnTo>
                <a:lnTo>
                  <a:pt x="38195" y="1524"/>
                </a:lnTo>
                <a:lnTo>
                  <a:pt x="67151" y="1524"/>
                </a:lnTo>
                <a:lnTo>
                  <a:pt x="68675" y="3048"/>
                </a:lnTo>
                <a:close/>
              </a:path>
              <a:path w="130175" h="266064">
                <a:moveTo>
                  <a:pt x="70199" y="4572"/>
                </a:moveTo>
                <a:lnTo>
                  <a:pt x="36671" y="4572"/>
                </a:lnTo>
                <a:lnTo>
                  <a:pt x="36671" y="3048"/>
                </a:lnTo>
                <a:lnTo>
                  <a:pt x="70199" y="3048"/>
                </a:lnTo>
                <a:lnTo>
                  <a:pt x="70199" y="4572"/>
                </a:lnTo>
                <a:close/>
              </a:path>
              <a:path w="130175" h="266064">
                <a:moveTo>
                  <a:pt x="71723" y="53435"/>
                </a:moveTo>
                <a:lnTo>
                  <a:pt x="35147" y="53435"/>
                </a:lnTo>
                <a:lnTo>
                  <a:pt x="35147" y="4572"/>
                </a:lnTo>
                <a:lnTo>
                  <a:pt x="71723" y="4572"/>
                </a:lnTo>
                <a:lnTo>
                  <a:pt x="71723" y="53435"/>
                </a:lnTo>
                <a:close/>
              </a:path>
              <a:path w="130175" h="266064">
                <a:moveTo>
                  <a:pt x="123634" y="54959"/>
                </a:moveTo>
                <a:lnTo>
                  <a:pt x="6096" y="54959"/>
                </a:lnTo>
                <a:lnTo>
                  <a:pt x="6096" y="53435"/>
                </a:lnTo>
                <a:lnTo>
                  <a:pt x="123634" y="53435"/>
                </a:lnTo>
                <a:lnTo>
                  <a:pt x="123634" y="54959"/>
                </a:lnTo>
                <a:close/>
              </a:path>
              <a:path w="130175" h="266064">
                <a:moveTo>
                  <a:pt x="123634" y="83915"/>
                </a:moveTo>
                <a:lnTo>
                  <a:pt x="6096" y="83915"/>
                </a:lnTo>
                <a:lnTo>
                  <a:pt x="3048" y="82391"/>
                </a:lnTo>
                <a:lnTo>
                  <a:pt x="3048" y="80867"/>
                </a:lnTo>
                <a:lnTo>
                  <a:pt x="0" y="74771"/>
                </a:lnTo>
                <a:lnTo>
                  <a:pt x="0" y="64103"/>
                </a:lnTo>
                <a:lnTo>
                  <a:pt x="1524" y="62579"/>
                </a:lnTo>
                <a:lnTo>
                  <a:pt x="1524" y="59531"/>
                </a:lnTo>
                <a:lnTo>
                  <a:pt x="3048" y="58007"/>
                </a:lnTo>
                <a:lnTo>
                  <a:pt x="3048" y="54959"/>
                </a:lnTo>
                <a:lnTo>
                  <a:pt x="125158" y="54959"/>
                </a:lnTo>
                <a:lnTo>
                  <a:pt x="126682" y="56483"/>
                </a:lnTo>
                <a:lnTo>
                  <a:pt x="126682" y="58007"/>
                </a:lnTo>
                <a:lnTo>
                  <a:pt x="128206" y="58007"/>
                </a:lnTo>
                <a:lnTo>
                  <a:pt x="128206" y="62579"/>
                </a:lnTo>
                <a:lnTo>
                  <a:pt x="129730" y="64103"/>
                </a:lnTo>
                <a:lnTo>
                  <a:pt x="129730" y="74771"/>
                </a:lnTo>
                <a:lnTo>
                  <a:pt x="126682" y="80867"/>
                </a:lnTo>
                <a:lnTo>
                  <a:pt x="123634" y="83915"/>
                </a:lnTo>
                <a:close/>
              </a:path>
              <a:path w="130175" h="266064">
                <a:moveTo>
                  <a:pt x="106870" y="265557"/>
                </a:moveTo>
                <a:lnTo>
                  <a:pt x="93059" y="265557"/>
                </a:lnTo>
                <a:lnTo>
                  <a:pt x="85367" y="265295"/>
                </a:lnTo>
                <a:lnTo>
                  <a:pt x="48863" y="250317"/>
                </a:lnTo>
                <a:lnTo>
                  <a:pt x="35409" y="207884"/>
                </a:lnTo>
                <a:lnTo>
                  <a:pt x="35147" y="83915"/>
                </a:lnTo>
                <a:lnTo>
                  <a:pt x="71723" y="83915"/>
                </a:lnTo>
                <a:lnTo>
                  <a:pt x="71723" y="193833"/>
                </a:lnTo>
                <a:lnTo>
                  <a:pt x="71917" y="199929"/>
                </a:lnTo>
                <a:lnTo>
                  <a:pt x="72032" y="203525"/>
                </a:lnTo>
                <a:lnTo>
                  <a:pt x="73056" y="211931"/>
                </a:lnTo>
                <a:lnTo>
                  <a:pt x="74937" y="218908"/>
                </a:lnTo>
                <a:lnTo>
                  <a:pt x="77819" y="224313"/>
                </a:lnTo>
                <a:lnTo>
                  <a:pt x="80867" y="232029"/>
                </a:lnTo>
                <a:lnTo>
                  <a:pt x="88487" y="235077"/>
                </a:lnTo>
                <a:lnTo>
                  <a:pt x="128206" y="235077"/>
                </a:lnTo>
                <a:lnTo>
                  <a:pt x="129730" y="238125"/>
                </a:lnTo>
                <a:lnTo>
                  <a:pt x="129730" y="250317"/>
                </a:lnTo>
                <a:lnTo>
                  <a:pt x="128206" y="251841"/>
                </a:lnTo>
                <a:lnTo>
                  <a:pt x="128206" y="254889"/>
                </a:lnTo>
                <a:lnTo>
                  <a:pt x="125158" y="257937"/>
                </a:lnTo>
                <a:lnTo>
                  <a:pt x="125158" y="259461"/>
                </a:lnTo>
                <a:lnTo>
                  <a:pt x="122110" y="259461"/>
                </a:lnTo>
                <a:lnTo>
                  <a:pt x="120586" y="260985"/>
                </a:lnTo>
                <a:lnTo>
                  <a:pt x="117538" y="262509"/>
                </a:lnTo>
                <a:lnTo>
                  <a:pt x="116014" y="262509"/>
                </a:lnTo>
                <a:lnTo>
                  <a:pt x="112966" y="264033"/>
                </a:lnTo>
                <a:lnTo>
                  <a:pt x="109918" y="264033"/>
                </a:lnTo>
                <a:lnTo>
                  <a:pt x="106870" y="265557"/>
                </a:lnTo>
                <a:close/>
              </a:path>
              <a:path w="130175" h="266064">
                <a:moveTo>
                  <a:pt x="128206" y="235077"/>
                </a:moveTo>
                <a:lnTo>
                  <a:pt x="105346" y="235077"/>
                </a:lnTo>
                <a:lnTo>
                  <a:pt x="108394" y="233553"/>
                </a:lnTo>
                <a:lnTo>
                  <a:pt x="112966" y="233553"/>
                </a:lnTo>
                <a:lnTo>
                  <a:pt x="114490" y="232029"/>
                </a:lnTo>
                <a:lnTo>
                  <a:pt x="117538" y="232029"/>
                </a:lnTo>
                <a:lnTo>
                  <a:pt x="119062" y="230505"/>
                </a:lnTo>
                <a:lnTo>
                  <a:pt x="120586" y="230505"/>
                </a:lnTo>
                <a:lnTo>
                  <a:pt x="122110" y="228981"/>
                </a:lnTo>
                <a:lnTo>
                  <a:pt x="126682" y="228981"/>
                </a:lnTo>
                <a:lnTo>
                  <a:pt x="126682" y="230505"/>
                </a:lnTo>
                <a:lnTo>
                  <a:pt x="128206" y="232029"/>
                </a:lnTo>
                <a:lnTo>
                  <a:pt x="128206" y="2350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358253" y="4514278"/>
            <a:ext cx="169545" cy="306705"/>
          </a:xfrm>
          <a:custGeom>
            <a:avLst/>
            <a:gdLst/>
            <a:ahLst/>
            <a:cxnLst/>
            <a:rect l="l" t="t" r="r" b="b"/>
            <a:pathLst>
              <a:path w="169545" h="306704">
                <a:moveTo>
                  <a:pt x="29051" y="1524"/>
                </a:moveTo>
                <a:lnTo>
                  <a:pt x="6096" y="1524"/>
                </a:lnTo>
                <a:lnTo>
                  <a:pt x="9144" y="0"/>
                </a:lnTo>
                <a:lnTo>
                  <a:pt x="26003" y="0"/>
                </a:lnTo>
                <a:lnTo>
                  <a:pt x="29051" y="1524"/>
                </a:lnTo>
                <a:close/>
              </a:path>
              <a:path w="169545" h="306704">
                <a:moveTo>
                  <a:pt x="32099" y="305181"/>
                </a:moveTo>
                <a:lnTo>
                  <a:pt x="3048" y="305181"/>
                </a:lnTo>
                <a:lnTo>
                  <a:pt x="0" y="302133"/>
                </a:lnTo>
                <a:lnTo>
                  <a:pt x="0" y="4572"/>
                </a:lnTo>
                <a:lnTo>
                  <a:pt x="3048" y="1524"/>
                </a:lnTo>
                <a:lnTo>
                  <a:pt x="32099" y="1524"/>
                </a:lnTo>
                <a:lnTo>
                  <a:pt x="35147" y="4572"/>
                </a:lnTo>
                <a:lnTo>
                  <a:pt x="35147" y="125063"/>
                </a:lnTo>
                <a:lnTo>
                  <a:pt x="81315" y="125063"/>
                </a:lnTo>
                <a:lnTo>
                  <a:pt x="42886" y="153162"/>
                </a:lnTo>
                <a:lnTo>
                  <a:pt x="35147" y="161734"/>
                </a:lnTo>
                <a:lnTo>
                  <a:pt x="35147" y="302133"/>
                </a:lnTo>
                <a:lnTo>
                  <a:pt x="32099" y="305181"/>
                </a:lnTo>
                <a:close/>
              </a:path>
              <a:path w="169545" h="306704">
                <a:moveTo>
                  <a:pt x="81315" y="125063"/>
                </a:moveTo>
                <a:lnTo>
                  <a:pt x="35147" y="125063"/>
                </a:lnTo>
                <a:lnTo>
                  <a:pt x="43148" y="117395"/>
                </a:lnTo>
                <a:lnTo>
                  <a:pt x="83153" y="95154"/>
                </a:lnTo>
                <a:lnTo>
                  <a:pt x="99155" y="93059"/>
                </a:lnTo>
                <a:lnTo>
                  <a:pt x="108282" y="93368"/>
                </a:lnTo>
                <a:lnTo>
                  <a:pt x="143827" y="107156"/>
                </a:lnTo>
                <a:lnTo>
                  <a:pt x="157698" y="123539"/>
                </a:lnTo>
                <a:lnTo>
                  <a:pt x="91535" y="123539"/>
                </a:lnTo>
                <a:lnTo>
                  <a:pt x="84677" y="124136"/>
                </a:lnTo>
                <a:lnTo>
                  <a:pt x="81315" y="125063"/>
                </a:lnTo>
                <a:close/>
              </a:path>
              <a:path w="169545" h="306704">
                <a:moveTo>
                  <a:pt x="169354" y="302133"/>
                </a:moveTo>
                <a:lnTo>
                  <a:pt x="132778" y="302133"/>
                </a:lnTo>
                <a:lnTo>
                  <a:pt x="132754" y="176022"/>
                </a:lnTo>
                <a:lnTo>
                  <a:pt x="132600" y="169164"/>
                </a:lnTo>
                <a:lnTo>
                  <a:pt x="132588" y="168592"/>
                </a:lnTo>
                <a:lnTo>
                  <a:pt x="132135" y="162306"/>
                </a:lnTo>
                <a:lnTo>
                  <a:pt x="131254" y="157162"/>
                </a:lnTo>
                <a:lnTo>
                  <a:pt x="128206" y="149542"/>
                </a:lnTo>
                <a:lnTo>
                  <a:pt x="126682" y="144970"/>
                </a:lnTo>
                <a:lnTo>
                  <a:pt x="122110" y="138874"/>
                </a:lnTo>
                <a:lnTo>
                  <a:pt x="119062" y="134302"/>
                </a:lnTo>
                <a:lnTo>
                  <a:pt x="114490" y="131159"/>
                </a:lnTo>
                <a:lnTo>
                  <a:pt x="105346" y="125063"/>
                </a:lnTo>
                <a:lnTo>
                  <a:pt x="97631" y="123539"/>
                </a:lnTo>
                <a:lnTo>
                  <a:pt x="157698" y="123539"/>
                </a:lnTo>
                <a:lnTo>
                  <a:pt x="169051" y="168592"/>
                </a:lnTo>
                <a:lnTo>
                  <a:pt x="169258" y="176022"/>
                </a:lnTo>
                <a:lnTo>
                  <a:pt x="169354" y="302133"/>
                </a:lnTo>
                <a:close/>
              </a:path>
              <a:path w="169545" h="306704">
                <a:moveTo>
                  <a:pt x="167830" y="303657"/>
                </a:moveTo>
                <a:lnTo>
                  <a:pt x="134302" y="303657"/>
                </a:lnTo>
                <a:lnTo>
                  <a:pt x="134302" y="302133"/>
                </a:lnTo>
                <a:lnTo>
                  <a:pt x="167830" y="302133"/>
                </a:lnTo>
                <a:lnTo>
                  <a:pt x="167830" y="303657"/>
                </a:lnTo>
                <a:close/>
              </a:path>
              <a:path w="169545" h="306704">
                <a:moveTo>
                  <a:pt x="164782" y="305181"/>
                </a:moveTo>
                <a:lnTo>
                  <a:pt x="137350" y="305181"/>
                </a:lnTo>
                <a:lnTo>
                  <a:pt x="135826" y="303657"/>
                </a:lnTo>
                <a:lnTo>
                  <a:pt x="166306" y="303657"/>
                </a:lnTo>
                <a:lnTo>
                  <a:pt x="164782" y="305181"/>
                </a:lnTo>
                <a:close/>
              </a:path>
              <a:path w="169545" h="306704">
                <a:moveTo>
                  <a:pt x="24479" y="306705"/>
                </a:moveTo>
                <a:lnTo>
                  <a:pt x="10668" y="306705"/>
                </a:lnTo>
                <a:lnTo>
                  <a:pt x="9144" y="305181"/>
                </a:lnTo>
                <a:lnTo>
                  <a:pt x="26003" y="305181"/>
                </a:lnTo>
                <a:lnTo>
                  <a:pt x="24479" y="306705"/>
                </a:lnTo>
                <a:close/>
              </a:path>
              <a:path w="169545" h="306704">
                <a:moveTo>
                  <a:pt x="157162" y="306705"/>
                </a:moveTo>
                <a:lnTo>
                  <a:pt x="144970" y="306705"/>
                </a:lnTo>
                <a:lnTo>
                  <a:pt x="141922" y="305181"/>
                </a:lnTo>
                <a:lnTo>
                  <a:pt x="160210" y="305181"/>
                </a:lnTo>
                <a:lnTo>
                  <a:pt x="157162" y="306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3" name="object 7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579518" y="4607337"/>
            <a:ext cx="181546" cy="216693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918228" y="4514278"/>
            <a:ext cx="851344" cy="309753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8910185" y="4512754"/>
            <a:ext cx="356870" cy="311785"/>
            <a:chOff x="8910185" y="4512754"/>
            <a:chExt cx="356870" cy="311785"/>
          </a:xfrm>
        </p:grpSpPr>
        <p:pic>
          <p:nvPicPr>
            <p:cNvPr id="76" name="object 7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910185" y="4607337"/>
              <a:ext cx="196476" cy="216693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9134189" y="4512754"/>
              <a:ext cx="132715" cy="308610"/>
            </a:xfrm>
            <a:custGeom>
              <a:avLst/>
              <a:gdLst/>
              <a:ahLst/>
              <a:cxnLst/>
              <a:rect l="l" t="t" r="r" b="b"/>
              <a:pathLst>
                <a:path w="132715" h="308610">
                  <a:moveTo>
                    <a:pt x="70199" y="97631"/>
                  </a:moveTo>
                  <a:lnTo>
                    <a:pt x="35052" y="97631"/>
                  </a:lnTo>
                  <a:lnTo>
                    <a:pt x="35099" y="67786"/>
                  </a:lnTo>
                  <a:lnTo>
                    <a:pt x="43053" y="29337"/>
                  </a:lnTo>
                  <a:lnTo>
                    <a:pt x="50292" y="18288"/>
                  </a:lnTo>
                  <a:lnTo>
                    <a:pt x="54864" y="12192"/>
                  </a:lnTo>
                  <a:lnTo>
                    <a:pt x="97631" y="0"/>
                  </a:lnTo>
                  <a:lnTo>
                    <a:pt x="108299" y="0"/>
                  </a:lnTo>
                  <a:lnTo>
                    <a:pt x="117443" y="3048"/>
                  </a:lnTo>
                  <a:lnTo>
                    <a:pt x="122015" y="3048"/>
                  </a:lnTo>
                  <a:lnTo>
                    <a:pt x="123539" y="4572"/>
                  </a:lnTo>
                  <a:lnTo>
                    <a:pt x="126587" y="6096"/>
                  </a:lnTo>
                  <a:lnTo>
                    <a:pt x="128111" y="6096"/>
                  </a:lnTo>
                  <a:lnTo>
                    <a:pt x="129635" y="7620"/>
                  </a:lnTo>
                  <a:lnTo>
                    <a:pt x="129635" y="9144"/>
                  </a:lnTo>
                  <a:lnTo>
                    <a:pt x="131159" y="9144"/>
                  </a:lnTo>
                  <a:lnTo>
                    <a:pt x="131159" y="12192"/>
                  </a:lnTo>
                  <a:lnTo>
                    <a:pt x="132683" y="13716"/>
                  </a:lnTo>
                  <a:lnTo>
                    <a:pt x="132683" y="30480"/>
                  </a:lnTo>
                  <a:lnTo>
                    <a:pt x="90011" y="30480"/>
                  </a:lnTo>
                  <a:lnTo>
                    <a:pt x="86963" y="32004"/>
                  </a:lnTo>
                  <a:lnTo>
                    <a:pt x="82391" y="35052"/>
                  </a:lnTo>
                  <a:lnTo>
                    <a:pt x="79343" y="36576"/>
                  </a:lnTo>
                  <a:lnTo>
                    <a:pt x="77819" y="41148"/>
                  </a:lnTo>
                  <a:lnTo>
                    <a:pt x="74771" y="44196"/>
                  </a:lnTo>
                  <a:lnTo>
                    <a:pt x="73247" y="48768"/>
                  </a:lnTo>
                  <a:lnTo>
                    <a:pt x="71723" y="54864"/>
                  </a:lnTo>
                  <a:lnTo>
                    <a:pt x="71723" y="60960"/>
                  </a:lnTo>
                  <a:lnTo>
                    <a:pt x="70199" y="68675"/>
                  </a:lnTo>
                  <a:lnTo>
                    <a:pt x="70199" y="97631"/>
                  </a:lnTo>
                  <a:close/>
                </a:path>
                <a:path w="132715" h="308610">
                  <a:moveTo>
                    <a:pt x="132683" y="32004"/>
                  </a:moveTo>
                  <a:lnTo>
                    <a:pt x="114395" y="32004"/>
                  </a:lnTo>
                  <a:lnTo>
                    <a:pt x="111347" y="30480"/>
                  </a:lnTo>
                  <a:lnTo>
                    <a:pt x="132683" y="30480"/>
                  </a:lnTo>
                  <a:lnTo>
                    <a:pt x="132683" y="32004"/>
                  </a:lnTo>
                  <a:close/>
                </a:path>
                <a:path w="132715" h="308610">
                  <a:moveTo>
                    <a:pt x="129635" y="36576"/>
                  </a:moveTo>
                  <a:lnTo>
                    <a:pt x="125063" y="36576"/>
                  </a:lnTo>
                  <a:lnTo>
                    <a:pt x="123539" y="35052"/>
                  </a:lnTo>
                  <a:lnTo>
                    <a:pt x="122015" y="35052"/>
                  </a:lnTo>
                  <a:lnTo>
                    <a:pt x="120491" y="33528"/>
                  </a:lnTo>
                  <a:lnTo>
                    <a:pt x="118967" y="33528"/>
                  </a:lnTo>
                  <a:lnTo>
                    <a:pt x="115919" y="32004"/>
                  </a:lnTo>
                  <a:lnTo>
                    <a:pt x="131159" y="32004"/>
                  </a:lnTo>
                  <a:lnTo>
                    <a:pt x="131159" y="35052"/>
                  </a:lnTo>
                  <a:lnTo>
                    <a:pt x="129635" y="36576"/>
                  </a:lnTo>
                  <a:close/>
                </a:path>
                <a:path w="132715" h="308610">
                  <a:moveTo>
                    <a:pt x="117443" y="99155"/>
                  </a:moveTo>
                  <a:lnTo>
                    <a:pt x="4572" y="99155"/>
                  </a:lnTo>
                  <a:lnTo>
                    <a:pt x="6096" y="97631"/>
                  </a:lnTo>
                  <a:lnTo>
                    <a:pt x="115919" y="97631"/>
                  </a:lnTo>
                  <a:lnTo>
                    <a:pt x="117443" y="99155"/>
                  </a:lnTo>
                  <a:close/>
                </a:path>
                <a:path w="132715" h="308610">
                  <a:moveTo>
                    <a:pt x="117443" y="128111"/>
                  </a:moveTo>
                  <a:lnTo>
                    <a:pt x="4572" y="128111"/>
                  </a:lnTo>
                  <a:lnTo>
                    <a:pt x="1524" y="125063"/>
                  </a:lnTo>
                  <a:lnTo>
                    <a:pt x="0" y="122015"/>
                  </a:lnTo>
                  <a:lnTo>
                    <a:pt x="0" y="105251"/>
                  </a:lnTo>
                  <a:lnTo>
                    <a:pt x="1524" y="103727"/>
                  </a:lnTo>
                  <a:lnTo>
                    <a:pt x="1524" y="100679"/>
                  </a:lnTo>
                  <a:lnTo>
                    <a:pt x="3048" y="99155"/>
                  </a:lnTo>
                  <a:lnTo>
                    <a:pt x="118967" y="99155"/>
                  </a:lnTo>
                  <a:lnTo>
                    <a:pt x="118967" y="100679"/>
                  </a:lnTo>
                  <a:lnTo>
                    <a:pt x="120491" y="102203"/>
                  </a:lnTo>
                  <a:lnTo>
                    <a:pt x="120491" y="103727"/>
                  </a:lnTo>
                  <a:lnTo>
                    <a:pt x="122015" y="106775"/>
                  </a:lnTo>
                  <a:lnTo>
                    <a:pt x="122015" y="122015"/>
                  </a:lnTo>
                  <a:lnTo>
                    <a:pt x="120491" y="125063"/>
                  </a:lnTo>
                  <a:lnTo>
                    <a:pt x="117443" y="128111"/>
                  </a:lnTo>
                  <a:close/>
                </a:path>
                <a:path w="132715" h="308610">
                  <a:moveTo>
                    <a:pt x="67056" y="306704"/>
                  </a:moveTo>
                  <a:lnTo>
                    <a:pt x="38100" y="306704"/>
                  </a:lnTo>
                  <a:lnTo>
                    <a:pt x="35052" y="303657"/>
                  </a:lnTo>
                  <a:lnTo>
                    <a:pt x="35052" y="128111"/>
                  </a:lnTo>
                  <a:lnTo>
                    <a:pt x="70199" y="128111"/>
                  </a:lnTo>
                  <a:lnTo>
                    <a:pt x="70199" y="303657"/>
                  </a:lnTo>
                  <a:lnTo>
                    <a:pt x="68580" y="305180"/>
                  </a:lnTo>
                  <a:lnTo>
                    <a:pt x="67056" y="306704"/>
                  </a:lnTo>
                  <a:close/>
                </a:path>
                <a:path w="132715" h="308610">
                  <a:moveTo>
                    <a:pt x="59436" y="308228"/>
                  </a:moveTo>
                  <a:lnTo>
                    <a:pt x="45720" y="308228"/>
                  </a:lnTo>
                  <a:lnTo>
                    <a:pt x="44196" y="306704"/>
                  </a:lnTo>
                  <a:lnTo>
                    <a:pt x="60960" y="306704"/>
                  </a:lnTo>
                  <a:lnTo>
                    <a:pt x="59436" y="3082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8" name="object 78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394460" y="5144547"/>
            <a:ext cx="198310" cy="216693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644681" y="5144547"/>
            <a:ext cx="169354" cy="213645"/>
          </a:xfrm>
          <a:prstGeom prst="rect">
            <a:avLst/>
          </a:prstGeom>
        </p:spPr>
      </p:pic>
      <p:sp>
        <p:nvSpPr>
          <p:cNvPr id="80" name="object 80"/>
          <p:cNvSpPr/>
          <p:nvPr/>
        </p:nvSpPr>
        <p:spPr>
          <a:xfrm>
            <a:off x="1879650" y="5051399"/>
            <a:ext cx="266065" cy="384810"/>
          </a:xfrm>
          <a:custGeom>
            <a:avLst/>
            <a:gdLst/>
            <a:ahLst/>
            <a:cxnLst/>
            <a:rect l="l" t="t" r="r" b="b"/>
            <a:pathLst>
              <a:path w="266064" h="384810">
                <a:moveTo>
                  <a:pt x="36576" y="4572"/>
                </a:moveTo>
                <a:lnTo>
                  <a:pt x="33528" y="1524"/>
                </a:lnTo>
                <a:lnTo>
                  <a:pt x="30480" y="1524"/>
                </a:lnTo>
                <a:lnTo>
                  <a:pt x="27432" y="0"/>
                </a:lnTo>
                <a:lnTo>
                  <a:pt x="9144" y="0"/>
                </a:lnTo>
                <a:lnTo>
                  <a:pt x="7620" y="1524"/>
                </a:lnTo>
                <a:lnTo>
                  <a:pt x="4572" y="1524"/>
                </a:lnTo>
                <a:lnTo>
                  <a:pt x="3048" y="3048"/>
                </a:lnTo>
                <a:lnTo>
                  <a:pt x="1524" y="3048"/>
                </a:lnTo>
                <a:lnTo>
                  <a:pt x="1524" y="4572"/>
                </a:lnTo>
                <a:lnTo>
                  <a:pt x="0" y="6096"/>
                </a:lnTo>
                <a:lnTo>
                  <a:pt x="0" y="300697"/>
                </a:lnTo>
                <a:lnTo>
                  <a:pt x="1524" y="302221"/>
                </a:lnTo>
                <a:lnTo>
                  <a:pt x="1524" y="303745"/>
                </a:lnTo>
                <a:lnTo>
                  <a:pt x="3048" y="303745"/>
                </a:lnTo>
                <a:lnTo>
                  <a:pt x="4572" y="305269"/>
                </a:lnTo>
                <a:lnTo>
                  <a:pt x="9144" y="305269"/>
                </a:lnTo>
                <a:lnTo>
                  <a:pt x="12192" y="306793"/>
                </a:lnTo>
                <a:lnTo>
                  <a:pt x="25908" y="306793"/>
                </a:lnTo>
                <a:lnTo>
                  <a:pt x="27432" y="305269"/>
                </a:lnTo>
                <a:lnTo>
                  <a:pt x="33528" y="305269"/>
                </a:lnTo>
                <a:lnTo>
                  <a:pt x="36576" y="302221"/>
                </a:lnTo>
                <a:lnTo>
                  <a:pt x="36576" y="4572"/>
                </a:lnTo>
                <a:close/>
              </a:path>
              <a:path w="266064" h="384810">
                <a:moveTo>
                  <a:pt x="265468" y="99250"/>
                </a:moveTo>
                <a:lnTo>
                  <a:pt x="263944" y="97726"/>
                </a:lnTo>
                <a:lnTo>
                  <a:pt x="262420" y="97726"/>
                </a:lnTo>
                <a:lnTo>
                  <a:pt x="260896" y="96202"/>
                </a:lnTo>
                <a:lnTo>
                  <a:pt x="234886" y="96202"/>
                </a:lnTo>
                <a:lnTo>
                  <a:pt x="231838" y="97726"/>
                </a:lnTo>
                <a:lnTo>
                  <a:pt x="228790" y="100774"/>
                </a:lnTo>
                <a:lnTo>
                  <a:pt x="228790" y="103822"/>
                </a:lnTo>
                <a:lnTo>
                  <a:pt x="173926" y="262509"/>
                </a:lnTo>
                <a:lnTo>
                  <a:pt x="117449" y="103822"/>
                </a:lnTo>
                <a:lnTo>
                  <a:pt x="115925" y="102298"/>
                </a:lnTo>
                <a:lnTo>
                  <a:pt x="115925" y="100774"/>
                </a:lnTo>
                <a:lnTo>
                  <a:pt x="112877" y="97726"/>
                </a:lnTo>
                <a:lnTo>
                  <a:pt x="111353" y="97726"/>
                </a:lnTo>
                <a:lnTo>
                  <a:pt x="109829" y="96202"/>
                </a:lnTo>
                <a:lnTo>
                  <a:pt x="82296" y="96202"/>
                </a:lnTo>
                <a:lnTo>
                  <a:pt x="80772" y="97726"/>
                </a:lnTo>
                <a:lnTo>
                  <a:pt x="79248" y="97726"/>
                </a:lnTo>
                <a:lnTo>
                  <a:pt x="77724" y="99250"/>
                </a:lnTo>
                <a:lnTo>
                  <a:pt x="77724" y="106870"/>
                </a:lnTo>
                <a:lnTo>
                  <a:pt x="79248" y="109918"/>
                </a:lnTo>
                <a:lnTo>
                  <a:pt x="149453" y="297662"/>
                </a:lnTo>
                <a:lnTo>
                  <a:pt x="149453" y="299186"/>
                </a:lnTo>
                <a:lnTo>
                  <a:pt x="155549" y="305282"/>
                </a:lnTo>
                <a:lnTo>
                  <a:pt x="128117" y="373951"/>
                </a:lnTo>
                <a:lnTo>
                  <a:pt x="128117" y="381571"/>
                </a:lnTo>
                <a:lnTo>
                  <a:pt x="129641" y="381571"/>
                </a:lnTo>
                <a:lnTo>
                  <a:pt x="131165" y="383095"/>
                </a:lnTo>
                <a:lnTo>
                  <a:pt x="132689" y="383095"/>
                </a:lnTo>
                <a:lnTo>
                  <a:pt x="135737" y="384619"/>
                </a:lnTo>
                <a:lnTo>
                  <a:pt x="157073" y="384619"/>
                </a:lnTo>
                <a:lnTo>
                  <a:pt x="160121" y="383095"/>
                </a:lnTo>
                <a:lnTo>
                  <a:pt x="164693" y="381571"/>
                </a:lnTo>
                <a:lnTo>
                  <a:pt x="166217" y="380047"/>
                </a:lnTo>
                <a:lnTo>
                  <a:pt x="167741" y="376999"/>
                </a:lnTo>
                <a:lnTo>
                  <a:pt x="193738" y="305282"/>
                </a:lnTo>
                <a:lnTo>
                  <a:pt x="208991" y="262509"/>
                </a:lnTo>
                <a:lnTo>
                  <a:pt x="263944" y="108394"/>
                </a:lnTo>
                <a:lnTo>
                  <a:pt x="265468" y="106870"/>
                </a:lnTo>
                <a:lnTo>
                  <a:pt x="265468" y="99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261044" y="5094160"/>
            <a:ext cx="130175" cy="266065"/>
          </a:xfrm>
          <a:custGeom>
            <a:avLst/>
            <a:gdLst/>
            <a:ahLst/>
            <a:cxnLst/>
            <a:rect l="l" t="t" r="r" b="b"/>
            <a:pathLst>
              <a:path w="130175" h="266064">
                <a:moveTo>
                  <a:pt x="64103" y="1524"/>
                </a:moveTo>
                <a:lnTo>
                  <a:pt x="41148" y="1524"/>
                </a:lnTo>
                <a:lnTo>
                  <a:pt x="44196" y="0"/>
                </a:lnTo>
                <a:lnTo>
                  <a:pt x="62579" y="0"/>
                </a:lnTo>
                <a:lnTo>
                  <a:pt x="64103" y="1524"/>
                </a:lnTo>
                <a:close/>
              </a:path>
              <a:path w="130175" h="266064">
                <a:moveTo>
                  <a:pt x="71723" y="53435"/>
                </a:moveTo>
                <a:lnTo>
                  <a:pt x="35052" y="53435"/>
                </a:lnTo>
                <a:lnTo>
                  <a:pt x="35052" y="4572"/>
                </a:lnTo>
                <a:lnTo>
                  <a:pt x="36576" y="4572"/>
                </a:lnTo>
                <a:lnTo>
                  <a:pt x="36576" y="3048"/>
                </a:lnTo>
                <a:lnTo>
                  <a:pt x="38100" y="1524"/>
                </a:lnTo>
                <a:lnTo>
                  <a:pt x="67151" y="1524"/>
                </a:lnTo>
                <a:lnTo>
                  <a:pt x="68675" y="3048"/>
                </a:lnTo>
                <a:lnTo>
                  <a:pt x="70199" y="3048"/>
                </a:lnTo>
                <a:lnTo>
                  <a:pt x="70199" y="4572"/>
                </a:lnTo>
                <a:lnTo>
                  <a:pt x="71723" y="6096"/>
                </a:lnTo>
                <a:lnTo>
                  <a:pt x="71723" y="53435"/>
                </a:lnTo>
                <a:close/>
              </a:path>
              <a:path w="130175" h="266064">
                <a:moveTo>
                  <a:pt x="123539" y="54959"/>
                </a:moveTo>
                <a:lnTo>
                  <a:pt x="6096" y="54959"/>
                </a:lnTo>
                <a:lnTo>
                  <a:pt x="6096" y="53435"/>
                </a:lnTo>
                <a:lnTo>
                  <a:pt x="123539" y="53435"/>
                </a:lnTo>
                <a:lnTo>
                  <a:pt x="123539" y="54959"/>
                </a:lnTo>
                <a:close/>
              </a:path>
              <a:path w="130175" h="266064">
                <a:moveTo>
                  <a:pt x="123539" y="83915"/>
                </a:moveTo>
                <a:lnTo>
                  <a:pt x="6096" y="83915"/>
                </a:lnTo>
                <a:lnTo>
                  <a:pt x="3048" y="82391"/>
                </a:lnTo>
                <a:lnTo>
                  <a:pt x="3048" y="80867"/>
                </a:lnTo>
                <a:lnTo>
                  <a:pt x="0" y="74771"/>
                </a:lnTo>
                <a:lnTo>
                  <a:pt x="0" y="64103"/>
                </a:lnTo>
                <a:lnTo>
                  <a:pt x="1524" y="62579"/>
                </a:lnTo>
                <a:lnTo>
                  <a:pt x="1524" y="59531"/>
                </a:lnTo>
                <a:lnTo>
                  <a:pt x="3048" y="58007"/>
                </a:lnTo>
                <a:lnTo>
                  <a:pt x="3048" y="54959"/>
                </a:lnTo>
                <a:lnTo>
                  <a:pt x="125063" y="54959"/>
                </a:lnTo>
                <a:lnTo>
                  <a:pt x="126587" y="56483"/>
                </a:lnTo>
                <a:lnTo>
                  <a:pt x="126587" y="58007"/>
                </a:lnTo>
                <a:lnTo>
                  <a:pt x="128111" y="58007"/>
                </a:lnTo>
                <a:lnTo>
                  <a:pt x="128111" y="64103"/>
                </a:lnTo>
                <a:lnTo>
                  <a:pt x="129635" y="65627"/>
                </a:lnTo>
                <a:lnTo>
                  <a:pt x="129635" y="74771"/>
                </a:lnTo>
                <a:lnTo>
                  <a:pt x="126587" y="80867"/>
                </a:lnTo>
                <a:lnTo>
                  <a:pt x="123539" y="83915"/>
                </a:lnTo>
                <a:close/>
              </a:path>
              <a:path w="130175" h="266064">
                <a:moveTo>
                  <a:pt x="106775" y="265557"/>
                </a:moveTo>
                <a:lnTo>
                  <a:pt x="93059" y="265557"/>
                </a:lnTo>
                <a:lnTo>
                  <a:pt x="85367" y="265295"/>
                </a:lnTo>
                <a:lnTo>
                  <a:pt x="48768" y="250317"/>
                </a:lnTo>
                <a:lnTo>
                  <a:pt x="41148" y="236505"/>
                </a:lnTo>
                <a:lnTo>
                  <a:pt x="38100" y="228885"/>
                </a:lnTo>
                <a:lnTo>
                  <a:pt x="35052" y="83915"/>
                </a:lnTo>
                <a:lnTo>
                  <a:pt x="71723" y="83915"/>
                </a:lnTo>
                <a:lnTo>
                  <a:pt x="71723" y="193833"/>
                </a:lnTo>
                <a:lnTo>
                  <a:pt x="71917" y="199929"/>
                </a:lnTo>
                <a:lnTo>
                  <a:pt x="72032" y="203525"/>
                </a:lnTo>
                <a:lnTo>
                  <a:pt x="73056" y="211931"/>
                </a:lnTo>
                <a:lnTo>
                  <a:pt x="74937" y="218908"/>
                </a:lnTo>
                <a:lnTo>
                  <a:pt x="77819" y="224313"/>
                </a:lnTo>
                <a:lnTo>
                  <a:pt x="80867" y="231933"/>
                </a:lnTo>
                <a:lnTo>
                  <a:pt x="88487" y="234981"/>
                </a:lnTo>
                <a:lnTo>
                  <a:pt x="128111" y="234981"/>
                </a:lnTo>
                <a:lnTo>
                  <a:pt x="128111" y="238029"/>
                </a:lnTo>
                <a:lnTo>
                  <a:pt x="129635" y="239553"/>
                </a:lnTo>
                <a:lnTo>
                  <a:pt x="129635" y="247269"/>
                </a:lnTo>
                <a:lnTo>
                  <a:pt x="128111" y="250317"/>
                </a:lnTo>
                <a:lnTo>
                  <a:pt x="128111" y="254889"/>
                </a:lnTo>
                <a:lnTo>
                  <a:pt x="125063" y="257937"/>
                </a:lnTo>
                <a:lnTo>
                  <a:pt x="125063" y="259461"/>
                </a:lnTo>
                <a:lnTo>
                  <a:pt x="122015" y="259461"/>
                </a:lnTo>
                <a:lnTo>
                  <a:pt x="120491" y="260985"/>
                </a:lnTo>
                <a:lnTo>
                  <a:pt x="117443" y="262509"/>
                </a:lnTo>
                <a:lnTo>
                  <a:pt x="115919" y="262509"/>
                </a:lnTo>
                <a:lnTo>
                  <a:pt x="112871" y="264033"/>
                </a:lnTo>
                <a:lnTo>
                  <a:pt x="109823" y="264033"/>
                </a:lnTo>
                <a:lnTo>
                  <a:pt x="106775" y="265557"/>
                </a:lnTo>
                <a:close/>
              </a:path>
              <a:path w="130175" h="266064">
                <a:moveTo>
                  <a:pt x="128111" y="234981"/>
                </a:moveTo>
                <a:lnTo>
                  <a:pt x="105251" y="234981"/>
                </a:lnTo>
                <a:lnTo>
                  <a:pt x="108299" y="233457"/>
                </a:lnTo>
                <a:lnTo>
                  <a:pt x="112871" y="233457"/>
                </a:lnTo>
                <a:lnTo>
                  <a:pt x="114395" y="231933"/>
                </a:lnTo>
                <a:lnTo>
                  <a:pt x="117443" y="231933"/>
                </a:lnTo>
                <a:lnTo>
                  <a:pt x="118967" y="230409"/>
                </a:lnTo>
                <a:lnTo>
                  <a:pt x="120491" y="230409"/>
                </a:lnTo>
                <a:lnTo>
                  <a:pt x="122015" y="228885"/>
                </a:lnTo>
                <a:lnTo>
                  <a:pt x="126587" y="228885"/>
                </a:lnTo>
                <a:lnTo>
                  <a:pt x="126587" y="230409"/>
                </a:lnTo>
                <a:lnTo>
                  <a:pt x="128111" y="231933"/>
                </a:lnTo>
                <a:lnTo>
                  <a:pt x="128111" y="2349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2438018" y="5051393"/>
            <a:ext cx="169545" cy="307340"/>
          </a:xfrm>
          <a:custGeom>
            <a:avLst/>
            <a:gdLst/>
            <a:ahLst/>
            <a:cxnLst/>
            <a:rect l="l" t="t" r="r" b="b"/>
            <a:pathLst>
              <a:path w="169544" h="307339">
                <a:moveTo>
                  <a:pt x="28956" y="1524"/>
                </a:moveTo>
                <a:lnTo>
                  <a:pt x="6096" y="1524"/>
                </a:lnTo>
                <a:lnTo>
                  <a:pt x="9144" y="0"/>
                </a:lnTo>
                <a:lnTo>
                  <a:pt x="25908" y="0"/>
                </a:lnTo>
                <a:lnTo>
                  <a:pt x="28956" y="1524"/>
                </a:lnTo>
                <a:close/>
              </a:path>
              <a:path w="169544" h="307339">
                <a:moveTo>
                  <a:pt x="32004" y="305276"/>
                </a:moveTo>
                <a:lnTo>
                  <a:pt x="3048" y="305276"/>
                </a:lnTo>
                <a:lnTo>
                  <a:pt x="0" y="302228"/>
                </a:lnTo>
                <a:lnTo>
                  <a:pt x="0" y="4572"/>
                </a:lnTo>
                <a:lnTo>
                  <a:pt x="3048" y="1524"/>
                </a:lnTo>
                <a:lnTo>
                  <a:pt x="32004" y="1524"/>
                </a:lnTo>
                <a:lnTo>
                  <a:pt x="35052" y="4572"/>
                </a:lnTo>
                <a:lnTo>
                  <a:pt x="35052" y="125158"/>
                </a:lnTo>
                <a:lnTo>
                  <a:pt x="81291" y="125158"/>
                </a:lnTo>
                <a:lnTo>
                  <a:pt x="42805" y="153242"/>
                </a:lnTo>
                <a:lnTo>
                  <a:pt x="35052" y="161829"/>
                </a:lnTo>
                <a:lnTo>
                  <a:pt x="35052" y="303752"/>
                </a:lnTo>
                <a:lnTo>
                  <a:pt x="33528" y="303752"/>
                </a:lnTo>
                <a:lnTo>
                  <a:pt x="32004" y="305276"/>
                </a:lnTo>
                <a:close/>
              </a:path>
              <a:path w="169544" h="307339">
                <a:moveTo>
                  <a:pt x="81291" y="125158"/>
                </a:moveTo>
                <a:lnTo>
                  <a:pt x="35052" y="125158"/>
                </a:lnTo>
                <a:lnTo>
                  <a:pt x="43067" y="117490"/>
                </a:lnTo>
                <a:lnTo>
                  <a:pt x="83153" y="95250"/>
                </a:lnTo>
                <a:lnTo>
                  <a:pt x="99155" y="93154"/>
                </a:lnTo>
                <a:lnTo>
                  <a:pt x="108251" y="93464"/>
                </a:lnTo>
                <a:lnTo>
                  <a:pt x="144006" y="107251"/>
                </a:lnTo>
                <a:lnTo>
                  <a:pt x="157699" y="123634"/>
                </a:lnTo>
                <a:lnTo>
                  <a:pt x="91535" y="123634"/>
                </a:lnTo>
                <a:lnTo>
                  <a:pt x="84677" y="124229"/>
                </a:lnTo>
                <a:lnTo>
                  <a:pt x="81291" y="125158"/>
                </a:lnTo>
                <a:close/>
              </a:path>
              <a:path w="169544" h="307339">
                <a:moveTo>
                  <a:pt x="167830" y="303752"/>
                </a:moveTo>
                <a:lnTo>
                  <a:pt x="134207" y="303752"/>
                </a:lnTo>
                <a:lnTo>
                  <a:pt x="134207" y="302228"/>
                </a:lnTo>
                <a:lnTo>
                  <a:pt x="132683" y="300704"/>
                </a:lnTo>
                <a:lnTo>
                  <a:pt x="132659" y="176117"/>
                </a:lnTo>
                <a:lnTo>
                  <a:pt x="128111" y="149637"/>
                </a:lnTo>
                <a:lnTo>
                  <a:pt x="126587" y="144970"/>
                </a:lnTo>
                <a:lnTo>
                  <a:pt x="123539" y="138874"/>
                </a:lnTo>
                <a:lnTo>
                  <a:pt x="115919" y="131254"/>
                </a:lnTo>
                <a:lnTo>
                  <a:pt x="109823" y="128206"/>
                </a:lnTo>
                <a:lnTo>
                  <a:pt x="105251" y="125158"/>
                </a:lnTo>
                <a:lnTo>
                  <a:pt x="99155" y="123634"/>
                </a:lnTo>
                <a:lnTo>
                  <a:pt x="157699" y="123634"/>
                </a:lnTo>
                <a:lnTo>
                  <a:pt x="169052" y="168687"/>
                </a:lnTo>
                <a:lnTo>
                  <a:pt x="169354" y="302228"/>
                </a:lnTo>
                <a:lnTo>
                  <a:pt x="167830" y="302228"/>
                </a:lnTo>
                <a:lnTo>
                  <a:pt x="167830" y="303752"/>
                </a:lnTo>
                <a:close/>
              </a:path>
              <a:path w="169544" h="307339">
                <a:moveTo>
                  <a:pt x="166306" y="305276"/>
                </a:moveTo>
                <a:lnTo>
                  <a:pt x="137350" y="305276"/>
                </a:lnTo>
                <a:lnTo>
                  <a:pt x="135826" y="303752"/>
                </a:lnTo>
                <a:lnTo>
                  <a:pt x="166306" y="303752"/>
                </a:lnTo>
                <a:lnTo>
                  <a:pt x="166306" y="305276"/>
                </a:lnTo>
                <a:close/>
              </a:path>
              <a:path w="169544" h="307339">
                <a:moveTo>
                  <a:pt x="24384" y="306800"/>
                </a:moveTo>
                <a:lnTo>
                  <a:pt x="10668" y="306800"/>
                </a:lnTo>
                <a:lnTo>
                  <a:pt x="9144" y="305276"/>
                </a:lnTo>
                <a:lnTo>
                  <a:pt x="25908" y="305276"/>
                </a:lnTo>
                <a:lnTo>
                  <a:pt x="24384" y="306800"/>
                </a:lnTo>
                <a:close/>
              </a:path>
              <a:path w="169544" h="307339">
                <a:moveTo>
                  <a:pt x="157162" y="306800"/>
                </a:moveTo>
                <a:lnTo>
                  <a:pt x="144970" y="306800"/>
                </a:lnTo>
                <a:lnTo>
                  <a:pt x="141922" y="305276"/>
                </a:lnTo>
                <a:lnTo>
                  <a:pt x="160210" y="305276"/>
                </a:lnTo>
                <a:lnTo>
                  <a:pt x="157162" y="306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3" name="object 83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659189" y="5144547"/>
            <a:ext cx="181641" cy="216693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2984182" y="5144547"/>
            <a:ext cx="154114" cy="216693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3185636" y="5147595"/>
            <a:ext cx="169259" cy="213645"/>
          </a:xfrm>
          <a:prstGeom prst="rect">
            <a:avLst/>
          </a:prstGeom>
        </p:spPr>
      </p:pic>
      <p:grpSp>
        <p:nvGrpSpPr>
          <p:cNvPr id="86" name="object 86"/>
          <p:cNvGrpSpPr/>
          <p:nvPr/>
        </p:nvGrpSpPr>
        <p:grpSpPr>
          <a:xfrm>
            <a:off x="3422046" y="5144547"/>
            <a:ext cx="476250" cy="217170"/>
            <a:chOff x="3422046" y="5144547"/>
            <a:chExt cx="476250" cy="217170"/>
          </a:xfrm>
        </p:grpSpPr>
        <p:pic>
          <p:nvPicPr>
            <p:cNvPr id="87" name="object 8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422046" y="5144547"/>
              <a:ext cx="116014" cy="21364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579114" y="5144547"/>
              <a:ext cx="114490" cy="21364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716559" y="5144548"/>
              <a:ext cx="181546" cy="216693"/>
            </a:xfrm>
            <a:prstGeom prst="rect">
              <a:avLst/>
            </a:prstGeom>
          </p:spPr>
        </p:pic>
      </p:grpSp>
      <p:grpSp>
        <p:nvGrpSpPr>
          <p:cNvPr id="90" name="object 90"/>
          <p:cNvGrpSpPr/>
          <p:nvPr/>
        </p:nvGrpSpPr>
        <p:grpSpPr>
          <a:xfrm>
            <a:off x="3952970" y="5094160"/>
            <a:ext cx="334645" cy="266065"/>
            <a:chOff x="3952970" y="5094160"/>
            <a:chExt cx="334645" cy="266065"/>
          </a:xfrm>
        </p:grpSpPr>
        <p:pic>
          <p:nvPicPr>
            <p:cNvPr id="91" name="object 9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952970" y="5144547"/>
              <a:ext cx="169354" cy="213645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158995" y="5094160"/>
              <a:ext cx="128270" cy="266065"/>
            </a:xfrm>
            <a:custGeom>
              <a:avLst/>
              <a:gdLst/>
              <a:ahLst/>
              <a:cxnLst/>
              <a:rect l="l" t="t" r="r" b="b"/>
              <a:pathLst>
                <a:path w="128270" h="266064">
                  <a:moveTo>
                    <a:pt x="64008" y="1524"/>
                  </a:moveTo>
                  <a:lnTo>
                    <a:pt x="41148" y="1524"/>
                  </a:lnTo>
                  <a:lnTo>
                    <a:pt x="44196" y="0"/>
                  </a:lnTo>
                  <a:lnTo>
                    <a:pt x="60960" y="0"/>
                  </a:lnTo>
                  <a:lnTo>
                    <a:pt x="64008" y="1524"/>
                  </a:lnTo>
                  <a:close/>
                </a:path>
                <a:path w="128270" h="266064">
                  <a:moveTo>
                    <a:pt x="70104" y="53435"/>
                  </a:moveTo>
                  <a:lnTo>
                    <a:pt x="35052" y="53435"/>
                  </a:lnTo>
                  <a:lnTo>
                    <a:pt x="35052" y="3048"/>
                  </a:lnTo>
                  <a:lnTo>
                    <a:pt x="36576" y="3048"/>
                  </a:lnTo>
                  <a:lnTo>
                    <a:pt x="38100" y="1524"/>
                  </a:lnTo>
                  <a:lnTo>
                    <a:pt x="67056" y="1524"/>
                  </a:lnTo>
                  <a:lnTo>
                    <a:pt x="70104" y="4572"/>
                  </a:lnTo>
                  <a:lnTo>
                    <a:pt x="70104" y="53435"/>
                  </a:lnTo>
                  <a:close/>
                </a:path>
                <a:path w="128270" h="266064">
                  <a:moveTo>
                    <a:pt x="123539" y="54959"/>
                  </a:moveTo>
                  <a:lnTo>
                    <a:pt x="4572" y="54959"/>
                  </a:lnTo>
                  <a:lnTo>
                    <a:pt x="6096" y="53435"/>
                  </a:lnTo>
                  <a:lnTo>
                    <a:pt x="122015" y="53435"/>
                  </a:lnTo>
                  <a:lnTo>
                    <a:pt x="123539" y="54959"/>
                  </a:lnTo>
                  <a:close/>
                </a:path>
                <a:path w="128270" h="266064">
                  <a:moveTo>
                    <a:pt x="123539" y="83915"/>
                  </a:moveTo>
                  <a:lnTo>
                    <a:pt x="4572" y="83915"/>
                  </a:lnTo>
                  <a:lnTo>
                    <a:pt x="1524" y="80867"/>
                  </a:lnTo>
                  <a:lnTo>
                    <a:pt x="0" y="77819"/>
                  </a:lnTo>
                  <a:lnTo>
                    <a:pt x="0" y="61055"/>
                  </a:lnTo>
                  <a:lnTo>
                    <a:pt x="1524" y="59531"/>
                  </a:lnTo>
                  <a:lnTo>
                    <a:pt x="1524" y="56483"/>
                  </a:lnTo>
                  <a:lnTo>
                    <a:pt x="3048" y="54959"/>
                  </a:lnTo>
                  <a:lnTo>
                    <a:pt x="125063" y="54959"/>
                  </a:lnTo>
                  <a:lnTo>
                    <a:pt x="125063" y="56483"/>
                  </a:lnTo>
                  <a:lnTo>
                    <a:pt x="128111" y="59531"/>
                  </a:lnTo>
                  <a:lnTo>
                    <a:pt x="128111" y="77819"/>
                  </a:lnTo>
                  <a:lnTo>
                    <a:pt x="126587" y="80867"/>
                  </a:lnTo>
                  <a:lnTo>
                    <a:pt x="123539" y="83915"/>
                  </a:lnTo>
                  <a:close/>
                </a:path>
                <a:path w="128270" h="266064">
                  <a:moveTo>
                    <a:pt x="105251" y="265557"/>
                  </a:moveTo>
                  <a:lnTo>
                    <a:pt x="91535" y="265557"/>
                  </a:lnTo>
                  <a:lnTo>
                    <a:pt x="84699" y="265295"/>
                  </a:lnTo>
                  <a:lnTo>
                    <a:pt x="47244" y="250317"/>
                  </a:lnTo>
                  <a:lnTo>
                    <a:pt x="38100" y="228885"/>
                  </a:lnTo>
                  <a:lnTo>
                    <a:pt x="36337" y="222646"/>
                  </a:lnTo>
                  <a:lnTo>
                    <a:pt x="35433" y="215550"/>
                  </a:lnTo>
                  <a:lnTo>
                    <a:pt x="35099" y="207883"/>
                  </a:lnTo>
                  <a:lnTo>
                    <a:pt x="35052" y="83915"/>
                  </a:lnTo>
                  <a:lnTo>
                    <a:pt x="70104" y="83915"/>
                  </a:lnTo>
                  <a:lnTo>
                    <a:pt x="70104" y="193833"/>
                  </a:lnTo>
                  <a:lnTo>
                    <a:pt x="70642" y="203525"/>
                  </a:lnTo>
                  <a:lnTo>
                    <a:pt x="86963" y="234981"/>
                  </a:lnTo>
                  <a:lnTo>
                    <a:pt x="128111" y="234981"/>
                  </a:lnTo>
                  <a:lnTo>
                    <a:pt x="128111" y="251841"/>
                  </a:lnTo>
                  <a:lnTo>
                    <a:pt x="126587" y="254889"/>
                  </a:lnTo>
                  <a:lnTo>
                    <a:pt x="126587" y="256413"/>
                  </a:lnTo>
                  <a:lnTo>
                    <a:pt x="123539" y="259461"/>
                  </a:lnTo>
                  <a:lnTo>
                    <a:pt x="122015" y="259461"/>
                  </a:lnTo>
                  <a:lnTo>
                    <a:pt x="118967" y="260985"/>
                  </a:lnTo>
                  <a:lnTo>
                    <a:pt x="117443" y="262509"/>
                  </a:lnTo>
                  <a:lnTo>
                    <a:pt x="114395" y="262509"/>
                  </a:lnTo>
                  <a:lnTo>
                    <a:pt x="111347" y="264033"/>
                  </a:lnTo>
                  <a:lnTo>
                    <a:pt x="108299" y="264033"/>
                  </a:lnTo>
                  <a:lnTo>
                    <a:pt x="105251" y="265557"/>
                  </a:lnTo>
                  <a:close/>
                </a:path>
                <a:path w="128270" h="266064">
                  <a:moveTo>
                    <a:pt x="128111" y="234981"/>
                  </a:moveTo>
                  <a:lnTo>
                    <a:pt x="103727" y="234981"/>
                  </a:lnTo>
                  <a:lnTo>
                    <a:pt x="106775" y="233457"/>
                  </a:lnTo>
                  <a:lnTo>
                    <a:pt x="111347" y="233457"/>
                  </a:lnTo>
                  <a:lnTo>
                    <a:pt x="114395" y="231933"/>
                  </a:lnTo>
                  <a:lnTo>
                    <a:pt x="115919" y="231933"/>
                  </a:lnTo>
                  <a:lnTo>
                    <a:pt x="117443" y="230409"/>
                  </a:lnTo>
                  <a:lnTo>
                    <a:pt x="118967" y="230409"/>
                  </a:lnTo>
                  <a:lnTo>
                    <a:pt x="120491" y="228885"/>
                  </a:lnTo>
                  <a:lnTo>
                    <a:pt x="125063" y="228885"/>
                  </a:lnTo>
                  <a:lnTo>
                    <a:pt x="126587" y="230409"/>
                  </a:lnTo>
                  <a:lnTo>
                    <a:pt x="126587" y="231933"/>
                  </a:lnTo>
                  <a:lnTo>
                    <a:pt x="128111" y="233457"/>
                  </a:lnTo>
                  <a:lnTo>
                    <a:pt x="128111" y="2349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3" name="object 93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433601" y="5094160"/>
            <a:ext cx="1356264" cy="341852"/>
          </a:xfrm>
          <a:prstGeom prst="rect">
            <a:avLst/>
          </a:prstGeom>
        </p:spPr>
      </p:pic>
      <p:sp>
        <p:nvSpPr>
          <p:cNvPr id="94" name="object 94"/>
          <p:cNvSpPr/>
          <p:nvPr/>
        </p:nvSpPr>
        <p:spPr>
          <a:xfrm>
            <a:off x="5911977" y="5094160"/>
            <a:ext cx="128270" cy="266065"/>
          </a:xfrm>
          <a:custGeom>
            <a:avLst/>
            <a:gdLst/>
            <a:ahLst/>
            <a:cxnLst/>
            <a:rect l="l" t="t" r="r" b="b"/>
            <a:pathLst>
              <a:path w="128270" h="266064">
                <a:moveTo>
                  <a:pt x="64008" y="1524"/>
                </a:moveTo>
                <a:lnTo>
                  <a:pt x="41148" y="1524"/>
                </a:lnTo>
                <a:lnTo>
                  <a:pt x="44196" y="0"/>
                </a:lnTo>
                <a:lnTo>
                  <a:pt x="60960" y="0"/>
                </a:lnTo>
                <a:lnTo>
                  <a:pt x="64008" y="1524"/>
                </a:lnTo>
                <a:close/>
              </a:path>
              <a:path w="128270" h="266064">
                <a:moveTo>
                  <a:pt x="70199" y="53435"/>
                </a:moveTo>
                <a:lnTo>
                  <a:pt x="35052" y="53435"/>
                </a:lnTo>
                <a:lnTo>
                  <a:pt x="35052" y="4572"/>
                </a:lnTo>
                <a:lnTo>
                  <a:pt x="38100" y="1524"/>
                </a:lnTo>
                <a:lnTo>
                  <a:pt x="67151" y="1524"/>
                </a:lnTo>
                <a:lnTo>
                  <a:pt x="70199" y="4572"/>
                </a:lnTo>
                <a:lnTo>
                  <a:pt x="70199" y="53435"/>
                </a:lnTo>
                <a:close/>
              </a:path>
              <a:path w="128270" h="266064">
                <a:moveTo>
                  <a:pt x="123539" y="54959"/>
                </a:moveTo>
                <a:lnTo>
                  <a:pt x="4572" y="54959"/>
                </a:lnTo>
                <a:lnTo>
                  <a:pt x="6096" y="53435"/>
                </a:lnTo>
                <a:lnTo>
                  <a:pt x="122015" y="53435"/>
                </a:lnTo>
                <a:lnTo>
                  <a:pt x="123539" y="54959"/>
                </a:lnTo>
                <a:close/>
              </a:path>
              <a:path w="128270" h="266064">
                <a:moveTo>
                  <a:pt x="123539" y="83915"/>
                </a:moveTo>
                <a:lnTo>
                  <a:pt x="4572" y="83915"/>
                </a:lnTo>
                <a:lnTo>
                  <a:pt x="1524" y="80867"/>
                </a:lnTo>
                <a:lnTo>
                  <a:pt x="0" y="77819"/>
                </a:lnTo>
                <a:lnTo>
                  <a:pt x="0" y="62579"/>
                </a:lnTo>
                <a:lnTo>
                  <a:pt x="1524" y="61055"/>
                </a:lnTo>
                <a:lnTo>
                  <a:pt x="1524" y="58007"/>
                </a:lnTo>
                <a:lnTo>
                  <a:pt x="3048" y="56483"/>
                </a:lnTo>
                <a:lnTo>
                  <a:pt x="3048" y="54959"/>
                </a:lnTo>
                <a:lnTo>
                  <a:pt x="125063" y="54959"/>
                </a:lnTo>
                <a:lnTo>
                  <a:pt x="126587" y="56483"/>
                </a:lnTo>
                <a:lnTo>
                  <a:pt x="126587" y="58007"/>
                </a:lnTo>
                <a:lnTo>
                  <a:pt x="128111" y="58007"/>
                </a:lnTo>
                <a:lnTo>
                  <a:pt x="128111" y="77819"/>
                </a:lnTo>
                <a:lnTo>
                  <a:pt x="126587" y="80867"/>
                </a:lnTo>
                <a:lnTo>
                  <a:pt x="123539" y="83915"/>
                </a:lnTo>
                <a:close/>
              </a:path>
              <a:path w="128270" h="266064">
                <a:moveTo>
                  <a:pt x="105251" y="265557"/>
                </a:moveTo>
                <a:lnTo>
                  <a:pt x="93059" y="265557"/>
                </a:lnTo>
                <a:lnTo>
                  <a:pt x="85344" y="265295"/>
                </a:lnTo>
                <a:lnTo>
                  <a:pt x="48768" y="250317"/>
                </a:lnTo>
                <a:lnTo>
                  <a:pt x="35313" y="207883"/>
                </a:lnTo>
                <a:lnTo>
                  <a:pt x="35052" y="83915"/>
                </a:lnTo>
                <a:lnTo>
                  <a:pt x="70199" y="83915"/>
                </a:lnTo>
                <a:lnTo>
                  <a:pt x="70199" y="193833"/>
                </a:lnTo>
                <a:lnTo>
                  <a:pt x="70723" y="203525"/>
                </a:lnTo>
                <a:lnTo>
                  <a:pt x="88487" y="234981"/>
                </a:lnTo>
                <a:lnTo>
                  <a:pt x="128111" y="234981"/>
                </a:lnTo>
                <a:lnTo>
                  <a:pt x="128111" y="251841"/>
                </a:lnTo>
                <a:lnTo>
                  <a:pt x="126587" y="254889"/>
                </a:lnTo>
                <a:lnTo>
                  <a:pt x="126587" y="256413"/>
                </a:lnTo>
                <a:lnTo>
                  <a:pt x="123539" y="259461"/>
                </a:lnTo>
                <a:lnTo>
                  <a:pt x="122015" y="259461"/>
                </a:lnTo>
                <a:lnTo>
                  <a:pt x="120491" y="260985"/>
                </a:lnTo>
                <a:lnTo>
                  <a:pt x="117443" y="262509"/>
                </a:lnTo>
                <a:lnTo>
                  <a:pt x="114395" y="262509"/>
                </a:lnTo>
                <a:lnTo>
                  <a:pt x="111347" y="264033"/>
                </a:lnTo>
                <a:lnTo>
                  <a:pt x="108299" y="264033"/>
                </a:lnTo>
                <a:lnTo>
                  <a:pt x="105251" y="265557"/>
                </a:lnTo>
                <a:close/>
              </a:path>
              <a:path w="128270" h="266064">
                <a:moveTo>
                  <a:pt x="126587" y="231933"/>
                </a:moveTo>
                <a:lnTo>
                  <a:pt x="115919" y="231933"/>
                </a:lnTo>
                <a:lnTo>
                  <a:pt x="117443" y="230409"/>
                </a:lnTo>
                <a:lnTo>
                  <a:pt x="118967" y="230409"/>
                </a:lnTo>
                <a:lnTo>
                  <a:pt x="120491" y="228885"/>
                </a:lnTo>
                <a:lnTo>
                  <a:pt x="125063" y="228885"/>
                </a:lnTo>
                <a:lnTo>
                  <a:pt x="126587" y="230409"/>
                </a:lnTo>
                <a:lnTo>
                  <a:pt x="126587" y="231933"/>
                </a:lnTo>
                <a:close/>
              </a:path>
              <a:path w="128270" h="266064">
                <a:moveTo>
                  <a:pt x="128111" y="234981"/>
                </a:moveTo>
                <a:lnTo>
                  <a:pt x="105251" y="234981"/>
                </a:lnTo>
                <a:lnTo>
                  <a:pt x="106775" y="233457"/>
                </a:lnTo>
                <a:lnTo>
                  <a:pt x="112871" y="233457"/>
                </a:lnTo>
                <a:lnTo>
                  <a:pt x="114395" y="231933"/>
                </a:lnTo>
                <a:lnTo>
                  <a:pt x="128111" y="231933"/>
                </a:lnTo>
                <a:lnTo>
                  <a:pt x="128111" y="2349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085903" y="5051393"/>
            <a:ext cx="169545" cy="307340"/>
          </a:xfrm>
          <a:custGeom>
            <a:avLst/>
            <a:gdLst/>
            <a:ahLst/>
            <a:cxnLst/>
            <a:rect l="l" t="t" r="r" b="b"/>
            <a:pathLst>
              <a:path w="169545" h="307339">
                <a:moveTo>
                  <a:pt x="28956" y="1524"/>
                </a:moveTo>
                <a:lnTo>
                  <a:pt x="7620" y="1524"/>
                </a:lnTo>
                <a:lnTo>
                  <a:pt x="9144" y="0"/>
                </a:lnTo>
                <a:lnTo>
                  <a:pt x="27432" y="0"/>
                </a:lnTo>
                <a:lnTo>
                  <a:pt x="28956" y="1524"/>
                </a:lnTo>
                <a:close/>
              </a:path>
              <a:path w="169545" h="307339">
                <a:moveTo>
                  <a:pt x="33528" y="3048"/>
                </a:moveTo>
                <a:lnTo>
                  <a:pt x="3048" y="3048"/>
                </a:lnTo>
                <a:lnTo>
                  <a:pt x="4572" y="1524"/>
                </a:lnTo>
                <a:lnTo>
                  <a:pt x="32004" y="1524"/>
                </a:lnTo>
                <a:lnTo>
                  <a:pt x="33528" y="3048"/>
                </a:lnTo>
                <a:close/>
              </a:path>
              <a:path w="169545" h="307339">
                <a:moveTo>
                  <a:pt x="35052" y="4572"/>
                </a:moveTo>
                <a:lnTo>
                  <a:pt x="1524" y="4572"/>
                </a:lnTo>
                <a:lnTo>
                  <a:pt x="1524" y="3048"/>
                </a:lnTo>
                <a:lnTo>
                  <a:pt x="35052" y="3048"/>
                </a:lnTo>
                <a:lnTo>
                  <a:pt x="35052" y="4572"/>
                </a:lnTo>
                <a:close/>
              </a:path>
              <a:path w="169545" h="307339">
                <a:moveTo>
                  <a:pt x="36576" y="302228"/>
                </a:moveTo>
                <a:lnTo>
                  <a:pt x="0" y="302228"/>
                </a:lnTo>
                <a:lnTo>
                  <a:pt x="0" y="4572"/>
                </a:lnTo>
                <a:lnTo>
                  <a:pt x="36576" y="4572"/>
                </a:lnTo>
                <a:lnTo>
                  <a:pt x="36576" y="125158"/>
                </a:lnTo>
                <a:lnTo>
                  <a:pt x="81285" y="125158"/>
                </a:lnTo>
                <a:lnTo>
                  <a:pt x="43648" y="153242"/>
                </a:lnTo>
                <a:lnTo>
                  <a:pt x="36576" y="161829"/>
                </a:lnTo>
                <a:lnTo>
                  <a:pt x="36576" y="302228"/>
                </a:lnTo>
                <a:close/>
              </a:path>
              <a:path w="169545" h="307339">
                <a:moveTo>
                  <a:pt x="81285" y="125158"/>
                </a:moveTo>
                <a:lnTo>
                  <a:pt x="36576" y="125158"/>
                </a:lnTo>
                <a:lnTo>
                  <a:pt x="44340" y="117490"/>
                </a:lnTo>
                <a:lnTo>
                  <a:pt x="83153" y="95250"/>
                </a:lnTo>
                <a:lnTo>
                  <a:pt x="99155" y="93154"/>
                </a:lnTo>
                <a:lnTo>
                  <a:pt x="108894" y="93464"/>
                </a:lnTo>
                <a:lnTo>
                  <a:pt x="144506" y="107251"/>
                </a:lnTo>
                <a:lnTo>
                  <a:pt x="158338" y="123634"/>
                </a:lnTo>
                <a:lnTo>
                  <a:pt x="91535" y="123634"/>
                </a:lnTo>
                <a:lnTo>
                  <a:pt x="84675" y="124229"/>
                </a:lnTo>
                <a:lnTo>
                  <a:pt x="81285" y="125158"/>
                </a:lnTo>
                <a:close/>
              </a:path>
              <a:path w="169545" h="307339">
                <a:moveTo>
                  <a:pt x="166306" y="305276"/>
                </a:moveTo>
                <a:lnTo>
                  <a:pt x="137255" y="305276"/>
                </a:lnTo>
                <a:lnTo>
                  <a:pt x="134207" y="302228"/>
                </a:lnTo>
                <a:lnTo>
                  <a:pt x="134207" y="184689"/>
                </a:lnTo>
                <a:lnTo>
                  <a:pt x="134067" y="180117"/>
                </a:lnTo>
                <a:lnTo>
                  <a:pt x="133945" y="176117"/>
                </a:lnTo>
                <a:lnTo>
                  <a:pt x="133307" y="169257"/>
                </a:lnTo>
                <a:lnTo>
                  <a:pt x="133254" y="168687"/>
                </a:lnTo>
                <a:lnTo>
                  <a:pt x="132278" y="162401"/>
                </a:lnTo>
                <a:lnTo>
                  <a:pt x="131159" y="157257"/>
                </a:lnTo>
                <a:lnTo>
                  <a:pt x="129635" y="149637"/>
                </a:lnTo>
                <a:lnTo>
                  <a:pt x="126587" y="144970"/>
                </a:lnTo>
                <a:lnTo>
                  <a:pt x="123539" y="138874"/>
                </a:lnTo>
                <a:lnTo>
                  <a:pt x="120491" y="134302"/>
                </a:lnTo>
                <a:lnTo>
                  <a:pt x="115919" y="131254"/>
                </a:lnTo>
                <a:lnTo>
                  <a:pt x="109823" y="128206"/>
                </a:lnTo>
                <a:lnTo>
                  <a:pt x="105251" y="125158"/>
                </a:lnTo>
                <a:lnTo>
                  <a:pt x="99155" y="123634"/>
                </a:lnTo>
                <a:lnTo>
                  <a:pt x="158338" y="123634"/>
                </a:lnTo>
                <a:lnTo>
                  <a:pt x="169052" y="168687"/>
                </a:lnTo>
                <a:lnTo>
                  <a:pt x="169354" y="302228"/>
                </a:lnTo>
                <a:lnTo>
                  <a:pt x="166306" y="305276"/>
                </a:lnTo>
                <a:close/>
              </a:path>
              <a:path w="169545" h="307339">
                <a:moveTo>
                  <a:pt x="35052" y="303752"/>
                </a:moveTo>
                <a:lnTo>
                  <a:pt x="1524" y="303752"/>
                </a:lnTo>
                <a:lnTo>
                  <a:pt x="1524" y="302228"/>
                </a:lnTo>
                <a:lnTo>
                  <a:pt x="35052" y="302228"/>
                </a:lnTo>
                <a:lnTo>
                  <a:pt x="35052" y="303752"/>
                </a:lnTo>
                <a:close/>
              </a:path>
              <a:path w="169545" h="307339">
                <a:moveTo>
                  <a:pt x="32004" y="305276"/>
                </a:moveTo>
                <a:lnTo>
                  <a:pt x="4572" y="305276"/>
                </a:lnTo>
                <a:lnTo>
                  <a:pt x="3048" y="303752"/>
                </a:lnTo>
                <a:lnTo>
                  <a:pt x="33528" y="303752"/>
                </a:lnTo>
                <a:lnTo>
                  <a:pt x="32004" y="305276"/>
                </a:lnTo>
                <a:close/>
              </a:path>
              <a:path w="169545" h="307339">
                <a:moveTo>
                  <a:pt x="24384" y="306800"/>
                </a:moveTo>
                <a:lnTo>
                  <a:pt x="12192" y="306800"/>
                </a:lnTo>
                <a:lnTo>
                  <a:pt x="9144" y="305276"/>
                </a:lnTo>
                <a:lnTo>
                  <a:pt x="27432" y="305276"/>
                </a:lnTo>
                <a:lnTo>
                  <a:pt x="24384" y="306800"/>
                </a:lnTo>
                <a:close/>
              </a:path>
              <a:path w="169545" h="307339">
                <a:moveTo>
                  <a:pt x="158686" y="306800"/>
                </a:moveTo>
                <a:lnTo>
                  <a:pt x="144875" y="306800"/>
                </a:lnTo>
                <a:lnTo>
                  <a:pt x="143351" y="305276"/>
                </a:lnTo>
                <a:lnTo>
                  <a:pt x="160210" y="305276"/>
                </a:lnTo>
                <a:lnTo>
                  <a:pt x="158686" y="306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6" name="object 96"/>
          <p:cNvGrpSpPr/>
          <p:nvPr/>
        </p:nvGrpSpPr>
        <p:grpSpPr>
          <a:xfrm>
            <a:off x="6308658" y="5094160"/>
            <a:ext cx="327025" cy="267335"/>
            <a:chOff x="6308658" y="5094160"/>
            <a:chExt cx="327025" cy="267335"/>
          </a:xfrm>
        </p:grpSpPr>
        <p:pic>
          <p:nvPicPr>
            <p:cNvPr id="97" name="object 9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308658" y="5144547"/>
              <a:ext cx="161673" cy="216693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6505479" y="5094160"/>
              <a:ext cx="130175" cy="266065"/>
            </a:xfrm>
            <a:custGeom>
              <a:avLst/>
              <a:gdLst/>
              <a:ahLst/>
              <a:cxnLst/>
              <a:rect l="l" t="t" r="r" b="b"/>
              <a:pathLst>
                <a:path w="130175" h="266064">
                  <a:moveTo>
                    <a:pt x="64008" y="1524"/>
                  </a:moveTo>
                  <a:lnTo>
                    <a:pt x="42672" y="1524"/>
                  </a:lnTo>
                  <a:lnTo>
                    <a:pt x="44196" y="0"/>
                  </a:lnTo>
                  <a:lnTo>
                    <a:pt x="62484" y="0"/>
                  </a:lnTo>
                  <a:lnTo>
                    <a:pt x="64008" y="1524"/>
                  </a:lnTo>
                  <a:close/>
                </a:path>
                <a:path w="130175" h="266064">
                  <a:moveTo>
                    <a:pt x="68580" y="3048"/>
                  </a:moveTo>
                  <a:lnTo>
                    <a:pt x="38100" y="3048"/>
                  </a:lnTo>
                  <a:lnTo>
                    <a:pt x="39624" y="1524"/>
                  </a:lnTo>
                  <a:lnTo>
                    <a:pt x="67056" y="1524"/>
                  </a:lnTo>
                  <a:lnTo>
                    <a:pt x="68580" y="3048"/>
                  </a:lnTo>
                  <a:close/>
                </a:path>
                <a:path w="130175" h="266064">
                  <a:moveTo>
                    <a:pt x="70104" y="4572"/>
                  </a:moveTo>
                  <a:lnTo>
                    <a:pt x="36576" y="4572"/>
                  </a:lnTo>
                  <a:lnTo>
                    <a:pt x="36576" y="3048"/>
                  </a:lnTo>
                  <a:lnTo>
                    <a:pt x="70104" y="3048"/>
                  </a:lnTo>
                  <a:lnTo>
                    <a:pt x="70104" y="4572"/>
                  </a:lnTo>
                  <a:close/>
                </a:path>
                <a:path w="130175" h="266064">
                  <a:moveTo>
                    <a:pt x="71628" y="53435"/>
                  </a:moveTo>
                  <a:lnTo>
                    <a:pt x="35052" y="53435"/>
                  </a:lnTo>
                  <a:lnTo>
                    <a:pt x="35052" y="4572"/>
                  </a:lnTo>
                  <a:lnTo>
                    <a:pt x="71628" y="4572"/>
                  </a:lnTo>
                  <a:lnTo>
                    <a:pt x="71628" y="53435"/>
                  </a:lnTo>
                  <a:close/>
                </a:path>
                <a:path w="130175" h="266064">
                  <a:moveTo>
                    <a:pt x="123539" y="54959"/>
                  </a:moveTo>
                  <a:lnTo>
                    <a:pt x="6096" y="54959"/>
                  </a:lnTo>
                  <a:lnTo>
                    <a:pt x="7620" y="53435"/>
                  </a:lnTo>
                  <a:lnTo>
                    <a:pt x="123539" y="53435"/>
                  </a:lnTo>
                  <a:lnTo>
                    <a:pt x="123539" y="54959"/>
                  </a:lnTo>
                  <a:close/>
                </a:path>
                <a:path w="130175" h="266064">
                  <a:moveTo>
                    <a:pt x="123539" y="83915"/>
                  </a:moveTo>
                  <a:lnTo>
                    <a:pt x="6096" y="83915"/>
                  </a:lnTo>
                  <a:lnTo>
                    <a:pt x="3048" y="80867"/>
                  </a:lnTo>
                  <a:lnTo>
                    <a:pt x="0" y="74771"/>
                  </a:lnTo>
                  <a:lnTo>
                    <a:pt x="0" y="67151"/>
                  </a:lnTo>
                  <a:lnTo>
                    <a:pt x="1524" y="64103"/>
                  </a:lnTo>
                  <a:lnTo>
                    <a:pt x="1524" y="59531"/>
                  </a:lnTo>
                  <a:lnTo>
                    <a:pt x="3048" y="58007"/>
                  </a:lnTo>
                  <a:lnTo>
                    <a:pt x="3048" y="56483"/>
                  </a:lnTo>
                  <a:lnTo>
                    <a:pt x="4572" y="54959"/>
                  </a:lnTo>
                  <a:lnTo>
                    <a:pt x="126587" y="54959"/>
                  </a:lnTo>
                  <a:lnTo>
                    <a:pt x="126587" y="56483"/>
                  </a:lnTo>
                  <a:lnTo>
                    <a:pt x="128111" y="58007"/>
                  </a:lnTo>
                  <a:lnTo>
                    <a:pt x="128111" y="62579"/>
                  </a:lnTo>
                  <a:lnTo>
                    <a:pt x="129635" y="64103"/>
                  </a:lnTo>
                  <a:lnTo>
                    <a:pt x="129635" y="74771"/>
                  </a:lnTo>
                  <a:lnTo>
                    <a:pt x="126587" y="80867"/>
                  </a:lnTo>
                  <a:lnTo>
                    <a:pt x="126587" y="82391"/>
                  </a:lnTo>
                  <a:lnTo>
                    <a:pt x="123539" y="83915"/>
                  </a:lnTo>
                  <a:close/>
                </a:path>
                <a:path w="130175" h="266064">
                  <a:moveTo>
                    <a:pt x="106775" y="265557"/>
                  </a:moveTo>
                  <a:lnTo>
                    <a:pt x="93059" y="265557"/>
                  </a:lnTo>
                  <a:lnTo>
                    <a:pt x="85567" y="265295"/>
                  </a:lnTo>
                  <a:lnTo>
                    <a:pt x="48768" y="250317"/>
                  </a:lnTo>
                  <a:lnTo>
                    <a:pt x="41148" y="236505"/>
                  </a:lnTo>
                  <a:lnTo>
                    <a:pt x="38100" y="228885"/>
                  </a:lnTo>
                  <a:lnTo>
                    <a:pt x="35052" y="83915"/>
                  </a:lnTo>
                  <a:lnTo>
                    <a:pt x="71628" y="83915"/>
                  </a:lnTo>
                  <a:lnTo>
                    <a:pt x="71628" y="193833"/>
                  </a:lnTo>
                  <a:lnTo>
                    <a:pt x="71822" y="199929"/>
                  </a:lnTo>
                  <a:lnTo>
                    <a:pt x="71937" y="203525"/>
                  </a:lnTo>
                  <a:lnTo>
                    <a:pt x="72961" y="211931"/>
                  </a:lnTo>
                  <a:lnTo>
                    <a:pt x="74842" y="218908"/>
                  </a:lnTo>
                  <a:lnTo>
                    <a:pt x="77724" y="224313"/>
                  </a:lnTo>
                  <a:lnTo>
                    <a:pt x="80772" y="231933"/>
                  </a:lnTo>
                  <a:lnTo>
                    <a:pt x="88487" y="234981"/>
                  </a:lnTo>
                  <a:lnTo>
                    <a:pt x="128111" y="234981"/>
                  </a:lnTo>
                  <a:lnTo>
                    <a:pt x="129635" y="238029"/>
                  </a:lnTo>
                  <a:lnTo>
                    <a:pt x="129635" y="250317"/>
                  </a:lnTo>
                  <a:lnTo>
                    <a:pt x="128111" y="251841"/>
                  </a:lnTo>
                  <a:lnTo>
                    <a:pt x="128111" y="254889"/>
                  </a:lnTo>
                  <a:lnTo>
                    <a:pt x="125063" y="257937"/>
                  </a:lnTo>
                  <a:lnTo>
                    <a:pt x="125063" y="259461"/>
                  </a:lnTo>
                  <a:lnTo>
                    <a:pt x="123539" y="259461"/>
                  </a:lnTo>
                  <a:lnTo>
                    <a:pt x="120491" y="260985"/>
                  </a:lnTo>
                  <a:lnTo>
                    <a:pt x="118967" y="262509"/>
                  </a:lnTo>
                  <a:lnTo>
                    <a:pt x="115919" y="262509"/>
                  </a:lnTo>
                  <a:lnTo>
                    <a:pt x="112871" y="264033"/>
                  </a:lnTo>
                  <a:lnTo>
                    <a:pt x="109823" y="264033"/>
                  </a:lnTo>
                  <a:lnTo>
                    <a:pt x="106775" y="265557"/>
                  </a:lnTo>
                  <a:close/>
                </a:path>
                <a:path w="130175" h="266064">
                  <a:moveTo>
                    <a:pt x="126587" y="230409"/>
                  </a:moveTo>
                  <a:lnTo>
                    <a:pt x="120491" y="230409"/>
                  </a:lnTo>
                  <a:lnTo>
                    <a:pt x="122015" y="228885"/>
                  </a:lnTo>
                  <a:lnTo>
                    <a:pt x="126587" y="228885"/>
                  </a:lnTo>
                  <a:lnTo>
                    <a:pt x="126587" y="230409"/>
                  </a:lnTo>
                  <a:close/>
                </a:path>
                <a:path w="130175" h="266064">
                  <a:moveTo>
                    <a:pt x="128111" y="234981"/>
                  </a:moveTo>
                  <a:lnTo>
                    <a:pt x="105251" y="234981"/>
                  </a:lnTo>
                  <a:lnTo>
                    <a:pt x="108299" y="233457"/>
                  </a:lnTo>
                  <a:lnTo>
                    <a:pt x="112871" y="233457"/>
                  </a:lnTo>
                  <a:lnTo>
                    <a:pt x="114395" y="231933"/>
                  </a:lnTo>
                  <a:lnTo>
                    <a:pt x="117443" y="231933"/>
                  </a:lnTo>
                  <a:lnTo>
                    <a:pt x="118967" y="230409"/>
                  </a:lnTo>
                  <a:lnTo>
                    <a:pt x="128111" y="230409"/>
                  </a:lnTo>
                  <a:lnTo>
                    <a:pt x="128111" y="2349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/>
          <p:nvPr/>
        </p:nvSpPr>
        <p:spPr>
          <a:xfrm>
            <a:off x="6781609" y="5066728"/>
            <a:ext cx="44450" cy="291465"/>
          </a:xfrm>
          <a:custGeom>
            <a:avLst/>
            <a:gdLst/>
            <a:ahLst/>
            <a:cxnLst/>
            <a:rect l="l" t="t" r="r" b="b"/>
            <a:pathLst>
              <a:path w="44450" h="291464">
                <a:moveTo>
                  <a:pt x="36576" y="82391"/>
                </a:moveTo>
                <a:lnTo>
                  <a:pt x="9144" y="82391"/>
                </a:lnTo>
                <a:lnTo>
                  <a:pt x="10668" y="80867"/>
                </a:lnTo>
                <a:lnTo>
                  <a:pt x="35052" y="80867"/>
                </a:lnTo>
                <a:lnTo>
                  <a:pt x="36576" y="82391"/>
                </a:lnTo>
                <a:close/>
              </a:path>
              <a:path w="44450" h="291464">
                <a:moveTo>
                  <a:pt x="36576" y="289940"/>
                </a:moveTo>
                <a:lnTo>
                  <a:pt x="7620" y="289940"/>
                </a:lnTo>
                <a:lnTo>
                  <a:pt x="6096" y="288416"/>
                </a:lnTo>
                <a:lnTo>
                  <a:pt x="4572" y="288416"/>
                </a:lnTo>
                <a:lnTo>
                  <a:pt x="4572" y="83915"/>
                </a:lnTo>
                <a:lnTo>
                  <a:pt x="6096" y="82391"/>
                </a:lnTo>
                <a:lnTo>
                  <a:pt x="38100" y="82391"/>
                </a:lnTo>
                <a:lnTo>
                  <a:pt x="38100" y="83915"/>
                </a:lnTo>
                <a:lnTo>
                  <a:pt x="39624" y="83915"/>
                </a:lnTo>
                <a:lnTo>
                  <a:pt x="39624" y="286892"/>
                </a:lnTo>
                <a:lnTo>
                  <a:pt x="36576" y="289940"/>
                </a:lnTo>
                <a:close/>
              </a:path>
              <a:path w="44450" h="291464">
                <a:moveTo>
                  <a:pt x="28956" y="291464"/>
                </a:moveTo>
                <a:lnTo>
                  <a:pt x="15240" y="291464"/>
                </a:lnTo>
                <a:lnTo>
                  <a:pt x="13716" y="289940"/>
                </a:lnTo>
                <a:lnTo>
                  <a:pt x="30480" y="289940"/>
                </a:lnTo>
                <a:lnTo>
                  <a:pt x="28956" y="291464"/>
                </a:lnTo>
                <a:close/>
              </a:path>
              <a:path w="44450" h="291464">
                <a:moveTo>
                  <a:pt x="30480" y="42671"/>
                </a:moveTo>
                <a:lnTo>
                  <a:pt x="13716" y="42671"/>
                </a:lnTo>
                <a:lnTo>
                  <a:pt x="7620" y="41147"/>
                </a:lnTo>
                <a:lnTo>
                  <a:pt x="1524" y="35051"/>
                </a:lnTo>
                <a:lnTo>
                  <a:pt x="0" y="28955"/>
                </a:lnTo>
                <a:lnTo>
                  <a:pt x="0" y="12191"/>
                </a:lnTo>
                <a:lnTo>
                  <a:pt x="1524" y="7619"/>
                </a:lnTo>
                <a:lnTo>
                  <a:pt x="7620" y="1524"/>
                </a:lnTo>
                <a:lnTo>
                  <a:pt x="13716" y="0"/>
                </a:lnTo>
                <a:lnTo>
                  <a:pt x="36576" y="0"/>
                </a:lnTo>
                <a:lnTo>
                  <a:pt x="42672" y="6095"/>
                </a:lnTo>
                <a:lnTo>
                  <a:pt x="44196" y="12191"/>
                </a:lnTo>
                <a:lnTo>
                  <a:pt x="44196" y="28955"/>
                </a:lnTo>
                <a:lnTo>
                  <a:pt x="42672" y="35051"/>
                </a:lnTo>
                <a:lnTo>
                  <a:pt x="36576" y="41147"/>
                </a:lnTo>
                <a:lnTo>
                  <a:pt x="30480" y="426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0" name="object 100"/>
          <p:cNvGrpSpPr/>
          <p:nvPr/>
        </p:nvGrpSpPr>
        <p:grpSpPr>
          <a:xfrm>
            <a:off x="6873144" y="5144547"/>
            <a:ext cx="236854" cy="274955"/>
            <a:chOff x="6873144" y="5144547"/>
            <a:chExt cx="236854" cy="274955"/>
          </a:xfrm>
        </p:grpSpPr>
        <p:pic>
          <p:nvPicPr>
            <p:cNvPr id="101" name="object 10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873144" y="5144547"/>
              <a:ext cx="138779" cy="21669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037927" y="5307806"/>
              <a:ext cx="71628" cy="111442"/>
            </a:xfrm>
            <a:prstGeom prst="rect">
              <a:avLst/>
            </a:prstGeom>
          </p:spPr>
        </p:pic>
      </p:grpSp>
      <p:pic>
        <p:nvPicPr>
          <p:cNvPr id="103" name="object 103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7262145" y="5144547"/>
            <a:ext cx="198405" cy="216693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7512367" y="5144547"/>
            <a:ext cx="169354" cy="213645"/>
          </a:xfrm>
          <a:prstGeom prst="rect">
            <a:avLst/>
          </a:prstGeom>
        </p:spPr>
      </p:pic>
      <p:sp>
        <p:nvSpPr>
          <p:cNvPr id="105" name="object 105"/>
          <p:cNvSpPr/>
          <p:nvPr/>
        </p:nvSpPr>
        <p:spPr>
          <a:xfrm>
            <a:off x="7747343" y="5051399"/>
            <a:ext cx="266065" cy="384810"/>
          </a:xfrm>
          <a:custGeom>
            <a:avLst/>
            <a:gdLst/>
            <a:ahLst/>
            <a:cxnLst/>
            <a:rect l="l" t="t" r="r" b="b"/>
            <a:pathLst>
              <a:path w="266065" h="384810">
                <a:moveTo>
                  <a:pt x="36576" y="4572"/>
                </a:moveTo>
                <a:lnTo>
                  <a:pt x="33528" y="1524"/>
                </a:lnTo>
                <a:lnTo>
                  <a:pt x="30480" y="1524"/>
                </a:lnTo>
                <a:lnTo>
                  <a:pt x="27432" y="0"/>
                </a:lnTo>
                <a:lnTo>
                  <a:pt x="9144" y="0"/>
                </a:lnTo>
                <a:lnTo>
                  <a:pt x="7620" y="1524"/>
                </a:lnTo>
                <a:lnTo>
                  <a:pt x="4572" y="1524"/>
                </a:lnTo>
                <a:lnTo>
                  <a:pt x="3048" y="3048"/>
                </a:lnTo>
                <a:lnTo>
                  <a:pt x="1524" y="3048"/>
                </a:lnTo>
                <a:lnTo>
                  <a:pt x="1524" y="4572"/>
                </a:lnTo>
                <a:lnTo>
                  <a:pt x="0" y="6096"/>
                </a:lnTo>
                <a:lnTo>
                  <a:pt x="0" y="300697"/>
                </a:lnTo>
                <a:lnTo>
                  <a:pt x="1524" y="302221"/>
                </a:lnTo>
                <a:lnTo>
                  <a:pt x="1524" y="303745"/>
                </a:lnTo>
                <a:lnTo>
                  <a:pt x="3048" y="303745"/>
                </a:lnTo>
                <a:lnTo>
                  <a:pt x="4572" y="305269"/>
                </a:lnTo>
                <a:lnTo>
                  <a:pt x="9144" y="305269"/>
                </a:lnTo>
                <a:lnTo>
                  <a:pt x="12192" y="306793"/>
                </a:lnTo>
                <a:lnTo>
                  <a:pt x="25908" y="306793"/>
                </a:lnTo>
                <a:lnTo>
                  <a:pt x="27432" y="305269"/>
                </a:lnTo>
                <a:lnTo>
                  <a:pt x="33528" y="305269"/>
                </a:lnTo>
                <a:lnTo>
                  <a:pt x="36576" y="302221"/>
                </a:lnTo>
                <a:lnTo>
                  <a:pt x="36576" y="4572"/>
                </a:lnTo>
                <a:close/>
              </a:path>
              <a:path w="266065" h="384810">
                <a:moveTo>
                  <a:pt x="265468" y="99250"/>
                </a:moveTo>
                <a:lnTo>
                  <a:pt x="263944" y="97726"/>
                </a:lnTo>
                <a:lnTo>
                  <a:pt x="262420" y="97726"/>
                </a:lnTo>
                <a:lnTo>
                  <a:pt x="260896" y="96202"/>
                </a:lnTo>
                <a:lnTo>
                  <a:pt x="234886" y="96202"/>
                </a:lnTo>
                <a:lnTo>
                  <a:pt x="231838" y="97726"/>
                </a:lnTo>
                <a:lnTo>
                  <a:pt x="228790" y="100774"/>
                </a:lnTo>
                <a:lnTo>
                  <a:pt x="228790" y="103822"/>
                </a:lnTo>
                <a:lnTo>
                  <a:pt x="173926" y="262509"/>
                </a:lnTo>
                <a:lnTo>
                  <a:pt x="117449" y="103822"/>
                </a:lnTo>
                <a:lnTo>
                  <a:pt x="115925" y="102298"/>
                </a:lnTo>
                <a:lnTo>
                  <a:pt x="115925" y="100774"/>
                </a:lnTo>
                <a:lnTo>
                  <a:pt x="112877" y="97726"/>
                </a:lnTo>
                <a:lnTo>
                  <a:pt x="111353" y="97726"/>
                </a:lnTo>
                <a:lnTo>
                  <a:pt x="109829" y="96202"/>
                </a:lnTo>
                <a:lnTo>
                  <a:pt x="82296" y="96202"/>
                </a:lnTo>
                <a:lnTo>
                  <a:pt x="80772" y="97726"/>
                </a:lnTo>
                <a:lnTo>
                  <a:pt x="79248" y="97726"/>
                </a:lnTo>
                <a:lnTo>
                  <a:pt x="77724" y="99250"/>
                </a:lnTo>
                <a:lnTo>
                  <a:pt x="77724" y="106870"/>
                </a:lnTo>
                <a:lnTo>
                  <a:pt x="79248" y="109918"/>
                </a:lnTo>
                <a:lnTo>
                  <a:pt x="149453" y="297662"/>
                </a:lnTo>
                <a:lnTo>
                  <a:pt x="149453" y="299186"/>
                </a:lnTo>
                <a:lnTo>
                  <a:pt x="155549" y="305282"/>
                </a:lnTo>
                <a:lnTo>
                  <a:pt x="128117" y="373951"/>
                </a:lnTo>
                <a:lnTo>
                  <a:pt x="128117" y="381571"/>
                </a:lnTo>
                <a:lnTo>
                  <a:pt x="129641" y="381571"/>
                </a:lnTo>
                <a:lnTo>
                  <a:pt x="131165" y="383095"/>
                </a:lnTo>
                <a:lnTo>
                  <a:pt x="132689" y="383095"/>
                </a:lnTo>
                <a:lnTo>
                  <a:pt x="135737" y="384619"/>
                </a:lnTo>
                <a:lnTo>
                  <a:pt x="157073" y="384619"/>
                </a:lnTo>
                <a:lnTo>
                  <a:pt x="160121" y="383095"/>
                </a:lnTo>
                <a:lnTo>
                  <a:pt x="164693" y="381571"/>
                </a:lnTo>
                <a:lnTo>
                  <a:pt x="166217" y="380047"/>
                </a:lnTo>
                <a:lnTo>
                  <a:pt x="167741" y="376999"/>
                </a:lnTo>
                <a:lnTo>
                  <a:pt x="193738" y="305282"/>
                </a:lnTo>
                <a:lnTo>
                  <a:pt x="208991" y="262509"/>
                </a:lnTo>
                <a:lnTo>
                  <a:pt x="263944" y="108394"/>
                </a:lnTo>
                <a:lnTo>
                  <a:pt x="265468" y="106870"/>
                </a:lnTo>
                <a:lnTo>
                  <a:pt x="265468" y="99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8151584" y="5049875"/>
            <a:ext cx="215265" cy="308610"/>
          </a:xfrm>
          <a:custGeom>
            <a:avLst/>
            <a:gdLst/>
            <a:ahLst/>
            <a:cxnLst/>
            <a:rect l="l" t="t" r="r" b="b"/>
            <a:pathLst>
              <a:path w="215265" h="308610">
                <a:moveTo>
                  <a:pt x="39712" y="100774"/>
                </a:moveTo>
                <a:lnTo>
                  <a:pt x="38188" y="100774"/>
                </a:lnTo>
                <a:lnTo>
                  <a:pt x="38188" y="99250"/>
                </a:lnTo>
                <a:lnTo>
                  <a:pt x="36664" y="99250"/>
                </a:lnTo>
                <a:lnTo>
                  <a:pt x="35140" y="97726"/>
                </a:lnTo>
                <a:lnTo>
                  <a:pt x="10668" y="97726"/>
                </a:lnTo>
                <a:lnTo>
                  <a:pt x="9144" y="99250"/>
                </a:lnTo>
                <a:lnTo>
                  <a:pt x="6096" y="99250"/>
                </a:lnTo>
                <a:lnTo>
                  <a:pt x="4572" y="100774"/>
                </a:lnTo>
                <a:lnTo>
                  <a:pt x="4572" y="102298"/>
                </a:lnTo>
                <a:lnTo>
                  <a:pt x="3048" y="103822"/>
                </a:lnTo>
                <a:lnTo>
                  <a:pt x="3048" y="302221"/>
                </a:lnTo>
                <a:lnTo>
                  <a:pt x="4572" y="303745"/>
                </a:lnTo>
                <a:lnTo>
                  <a:pt x="4572" y="305269"/>
                </a:lnTo>
                <a:lnTo>
                  <a:pt x="6096" y="305269"/>
                </a:lnTo>
                <a:lnTo>
                  <a:pt x="7620" y="306793"/>
                </a:lnTo>
                <a:lnTo>
                  <a:pt x="12192" y="306793"/>
                </a:lnTo>
                <a:lnTo>
                  <a:pt x="15240" y="308317"/>
                </a:lnTo>
                <a:lnTo>
                  <a:pt x="29044" y="308317"/>
                </a:lnTo>
                <a:lnTo>
                  <a:pt x="30568" y="306793"/>
                </a:lnTo>
                <a:lnTo>
                  <a:pt x="36664" y="306793"/>
                </a:lnTo>
                <a:lnTo>
                  <a:pt x="39712" y="303745"/>
                </a:lnTo>
                <a:lnTo>
                  <a:pt x="39712" y="100774"/>
                </a:lnTo>
                <a:close/>
              </a:path>
              <a:path w="215265" h="308610">
                <a:moveTo>
                  <a:pt x="44284" y="29044"/>
                </a:moveTo>
                <a:lnTo>
                  <a:pt x="42760" y="22948"/>
                </a:lnTo>
                <a:lnTo>
                  <a:pt x="36664" y="16852"/>
                </a:lnTo>
                <a:lnTo>
                  <a:pt x="13716" y="16852"/>
                </a:lnTo>
                <a:lnTo>
                  <a:pt x="7620" y="18376"/>
                </a:lnTo>
                <a:lnTo>
                  <a:pt x="1524" y="24472"/>
                </a:lnTo>
                <a:lnTo>
                  <a:pt x="0" y="29044"/>
                </a:lnTo>
                <a:lnTo>
                  <a:pt x="0" y="45808"/>
                </a:lnTo>
                <a:lnTo>
                  <a:pt x="1524" y="51904"/>
                </a:lnTo>
                <a:lnTo>
                  <a:pt x="7620" y="58000"/>
                </a:lnTo>
                <a:lnTo>
                  <a:pt x="13716" y="59524"/>
                </a:lnTo>
                <a:lnTo>
                  <a:pt x="30568" y="59524"/>
                </a:lnTo>
                <a:lnTo>
                  <a:pt x="36664" y="58000"/>
                </a:lnTo>
                <a:lnTo>
                  <a:pt x="42760" y="51904"/>
                </a:lnTo>
                <a:lnTo>
                  <a:pt x="44284" y="45808"/>
                </a:lnTo>
                <a:lnTo>
                  <a:pt x="44284" y="29044"/>
                </a:lnTo>
                <a:close/>
              </a:path>
              <a:path w="215265" h="308610">
                <a:moveTo>
                  <a:pt x="215176" y="18389"/>
                </a:moveTo>
                <a:lnTo>
                  <a:pt x="213652" y="15341"/>
                </a:lnTo>
                <a:lnTo>
                  <a:pt x="213652" y="10668"/>
                </a:lnTo>
                <a:lnTo>
                  <a:pt x="210604" y="7620"/>
                </a:lnTo>
                <a:lnTo>
                  <a:pt x="210604" y="6096"/>
                </a:lnTo>
                <a:lnTo>
                  <a:pt x="209080" y="6096"/>
                </a:lnTo>
                <a:lnTo>
                  <a:pt x="202984" y="3048"/>
                </a:lnTo>
                <a:lnTo>
                  <a:pt x="199936" y="3048"/>
                </a:lnTo>
                <a:lnTo>
                  <a:pt x="195364" y="1524"/>
                </a:lnTo>
                <a:lnTo>
                  <a:pt x="189268" y="0"/>
                </a:lnTo>
                <a:lnTo>
                  <a:pt x="180022" y="0"/>
                </a:lnTo>
                <a:lnTo>
                  <a:pt x="172072" y="292"/>
                </a:lnTo>
                <a:lnTo>
                  <a:pt x="131254" y="18389"/>
                </a:lnTo>
                <a:lnTo>
                  <a:pt x="120586" y="42773"/>
                </a:lnTo>
                <a:lnTo>
                  <a:pt x="118592" y="50177"/>
                </a:lnTo>
                <a:lnTo>
                  <a:pt x="117157" y="58585"/>
                </a:lnTo>
                <a:lnTo>
                  <a:pt x="116306" y="67843"/>
                </a:lnTo>
                <a:lnTo>
                  <a:pt x="116014" y="77825"/>
                </a:lnTo>
                <a:lnTo>
                  <a:pt x="116014" y="97726"/>
                </a:lnTo>
                <a:lnTo>
                  <a:pt x="86969" y="97726"/>
                </a:lnTo>
                <a:lnTo>
                  <a:pt x="86969" y="99250"/>
                </a:lnTo>
                <a:lnTo>
                  <a:pt x="83921" y="99250"/>
                </a:lnTo>
                <a:lnTo>
                  <a:pt x="83921" y="102298"/>
                </a:lnTo>
                <a:lnTo>
                  <a:pt x="82397" y="103822"/>
                </a:lnTo>
                <a:lnTo>
                  <a:pt x="82397" y="106870"/>
                </a:lnTo>
                <a:lnTo>
                  <a:pt x="80873" y="108394"/>
                </a:lnTo>
                <a:lnTo>
                  <a:pt x="80873" y="119062"/>
                </a:lnTo>
                <a:lnTo>
                  <a:pt x="83921" y="125158"/>
                </a:lnTo>
                <a:lnTo>
                  <a:pt x="83921" y="126682"/>
                </a:lnTo>
                <a:lnTo>
                  <a:pt x="85445" y="128206"/>
                </a:lnTo>
                <a:lnTo>
                  <a:pt x="116014" y="128206"/>
                </a:lnTo>
                <a:lnTo>
                  <a:pt x="116014" y="303758"/>
                </a:lnTo>
                <a:lnTo>
                  <a:pt x="117538" y="303758"/>
                </a:lnTo>
                <a:lnTo>
                  <a:pt x="117538" y="305282"/>
                </a:lnTo>
                <a:lnTo>
                  <a:pt x="119062" y="305282"/>
                </a:lnTo>
                <a:lnTo>
                  <a:pt x="120586" y="306806"/>
                </a:lnTo>
                <a:lnTo>
                  <a:pt x="125158" y="306806"/>
                </a:lnTo>
                <a:lnTo>
                  <a:pt x="128206" y="308330"/>
                </a:lnTo>
                <a:lnTo>
                  <a:pt x="140398" y="308330"/>
                </a:lnTo>
                <a:lnTo>
                  <a:pt x="143446" y="306806"/>
                </a:lnTo>
                <a:lnTo>
                  <a:pt x="148018" y="306806"/>
                </a:lnTo>
                <a:lnTo>
                  <a:pt x="149542" y="305282"/>
                </a:lnTo>
                <a:lnTo>
                  <a:pt x="151066" y="305282"/>
                </a:lnTo>
                <a:lnTo>
                  <a:pt x="151066" y="303758"/>
                </a:lnTo>
                <a:lnTo>
                  <a:pt x="152590" y="303758"/>
                </a:lnTo>
                <a:lnTo>
                  <a:pt x="152590" y="128206"/>
                </a:lnTo>
                <a:lnTo>
                  <a:pt x="198412" y="128206"/>
                </a:lnTo>
                <a:lnTo>
                  <a:pt x="201460" y="125158"/>
                </a:lnTo>
                <a:lnTo>
                  <a:pt x="204508" y="119062"/>
                </a:lnTo>
                <a:lnTo>
                  <a:pt x="204508" y="109918"/>
                </a:lnTo>
                <a:lnTo>
                  <a:pt x="202984" y="108394"/>
                </a:lnTo>
                <a:lnTo>
                  <a:pt x="202984" y="102298"/>
                </a:lnTo>
                <a:lnTo>
                  <a:pt x="201460" y="102298"/>
                </a:lnTo>
                <a:lnTo>
                  <a:pt x="201460" y="100774"/>
                </a:lnTo>
                <a:lnTo>
                  <a:pt x="199936" y="99250"/>
                </a:lnTo>
                <a:lnTo>
                  <a:pt x="198412" y="99250"/>
                </a:lnTo>
                <a:lnTo>
                  <a:pt x="198412" y="97726"/>
                </a:lnTo>
                <a:lnTo>
                  <a:pt x="152590" y="97726"/>
                </a:lnTo>
                <a:lnTo>
                  <a:pt x="152590" y="61061"/>
                </a:lnTo>
                <a:lnTo>
                  <a:pt x="155638" y="48869"/>
                </a:lnTo>
                <a:lnTo>
                  <a:pt x="157162" y="44297"/>
                </a:lnTo>
                <a:lnTo>
                  <a:pt x="158686" y="41249"/>
                </a:lnTo>
                <a:lnTo>
                  <a:pt x="161734" y="36677"/>
                </a:lnTo>
                <a:lnTo>
                  <a:pt x="164782" y="35153"/>
                </a:lnTo>
                <a:lnTo>
                  <a:pt x="167830" y="32105"/>
                </a:lnTo>
                <a:lnTo>
                  <a:pt x="172402" y="30581"/>
                </a:lnTo>
                <a:lnTo>
                  <a:pt x="192316" y="30581"/>
                </a:lnTo>
                <a:lnTo>
                  <a:pt x="195364" y="32105"/>
                </a:lnTo>
                <a:lnTo>
                  <a:pt x="198412" y="32105"/>
                </a:lnTo>
                <a:lnTo>
                  <a:pt x="199936" y="33629"/>
                </a:lnTo>
                <a:lnTo>
                  <a:pt x="202984" y="33629"/>
                </a:lnTo>
                <a:lnTo>
                  <a:pt x="204508" y="35153"/>
                </a:lnTo>
                <a:lnTo>
                  <a:pt x="206032" y="35153"/>
                </a:lnTo>
                <a:lnTo>
                  <a:pt x="207556" y="36677"/>
                </a:lnTo>
                <a:lnTo>
                  <a:pt x="212128" y="36677"/>
                </a:lnTo>
                <a:lnTo>
                  <a:pt x="212128" y="35153"/>
                </a:lnTo>
                <a:lnTo>
                  <a:pt x="213652" y="35153"/>
                </a:lnTo>
                <a:lnTo>
                  <a:pt x="213652" y="30581"/>
                </a:lnTo>
                <a:lnTo>
                  <a:pt x="215176" y="27533"/>
                </a:lnTo>
                <a:lnTo>
                  <a:pt x="215176" y="183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470582" y="5094160"/>
            <a:ext cx="128270" cy="266065"/>
          </a:xfrm>
          <a:custGeom>
            <a:avLst/>
            <a:gdLst/>
            <a:ahLst/>
            <a:cxnLst/>
            <a:rect l="l" t="t" r="r" b="b"/>
            <a:pathLst>
              <a:path w="128270" h="266064">
                <a:moveTo>
                  <a:pt x="64008" y="1524"/>
                </a:moveTo>
                <a:lnTo>
                  <a:pt x="41148" y="1524"/>
                </a:lnTo>
                <a:lnTo>
                  <a:pt x="44196" y="0"/>
                </a:lnTo>
                <a:lnTo>
                  <a:pt x="60960" y="0"/>
                </a:lnTo>
                <a:lnTo>
                  <a:pt x="64008" y="1524"/>
                </a:lnTo>
                <a:close/>
              </a:path>
              <a:path w="128270" h="266064">
                <a:moveTo>
                  <a:pt x="70199" y="53435"/>
                </a:moveTo>
                <a:lnTo>
                  <a:pt x="35052" y="53435"/>
                </a:lnTo>
                <a:lnTo>
                  <a:pt x="35052" y="3048"/>
                </a:lnTo>
                <a:lnTo>
                  <a:pt x="36576" y="3048"/>
                </a:lnTo>
                <a:lnTo>
                  <a:pt x="38100" y="1524"/>
                </a:lnTo>
                <a:lnTo>
                  <a:pt x="67151" y="1524"/>
                </a:lnTo>
                <a:lnTo>
                  <a:pt x="70199" y="4572"/>
                </a:lnTo>
                <a:lnTo>
                  <a:pt x="70199" y="53435"/>
                </a:lnTo>
                <a:close/>
              </a:path>
              <a:path w="128270" h="266064">
                <a:moveTo>
                  <a:pt x="123539" y="54959"/>
                </a:moveTo>
                <a:lnTo>
                  <a:pt x="4572" y="54959"/>
                </a:lnTo>
                <a:lnTo>
                  <a:pt x="6096" y="53435"/>
                </a:lnTo>
                <a:lnTo>
                  <a:pt x="122015" y="53435"/>
                </a:lnTo>
                <a:lnTo>
                  <a:pt x="123539" y="54959"/>
                </a:lnTo>
                <a:close/>
              </a:path>
              <a:path w="128270" h="266064">
                <a:moveTo>
                  <a:pt x="123539" y="83915"/>
                </a:moveTo>
                <a:lnTo>
                  <a:pt x="4572" y="83915"/>
                </a:lnTo>
                <a:lnTo>
                  <a:pt x="1524" y="80867"/>
                </a:lnTo>
                <a:lnTo>
                  <a:pt x="0" y="77819"/>
                </a:lnTo>
                <a:lnTo>
                  <a:pt x="0" y="61055"/>
                </a:lnTo>
                <a:lnTo>
                  <a:pt x="1524" y="59531"/>
                </a:lnTo>
                <a:lnTo>
                  <a:pt x="1524" y="56483"/>
                </a:lnTo>
                <a:lnTo>
                  <a:pt x="3048" y="54959"/>
                </a:lnTo>
                <a:lnTo>
                  <a:pt x="125063" y="54959"/>
                </a:lnTo>
                <a:lnTo>
                  <a:pt x="125063" y="56483"/>
                </a:lnTo>
                <a:lnTo>
                  <a:pt x="128111" y="59531"/>
                </a:lnTo>
                <a:lnTo>
                  <a:pt x="128111" y="77819"/>
                </a:lnTo>
                <a:lnTo>
                  <a:pt x="126587" y="80867"/>
                </a:lnTo>
                <a:lnTo>
                  <a:pt x="123539" y="83915"/>
                </a:lnTo>
                <a:close/>
              </a:path>
              <a:path w="128270" h="266064">
                <a:moveTo>
                  <a:pt x="105251" y="265557"/>
                </a:moveTo>
                <a:lnTo>
                  <a:pt x="91535" y="265557"/>
                </a:lnTo>
                <a:lnTo>
                  <a:pt x="84699" y="265295"/>
                </a:lnTo>
                <a:lnTo>
                  <a:pt x="47244" y="250317"/>
                </a:lnTo>
                <a:lnTo>
                  <a:pt x="38100" y="228981"/>
                </a:lnTo>
                <a:lnTo>
                  <a:pt x="36337" y="222687"/>
                </a:lnTo>
                <a:lnTo>
                  <a:pt x="35433" y="215562"/>
                </a:lnTo>
                <a:lnTo>
                  <a:pt x="35099" y="207884"/>
                </a:lnTo>
                <a:lnTo>
                  <a:pt x="35052" y="83915"/>
                </a:lnTo>
                <a:lnTo>
                  <a:pt x="70199" y="83915"/>
                </a:lnTo>
                <a:lnTo>
                  <a:pt x="70199" y="193833"/>
                </a:lnTo>
                <a:lnTo>
                  <a:pt x="70508" y="203525"/>
                </a:lnTo>
                <a:lnTo>
                  <a:pt x="86963" y="235077"/>
                </a:lnTo>
                <a:lnTo>
                  <a:pt x="128111" y="235077"/>
                </a:lnTo>
                <a:lnTo>
                  <a:pt x="128111" y="250317"/>
                </a:lnTo>
                <a:lnTo>
                  <a:pt x="126587" y="251841"/>
                </a:lnTo>
                <a:lnTo>
                  <a:pt x="126587" y="256413"/>
                </a:lnTo>
                <a:lnTo>
                  <a:pt x="123539" y="259461"/>
                </a:lnTo>
                <a:lnTo>
                  <a:pt x="122015" y="259461"/>
                </a:lnTo>
                <a:lnTo>
                  <a:pt x="118967" y="260985"/>
                </a:lnTo>
                <a:lnTo>
                  <a:pt x="117443" y="262509"/>
                </a:lnTo>
                <a:lnTo>
                  <a:pt x="114395" y="262509"/>
                </a:lnTo>
                <a:lnTo>
                  <a:pt x="111347" y="264033"/>
                </a:lnTo>
                <a:lnTo>
                  <a:pt x="108299" y="264033"/>
                </a:lnTo>
                <a:lnTo>
                  <a:pt x="105251" y="265557"/>
                </a:lnTo>
                <a:close/>
              </a:path>
              <a:path w="128270" h="266064">
                <a:moveTo>
                  <a:pt x="128111" y="235077"/>
                </a:moveTo>
                <a:lnTo>
                  <a:pt x="103727" y="235077"/>
                </a:lnTo>
                <a:lnTo>
                  <a:pt x="106775" y="233553"/>
                </a:lnTo>
                <a:lnTo>
                  <a:pt x="111347" y="233553"/>
                </a:lnTo>
                <a:lnTo>
                  <a:pt x="114395" y="232029"/>
                </a:lnTo>
                <a:lnTo>
                  <a:pt x="115919" y="232029"/>
                </a:lnTo>
                <a:lnTo>
                  <a:pt x="117443" y="230505"/>
                </a:lnTo>
                <a:lnTo>
                  <a:pt x="118967" y="230505"/>
                </a:lnTo>
                <a:lnTo>
                  <a:pt x="120491" y="228981"/>
                </a:lnTo>
                <a:lnTo>
                  <a:pt x="125063" y="228981"/>
                </a:lnTo>
                <a:lnTo>
                  <a:pt x="126587" y="230505"/>
                </a:lnTo>
                <a:lnTo>
                  <a:pt x="126587" y="232029"/>
                </a:lnTo>
                <a:lnTo>
                  <a:pt x="128111" y="233553"/>
                </a:lnTo>
                <a:lnTo>
                  <a:pt x="128111" y="2350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8645937" y="5051393"/>
            <a:ext cx="169545" cy="307340"/>
          </a:xfrm>
          <a:custGeom>
            <a:avLst/>
            <a:gdLst/>
            <a:ahLst/>
            <a:cxnLst/>
            <a:rect l="l" t="t" r="r" b="b"/>
            <a:pathLst>
              <a:path w="169545" h="307339">
                <a:moveTo>
                  <a:pt x="28956" y="1524"/>
                </a:moveTo>
                <a:lnTo>
                  <a:pt x="7620" y="1524"/>
                </a:lnTo>
                <a:lnTo>
                  <a:pt x="9144" y="0"/>
                </a:lnTo>
                <a:lnTo>
                  <a:pt x="27432" y="0"/>
                </a:lnTo>
                <a:lnTo>
                  <a:pt x="28956" y="1524"/>
                </a:lnTo>
                <a:close/>
              </a:path>
              <a:path w="169545" h="307339">
                <a:moveTo>
                  <a:pt x="33528" y="3048"/>
                </a:moveTo>
                <a:lnTo>
                  <a:pt x="3048" y="3048"/>
                </a:lnTo>
                <a:lnTo>
                  <a:pt x="4572" y="1524"/>
                </a:lnTo>
                <a:lnTo>
                  <a:pt x="33528" y="1524"/>
                </a:lnTo>
                <a:lnTo>
                  <a:pt x="33528" y="3048"/>
                </a:lnTo>
                <a:close/>
              </a:path>
              <a:path w="169545" h="307339">
                <a:moveTo>
                  <a:pt x="35147" y="4572"/>
                </a:moveTo>
                <a:lnTo>
                  <a:pt x="1524" y="4572"/>
                </a:lnTo>
                <a:lnTo>
                  <a:pt x="1524" y="3048"/>
                </a:lnTo>
                <a:lnTo>
                  <a:pt x="35147" y="3048"/>
                </a:lnTo>
                <a:lnTo>
                  <a:pt x="35147" y="4572"/>
                </a:lnTo>
                <a:close/>
              </a:path>
              <a:path w="169545" h="307339">
                <a:moveTo>
                  <a:pt x="35147" y="303752"/>
                </a:moveTo>
                <a:lnTo>
                  <a:pt x="1524" y="303752"/>
                </a:lnTo>
                <a:lnTo>
                  <a:pt x="1524" y="302228"/>
                </a:lnTo>
                <a:lnTo>
                  <a:pt x="0" y="300704"/>
                </a:lnTo>
                <a:lnTo>
                  <a:pt x="0" y="4572"/>
                </a:lnTo>
                <a:lnTo>
                  <a:pt x="36671" y="4572"/>
                </a:lnTo>
                <a:lnTo>
                  <a:pt x="36671" y="125158"/>
                </a:lnTo>
                <a:lnTo>
                  <a:pt x="82396" y="125158"/>
                </a:lnTo>
                <a:lnTo>
                  <a:pt x="44410" y="153242"/>
                </a:lnTo>
                <a:lnTo>
                  <a:pt x="36671" y="161829"/>
                </a:lnTo>
                <a:lnTo>
                  <a:pt x="36671" y="302228"/>
                </a:lnTo>
                <a:lnTo>
                  <a:pt x="35147" y="302228"/>
                </a:lnTo>
                <a:lnTo>
                  <a:pt x="35147" y="303752"/>
                </a:lnTo>
                <a:close/>
              </a:path>
              <a:path w="169545" h="307339">
                <a:moveTo>
                  <a:pt x="82396" y="125158"/>
                </a:moveTo>
                <a:lnTo>
                  <a:pt x="36671" y="125158"/>
                </a:lnTo>
                <a:lnTo>
                  <a:pt x="44672" y="117490"/>
                </a:lnTo>
                <a:lnTo>
                  <a:pt x="83343" y="95250"/>
                </a:lnTo>
                <a:lnTo>
                  <a:pt x="99155" y="93154"/>
                </a:lnTo>
                <a:lnTo>
                  <a:pt x="108909" y="93464"/>
                </a:lnTo>
                <a:lnTo>
                  <a:pt x="145161" y="107251"/>
                </a:lnTo>
                <a:lnTo>
                  <a:pt x="154079" y="117490"/>
                </a:lnTo>
                <a:lnTo>
                  <a:pt x="158376" y="123301"/>
                </a:lnTo>
                <a:lnTo>
                  <a:pt x="158572" y="123634"/>
                </a:lnTo>
                <a:lnTo>
                  <a:pt x="91535" y="123634"/>
                </a:lnTo>
                <a:lnTo>
                  <a:pt x="85558" y="124229"/>
                </a:lnTo>
                <a:lnTo>
                  <a:pt x="82396" y="125158"/>
                </a:lnTo>
                <a:close/>
              </a:path>
              <a:path w="169545" h="307339">
                <a:moveTo>
                  <a:pt x="166306" y="305276"/>
                </a:moveTo>
                <a:lnTo>
                  <a:pt x="137350" y="305276"/>
                </a:lnTo>
                <a:lnTo>
                  <a:pt x="134302" y="302228"/>
                </a:lnTo>
                <a:lnTo>
                  <a:pt x="134302" y="184689"/>
                </a:lnTo>
                <a:lnTo>
                  <a:pt x="134040" y="176117"/>
                </a:lnTo>
                <a:lnTo>
                  <a:pt x="133402" y="169257"/>
                </a:lnTo>
                <a:lnTo>
                  <a:pt x="133350" y="168687"/>
                </a:lnTo>
                <a:lnTo>
                  <a:pt x="132373" y="162401"/>
                </a:lnTo>
                <a:lnTo>
                  <a:pt x="131254" y="157257"/>
                </a:lnTo>
                <a:lnTo>
                  <a:pt x="129730" y="149637"/>
                </a:lnTo>
                <a:lnTo>
                  <a:pt x="126682" y="144970"/>
                </a:lnTo>
                <a:lnTo>
                  <a:pt x="99155" y="123634"/>
                </a:lnTo>
                <a:lnTo>
                  <a:pt x="158572" y="123634"/>
                </a:lnTo>
                <a:lnTo>
                  <a:pt x="161925" y="129349"/>
                </a:lnTo>
                <a:lnTo>
                  <a:pt x="164615" y="135969"/>
                </a:lnTo>
                <a:lnTo>
                  <a:pt x="166306" y="143446"/>
                </a:lnTo>
                <a:lnTo>
                  <a:pt x="168068" y="150931"/>
                </a:lnTo>
                <a:lnTo>
                  <a:pt x="168973" y="159531"/>
                </a:lnTo>
                <a:lnTo>
                  <a:pt x="169287" y="168687"/>
                </a:lnTo>
                <a:lnTo>
                  <a:pt x="169354" y="303752"/>
                </a:lnTo>
                <a:lnTo>
                  <a:pt x="167830" y="303752"/>
                </a:lnTo>
                <a:lnTo>
                  <a:pt x="166306" y="305276"/>
                </a:lnTo>
                <a:close/>
              </a:path>
              <a:path w="169545" h="307339">
                <a:moveTo>
                  <a:pt x="33528" y="305276"/>
                </a:moveTo>
                <a:lnTo>
                  <a:pt x="4572" y="305276"/>
                </a:lnTo>
                <a:lnTo>
                  <a:pt x="3048" y="303752"/>
                </a:lnTo>
                <a:lnTo>
                  <a:pt x="33528" y="303752"/>
                </a:lnTo>
                <a:lnTo>
                  <a:pt x="33528" y="305276"/>
                </a:lnTo>
                <a:close/>
              </a:path>
              <a:path w="169545" h="307339">
                <a:moveTo>
                  <a:pt x="24384" y="306800"/>
                </a:moveTo>
                <a:lnTo>
                  <a:pt x="12192" y="306800"/>
                </a:lnTo>
                <a:lnTo>
                  <a:pt x="9144" y="305276"/>
                </a:lnTo>
                <a:lnTo>
                  <a:pt x="27432" y="305276"/>
                </a:lnTo>
                <a:lnTo>
                  <a:pt x="24384" y="306800"/>
                </a:lnTo>
                <a:close/>
              </a:path>
              <a:path w="169545" h="307339">
                <a:moveTo>
                  <a:pt x="158686" y="306800"/>
                </a:moveTo>
                <a:lnTo>
                  <a:pt x="144970" y="306800"/>
                </a:lnTo>
                <a:lnTo>
                  <a:pt x="143446" y="305276"/>
                </a:lnTo>
                <a:lnTo>
                  <a:pt x="160210" y="305276"/>
                </a:lnTo>
                <a:lnTo>
                  <a:pt x="158686" y="306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9" name="object 109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8868804" y="5144547"/>
            <a:ext cx="181469" cy="216693"/>
          </a:xfrm>
          <a:prstGeom prst="rect">
            <a:avLst/>
          </a:prstGeom>
        </p:spPr>
      </p:pic>
      <p:pic>
        <p:nvPicPr>
          <p:cNvPr id="110" name="object 110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2349639" y="5603843"/>
            <a:ext cx="1324153" cy="294608"/>
          </a:xfrm>
          <a:prstGeom prst="rect">
            <a:avLst/>
          </a:prstGeom>
        </p:spPr>
      </p:pic>
      <p:sp>
        <p:nvSpPr>
          <p:cNvPr id="111" name="object 111"/>
          <p:cNvSpPr/>
          <p:nvPr/>
        </p:nvSpPr>
        <p:spPr>
          <a:xfrm>
            <a:off x="3740943" y="5681757"/>
            <a:ext cx="291465" cy="213995"/>
          </a:xfrm>
          <a:custGeom>
            <a:avLst/>
            <a:gdLst/>
            <a:ahLst/>
            <a:cxnLst/>
            <a:rect l="l" t="t" r="r" b="b"/>
            <a:pathLst>
              <a:path w="291464" h="213995">
                <a:moveTo>
                  <a:pt x="72678" y="35052"/>
                </a:moveTo>
                <a:lnTo>
                  <a:pt x="32004" y="35052"/>
                </a:lnTo>
                <a:lnTo>
                  <a:pt x="40006" y="26503"/>
                </a:lnTo>
                <a:lnTo>
                  <a:pt x="72104" y="5143"/>
                </a:lnTo>
                <a:lnTo>
                  <a:pt x="96107" y="0"/>
                </a:lnTo>
                <a:lnTo>
                  <a:pt x="111347" y="0"/>
                </a:lnTo>
                <a:lnTo>
                  <a:pt x="117443" y="3048"/>
                </a:lnTo>
                <a:lnTo>
                  <a:pt x="123539" y="4572"/>
                </a:lnTo>
                <a:lnTo>
                  <a:pt x="129635" y="7620"/>
                </a:lnTo>
                <a:lnTo>
                  <a:pt x="134207" y="10668"/>
                </a:lnTo>
                <a:lnTo>
                  <a:pt x="140303" y="13716"/>
                </a:lnTo>
                <a:lnTo>
                  <a:pt x="144970" y="18288"/>
                </a:lnTo>
                <a:lnTo>
                  <a:pt x="151066" y="27432"/>
                </a:lnTo>
                <a:lnTo>
                  <a:pt x="152530" y="30360"/>
                </a:lnTo>
                <a:lnTo>
                  <a:pt x="89460" y="30360"/>
                </a:lnTo>
                <a:lnTo>
                  <a:pt x="81867" y="31289"/>
                </a:lnTo>
                <a:lnTo>
                  <a:pt x="75533" y="33528"/>
                </a:lnTo>
                <a:lnTo>
                  <a:pt x="72678" y="35052"/>
                </a:lnTo>
                <a:close/>
              </a:path>
              <a:path w="291464" h="213995">
                <a:moveTo>
                  <a:pt x="195450" y="38100"/>
                </a:moveTo>
                <a:lnTo>
                  <a:pt x="157162" y="38100"/>
                </a:lnTo>
                <a:lnTo>
                  <a:pt x="169354" y="25908"/>
                </a:lnTo>
                <a:lnTo>
                  <a:pt x="175450" y="21336"/>
                </a:lnTo>
                <a:lnTo>
                  <a:pt x="181546" y="15240"/>
                </a:lnTo>
                <a:lnTo>
                  <a:pt x="186118" y="12192"/>
                </a:lnTo>
                <a:lnTo>
                  <a:pt x="198310" y="6096"/>
                </a:lnTo>
                <a:lnTo>
                  <a:pt x="202882" y="3048"/>
                </a:lnTo>
                <a:lnTo>
                  <a:pt x="208978" y="1524"/>
                </a:lnTo>
                <a:lnTo>
                  <a:pt x="213550" y="0"/>
                </a:lnTo>
                <a:lnTo>
                  <a:pt x="224218" y="0"/>
                </a:lnTo>
                <a:lnTo>
                  <a:pt x="261985" y="9810"/>
                </a:lnTo>
                <a:lnTo>
                  <a:pt x="280177" y="30360"/>
                </a:lnTo>
                <a:lnTo>
                  <a:pt x="217572" y="30360"/>
                </a:lnTo>
                <a:lnTo>
                  <a:pt x="209978" y="31289"/>
                </a:lnTo>
                <a:lnTo>
                  <a:pt x="203644" y="33528"/>
                </a:lnTo>
                <a:lnTo>
                  <a:pt x="197310" y="36909"/>
                </a:lnTo>
                <a:lnTo>
                  <a:pt x="195450" y="38100"/>
                </a:lnTo>
                <a:close/>
              </a:path>
              <a:path w="291464" h="213995">
                <a:moveTo>
                  <a:pt x="27432" y="4572"/>
                </a:moveTo>
                <a:lnTo>
                  <a:pt x="4571" y="4572"/>
                </a:lnTo>
                <a:lnTo>
                  <a:pt x="6095" y="3048"/>
                </a:lnTo>
                <a:lnTo>
                  <a:pt x="25907" y="3048"/>
                </a:lnTo>
                <a:lnTo>
                  <a:pt x="27432" y="4572"/>
                </a:lnTo>
                <a:close/>
              </a:path>
              <a:path w="291464" h="213995">
                <a:moveTo>
                  <a:pt x="32004" y="212121"/>
                </a:moveTo>
                <a:lnTo>
                  <a:pt x="3048" y="212121"/>
                </a:lnTo>
                <a:lnTo>
                  <a:pt x="1524" y="210597"/>
                </a:lnTo>
                <a:lnTo>
                  <a:pt x="0" y="210597"/>
                </a:lnTo>
                <a:lnTo>
                  <a:pt x="0" y="6096"/>
                </a:lnTo>
                <a:lnTo>
                  <a:pt x="1524" y="4572"/>
                </a:lnTo>
                <a:lnTo>
                  <a:pt x="28956" y="4572"/>
                </a:lnTo>
                <a:lnTo>
                  <a:pt x="32004" y="7620"/>
                </a:lnTo>
                <a:lnTo>
                  <a:pt x="32004" y="35052"/>
                </a:lnTo>
                <a:lnTo>
                  <a:pt x="72678" y="35052"/>
                </a:lnTo>
                <a:lnTo>
                  <a:pt x="42782" y="60047"/>
                </a:lnTo>
                <a:lnTo>
                  <a:pt x="35052" y="68675"/>
                </a:lnTo>
                <a:lnTo>
                  <a:pt x="35052" y="209073"/>
                </a:lnTo>
                <a:lnTo>
                  <a:pt x="32004" y="212121"/>
                </a:lnTo>
                <a:close/>
              </a:path>
              <a:path w="291464" h="213995">
                <a:moveTo>
                  <a:pt x="160210" y="212121"/>
                </a:moveTo>
                <a:lnTo>
                  <a:pt x="131159" y="212121"/>
                </a:lnTo>
                <a:lnTo>
                  <a:pt x="129635" y="210597"/>
                </a:lnTo>
                <a:lnTo>
                  <a:pt x="128111" y="210597"/>
                </a:lnTo>
                <a:lnTo>
                  <a:pt x="128111" y="209073"/>
                </a:lnTo>
                <a:lnTo>
                  <a:pt x="126587" y="207549"/>
                </a:lnTo>
                <a:lnTo>
                  <a:pt x="126587" y="71723"/>
                </a:lnTo>
                <a:lnTo>
                  <a:pt x="100679" y="32004"/>
                </a:lnTo>
                <a:lnTo>
                  <a:pt x="94107" y="30360"/>
                </a:lnTo>
                <a:lnTo>
                  <a:pt x="152530" y="30360"/>
                </a:lnTo>
                <a:lnTo>
                  <a:pt x="154114" y="33528"/>
                </a:lnTo>
                <a:lnTo>
                  <a:pt x="157162" y="38100"/>
                </a:lnTo>
                <a:lnTo>
                  <a:pt x="195450" y="38100"/>
                </a:lnTo>
                <a:lnTo>
                  <a:pt x="190690" y="41148"/>
                </a:lnTo>
                <a:lnTo>
                  <a:pt x="184689" y="46293"/>
                </a:lnTo>
                <a:lnTo>
                  <a:pt x="178117" y="52589"/>
                </a:lnTo>
                <a:lnTo>
                  <a:pt x="170973" y="60047"/>
                </a:lnTo>
                <a:lnTo>
                  <a:pt x="163258" y="68675"/>
                </a:lnTo>
                <a:lnTo>
                  <a:pt x="163258" y="209073"/>
                </a:lnTo>
                <a:lnTo>
                  <a:pt x="160210" y="212121"/>
                </a:lnTo>
                <a:close/>
              </a:path>
              <a:path w="291464" h="213995">
                <a:moveTo>
                  <a:pt x="288321" y="212121"/>
                </a:moveTo>
                <a:lnTo>
                  <a:pt x="259365" y="212121"/>
                </a:lnTo>
                <a:lnTo>
                  <a:pt x="257841" y="210597"/>
                </a:lnTo>
                <a:lnTo>
                  <a:pt x="256317" y="210597"/>
                </a:lnTo>
                <a:lnTo>
                  <a:pt x="256317" y="209073"/>
                </a:lnTo>
                <a:lnTo>
                  <a:pt x="254793" y="207549"/>
                </a:lnTo>
                <a:lnTo>
                  <a:pt x="254793" y="71723"/>
                </a:lnTo>
                <a:lnTo>
                  <a:pt x="233457" y="35052"/>
                </a:lnTo>
                <a:lnTo>
                  <a:pt x="228885" y="32004"/>
                </a:lnTo>
                <a:lnTo>
                  <a:pt x="222210" y="30360"/>
                </a:lnTo>
                <a:lnTo>
                  <a:pt x="280177" y="30360"/>
                </a:lnTo>
                <a:lnTo>
                  <a:pt x="291107" y="74375"/>
                </a:lnTo>
                <a:lnTo>
                  <a:pt x="291369" y="82391"/>
                </a:lnTo>
                <a:lnTo>
                  <a:pt x="291369" y="209073"/>
                </a:lnTo>
                <a:lnTo>
                  <a:pt x="288321" y="212121"/>
                </a:lnTo>
                <a:close/>
              </a:path>
              <a:path w="291464" h="213995">
                <a:moveTo>
                  <a:pt x="25907" y="213645"/>
                </a:moveTo>
                <a:lnTo>
                  <a:pt x="6095" y="213645"/>
                </a:lnTo>
                <a:lnTo>
                  <a:pt x="4571" y="212121"/>
                </a:lnTo>
                <a:lnTo>
                  <a:pt x="28956" y="212121"/>
                </a:lnTo>
                <a:lnTo>
                  <a:pt x="25907" y="213645"/>
                </a:lnTo>
                <a:close/>
              </a:path>
              <a:path w="291464" h="213995">
                <a:moveTo>
                  <a:pt x="154114" y="213645"/>
                </a:moveTo>
                <a:lnTo>
                  <a:pt x="134207" y="213645"/>
                </a:lnTo>
                <a:lnTo>
                  <a:pt x="132683" y="212121"/>
                </a:lnTo>
                <a:lnTo>
                  <a:pt x="157162" y="212121"/>
                </a:lnTo>
                <a:lnTo>
                  <a:pt x="154114" y="213645"/>
                </a:lnTo>
                <a:close/>
              </a:path>
              <a:path w="291464" h="213995">
                <a:moveTo>
                  <a:pt x="282225" y="213645"/>
                </a:moveTo>
                <a:lnTo>
                  <a:pt x="262413" y="213645"/>
                </a:lnTo>
                <a:lnTo>
                  <a:pt x="260889" y="212121"/>
                </a:lnTo>
                <a:lnTo>
                  <a:pt x="285273" y="212121"/>
                </a:lnTo>
                <a:lnTo>
                  <a:pt x="282225" y="2136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2" name="object 11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4085856" y="5681757"/>
            <a:ext cx="181438" cy="216693"/>
          </a:xfrm>
          <a:prstGeom prst="rect">
            <a:avLst/>
          </a:prstGeom>
        </p:spPr>
      </p:pic>
      <p:grpSp>
        <p:nvGrpSpPr>
          <p:cNvPr id="113" name="object 113"/>
          <p:cNvGrpSpPr/>
          <p:nvPr/>
        </p:nvGrpSpPr>
        <p:grpSpPr>
          <a:xfrm>
            <a:off x="4322254" y="5631370"/>
            <a:ext cx="332740" cy="267335"/>
            <a:chOff x="4322254" y="5631370"/>
            <a:chExt cx="332740" cy="267335"/>
          </a:xfrm>
        </p:grpSpPr>
        <p:pic>
          <p:nvPicPr>
            <p:cNvPr id="114" name="object 11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322254" y="5681757"/>
              <a:ext cx="169259" cy="213645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4526661" y="5631370"/>
              <a:ext cx="128270" cy="267335"/>
            </a:xfrm>
            <a:custGeom>
              <a:avLst/>
              <a:gdLst/>
              <a:ahLst/>
              <a:cxnLst/>
              <a:rect l="l" t="t" r="r" b="b"/>
              <a:pathLst>
                <a:path w="128270" h="267335">
                  <a:moveTo>
                    <a:pt x="61055" y="1524"/>
                  </a:moveTo>
                  <a:lnTo>
                    <a:pt x="44196" y="1524"/>
                  </a:lnTo>
                  <a:lnTo>
                    <a:pt x="45720" y="0"/>
                  </a:lnTo>
                  <a:lnTo>
                    <a:pt x="59531" y="0"/>
                  </a:lnTo>
                  <a:lnTo>
                    <a:pt x="61055" y="1524"/>
                  </a:lnTo>
                  <a:close/>
                </a:path>
                <a:path w="128270" h="267335">
                  <a:moveTo>
                    <a:pt x="67151" y="3047"/>
                  </a:moveTo>
                  <a:lnTo>
                    <a:pt x="38100" y="3047"/>
                  </a:lnTo>
                  <a:lnTo>
                    <a:pt x="39624" y="1524"/>
                  </a:lnTo>
                  <a:lnTo>
                    <a:pt x="65627" y="1524"/>
                  </a:lnTo>
                  <a:lnTo>
                    <a:pt x="67151" y="3047"/>
                  </a:lnTo>
                  <a:close/>
                </a:path>
                <a:path w="128270" h="267335">
                  <a:moveTo>
                    <a:pt x="70199" y="54959"/>
                  </a:moveTo>
                  <a:lnTo>
                    <a:pt x="35052" y="54959"/>
                  </a:lnTo>
                  <a:lnTo>
                    <a:pt x="35052" y="3047"/>
                  </a:lnTo>
                  <a:lnTo>
                    <a:pt x="68675" y="3047"/>
                  </a:lnTo>
                  <a:lnTo>
                    <a:pt x="70199" y="4571"/>
                  </a:lnTo>
                  <a:lnTo>
                    <a:pt x="70199" y="54959"/>
                  </a:lnTo>
                  <a:close/>
                </a:path>
                <a:path w="128270" h="267335">
                  <a:moveTo>
                    <a:pt x="125063" y="83915"/>
                  </a:moveTo>
                  <a:lnTo>
                    <a:pt x="3048" y="83915"/>
                  </a:lnTo>
                  <a:lnTo>
                    <a:pt x="0" y="77819"/>
                  </a:lnTo>
                  <a:lnTo>
                    <a:pt x="0" y="61055"/>
                  </a:ln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125063" y="54959"/>
                  </a:lnTo>
                  <a:lnTo>
                    <a:pt x="126587" y="56483"/>
                  </a:lnTo>
                  <a:lnTo>
                    <a:pt x="126587" y="59531"/>
                  </a:lnTo>
                  <a:lnTo>
                    <a:pt x="128111" y="61055"/>
                  </a:lnTo>
                  <a:lnTo>
                    <a:pt x="128111" y="77819"/>
                  </a:lnTo>
                  <a:lnTo>
                    <a:pt x="125063" y="83915"/>
                  </a:lnTo>
                  <a:close/>
                </a:path>
                <a:path w="128270" h="267335">
                  <a:moveTo>
                    <a:pt x="96107" y="267080"/>
                  </a:moveTo>
                  <a:lnTo>
                    <a:pt x="91535" y="267080"/>
                  </a:lnTo>
                  <a:lnTo>
                    <a:pt x="84701" y="266795"/>
                  </a:lnTo>
                  <a:lnTo>
                    <a:pt x="53340" y="254793"/>
                  </a:lnTo>
                  <a:lnTo>
                    <a:pt x="47244" y="250221"/>
                  </a:lnTo>
                  <a:lnTo>
                    <a:pt x="42672" y="244125"/>
                  </a:lnTo>
                  <a:lnTo>
                    <a:pt x="39624" y="238029"/>
                  </a:lnTo>
                  <a:lnTo>
                    <a:pt x="38100" y="228885"/>
                  </a:lnTo>
                  <a:lnTo>
                    <a:pt x="36337" y="222646"/>
                  </a:lnTo>
                  <a:lnTo>
                    <a:pt x="35433" y="215550"/>
                  </a:lnTo>
                  <a:lnTo>
                    <a:pt x="35099" y="207883"/>
                  </a:lnTo>
                  <a:lnTo>
                    <a:pt x="35052" y="83915"/>
                  </a:lnTo>
                  <a:lnTo>
                    <a:pt x="70199" y="83915"/>
                  </a:lnTo>
                  <a:lnTo>
                    <a:pt x="70199" y="193833"/>
                  </a:lnTo>
                  <a:lnTo>
                    <a:pt x="70723" y="203549"/>
                  </a:lnTo>
                  <a:lnTo>
                    <a:pt x="88487" y="234981"/>
                  </a:lnTo>
                  <a:lnTo>
                    <a:pt x="128111" y="234981"/>
                  </a:lnTo>
                  <a:lnTo>
                    <a:pt x="128111" y="253269"/>
                  </a:lnTo>
                  <a:lnTo>
                    <a:pt x="126587" y="254793"/>
                  </a:lnTo>
                  <a:lnTo>
                    <a:pt x="126587" y="256412"/>
                  </a:lnTo>
                  <a:lnTo>
                    <a:pt x="122015" y="260984"/>
                  </a:lnTo>
                  <a:lnTo>
                    <a:pt x="120491" y="260984"/>
                  </a:lnTo>
                  <a:lnTo>
                    <a:pt x="114395" y="264032"/>
                  </a:lnTo>
                  <a:lnTo>
                    <a:pt x="108299" y="264032"/>
                  </a:lnTo>
                  <a:lnTo>
                    <a:pt x="105251" y="265556"/>
                  </a:lnTo>
                  <a:lnTo>
                    <a:pt x="99155" y="265556"/>
                  </a:lnTo>
                  <a:lnTo>
                    <a:pt x="96107" y="267080"/>
                  </a:lnTo>
                  <a:close/>
                </a:path>
                <a:path w="128270" h="267335">
                  <a:moveTo>
                    <a:pt x="125063" y="230409"/>
                  </a:moveTo>
                  <a:lnTo>
                    <a:pt x="120491" y="230409"/>
                  </a:lnTo>
                  <a:lnTo>
                    <a:pt x="122015" y="228885"/>
                  </a:lnTo>
                  <a:lnTo>
                    <a:pt x="125063" y="228885"/>
                  </a:lnTo>
                  <a:lnTo>
                    <a:pt x="125063" y="230409"/>
                  </a:lnTo>
                  <a:close/>
                </a:path>
                <a:path w="128270" h="267335">
                  <a:moveTo>
                    <a:pt x="128111" y="234981"/>
                  </a:moveTo>
                  <a:lnTo>
                    <a:pt x="106775" y="234981"/>
                  </a:lnTo>
                  <a:lnTo>
                    <a:pt x="109823" y="233457"/>
                  </a:lnTo>
                  <a:lnTo>
                    <a:pt x="112871" y="233457"/>
                  </a:lnTo>
                  <a:lnTo>
                    <a:pt x="114395" y="231933"/>
                  </a:lnTo>
                  <a:lnTo>
                    <a:pt x="115919" y="231933"/>
                  </a:lnTo>
                  <a:lnTo>
                    <a:pt x="117443" y="230409"/>
                  </a:lnTo>
                  <a:lnTo>
                    <a:pt x="126587" y="230409"/>
                  </a:lnTo>
                  <a:lnTo>
                    <a:pt x="126587" y="231933"/>
                  </a:lnTo>
                  <a:lnTo>
                    <a:pt x="128111" y="233457"/>
                  </a:lnTo>
                  <a:lnTo>
                    <a:pt x="128111" y="2349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/>
          <p:nvPr/>
        </p:nvSpPr>
        <p:spPr>
          <a:xfrm>
            <a:off x="4798218" y="5603843"/>
            <a:ext cx="46355" cy="292100"/>
          </a:xfrm>
          <a:custGeom>
            <a:avLst/>
            <a:gdLst/>
            <a:ahLst/>
            <a:cxnLst/>
            <a:rect l="l" t="t" r="r" b="b"/>
            <a:pathLst>
              <a:path w="46354" h="292100">
                <a:moveTo>
                  <a:pt x="35052" y="82486"/>
                </a:moveTo>
                <a:lnTo>
                  <a:pt x="9144" y="82486"/>
                </a:lnTo>
                <a:lnTo>
                  <a:pt x="12192" y="80962"/>
                </a:lnTo>
                <a:lnTo>
                  <a:pt x="33528" y="80962"/>
                </a:lnTo>
                <a:lnTo>
                  <a:pt x="35052" y="82486"/>
                </a:lnTo>
                <a:close/>
              </a:path>
              <a:path w="46354" h="292100">
                <a:moveTo>
                  <a:pt x="41148" y="286988"/>
                </a:moveTo>
                <a:lnTo>
                  <a:pt x="4572" y="286988"/>
                </a:lnTo>
                <a:lnTo>
                  <a:pt x="4572" y="85534"/>
                </a:lnTo>
                <a:lnTo>
                  <a:pt x="7620" y="82486"/>
                </a:lnTo>
                <a:lnTo>
                  <a:pt x="38100" y="82486"/>
                </a:lnTo>
                <a:lnTo>
                  <a:pt x="41148" y="85534"/>
                </a:lnTo>
                <a:lnTo>
                  <a:pt x="41148" y="286988"/>
                </a:lnTo>
                <a:close/>
              </a:path>
              <a:path w="46354" h="292100">
                <a:moveTo>
                  <a:pt x="39624" y="288512"/>
                </a:moveTo>
                <a:lnTo>
                  <a:pt x="6096" y="288512"/>
                </a:lnTo>
                <a:lnTo>
                  <a:pt x="6096" y="286988"/>
                </a:lnTo>
                <a:lnTo>
                  <a:pt x="39624" y="286988"/>
                </a:lnTo>
                <a:lnTo>
                  <a:pt x="39624" y="288512"/>
                </a:lnTo>
                <a:close/>
              </a:path>
              <a:path w="46354" h="292100">
                <a:moveTo>
                  <a:pt x="36576" y="290036"/>
                </a:moveTo>
                <a:lnTo>
                  <a:pt x="7620" y="290036"/>
                </a:lnTo>
                <a:lnTo>
                  <a:pt x="7620" y="288512"/>
                </a:lnTo>
                <a:lnTo>
                  <a:pt x="38100" y="288512"/>
                </a:lnTo>
                <a:lnTo>
                  <a:pt x="36576" y="290036"/>
                </a:lnTo>
                <a:close/>
              </a:path>
              <a:path w="46354" h="292100">
                <a:moveTo>
                  <a:pt x="32004" y="291560"/>
                </a:moveTo>
                <a:lnTo>
                  <a:pt x="12192" y="291560"/>
                </a:lnTo>
                <a:lnTo>
                  <a:pt x="9144" y="290036"/>
                </a:lnTo>
                <a:lnTo>
                  <a:pt x="33528" y="290036"/>
                </a:lnTo>
                <a:lnTo>
                  <a:pt x="32004" y="291560"/>
                </a:lnTo>
                <a:close/>
              </a:path>
              <a:path w="46354" h="292100">
                <a:moveTo>
                  <a:pt x="30480" y="42767"/>
                </a:moveTo>
                <a:lnTo>
                  <a:pt x="13716" y="42767"/>
                </a:lnTo>
                <a:lnTo>
                  <a:pt x="7620" y="41243"/>
                </a:lnTo>
                <a:lnTo>
                  <a:pt x="1524" y="35147"/>
                </a:lnTo>
                <a:lnTo>
                  <a:pt x="0" y="29051"/>
                </a:lnTo>
                <a:lnTo>
                  <a:pt x="0" y="12287"/>
                </a:lnTo>
                <a:lnTo>
                  <a:pt x="1524" y="7619"/>
                </a:lnTo>
                <a:lnTo>
                  <a:pt x="7620" y="1524"/>
                </a:lnTo>
                <a:lnTo>
                  <a:pt x="13716" y="0"/>
                </a:lnTo>
                <a:lnTo>
                  <a:pt x="32004" y="0"/>
                </a:lnTo>
                <a:lnTo>
                  <a:pt x="36576" y="1524"/>
                </a:lnTo>
                <a:lnTo>
                  <a:pt x="42672" y="7619"/>
                </a:lnTo>
                <a:lnTo>
                  <a:pt x="45815" y="12287"/>
                </a:lnTo>
                <a:lnTo>
                  <a:pt x="45815" y="29051"/>
                </a:lnTo>
                <a:lnTo>
                  <a:pt x="44291" y="35147"/>
                </a:lnTo>
                <a:lnTo>
                  <a:pt x="39624" y="38195"/>
                </a:lnTo>
                <a:lnTo>
                  <a:pt x="36576" y="41243"/>
                </a:lnTo>
                <a:lnTo>
                  <a:pt x="30480" y="427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7" name="object 117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4889753" y="5681757"/>
            <a:ext cx="140398" cy="216693"/>
          </a:xfrm>
          <a:prstGeom prst="rect">
            <a:avLst/>
          </a:prstGeom>
        </p:spPr>
      </p:pic>
      <p:grpSp>
        <p:nvGrpSpPr>
          <p:cNvPr id="118" name="object 118"/>
          <p:cNvGrpSpPr/>
          <p:nvPr/>
        </p:nvGrpSpPr>
        <p:grpSpPr>
          <a:xfrm>
            <a:off x="5107971" y="5587079"/>
            <a:ext cx="817880" cy="387985"/>
            <a:chOff x="5107971" y="5587079"/>
            <a:chExt cx="817880" cy="387985"/>
          </a:xfrm>
        </p:grpSpPr>
        <p:sp>
          <p:nvSpPr>
            <p:cNvPr id="119" name="object 119"/>
            <p:cNvSpPr/>
            <p:nvPr/>
          </p:nvSpPr>
          <p:spPr>
            <a:xfrm>
              <a:off x="5107971" y="5587079"/>
              <a:ext cx="221615" cy="387985"/>
            </a:xfrm>
            <a:custGeom>
              <a:avLst/>
              <a:gdLst/>
              <a:ahLst/>
              <a:cxnLst/>
              <a:rect l="l" t="t" r="r" b="b"/>
              <a:pathLst>
                <a:path w="221614" h="387985">
                  <a:moveTo>
                    <a:pt x="143351" y="99250"/>
                  </a:moveTo>
                  <a:lnTo>
                    <a:pt x="106775" y="99250"/>
                  </a:lnTo>
                  <a:lnTo>
                    <a:pt x="112871" y="71723"/>
                  </a:lnTo>
                  <a:lnTo>
                    <a:pt x="114299" y="62865"/>
                  </a:lnTo>
                  <a:lnTo>
                    <a:pt x="129254" y="27289"/>
                  </a:lnTo>
                  <a:lnTo>
                    <a:pt x="138779" y="18288"/>
                  </a:lnTo>
                  <a:lnTo>
                    <a:pt x="144875" y="12192"/>
                  </a:lnTo>
                  <a:lnTo>
                    <a:pt x="186118" y="0"/>
                  </a:lnTo>
                  <a:lnTo>
                    <a:pt x="192214" y="0"/>
                  </a:lnTo>
                  <a:lnTo>
                    <a:pt x="196786" y="1524"/>
                  </a:lnTo>
                  <a:lnTo>
                    <a:pt x="202882" y="1524"/>
                  </a:lnTo>
                  <a:lnTo>
                    <a:pt x="205930" y="3048"/>
                  </a:lnTo>
                  <a:lnTo>
                    <a:pt x="212026" y="3048"/>
                  </a:lnTo>
                  <a:lnTo>
                    <a:pt x="213550" y="4572"/>
                  </a:lnTo>
                  <a:lnTo>
                    <a:pt x="216598" y="6096"/>
                  </a:lnTo>
                  <a:lnTo>
                    <a:pt x="218122" y="6096"/>
                  </a:lnTo>
                  <a:lnTo>
                    <a:pt x="218122" y="7620"/>
                  </a:lnTo>
                  <a:lnTo>
                    <a:pt x="219646" y="7620"/>
                  </a:lnTo>
                  <a:lnTo>
                    <a:pt x="219646" y="9144"/>
                  </a:lnTo>
                  <a:lnTo>
                    <a:pt x="221170" y="10668"/>
                  </a:lnTo>
                  <a:lnTo>
                    <a:pt x="221170" y="22860"/>
                  </a:lnTo>
                  <a:lnTo>
                    <a:pt x="219646" y="24384"/>
                  </a:lnTo>
                  <a:lnTo>
                    <a:pt x="219646" y="27527"/>
                  </a:lnTo>
                  <a:lnTo>
                    <a:pt x="218122" y="29051"/>
                  </a:lnTo>
                  <a:lnTo>
                    <a:pt x="218122" y="30575"/>
                  </a:lnTo>
                  <a:lnTo>
                    <a:pt x="176974" y="30575"/>
                  </a:lnTo>
                  <a:lnTo>
                    <a:pt x="172402" y="33623"/>
                  </a:lnTo>
                  <a:lnTo>
                    <a:pt x="167735" y="35147"/>
                  </a:lnTo>
                  <a:lnTo>
                    <a:pt x="163163" y="38195"/>
                  </a:lnTo>
                  <a:lnTo>
                    <a:pt x="160115" y="42767"/>
                  </a:lnTo>
                  <a:lnTo>
                    <a:pt x="157067" y="45815"/>
                  </a:lnTo>
                  <a:lnTo>
                    <a:pt x="154019" y="50387"/>
                  </a:lnTo>
                  <a:lnTo>
                    <a:pt x="152495" y="58007"/>
                  </a:lnTo>
                  <a:lnTo>
                    <a:pt x="150971" y="64103"/>
                  </a:lnTo>
                  <a:lnTo>
                    <a:pt x="147923" y="70199"/>
                  </a:lnTo>
                  <a:lnTo>
                    <a:pt x="146399" y="79343"/>
                  </a:lnTo>
                  <a:lnTo>
                    <a:pt x="143351" y="99250"/>
                  </a:lnTo>
                  <a:close/>
                </a:path>
                <a:path w="221614" h="387985">
                  <a:moveTo>
                    <a:pt x="216598" y="35147"/>
                  </a:moveTo>
                  <a:lnTo>
                    <a:pt x="208978" y="35147"/>
                  </a:lnTo>
                  <a:lnTo>
                    <a:pt x="205930" y="33623"/>
                  </a:lnTo>
                  <a:lnTo>
                    <a:pt x="204406" y="33623"/>
                  </a:lnTo>
                  <a:lnTo>
                    <a:pt x="202882" y="32099"/>
                  </a:lnTo>
                  <a:lnTo>
                    <a:pt x="199834" y="32099"/>
                  </a:lnTo>
                  <a:lnTo>
                    <a:pt x="196786" y="30575"/>
                  </a:lnTo>
                  <a:lnTo>
                    <a:pt x="218122" y="30575"/>
                  </a:lnTo>
                  <a:lnTo>
                    <a:pt x="218122" y="32099"/>
                  </a:lnTo>
                  <a:lnTo>
                    <a:pt x="216598" y="33623"/>
                  </a:lnTo>
                  <a:lnTo>
                    <a:pt x="216598" y="35147"/>
                  </a:lnTo>
                  <a:close/>
                </a:path>
                <a:path w="221614" h="387985">
                  <a:moveTo>
                    <a:pt x="184594" y="128206"/>
                  </a:moveTo>
                  <a:lnTo>
                    <a:pt x="70103" y="128206"/>
                  </a:lnTo>
                  <a:lnTo>
                    <a:pt x="68579" y="126682"/>
                  </a:lnTo>
                  <a:lnTo>
                    <a:pt x="68579" y="112966"/>
                  </a:lnTo>
                  <a:lnTo>
                    <a:pt x="70103" y="111442"/>
                  </a:lnTo>
                  <a:lnTo>
                    <a:pt x="70103" y="106870"/>
                  </a:lnTo>
                  <a:lnTo>
                    <a:pt x="71627" y="105346"/>
                  </a:lnTo>
                  <a:lnTo>
                    <a:pt x="71627" y="103822"/>
                  </a:lnTo>
                  <a:lnTo>
                    <a:pt x="73151" y="103822"/>
                  </a:lnTo>
                  <a:lnTo>
                    <a:pt x="73151" y="102298"/>
                  </a:lnTo>
                  <a:lnTo>
                    <a:pt x="74675" y="100774"/>
                  </a:lnTo>
                  <a:lnTo>
                    <a:pt x="74675" y="99250"/>
                  </a:lnTo>
                  <a:lnTo>
                    <a:pt x="189166" y="99250"/>
                  </a:lnTo>
                  <a:lnTo>
                    <a:pt x="190690" y="100774"/>
                  </a:lnTo>
                  <a:lnTo>
                    <a:pt x="192214" y="100774"/>
                  </a:lnTo>
                  <a:lnTo>
                    <a:pt x="192214" y="112966"/>
                  </a:lnTo>
                  <a:lnTo>
                    <a:pt x="190690" y="114490"/>
                  </a:lnTo>
                  <a:lnTo>
                    <a:pt x="190690" y="117538"/>
                  </a:lnTo>
                  <a:lnTo>
                    <a:pt x="189166" y="119062"/>
                  </a:lnTo>
                  <a:lnTo>
                    <a:pt x="189166" y="122110"/>
                  </a:lnTo>
                  <a:lnTo>
                    <a:pt x="187642" y="123634"/>
                  </a:lnTo>
                  <a:lnTo>
                    <a:pt x="187642" y="125158"/>
                  </a:lnTo>
                  <a:lnTo>
                    <a:pt x="186118" y="125158"/>
                  </a:lnTo>
                  <a:lnTo>
                    <a:pt x="184594" y="126682"/>
                  </a:lnTo>
                  <a:lnTo>
                    <a:pt x="184594" y="128206"/>
                  </a:lnTo>
                  <a:close/>
                </a:path>
                <a:path w="221614" h="387985">
                  <a:moveTo>
                    <a:pt x="83471" y="357092"/>
                  </a:moveTo>
                  <a:lnTo>
                    <a:pt x="30479" y="357092"/>
                  </a:lnTo>
                  <a:lnTo>
                    <a:pt x="44195" y="352520"/>
                  </a:lnTo>
                  <a:lnTo>
                    <a:pt x="54864" y="341852"/>
                  </a:lnTo>
                  <a:lnTo>
                    <a:pt x="56388" y="335756"/>
                  </a:lnTo>
                  <a:lnTo>
                    <a:pt x="59435" y="329660"/>
                  </a:lnTo>
                  <a:lnTo>
                    <a:pt x="60959" y="323564"/>
                  </a:lnTo>
                  <a:lnTo>
                    <a:pt x="62483" y="315944"/>
                  </a:lnTo>
                  <a:lnTo>
                    <a:pt x="65531" y="308324"/>
                  </a:lnTo>
                  <a:lnTo>
                    <a:pt x="100679" y="128206"/>
                  </a:lnTo>
                  <a:lnTo>
                    <a:pt x="137255" y="128206"/>
                  </a:lnTo>
                  <a:lnTo>
                    <a:pt x="99155" y="315944"/>
                  </a:lnTo>
                  <a:lnTo>
                    <a:pt x="97512" y="324778"/>
                  </a:lnTo>
                  <a:lnTo>
                    <a:pt x="95154" y="332898"/>
                  </a:lnTo>
                  <a:lnTo>
                    <a:pt x="92511" y="340161"/>
                  </a:lnTo>
                  <a:lnTo>
                    <a:pt x="90011" y="346424"/>
                  </a:lnTo>
                  <a:lnTo>
                    <a:pt x="86305" y="352996"/>
                  </a:lnTo>
                  <a:lnTo>
                    <a:pt x="83471" y="357092"/>
                  </a:lnTo>
                  <a:close/>
                </a:path>
                <a:path w="221614" h="387985">
                  <a:moveTo>
                    <a:pt x="25907" y="387667"/>
                  </a:moveTo>
                  <a:lnTo>
                    <a:pt x="18288" y="387667"/>
                  </a:lnTo>
                  <a:lnTo>
                    <a:pt x="9143" y="384619"/>
                  </a:lnTo>
                  <a:lnTo>
                    <a:pt x="4571" y="384619"/>
                  </a:lnTo>
                  <a:lnTo>
                    <a:pt x="3047" y="383095"/>
                  </a:lnTo>
                  <a:lnTo>
                    <a:pt x="1524" y="383095"/>
                  </a:lnTo>
                  <a:lnTo>
                    <a:pt x="1524" y="381571"/>
                  </a:lnTo>
                  <a:lnTo>
                    <a:pt x="0" y="381571"/>
                  </a:lnTo>
                  <a:lnTo>
                    <a:pt x="0" y="370903"/>
                  </a:lnTo>
                  <a:lnTo>
                    <a:pt x="1524" y="369284"/>
                  </a:lnTo>
                  <a:lnTo>
                    <a:pt x="1524" y="364712"/>
                  </a:lnTo>
                  <a:lnTo>
                    <a:pt x="3047" y="363188"/>
                  </a:lnTo>
                  <a:lnTo>
                    <a:pt x="3047" y="360140"/>
                  </a:lnTo>
                  <a:lnTo>
                    <a:pt x="4571" y="358616"/>
                  </a:lnTo>
                  <a:lnTo>
                    <a:pt x="4571" y="357092"/>
                  </a:lnTo>
                  <a:lnTo>
                    <a:pt x="6095" y="355568"/>
                  </a:lnTo>
                  <a:lnTo>
                    <a:pt x="16764" y="355568"/>
                  </a:lnTo>
                  <a:lnTo>
                    <a:pt x="18288" y="357092"/>
                  </a:lnTo>
                  <a:lnTo>
                    <a:pt x="83471" y="357092"/>
                  </a:lnTo>
                  <a:lnTo>
                    <a:pt x="53339" y="383095"/>
                  </a:lnTo>
                  <a:lnTo>
                    <a:pt x="32765" y="387381"/>
                  </a:lnTo>
                  <a:lnTo>
                    <a:pt x="25907" y="387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312378" y="5684805"/>
              <a:ext cx="192214" cy="213645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5530494" y="5588609"/>
              <a:ext cx="395605" cy="384810"/>
            </a:xfrm>
            <a:custGeom>
              <a:avLst/>
              <a:gdLst/>
              <a:ahLst/>
              <a:cxnLst/>
              <a:rect l="l" t="t" r="r" b="b"/>
              <a:pathLst>
                <a:path w="395604" h="384810">
                  <a:moveTo>
                    <a:pt x="94576" y="3048"/>
                  </a:moveTo>
                  <a:lnTo>
                    <a:pt x="93052" y="3048"/>
                  </a:lnTo>
                  <a:lnTo>
                    <a:pt x="91528" y="1524"/>
                  </a:lnTo>
                  <a:lnTo>
                    <a:pt x="88480" y="1524"/>
                  </a:lnTo>
                  <a:lnTo>
                    <a:pt x="86956" y="0"/>
                  </a:lnTo>
                  <a:lnTo>
                    <a:pt x="68668" y="0"/>
                  </a:lnTo>
                  <a:lnTo>
                    <a:pt x="67144" y="1524"/>
                  </a:lnTo>
                  <a:lnTo>
                    <a:pt x="62572" y="1524"/>
                  </a:lnTo>
                  <a:lnTo>
                    <a:pt x="58000" y="6096"/>
                  </a:lnTo>
                  <a:lnTo>
                    <a:pt x="58000" y="7620"/>
                  </a:lnTo>
                  <a:lnTo>
                    <a:pt x="0" y="300697"/>
                  </a:lnTo>
                  <a:lnTo>
                    <a:pt x="0" y="303745"/>
                  </a:lnTo>
                  <a:lnTo>
                    <a:pt x="1524" y="303745"/>
                  </a:lnTo>
                  <a:lnTo>
                    <a:pt x="3048" y="305269"/>
                  </a:lnTo>
                  <a:lnTo>
                    <a:pt x="4572" y="305269"/>
                  </a:lnTo>
                  <a:lnTo>
                    <a:pt x="6096" y="306793"/>
                  </a:lnTo>
                  <a:lnTo>
                    <a:pt x="25996" y="306793"/>
                  </a:lnTo>
                  <a:lnTo>
                    <a:pt x="27520" y="305269"/>
                  </a:lnTo>
                  <a:lnTo>
                    <a:pt x="32092" y="305269"/>
                  </a:lnTo>
                  <a:lnTo>
                    <a:pt x="36664" y="300697"/>
                  </a:lnTo>
                  <a:lnTo>
                    <a:pt x="94576" y="7620"/>
                  </a:lnTo>
                  <a:lnTo>
                    <a:pt x="94576" y="3048"/>
                  </a:lnTo>
                  <a:close/>
                </a:path>
                <a:path w="395604" h="384810">
                  <a:moveTo>
                    <a:pt x="198412" y="4572"/>
                  </a:moveTo>
                  <a:lnTo>
                    <a:pt x="196888" y="4572"/>
                  </a:lnTo>
                  <a:lnTo>
                    <a:pt x="196888" y="3048"/>
                  </a:lnTo>
                  <a:lnTo>
                    <a:pt x="195364" y="1524"/>
                  </a:lnTo>
                  <a:lnTo>
                    <a:pt x="192316" y="1524"/>
                  </a:lnTo>
                  <a:lnTo>
                    <a:pt x="189268" y="0"/>
                  </a:lnTo>
                  <a:lnTo>
                    <a:pt x="172402" y="0"/>
                  </a:lnTo>
                  <a:lnTo>
                    <a:pt x="169354" y="1524"/>
                  </a:lnTo>
                  <a:lnTo>
                    <a:pt x="166306" y="1524"/>
                  </a:lnTo>
                  <a:lnTo>
                    <a:pt x="164782" y="3048"/>
                  </a:lnTo>
                  <a:lnTo>
                    <a:pt x="163258" y="3048"/>
                  </a:lnTo>
                  <a:lnTo>
                    <a:pt x="163258" y="4572"/>
                  </a:lnTo>
                  <a:lnTo>
                    <a:pt x="161734" y="4572"/>
                  </a:lnTo>
                  <a:lnTo>
                    <a:pt x="161734" y="7620"/>
                  </a:lnTo>
                  <a:lnTo>
                    <a:pt x="103822" y="300697"/>
                  </a:lnTo>
                  <a:lnTo>
                    <a:pt x="102298" y="300697"/>
                  </a:lnTo>
                  <a:lnTo>
                    <a:pt x="103822" y="302221"/>
                  </a:lnTo>
                  <a:lnTo>
                    <a:pt x="103822" y="303745"/>
                  </a:lnTo>
                  <a:lnTo>
                    <a:pt x="105346" y="303745"/>
                  </a:lnTo>
                  <a:lnTo>
                    <a:pt x="105346" y="305269"/>
                  </a:lnTo>
                  <a:lnTo>
                    <a:pt x="106870" y="305269"/>
                  </a:lnTo>
                  <a:lnTo>
                    <a:pt x="108394" y="306793"/>
                  </a:lnTo>
                  <a:lnTo>
                    <a:pt x="128206" y="306793"/>
                  </a:lnTo>
                  <a:lnTo>
                    <a:pt x="131254" y="305269"/>
                  </a:lnTo>
                  <a:lnTo>
                    <a:pt x="134302" y="305269"/>
                  </a:lnTo>
                  <a:lnTo>
                    <a:pt x="135826" y="303745"/>
                  </a:lnTo>
                  <a:lnTo>
                    <a:pt x="137350" y="303745"/>
                  </a:lnTo>
                  <a:lnTo>
                    <a:pt x="137350" y="302221"/>
                  </a:lnTo>
                  <a:lnTo>
                    <a:pt x="138874" y="302221"/>
                  </a:lnTo>
                  <a:lnTo>
                    <a:pt x="138874" y="300697"/>
                  </a:lnTo>
                  <a:lnTo>
                    <a:pt x="198412" y="7620"/>
                  </a:lnTo>
                  <a:lnTo>
                    <a:pt x="198412" y="4572"/>
                  </a:lnTo>
                  <a:close/>
                </a:path>
                <a:path w="395604" h="384810">
                  <a:moveTo>
                    <a:pt x="395185" y="99250"/>
                  </a:moveTo>
                  <a:lnTo>
                    <a:pt x="393661" y="97726"/>
                  </a:lnTo>
                  <a:lnTo>
                    <a:pt x="392137" y="97726"/>
                  </a:lnTo>
                  <a:lnTo>
                    <a:pt x="389089" y="96202"/>
                  </a:lnTo>
                  <a:lnTo>
                    <a:pt x="366229" y="96202"/>
                  </a:lnTo>
                  <a:lnTo>
                    <a:pt x="363181" y="97726"/>
                  </a:lnTo>
                  <a:lnTo>
                    <a:pt x="360133" y="97726"/>
                  </a:lnTo>
                  <a:lnTo>
                    <a:pt x="360133" y="99250"/>
                  </a:lnTo>
                  <a:lnTo>
                    <a:pt x="358609" y="99250"/>
                  </a:lnTo>
                  <a:lnTo>
                    <a:pt x="356997" y="100774"/>
                  </a:lnTo>
                  <a:lnTo>
                    <a:pt x="356997" y="102298"/>
                  </a:lnTo>
                  <a:lnTo>
                    <a:pt x="353542" y="113461"/>
                  </a:lnTo>
                  <a:lnTo>
                    <a:pt x="349948" y="124206"/>
                  </a:lnTo>
                  <a:lnTo>
                    <a:pt x="346062" y="134658"/>
                  </a:lnTo>
                  <a:lnTo>
                    <a:pt x="341757" y="144970"/>
                  </a:lnTo>
                  <a:lnTo>
                    <a:pt x="338061" y="155270"/>
                  </a:lnTo>
                  <a:lnTo>
                    <a:pt x="333946" y="165595"/>
                  </a:lnTo>
                  <a:lnTo>
                    <a:pt x="329539" y="175907"/>
                  </a:lnTo>
                  <a:lnTo>
                    <a:pt x="324993" y="186207"/>
                  </a:lnTo>
                  <a:lnTo>
                    <a:pt x="320395" y="195618"/>
                  </a:lnTo>
                  <a:lnTo>
                    <a:pt x="315658" y="205447"/>
                  </a:lnTo>
                  <a:lnTo>
                    <a:pt x="293560" y="244970"/>
                  </a:lnTo>
                  <a:lnTo>
                    <a:pt x="280797" y="264033"/>
                  </a:lnTo>
                  <a:lnTo>
                    <a:pt x="254787" y="103822"/>
                  </a:lnTo>
                  <a:lnTo>
                    <a:pt x="254787" y="100774"/>
                  </a:lnTo>
                  <a:lnTo>
                    <a:pt x="250215" y="96202"/>
                  </a:lnTo>
                  <a:lnTo>
                    <a:pt x="225831" y="96202"/>
                  </a:lnTo>
                  <a:lnTo>
                    <a:pt x="222783" y="97726"/>
                  </a:lnTo>
                  <a:lnTo>
                    <a:pt x="219735" y="97726"/>
                  </a:lnTo>
                  <a:lnTo>
                    <a:pt x="219735" y="100774"/>
                  </a:lnTo>
                  <a:lnTo>
                    <a:pt x="218211" y="100774"/>
                  </a:lnTo>
                  <a:lnTo>
                    <a:pt x="218211" y="111442"/>
                  </a:lnTo>
                  <a:lnTo>
                    <a:pt x="219735" y="112966"/>
                  </a:lnTo>
                  <a:lnTo>
                    <a:pt x="219824" y="113461"/>
                  </a:lnTo>
                  <a:lnTo>
                    <a:pt x="251739" y="305269"/>
                  </a:lnTo>
                  <a:lnTo>
                    <a:pt x="198399" y="373951"/>
                  </a:lnTo>
                  <a:lnTo>
                    <a:pt x="196875" y="375475"/>
                  </a:lnTo>
                  <a:lnTo>
                    <a:pt x="195351" y="378523"/>
                  </a:lnTo>
                  <a:lnTo>
                    <a:pt x="195351" y="380047"/>
                  </a:lnTo>
                  <a:lnTo>
                    <a:pt x="196875" y="381571"/>
                  </a:lnTo>
                  <a:lnTo>
                    <a:pt x="196875" y="383095"/>
                  </a:lnTo>
                  <a:lnTo>
                    <a:pt x="198399" y="383095"/>
                  </a:lnTo>
                  <a:lnTo>
                    <a:pt x="201447" y="384619"/>
                  </a:lnTo>
                  <a:lnTo>
                    <a:pt x="227355" y="384619"/>
                  </a:lnTo>
                  <a:lnTo>
                    <a:pt x="228879" y="383095"/>
                  </a:lnTo>
                  <a:lnTo>
                    <a:pt x="231927" y="383095"/>
                  </a:lnTo>
                  <a:lnTo>
                    <a:pt x="236499" y="378523"/>
                  </a:lnTo>
                  <a:lnTo>
                    <a:pt x="238023" y="378523"/>
                  </a:lnTo>
                  <a:lnTo>
                    <a:pt x="304507" y="286956"/>
                  </a:lnTo>
                  <a:lnTo>
                    <a:pt x="331089" y="247269"/>
                  </a:lnTo>
                  <a:lnTo>
                    <a:pt x="337921" y="233997"/>
                  </a:lnTo>
                  <a:lnTo>
                    <a:pt x="344614" y="221462"/>
                  </a:lnTo>
                  <a:lnTo>
                    <a:pt x="362508" y="185470"/>
                  </a:lnTo>
                  <a:lnTo>
                    <a:pt x="381215" y="141439"/>
                  </a:lnTo>
                  <a:lnTo>
                    <a:pt x="388696" y="120865"/>
                  </a:lnTo>
                  <a:lnTo>
                    <a:pt x="392137" y="111442"/>
                  </a:lnTo>
                  <a:lnTo>
                    <a:pt x="393661" y="109918"/>
                  </a:lnTo>
                  <a:lnTo>
                    <a:pt x="393661" y="106870"/>
                  </a:lnTo>
                  <a:lnTo>
                    <a:pt x="395185" y="103822"/>
                  </a:lnTo>
                  <a:lnTo>
                    <a:pt x="395185" y="992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2" name="object 122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6041660" y="5588603"/>
            <a:ext cx="2045921" cy="3098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0058400" cy="7554468"/>
          </a:xfrm>
          <a:prstGeom prst="rect">
            <a:avLst/>
          </a:prstGeom>
          <a:noFill/>
        </p:spPr>
      </p:pic>
      <p:pic>
        <p:nvPicPr>
          <p:cNvPr id="53" name="Image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2" y="393192"/>
            <a:ext cx="9160764" cy="1513332"/>
          </a:xfrm>
          <a:prstGeom prst="rect">
            <a:avLst/>
          </a:prstGeom>
          <a:noFill/>
        </p:spPr>
      </p:pic>
      <p:grpSp>
        <p:nvGrpSpPr>
          <p:cNvPr id="54" name="Group54"/>
          <p:cNvGrpSpPr/>
          <p:nvPr/>
        </p:nvGrpSpPr>
        <p:grpSpPr>
          <a:xfrm>
            <a:off x="1392936" y="2041969"/>
            <a:ext cx="651415" cy="309754"/>
            <a:chOff x="1392936" y="2041969"/>
            <a:chExt cx="651415" cy="309754"/>
          </a:xfrm>
        </p:grpSpPr>
        <p:sp>
          <p:nvSpPr>
            <p:cNvPr id="55" name="Path55"/>
            <p:cNvSpPr/>
            <p:nvPr/>
          </p:nvSpPr>
          <p:spPr>
            <a:xfrm>
              <a:off x="1392936" y="2064829"/>
              <a:ext cx="212027" cy="283846"/>
            </a:xfrm>
            <a:custGeom>
              <a:avLst/>
              <a:gdLst/>
              <a:ahLst/>
              <a:cxnLst/>
              <a:rect l="l" t="t" r="r" b="b"/>
              <a:pathLst>
                <a:path w="212027" h="283846">
                  <a:moveTo>
                    <a:pt x="212027" y="15240"/>
                  </a:moveTo>
                  <a:cubicBezTo>
                    <a:pt x="212027" y="18288"/>
                    <a:pt x="212027" y="21336"/>
                    <a:pt x="212027" y="22860"/>
                  </a:cubicBezTo>
                  <a:cubicBezTo>
                    <a:pt x="212027" y="24384"/>
                    <a:pt x="210502" y="25908"/>
                    <a:pt x="210502" y="27432"/>
                  </a:cubicBezTo>
                  <a:cubicBezTo>
                    <a:pt x="208979" y="28956"/>
                    <a:pt x="208979" y="30480"/>
                    <a:pt x="207454" y="30480"/>
                  </a:cubicBezTo>
                  <a:cubicBezTo>
                    <a:pt x="207454" y="30480"/>
                    <a:pt x="205930" y="32004"/>
                    <a:pt x="204407" y="32004"/>
                  </a:cubicBezTo>
                  <a:lnTo>
                    <a:pt x="125063" y="32004"/>
                  </a:lnTo>
                  <a:lnTo>
                    <a:pt x="125063" y="276225"/>
                  </a:lnTo>
                  <a:cubicBezTo>
                    <a:pt x="125063" y="277749"/>
                    <a:pt x="125063" y="279273"/>
                    <a:pt x="123539" y="279273"/>
                  </a:cubicBezTo>
                  <a:cubicBezTo>
                    <a:pt x="123539" y="280797"/>
                    <a:pt x="122015" y="280797"/>
                    <a:pt x="120491" y="282321"/>
                  </a:cubicBezTo>
                  <a:cubicBezTo>
                    <a:pt x="118967" y="282321"/>
                    <a:pt x="117443" y="282321"/>
                    <a:pt x="115919" y="283845"/>
                  </a:cubicBezTo>
                  <a:cubicBezTo>
                    <a:pt x="112871" y="283845"/>
                    <a:pt x="109823" y="283845"/>
                    <a:pt x="106775" y="283845"/>
                  </a:cubicBezTo>
                  <a:cubicBezTo>
                    <a:pt x="102203" y="283845"/>
                    <a:pt x="99155" y="283845"/>
                    <a:pt x="97631" y="283845"/>
                  </a:cubicBezTo>
                  <a:cubicBezTo>
                    <a:pt x="94583" y="282321"/>
                    <a:pt x="93059" y="282321"/>
                    <a:pt x="91535" y="282321"/>
                  </a:cubicBezTo>
                  <a:cubicBezTo>
                    <a:pt x="90011" y="282321"/>
                    <a:pt x="88487" y="280797"/>
                    <a:pt x="88487" y="279273"/>
                  </a:cubicBezTo>
                  <a:cubicBezTo>
                    <a:pt x="86963" y="279273"/>
                    <a:pt x="86963" y="277749"/>
                    <a:pt x="86963" y="276225"/>
                  </a:cubicBezTo>
                  <a:lnTo>
                    <a:pt x="86963" y="32004"/>
                  </a:lnTo>
                  <a:lnTo>
                    <a:pt x="7620" y="32004"/>
                  </a:lnTo>
                  <a:cubicBezTo>
                    <a:pt x="6096" y="32004"/>
                    <a:pt x="6096" y="30480"/>
                    <a:pt x="4572" y="30480"/>
                  </a:cubicBezTo>
                  <a:cubicBezTo>
                    <a:pt x="3048" y="30480"/>
                    <a:pt x="3048" y="28956"/>
                    <a:pt x="1524" y="27432"/>
                  </a:cubicBezTo>
                  <a:cubicBezTo>
                    <a:pt x="1524" y="25908"/>
                    <a:pt x="1524" y="24384"/>
                    <a:pt x="1524" y="22860"/>
                  </a:cubicBezTo>
                  <a:cubicBezTo>
                    <a:pt x="0" y="21336"/>
                    <a:pt x="0" y="18288"/>
                    <a:pt x="0" y="15240"/>
                  </a:cubicBezTo>
                  <a:cubicBezTo>
                    <a:pt x="0" y="12192"/>
                    <a:pt x="0" y="10668"/>
                    <a:pt x="1524" y="7620"/>
                  </a:cubicBezTo>
                  <a:cubicBezTo>
                    <a:pt x="1524" y="6096"/>
                    <a:pt x="1524" y="4572"/>
                    <a:pt x="1524" y="3048"/>
                  </a:cubicBezTo>
                  <a:cubicBezTo>
                    <a:pt x="3048" y="1524"/>
                    <a:pt x="3048" y="1524"/>
                    <a:pt x="4572" y="0"/>
                  </a:cubicBezTo>
                  <a:cubicBezTo>
                    <a:pt x="6096" y="0"/>
                    <a:pt x="6096" y="0"/>
                    <a:pt x="7620" y="0"/>
                  </a:cubicBezTo>
                  <a:lnTo>
                    <a:pt x="204407" y="0"/>
                  </a:lnTo>
                  <a:cubicBezTo>
                    <a:pt x="205930" y="0"/>
                    <a:pt x="207454" y="0"/>
                    <a:pt x="207454" y="0"/>
                  </a:cubicBezTo>
                  <a:cubicBezTo>
                    <a:pt x="208979" y="1524"/>
                    <a:pt x="208979" y="1524"/>
                    <a:pt x="210502" y="3048"/>
                  </a:cubicBezTo>
                  <a:cubicBezTo>
                    <a:pt x="210502" y="4572"/>
                    <a:pt x="210502" y="6096"/>
                    <a:pt x="212027" y="7620"/>
                  </a:cubicBezTo>
                  <a:cubicBezTo>
                    <a:pt x="212027" y="10668"/>
                    <a:pt x="212027" y="12192"/>
                    <a:pt x="212027" y="1524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6" name="Path56"/>
            <p:cNvSpPr/>
            <p:nvPr/>
          </p:nvSpPr>
          <p:spPr>
            <a:xfrm>
              <a:off x="1641634" y="2041969"/>
              <a:ext cx="169354" cy="306706"/>
            </a:xfrm>
            <a:custGeom>
              <a:avLst/>
              <a:gdLst/>
              <a:ahLst/>
              <a:cxnLst/>
              <a:rect l="l" t="t" r="r" b="b"/>
              <a:pathLst>
                <a:path w="169354" h="306706">
                  <a:moveTo>
                    <a:pt x="169355" y="300609"/>
                  </a:moveTo>
                  <a:cubicBezTo>
                    <a:pt x="169355" y="300609"/>
                    <a:pt x="169355" y="302133"/>
                    <a:pt x="169355" y="303657"/>
                  </a:cubicBezTo>
                  <a:cubicBezTo>
                    <a:pt x="167831" y="303657"/>
                    <a:pt x="167831" y="303657"/>
                    <a:pt x="166307" y="305181"/>
                  </a:cubicBezTo>
                  <a:cubicBezTo>
                    <a:pt x="164783" y="305181"/>
                    <a:pt x="163259" y="306705"/>
                    <a:pt x="160211" y="306705"/>
                  </a:cubicBezTo>
                  <a:cubicBezTo>
                    <a:pt x="158687" y="306705"/>
                    <a:pt x="155639" y="306705"/>
                    <a:pt x="151067" y="306705"/>
                  </a:cubicBezTo>
                  <a:cubicBezTo>
                    <a:pt x="148019" y="306705"/>
                    <a:pt x="144875" y="306705"/>
                    <a:pt x="141827" y="306705"/>
                  </a:cubicBezTo>
                  <a:cubicBezTo>
                    <a:pt x="140303" y="306705"/>
                    <a:pt x="138779" y="305181"/>
                    <a:pt x="137255" y="305181"/>
                  </a:cubicBezTo>
                  <a:cubicBezTo>
                    <a:pt x="135731" y="305181"/>
                    <a:pt x="134207" y="303657"/>
                    <a:pt x="134207" y="303657"/>
                  </a:cubicBezTo>
                  <a:cubicBezTo>
                    <a:pt x="134207" y="302133"/>
                    <a:pt x="132683" y="300609"/>
                    <a:pt x="132683" y="300609"/>
                  </a:cubicBezTo>
                  <a:lnTo>
                    <a:pt x="132683" y="184595"/>
                  </a:lnTo>
                  <a:cubicBezTo>
                    <a:pt x="132683" y="173927"/>
                    <a:pt x="132683" y="164783"/>
                    <a:pt x="131159" y="157163"/>
                  </a:cubicBezTo>
                  <a:cubicBezTo>
                    <a:pt x="129635" y="151067"/>
                    <a:pt x="126587" y="144971"/>
                    <a:pt x="123539" y="140399"/>
                  </a:cubicBezTo>
                  <a:cubicBezTo>
                    <a:pt x="120491" y="134303"/>
                    <a:pt x="115919" y="131255"/>
                    <a:pt x="109823" y="128207"/>
                  </a:cubicBezTo>
                  <a:cubicBezTo>
                    <a:pt x="105251" y="125063"/>
                    <a:pt x="99155" y="125063"/>
                    <a:pt x="91535" y="125063"/>
                  </a:cubicBezTo>
                  <a:cubicBezTo>
                    <a:pt x="82391" y="125063"/>
                    <a:pt x="73247" y="128207"/>
                    <a:pt x="64103" y="134303"/>
                  </a:cubicBezTo>
                  <a:cubicBezTo>
                    <a:pt x="54864" y="140399"/>
                    <a:pt x="45720" y="149543"/>
                    <a:pt x="36576" y="161735"/>
                  </a:cubicBezTo>
                  <a:lnTo>
                    <a:pt x="36576" y="300609"/>
                  </a:lnTo>
                  <a:cubicBezTo>
                    <a:pt x="36576" y="300609"/>
                    <a:pt x="36576" y="302133"/>
                    <a:pt x="35052" y="303657"/>
                  </a:cubicBezTo>
                  <a:cubicBezTo>
                    <a:pt x="35052" y="303657"/>
                    <a:pt x="33528" y="303657"/>
                    <a:pt x="32004" y="305181"/>
                  </a:cubicBezTo>
                  <a:cubicBezTo>
                    <a:pt x="30480" y="305181"/>
                    <a:pt x="28956" y="306705"/>
                    <a:pt x="27432" y="306705"/>
                  </a:cubicBezTo>
                  <a:cubicBezTo>
                    <a:pt x="24384" y="306705"/>
                    <a:pt x="21336" y="306705"/>
                    <a:pt x="18288" y="306705"/>
                  </a:cubicBezTo>
                  <a:cubicBezTo>
                    <a:pt x="13716" y="306705"/>
                    <a:pt x="12192" y="306705"/>
                    <a:pt x="9144" y="306705"/>
                  </a:cubicBezTo>
                  <a:cubicBezTo>
                    <a:pt x="7620" y="306705"/>
                    <a:pt x="4572" y="305181"/>
                    <a:pt x="3048" y="305181"/>
                  </a:cubicBezTo>
                  <a:cubicBezTo>
                    <a:pt x="1524" y="305181"/>
                    <a:pt x="1524" y="303657"/>
                    <a:pt x="0" y="303657"/>
                  </a:cubicBezTo>
                  <a:cubicBezTo>
                    <a:pt x="0" y="302133"/>
                    <a:pt x="0" y="300609"/>
                    <a:pt x="0" y="300609"/>
                  </a:cubicBezTo>
                  <a:lnTo>
                    <a:pt x="0" y="7620"/>
                  </a:lnTo>
                  <a:cubicBezTo>
                    <a:pt x="0" y="6096"/>
                    <a:pt x="0" y="6096"/>
                    <a:pt x="0" y="4572"/>
                  </a:cubicBezTo>
                  <a:cubicBezTo>
                    <a:pt x="1524" y="3048"/>
                    <a:pt x="1524" y="3048"/>
                    <a:pt x="3048" y="3048"/>
                  </a:cubicBezTo>
                  <a:cubicBezTo>
                    <a:pt x="4572" y="1524"/>
                    <a:pt x="6096" y="1524"/>
                    <a:pt x="9144" y="1524"/>
                  </a:cubicBezTo>
                  <a:cubicBezTo>
                    <a:pt x="12192" y="1524"/>
                    <a:pt x="13716" y="0"/>
                    <a:pt x="18288" y="0"/>
                  </a:cubicBezTo>
                  <a:cubicBezTo>
                    <a:pt x="21336" y="0"/>
                    <a:pt x="24384" y="0"/>
                    <a:pt x="27432" y="1524"/>
                  </a:cubicBezTo>
                  <a:cubicBezTo>
                    <a:pt x="28956" y="1524"/>
                    <a:pt x="30480" y="1524"/>
                    <a:pt x="32004" y="3048"/>
                  </a:cubicBezTo>
                  <a:cubicBezTo>
                    <a:pt x="33528" y="3048"/>
                    <a:pt x="35052" y="3048"/>
                    <a:pt x="35052" y="4572"/>
                  </a:cubicBezTo>
                  <a:cubicBezTo>
                    <a:pt x="35052" y="6096"/>
                    <a:pt x="36576" y="6096"/>
                    <a:pt x="36576" y="7620"/>
                  </a:cubicBezTo>
                  <a:lnTo>
                    <a:pt x="36576" y="125063"/>
                  </a:lnTo>
                  <a:cubicBezTo>
                    <a:pt x="45720" y="114395"/>
                    <a:pt x="56388" y="106775"/>
                    <a:pt x="67151" y="100680"/>
                  </a:cubicBezTo>
                  <a:cubicBezTo>
                    <a:pt x="77819" y="96108"/>
                    <a:pt x="88487" y="93059"/>
                    <a:pt x="99155" y="93059"/>
                  </a:cubicBezTo>
                  <a:cubicBezTo>
                    <a:pt x="112871" y="93059"/>
                    <a:pt x="123539" y="96108"/>
                    <a:pt x="132683" y="99155"/>
                  </a:cubicBezTo>
                  <a:cubicBezTo>
                    <a:pt x="141827" y="103727"/>
                    <a:pt x="148019" y="109823"/>
                    <a:pt x="154115" y="117443"/>
                  </a:cubicBezTo>
                  <a:cubicBezTo>
                    <a:pt x="160211" y="125063"/>
                    <a:pt x="163259" y="134303"/>
                    <a:pt x="166307" y="143447"/>
                  </a:cubicBezTo>
                  <a:cubicBezTo>
                    <a:pt x="167831" y="154115"/>
                    <a:pt x="169355" y="166307"/>
                    <a:pt x="169355" y="180023"/>
                  </a:cubicBezTo>
                  <a:lnTo>
                    <a:pt x="169355" y="3006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7" name="Path57"/>
            <p:cNvSpPr/>
            <p:nvPr/>
          </p:nvSpPr>
          <p:spPr>
            <a:xfrm>
              <a:off x="1864328" y="2135029"/>
              <a:ext cx="180023" cy="216694"/>
            </a:xfrm>
            <a:custGeom>
              <a:avLst/>
              <a:gdLst/>
              <a:ahLst/>
              <a:cxnLst/>
              <a:rect l="l" t="t" r="r" b="b"/>
              <a:pathLst>
                <a:path w="180023" h="216694">
                  <a:moveTo>
                    <a:pt x="180023" y="99155"/>
                  </a:moveTo>
                  <a:cubicBezTo>
                    <a:pt x="180023" y="105346"/>
                    <a:pt x="178499" y="109918"/>
                    <a:pt x="176974" y="111442"/>
                  </a:cubicBezTo>
                  <a:cubicBezTo>
                    <a:pt x="173927" y="114490"/>
                    <a:pt x="170879" y="116014"/>
                    <a:pt x="166307" y="116014"/>
                  </a:cubicBezTo>
                  <a:lnTo>
                    <a:pt x="38195" y="116014"/>
                  </a:lnTo>
                  <a:cubicBezTo>
                    <a:pt x="38195" y="126682"/>
                    <a:pt x="38195" y="135826"/>
                    <a:pt x="41243" y="144970"/>
                  </a:cubicBezTo>
                  <a:cubicBezTo>
                    <a:pt x="42767" y="154114"/>
                    <a:pt x="45815" y="161735"/>
                    <a:pt x="51911" y="167830"/>
                  </a:cubicBezTo>
                  <a:cubicBezTo>
                    <a:pt x="56483" y="174022"/>
                    <a:pt x="64103" y="178594"/>
                    <a:pt x="71723" y="181642"/>
                  </a:cubicBezTo>
                  <a:cubicBezTo>
                    <a:pt x="79343" y="186214"/>
                    <a:pt x="90011" y="187738"/>
                    <a:pt x="102299" y="187738"/>
                  </a:cubicBezTo>
                  <a:cubicBezTo>
                    <a:pt x="111443" y="187738"/>
                    <a:pt x="119063" y="186214"/>
                    <a:pt x="126683" y="184690"/>
                  </a:cubicBezTo>
                  <a:cubicBezTo>
                    <a:pt x="134302" y="183166"/>
                    <a:pt x="140399" y="181642"/>
                    <a:pt x="144971" y="180118"/>
                  </a:cubicBezTo>
                  <a:cubicBezTo>
                    <a:pt x="151067" y="178594"/>
                    <a:pt x="155639" y="175546"/>
                    <a:pt x="158687" y="174022"/>
                  </a:cubicBezTo>
                  <a:cubicBezTo>
                    <a:pt x="161735" y="172498"/>
                    <a:pt x="164783" y="172498"/>
                    <a:pt x="166307" y="172498"/>
                  </a:cubicBezTo>
                  <a:cubicBezTo>
                    <a:pt x="167830" y="172498"/>
                    <a:pt x="167830" y="172498"/>
                    <a:pt x="169355" y="172498"/>
                  </a:cubicBezTo>
                  <a:cubicBezTo>
                    <a:pt x="169355" y="174022"/>
                    <a:pt x="170879" y="174022"/>
                    <a:pt x="170879" y="175546"/>
                  </a:cubicBezTo>
                  <a:cubicBezTo>
                    <a:pt x="170879" y="177070"/>
                    <a:pt x="172402" y="178594"/>
                    <a:pt x="172402" y="180118"/>
                  </a:cubicBezTo>
                  <a:cubicBezTo>
                    <a:pt x="172402" y="181642"/>
                    <a:pt x="172402" y="183166"/>
                    <a:pt x="172402" y="186214"/>
                  </a:cubicBezTo>
                  <a:cubicBezTo>
                    <a:pt x="172402" y="187738"/>
                    <a:pt x="172402" y="189262"/>
                    <a:pt x="172402" y="190786"/>
                  </a:cubicBezTo>
                  <a:cubicBezTo>
                    <a:pt x="172402" y="192310"/>
                    <a:pt x="172402" y="193834"/>
                    <a:pt x="170879" y="195358"/>
                  </a:cubicBezTo>
                  <a:cubicBezTo>
                    <a:pt x="170879" y="195358"/>
                    <a:pt x="170879" y="196882"/>
                    <a:pt x="170879" y="198406"/>
                  </a:cubicBezTo>
                  <a:cubicBezTo>
                    <a:pt x="169355" y="198406"/>
                    <a:pt x="169355" y="199930"/>
                    <a:pt x="167830" y="199930"/>
                  </a:cubicBezTo>
                  <a:cubicBezTo>
                    <a:pt x="167830" y="201454"/>
                    <a:pt x="164783" y="202978"/>
                    <a:pt x="161735" y="204502"/>
                  </a:cubicBezTo>
                  <a:cubicBezTo>
                    <a:pt x="157163" y="206026"/>
                    <a:pt x="152591" y="207550"/>
                    <a:pt x="146495" y="209074"/>
                  </a:cubicBezTo>
                  <a:cubicBezTo>
                    <a:pt x="140399" y="212122"/>
                    <a:pt x="132779" y="213646"/>
                    <a:pt x="123635" y="215170"/>
                  </a:cubicBezTo>
                  <a:cubicBezTo>
                    <a:pt x="116015" y="215170"/>
                    <a:pt x="106871" y="216694"/>
                    <a:pt x="97631" y="216694"/>
                  </a:cubicBezTo>
                  <a:cubicBezTo>
                    <a:pt x="82391" y="216694"/>
                    <a:pt x="67151" y="213646"/>
                    <a:pt x="54959" y="209074"/>
                  </a:cubicBezTo>
                  <a:cubicBezTo>
                    <a:pt x="42767" y="206026"/>
                    <a:pt x="33623" y="198406"/>
                    <a:pt x="24479" y="189262"/>
                  </a:cubicBezTo>
                  <a:cubicBezTo>
                    <a:pt x="16859" y="180118"/>
                    <a:pt x="10668" y="169354"/>
                    <a:pt x="6096" y="155638"/>
                  </a:cubicBezTo>
                  <a:cubicBezTo>
                    <a:pt x="1524" y="143446"/>
                    <a:pt x="0" y="126682"/>
                    <a:pt x="0" y="109918"/>
                  </a:cubicBezTo>
                  <a:cubicBezTo>
                    <a:pt x="0" y="93059"/>
                    <a:pt x="1524" y="77819"/>
                    <a:pt x="6096" y="64103"/>
                  </a:cubicBezTo>
                  <a:cubicBezTo>
                    <a:pt x="10668" y="50387"/>
                    <a:pt x="16859" y="38195"/>
                    <a:pt x="24479" y="28956"/>
                  </a:cubicBezTo>
                  <a:cubicBezTo>
                    <a:pt x="33623" y="19812"/>
                    <a:pt x="42767" y="12192"/>
                    <a:pt x="54959" y="7620"/>
                  </a:cubicBezTo>
                  <a:cubicBezTo>
                    <a:pt x="65627" y="3048"/>
                    <a:pt x="79343" y="0"/>
                    <a:pt x="94583" y="0"/>
                  </a:cubicBezTo>
                  <a:cubicBezTo>
                    <a:pt x="109918" y="0"/>
                    <a:pt x="122111" y="3048"/>
                    <a:pt x="132779" y="7620"/>
                  </a:cubicBezTo>
                  <a:cubicBezTo>
                    <a:pt x="144971" y="12192"/>
                    <a:pt x="152591" y="19812"/>
                    <a:pt x="160211" y="27432"/>
                  </a:cubicBezTo>
                  <a:cubicBezTo>
                    <a:pt x="167830" y="36671"/>
                    <a:pt x="172402" y="45815"/>
                    <a:pt x="175451" y="56483"/>
                  </a:cubicBezTo>
                  <a:cubicBezTo>
                    <a:pt x="178499" y="68675"/>
                    <a:pt x="180023" y="80867"/>
                    <a:pt x="180023" y="93059"/>
                  </a:cubicBezTo>
                  <a:lnTo>
                    <a:pt x="180023" y="99155"/>
                  </a:lnTo>
                  <a:close/>
                  <a:moveTo>
                    <a:pt x="144971" y="88487"/>
                  </a:moveTo>
                  <a:cubicBezTo>
                    <a:pt x="144971" y="70199"/>
                    <a:pt x="140399" y="54959"/>
                    <a:pt x="131255" y="44291"/>
                  </a:cubicBezTo>
                  <a:cubicBezTo>
                    <a:pt x="123635" y="33528"/>
                    <a:pt x="109918" y="28956"/>
                    <a:pt x="93059" y="28956"/>
                  </a:cubicBezTo>
                  <a:cubicBezTo>
                    <a:pt x="83915" y="28956"/>
                    <a:pt x="76295" y="30480"/>
                    <a:pt x="68675" y="33528"/>
                  </a:cubicBezTo>
                  <a:cubicBezTo>
                    <a:pt x="62579" y="36671"/>
                    <a:pt x="56483" y="41243"/>
                    <a:pt x="51911" y="47339"/>
                  </a:cubicBezTo>
                  <a:cubicBezTo>
                    <a:pt x="47339" y="51911"/>
                    <a:pt x="44291" y="58007"/>
                    <a:pt x="41243" y="65627"/>
                  </a:cubicBezTo>
                  <a:cubicBezTo>
                    <a:pt x="39719" y="73247"/>
                    <a:pt x="38195" y="80867"/>
                    <a:pt x="38195" y="88487"/>
                  </a:cubicBezTo>
                  <a:lnTo>
                    <a:pt x="144971" y="884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58" name="Group58"/>
          <p:cNvGrpSpPr/>
          <p:nvPr/>
        </p:nvGrpSpPr>
        <p:grpSpPr>
          <a:xfrm>
            <a:off x="2201514" y="2086166"/>
            <a:ext cx="866584" cy="265557"/>
            <a:chOff x="2201514" y="2086166"/>
            <a:chExt cx="866584" cy="265557"/>
          </a:xfrm>
        </p:grpSpPr>
        <p:sp>
          <p:nvSpPr>
            <p:cNvPr id="59" name="Path59"/>
            <p:cNvSpPr/>
            <p:nvPr/>
          </p:nvSpPr>
          <p:spPr>
            <a:xfrm>
              <a:off x="2201514" y="2135029"/>
              <a:ext cx="291465" cy="213646"/>
            </a:xfrm>
            <a:custGeom>
              <a:avLst/>
              <a:gdLst/>
              <a:ahLst/>
              <a:cxnLst/>
              <a:rect l="l" t="t" r="r" b="b"/>
              <a:pathLst>
                <a:path w="291465" h="213646">
                  <a:moveTo>
                    <a:pt x="291465" y="207550"/>
                  </a:moveTo>
                  <a:cubicBezTo>
                    <a:pt x="291465" y="207550"/>
                    <a:pt x="291465" y="209074"/>
                    <a:pt x="291465" y="210598"/>
                  </a:cubicBezTo>
                  <a:cubicBezTo>
                    <a:pt x="289941" y="210598"/>
                    <a:pt x="289941" y="210598"/>
                    <a:pt x="288417" y="212122"/>
                  </a:cubicBezTo>
                  <a:cubicBezTo>
                    <a:pt x="286893" y="212122"/>
                    <a:pt x="285369" y="213646"/>
                    <a:pt x="282226" y="213646"/>
                  </a:cubicBezTo>
                  <a:cubicBezTo>
                    <a:pt x="280702" y="213646"/>
                    <a:pt x="277654" y="213646"/>
                    <a:pt x="274606" y="213646"/>
                  </a:cubicBezTo>
                  <a:cubicBezTo>
                    <a:pt x="270034" y="213646"/>
                    <a:pt x="266986" y="213646"/>
                    <a:pt x="265462" y="213646"/>
                  </a:cubicBezTo>
                  <a:cubicBezTo>
                    <a:pt x="262414" y="213646"/>
                    <a:pt x="260890" y="212122"/>
                    <a:pt x="259366" y="212122"/>
                  </a:cubicBezTo>
                  <a:cubicBezTo>
                    <a:pt x="257842" y="212122"/>
                    <a:pt x="256318" y="210598"/>
                    <a:pt x="256318" y="210598"/>
                  </a:cubicBezTo>
                  <a:cubicBezTo>
                    <a:pt x="256318" y="209074"/>
                    <a:pt x="254794" y="207550"/>
                    <a:pt x="254794" y="207550"/>
                  </a:cubicBezTo>
                  <a:lnTo>
                    <a:pt x="254794" y="86963"/>
                  </a:lnTo>
                  <a:cubicBezTo>
                    <a:pt x="254794" y="79343"/>
                    <a:pt x="254794" y="71723"/>
                    <a:pt x="253270" y="64103"/>
                  </a:cubicBezTo>
                  <a:cubicBezTo>
                    <a:pt x="251746" y="58007"/>
                    <a:pt x="250222" y="51911"/>
                    <a:pt x="245650" y="47339"/>
                  </a:cubicBezTo>
                  <a:cubicBezTo>
                    <a:pt x="242602" y="41243"/>
                    <a:pt x="239554" y="38195"/>
                    <a:pt x="233458" y="35147"/>
                  </a:cubicBezTo>
                  <a:cubicBezTo>
                    <a:pt x="228886" y="32004"/>
                    <a:pt x="222790" y="32004"/>
                    <a:pt x="216694" y="32004"/>
                  </a:cubicBezTo>
                  <a:cubicBezTo>
                    <a:pt x="207550" y="32004"/>
                    <a:pt x="199930" y="35147"/>
                    <a:pt x="192214" y="41243"/>
                  </a:cubicBezTo>
                  <a:cubicBezTo>
                    <a:pt x="183070" y="47339"/>
                    <a:pt x="173926" y="56483"/>
                    <a:pt x="163258" y="68675"/>
                  </a:cubicBezTo>
                  <a:lnTo>
                    <a:pt x="163258" y="207550"/>
                  </a:lnTo>
                  <a:cubicBezTo>
                    <a:pt x="163258" y="207550"/>
                    <a:pt x="163258" y="209074"/>
                    <a:pt x="163258" y="210598"/>
                  </a:cubicBezTo>
                  <a:cubicBezTo>
                    <a:pt x="161735" y="210598"/>
                    <a:pt x="161735" y="210598"/>
                    <a:pt x="160210" y="212122"/>
                  </a:cubicBezTo>
                  <a:cubicBezTo>
                    <a:pt x="158686" y="212122"/>
                    <a:pt x="157163" y="213646"/>
                    <a:pt x="154114" y="213646"/>
                  </a:cubicBezTo>
                  <a:cubicBezTo>
                    <a:pt x="152591" y="213646"/>
                    <a:pt x="149542" y="213646"/>
                    <a:pt x="144970" y="213646"/>
                  </a:cubicBezTo>
                  <a:cubicBezTo>
                    <a:pt x="141923" y="213646"/>
                    <a:pt x="138874" y="213646"/>
                    <a:pt x="137351" y="213646"/>
                  </a:cubicBezTo>
                  <a:cubicBezTo>
                    <a:pt x="134302" y="213646"/>
                    <a:pt x="132779" y="212122"/>
                    <a:pt x="131254" y="212122"/>
                  </a:cubicBezTo>
                  <a:cubicBezTo>
                    <a:pt x="129730" y="212122"/>
                    <a:pt x="129730" y="210598"/>
                    <a:pt x="128207" y="210598"/>
                  </a:cubicBezTo>
                  <a:cubicBezTo>
                    <a:pt x="128207" y="209074"/>
                    <a:pt x="128207" y="207550"/>
                    <a:pt x="128207" y="207550"/>
                  </a:cubicBezTo>
                  <a:lnTo>
                    <a:pt x="128207" y="86963"/>
                  </a:lnTo>
                  <a:cubicBezTo>
                    <a:pt x="128207" y="79343"/>
                    <a:pt x="126682" y="71723"/>
                    <a:pt x="125158" y="64103"/>
                  </a:cubicBezTo>
                  <a:cubicBezTo>
                    <a:pt x="123635" y="58007"/>
                    <a:pt x="122110" y="51911"/>
                    <a:pt x="117538" y="47339"/>
                  </a:cubicBezTo>
                  <a:cubicBezTo>
                    <a:pt x="114490" y="41243"/>
                    <a:pt x="111442" y="38195"/>
                    <a:pt x="105251" y="35147"/>
                  </a:cubicBezTo>
                  <a:cubicBezTo>
                    <a:pt x="100679" y="32004"/>
                    <a:pt x="94583" y="32004"/>
                    <a:pt x="88487" y="32004"/>
                  </a:cubicBezTo>
                  <a:cubicBezTo>
                    <a:pt x="80867" y="32004"/>
                    <a:pt x="71723" y="35147"/>
                    <a:pt x="64103" y="41243"/>
                  </a:cubicBezTo>
                  <a:cubicBezTo>
                    <a:pt x="54959" y="47339"/>
                    <a:pt x="45815" y="56483"/>
                    <a:pt x="35147" y="68675"/>
                  </a:cubicBezTo>
                  <a:lnTo>
                    <a:pt x="35147" y="207550"/>
                  </a:lnTo>
                  <a:cubicBezTo>
                    <a:pt x="35147" y="207550"/>
                    <a:pt x="35147" y="209074"/>
                    <a:pt x="35147" y="210598"/>
                  </a:cubicBezTo>
                  <a:cubicBezTo>
                    <a:pt x="35147" y="210598"/>
                    <a:pt x="33623" y="210598"/>
                    <a:pt x="32099" y="212122"/>
                  </a:cubicBezTo>
                  <a:cubicBezTo>
                    <a:pt x="30575" y="212122"/>
                    <a:pt x="29051" y="213646"/>
                    <a:pt x="26003" y="213646"/>
                  </a:cubicBezTo>
                  <a:cubicBezTo>
                    <a:pt x="24479" y="213646"/>
                    <a:pt x="21336" y="213646"/>
                    <a:pt x="18288" y="213646"/>
                  </a:cubicBezTo>
                  <a:cubicBezTo>
                    <a:pt x="13716" y="213646"/>
                    <a:pt x="10668" y="213646"/>
                    <a:pt x="9144" y="213646"/>
                  </a:cubicBezTo>
                  <a:cubicBezTo>
                    <a:pt x="6096" y="213646"/>
                    <a:pt x="4572" y="212122"/>
                    <a:pt x="3048" y="212122"/>
                  </a:cubicBezTo>
                  <a:cubicBezTo>
                    <a:pt x="1524" y="212122"/>
                    <a:pt x="1524" y="210598"/>
                    <a:pt x="0" y="210598"/>
                  </a:cubicBezTo>
                  <a:cubicBezTo>
                    <a:pt x="0" y="209074"/>
                    <a:pt x="0" y="207550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0" y="7620"/>
                  </a:cubicBezTo>
                  <a:cubicBezTo>
                    <a:pt x="1524" y="6096"/>
                    <a:pt x="1524" y="6096"/>
                    <a:pt x="3048" y="4572"/>
                  </a:cubicBezTo>
                  <a:cubicBezTo>
                    <a:pt x="4572" y="4572"/>
                    <a:pt x="6096" y="3048"/>
                    <a:pt x="7620" y="3048"/>
                  </a:cubicBezTo>
                  <a:cubicBezTo>
                    <a:pt x="10668" y="3048"/>
                    <a:pt x="12192" y="3048"/>
                    <a:pt x="16764" y="3048"/>
                  </a:cubicBezTo>
                  <a:cubicBezTo>
                    <a:pt x="19812" y="3048"/>
                    <a:pt x="21336" y="3048"/>
                    <a:pt x="24479" y="3048"/>
                  </a:cubicBezTo>
                  <a:cubicBezTo>
                    <a:pt x="26003" y="3048"/>
                    <a:pt x="27527" y="4572"/>
                    <a:pt x="29051" y="4572"/>
                  </a:cubicBezTo>
                  <a:cubicBezTo>
                    <a:pt x="30575" y="6096"/>
                    <a:pt x="30575" y="6096"/>
                    <a:pt x="32099" y="7620"/>
                  </a:cubicBezTo>
                  <a:cubicBezTo>
                    <a:pt x="32099" y="7620"/>
                    <a:pt x="32099" y="9144"/>
                    <a:pt x="32099" y="10668"/>
                  </a:cubicBezTo>
                  <a:lnTo>
                    <a:pt x="32099" y="36671"/>
                  </a:lnTo>
                  <a:cubicBezTo>
                    <a:pt x="42767" y="22860"/>
                    <a:pt x="53435" y="15240"/>
                    <a:pt x="64103" y="9144"/>
                  </a:cubicBezTo>
                  <a:cubicBezTo>
                    <a:pt x="74771" y="3048"/>
                    <a:pt x="85439" y="0"/>
                    <a:pt x="96107" y="0"/>
                  </a:cubicBezTo>
                  <a:cubicBezTo>
                    <a:pt x="103727" y="0"/>
                    <a:pt x="111442" y="1524"/>
                    <a:pt x="117538" y="3048"/>
                  </a:cubicBezTo>
                  <a:cubicBezTo>
                    <a:pt x="125158" y="4572"/>
                    <a:pt x="129730" y="7620"/>
                    <a:pt x="135826" y="10668"/>
                  </a:cubicBezTo>
                  <a:cubicBezTo>
                    <a:pt x="140398" y="13716"/>
                    <a:pt x="144970" y="18288"/>
                    <a:pt x="148018" y="22860"/>
                  </a:cubicBezTo>
                  <a:cubicBezTo>
                    <a:pt x="151067" y="27432"/>
                    <a:pt x="154114" y="33528"/>
                    <a:pt x="157163" y="39719"/>
                  </a:cubicBezTo>
                  <a:cubicBezTo>
                    <a:pt x="163258" y="32004"/>
                    <a:pt x="169354" y="25908"/>
                    <a:pt x="175451" y="21336"/>
                  </a:cubicBezTo>
                  <a:cubicBezTo>
                    <a:pt x="181546" y="15240"/>
                    <a:pt x="187642" y="12192"/>
                    <a:pt x="192214" y="9144"/>
                  </a:cubicBezTo>
                  <a:cubicBezTo>
                    <a:pt x="198406" y="6096"/>
                    <a:pt x="202978" y="3048"/>
                    <a:pt x="209074" y="1524"/>
                  </a:cubicBezTo>
                  <a:cubicBezTo>
                    <a:pt x="213646" y="1524"/>
                    <a:pt x="219742" y="0"/>
                    <a:pt x="224314" y="0"/>
                  </a:cubicBezTo>
                  <a:cubicBezTo>
                    <a:pt x="236506" y="0"/>
                    <a:pt x="247174" y="3048"/>
                    <a:pt x="256318" y="6096"/>
                  </a:cubicBezTo>
                  <a:cubicBezTo>
                    <a:pt x="263938" y="10668"/>
                    <a:pt x="271558" y="16764"/>
                    <a:pt x="277654" y="24384"/>
                  </a:cubicBezTo>
                  <a:cubicBezTo>
                    <a:pt x="282226" y="32004"/>
                    <a:pt x="286893" y="41243"/>
                    <a:pt x="288417" y="50387"/>
                  </a:cubicBezTo>
                  <a:cubicBezTo>
                    <a:pt x="289941" y="61055"/>
                    <a:pt x="291465" y="71723"/>
                    <a:pt x="291465" y="82391"/>
                  </a:cubicBezTo>
                  <a:lnTo>
                    <a:pt x="291465" y="2075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60" name="Path60"/>
            <p:cNvSpPr/>
            <p:nvPr/>
          </p:nvSpPr>
          <p:spPr>
            <a:xfrm>
              <a:off x="2544794" y="2135029"/>
              <a:ext cx="198310" cy="216693"/>
            </a:xfrm>
            <a:custGeom>
              <a:avLst/>
              <a:gdLst/>
              <a:ahLst/>
              <a:cxnLst/>
              <a:rect l="l" t="t" r="r" b="b"/>
              <a:pathLst>
                <a:path w="198310" h="216693">
                  <a:moveTo>
                    <a:pt x="198311" y="106871"/>
                  </a:moveTo>
                  <a:cubicBezTo>
                    <a:pt x="198311" y="122111"/>
                    <a:pt x="195263" y="137351"/>
                    <a:pt x="190691" y="151067"/>
                  </a:cubicBezTo>
                  <a:cubicBezTo>
                    <a:pt x="187643" y="163259"/>
                    <a:pt x="180023" y="175546"/>
                    <a:pt x="172403" y="186214"/>
                  </a:cubicBezTo>
                  <a:cubicBezTo>
                    <a:pt x="164783" y="195358"/>
                    <a:pt x="154115" y="202978"/>
                    <a:pt x="140399" y="209074"/>
                  </a:cubicBezTo>
                  <a:cubicBezTo>
                    <a:pt x="128207" y="213646"/>
                    <a:pt x="112871" y="216694"/>
                    <a:pt x="97631" y="216694"/>
                  </a:cubicBezTo>
                  <a:cubicBezTo>
                    <a:pt x="80867" y="216694"/>
                    <a:pt x="67151" y="213646"/>
                    <a:pt x="54959" y="209074"/>
                  </a:cubicBezTo>
                  <a:cubicBezTo>
                    <a:pt x="42767" y="204502"/>
                    <a:pt x="32099" y="196882"/>
                    <a:pt x="24384" y="187738"/>
                  </a:cubicBezTo>
                  <a:cubicBezTo>
                    <a:pt x="16764" y="178594"/>
                    <a:pt x="10668" y="167831"/>
                    <a:pt x="6096" y="154115"/>
                  </a:cubicBezTo>
                  <a:cubicBezTo>
                    <a:pt x="3048" y="141923"/>
                    <a:pt x="0" y="126683"/>
                    <a:pt x="0" y="109919"/>
                  </a:cubicBezTo>
                  <a:cubicBezTo>
                    <a:pt x="0" y="94583"/>
                    <a:pt x="3048" y="79343"/>
                    <a:pt x="7620" y="65627"/>
                  </a:cubicBezTo>
                  <a:cubicBezTo>
                    <a:pt x="10668" y="51911"/>
                    <a:pt x="16764" y="41243"/>
                    <a:pt x="25908" y="30480"/>
                  </a:cubicBezTo>
                  <a:cubicBezTo>
                    <a:pt x="33623" y="21336"/>
                    <a:pt x="44291" y="13716"/>
                    <a:pt x="56483" y="7620"/>
                  </a:cubicBezTo>
                  <a:cubicBezTo>
                    <a:pt x="70199" y="3048"/>
                    <a:pt x="83915" y="0"/>
                    <a:pt x="100679" y="0"/>
                  </a:cubicBezTo>
                  <a:cubicBezTo>
                    <a:pt x="117539" y="0"/>
                    <a:pt x="131255" y="3048"/>
                    <a:pt x="143446" y="7620"/>
                  </a:cubicBezTo>
                  <a:cubicBezTo>
                    <a:pt x="155639" y="12192"/>
                    <a:pt x="164783" y="19812"/>
                    <a:pt x="173927" y="28956"/>
                  </a:cubicBezTo>
                  <a:cubicBezTo>
                    <a:pt x="181546" y="38195"/>
                    <a:pt x="187643" y="48863"/>
                    <a:pt x="192215" y="62579"/>
                  </a:cubicBezTo>
                  <a:cubicBezTo>
                    <a:pt x="195263" y="74771"/>
                    <a:pt x="198311" y="90011"/>
                    <a:pt x="198311" y="106871"/>
                  </a:cubicBezTo>
                  <a:close/>
                  <a:moveTo>
                    <a:pt x="160211" y="108395"/>
                  </a:moveTo>
                  <a:cubicBezTo>
                    <a:pt x="160211" y="97631"/>
                    <a:pt x="158687" y="88487"/>
                    <a:pt x="157163" y="77819"/>
                  </a:cubicBezTo>
                  <a:cubicBezTo>
                    <a:pt x="154115" y="68675"/>
                    <a:pt x="151067" y="61055"/>
                    <a:pt x="146495" y="53435"/>
                  </a:cubicBezTo>
                  <a:cubicBezTo>
                    <a:pt x="141923" y="45815"/>
                    <a:pt x="135827" y="41243"/>
                    <a:pt x="128207" y="36671"/>
                  </a:cubicBezTo>
                  <a:cubicBezTo>
                    <a:pt x="120587" y="32004"/>
                    <a:pt x="111347" y="30480"/>
                    <a:pt x="99155" y="30480"/>
                  </a:cubicBezTo>
                  <a:cubicBezTo>
                    <a:pt x="88487" y="30480"/>
                    <a:pt x="79343" y="32004"/>
                    <a:pt x="71723" y="36671"/>
                  </a:cubicBezTo>
                  <a:cubicBezTo>
                    <a:pt x="64103" y="39719"/>
                    <a:pt x="58007" y="45815"/>
                    <a:pt x="53435" y="51911"/>
                  </a:cubicBezTo>
                  <a:cubicBezTo>
                    <a:pt x="48863" y="59531"/>
                    <a:pt x="44291" y="67151"/>
                    <a:pt x="42767" y="76295"/>
                  </a:cubicBezTo>
                  <a:cubicBezTo>
                    <a:pt x="39719" y="85439"/>
                    <a:pt x="38195" y="96107"/>
                    <a:pt x="38195" y="108395"/>
                  </a:cubicBezTo>
                  <a:cubicBezTo>
                    <a:pt x="38195" y="119063"/>
                    <a:pt x="39719" y="128207"/>
                    <a:pt x="41243" y="138875"/>
                  </a:cubicBezTo>
                  <a:cubicBezTo>
                    <a:pt x="42767" y="148019"/>
                    <a:pt x="47339" y="155639"/>
                    <a:pt x="51911" y="163259"/>
                  </a:cubicBezTo>
                  <a:cubicBezTo>
                    <a:pt x="56483" y="169355"/>
                    <a:pt x="62579" y="175546"/>
                    <a:pt x="70199" y="180118"/>
                  </a:cubicBezTo>
                  <a:cubicBezTo>
                    <a:pt x="77819" y="184690"/>
                    <a:pt x="86963" y="186214"/>
                    <a:pt x="99155" y="186214"/>
                  </a:cubicBezTo>
                  <a:cubicBezTo>
                    <a:pt x="109823" y="186214"/>
                    <a:pt x="119063" y="184690"/>
                    <a:pt x="126683" y="180118"/>
                  </a:cubicBezTo>
                  <a:cubicBezTo>
                    <a:pt x="134303" y="177070"/>
                    <a:pt x="140399" y="170879"/>
                    <a:pt x="144971" y="164783"/>
                  </a:cubicBezTo>
                  <a:cubicBezTo>
                    <a:pt x="149543" y="157163"/>
                    <a:pt x="154115" y="149543"/>
                    <a:pt x="155639" y="140399"/>
                  </a:cubicBezTo>
                  <a:cubicBezTo>
                    <a:pt x="158687" y="131255"/>
                    <a:pt x="160211" y="120587"/>
                    <a:pt x="160211" y="10839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61" name="Path61"/>
            <p:cNvSpPr/>
            <p:nvPr/>
          </p:nvSpPr>
          <p:spPr>
            <a:xfrm>
              <a:off x="2779776" y="2135029"/>
              <a:ext cx="138779" cy="216693"/>
            </a:xfrm>
            <a:custGeom>
              <a:avLst/>
              <a:gdLst/>
              <a:ahLst/>
              <a:cxnLst/>
              <a:rect l="l" t="t" r="r" b="b"/>
              <a:pathLst>
                <a:path w="138779" h="216693">
                  <a:moveTo>
                    <a:pt x="138779" y="152591"/>
                  </a:moveTo>
                  <a:cubicBezTo>
                    <a:pt x="138779" y="163259"/>
                    <a:pt x="137255" y="172498"/>
                    <a:pt x="134207" y="180118"/>
                  </a:cubicBezTo>
                  <a:cubicBezTo>
                    <a:pt x="129635" y="187738"/>
                    <a:pt x="125063" y="195358"/>
                    <a:pt x="117443" y="199930"/>
                  </a:cubicBezTo>
                  <a:cubicBezTo>
                    <a:pt x="111347" y="206026"/>
                    <a:pt x="102203" y="209074"/>
                    <a:pt x="93059" y="212122"/>
                  </a:cubicBezTo>
                  <a:cubicBezTo>
                    <a:pt x="83915" y="215170"/>
                    <a:pt x="73247" y="216694"/>
                    <a:pt x="62579" y="216694"/>
                  </a:cubicBezTo>
                  <a:cubicBezTo>
                    <a:pt x="54864" y="216694"/>
                    <a:pt x="48768" y="216694"/>
                    <a:pt x="42672" y="215170"/>
                  </a:cubicBezTo>
                  <a:cubicBezTo>
                    <a:pt x="35052" y="213646"/>
                    <a:pt x="30480" y="212122"/>
                    <a:pt x="24384" y="210598"/>
                  </a:cubicBezTo>
                  <a:cubicBezTo>
                    <a:pt x="19812" y="209074"/>
                    <a:pt x="15240" y="207550"/>
                    <a:pt x="12192" y="206026"/>
                  </a:cubicBezTo>
                  <a:cubicBezTo>
                    <a:pt x="9144" y="204502"/>
                    <a:pt x="6096" y="201454"/>
                    <a:pt x="4572" y="199930"/>
                  </a:cubicBezTo>
                  <a:cubicBezTo>
                    <a:pt x="3048" y="199930"/>
                    <a:pt x="1524" y="196882"/>
                    <a:pt x="1524" y="193834"/>
                  </a:cubicBezTo>
                  <a:cubicBezTo>
                    <a:pt x="0" y="192310"/>
                    <a:pt x="0" y="187738"/>
                    <a:pt x="0" y="183166"/>
                  </a:cubicBezTo>
                  <a:cubicBezTo>
                    <a:pt x="0" y="181642"/>
                    <a:pt x="0" y="178594"/>
                    <a:pt x="0" y="177070"/>
                  </a:cubicBezTo>
                  <a:cubicBezTo>
                    <a:pt x="0" y="175546"/>
                    <a:pt x="1524" y="174022"/>
                    <a:pt x="1524" y="172498"/>
                  </a:cubicBezTo>
                  <a:cubicBezTo>
                    <a:pt x="1524" y="170879"/>
                    <a:pt x="3048" y="170879"/>
                    <a:pt x="3048" y="169355"/>
                  </a:cubicBezTo>
                  <a:cubicBezTo>
                    <a:pt x="4572" y="169355"/>
                    <a:pt x="4572" y="169355"/>
                    <a:pt x="6096" y="169355"/>
                  </a:cubicBezTo>
                  <a:cubicBezTo>
                    <a:pt x="7620" y="169355"/>
                    <a:pt x="10668" y="169355"/>
                    <a:pt x="13716" y="172498"/>
                  </a:cubicBezTo>
                  <a:cubicBezTo>
                    <a:pt x="16764" y="174022"/>
                    <a:pt x="19812" y="175546"/>
                    <a:pt x="24384" y="178594"/>
                  </a:cubicBezTo>
                  <a:cubicBezTo>
                    <a:pt x="28956" y="180118"/>
                    <a:pt x="35052" y="183166"/>
                    <a:pt x="41148" y="184690"/>
                  </a:cubicBezTo>
                  <a:cubicBezTo>
                    <a:pt x="47244" y="186214"/>
                    <a:pt x="54864" y="187738"/>
                    <a:pt x="62579" y="187738"/>
                  </a:cubicBezTo>
                  <a:cubicBezTo>
                    <a:pt x="68675" y="187738"/>
                    <a:pt x="74771" y="187738"/>
                    <a:pt x="79343" y="186214"/>
                  </a:cubicBezTo>
                  <a:cubicBezTo>
                    <a:pt x="83915" y="184690"/>
                    <a:pt x="88487" y="183166"/>
                    <a:pt x="91535" y="180118"/>
                  </a:cubicBezTo>
                  <a:cubicBezTo>
                    <a:pt x="96107" y="177070"/>
                    <a:pt x="99155" y="174022"/>
                    <a:pt x="100679" y="170879"/>
                  </a:cubicBezTo>
                  <a:cubicBezTo>
                    <a:pt x="102203" y="166307"/>
                    <a:pt x="103727" y="161735"/>
                    <a:pt x="103727" y="155639"/>
                  </a:cubicBezTo>
                  <a:cubicBezTo>
                    <a:pt x="103727" y="151067"/>
                    <a:pt x="102203" y="146495"/>
                    <a:pt x="99155" y="141923"/>
                  </a:cubicBezTo>
                  <a:cubicBezTo>
                    <a:pt x="96107" y="138875"/>
                    <a:pt x="93059" y="134303"/>
                    <a:pt x="88487" y="132779"/>
                  </a:cubicBezTo>
                  <a:cubicBezTo>
                    <a:pt x="83915" y="129731"/>
                    <a:pt x="77819" y="126683"/>
                    <a:pt x="71723" y="123635"/>
                  </a:cubicBezTo>
                  <a:cubicBezTo>
                    <a:pt x="67151" y="122111"/>
                    <a:pt x="61055" y="119063"/>
                    <a:pt x="54864" y="117539"/>
                  </a:cubicBezTo>
                  <a:cubicBezTo>
                    <a:pt x="48768" y="114491"/>
                    <a:pt x="42672" y="111443"/>
                    <a:pt x="36576" y="108395"/>
                  </a:cubicBezTo>
                  <a:cubicBezTo>
                    <a:pt x="30480" y="105347"/>
                    <a:pt x="24384" y="102203"/>
                    <a:pt x="19812" y="97631"/>
                  </a:cubicBezTo>
                  <a:cubicBezTo>
                    <a:pt x="15240" y="93059"/>
                    <a:pt x="12192" y="86963"/>
                    <a:pt x="9144" y="80867"/>
                  </a:cubicBezTo>
                  <a:cubicBezTo>
                    <a:pt x="6096" y="74771"/>
                    <a:pt x="4572" y="67152"/>
                    <a:pt x="4572" y="58008"/>
                  </a:cubicBezTo>
                  <a:cubicBezTo>
                    <a:pt x="4572" y="50387"/>
                    <a:pt x="6096" y="42767"/>
                    <a:pt x="9144" y="36671"/>
                  </a:cubicBezTo>
                  <a:cubicBezTo>
                    <a:pt x="12192" y="28956"/>
                    <a:pt x="16764" y="22860"/>
                    <a:pt x="22860" y="18288"/>
                  </a:cubicBezTo>
                  <a:cubicBezTo>
                    <a:pt x="28956" y="12192"/>
                    <a:pt x="36576" y="7620"/>
                    <a:pt x="45720" y="4572"/>
                  </a:cubicBezTo>
                  <a:cubicBezTo>
                    <a:pt x="53340" y="1524"/>
                    <a:pt x="64103" y="0"/>
                    <a:pt x="76295" y="0"/>
                  </a:cubicBezTo>
                  <a:cubicBezTo>
                    <a:pt x="82391" y="0"/>
                    <a:pt x="86963" y="0"/>
                    <a:pt x="91535" y="1524"/>
                  </a:cubicBezTo>
                  <a:cubicBezTo>
                    <a:pt x="97631" y="3048"/>
                    <a:pt x="102203" y="3048"/>
                    <a:pt x="106775" y="4572"/>
                  </a:cubicBezTo>
                  <a:cubicBezTo>
                    <a:pt x="111347" y="6096"/>
                    <a:pt x="114395" y="7620"/>
                    <a:pt x="117443" y="9144"/>
                  </a:cubicBezTo>
                  <a:cubicBezTo>
                    <a:pt x="120491" y="10668"/>
                    <a:pt x="122015" y="12192"/>
                    <a:pt x="123539" y="13716"/>
                  </a:cubicBezTo>
                  <a:cubicBezTo>
                    <a:pt x="125063" y="13716"/>
                    <a:pt x="126587" y="15240"/>
                    <a:pt x="126587" y="16764"/>
                  </a:cubicBezTo>
                  <a:cubicBezTo>
                    <a:pt x="128111" y="16764"/>
                    <a:pt x="128111" y="18288"/>
                    <a:pt x="128111" y="18288"/>
                  </a:cubicBezTo>
                  <a:cubicBezTo>
                    <a:pt x="128111" y="19812"/>
                    <a:pt x="128111" y="21336"/>
                    <a:pt x="128111" y="22860"/>
                  </a:cubicBezTo>
                  <a:cubicBezTo>
                    <a:pt x="129635" y="24384"/>
                    <a:pt x="129635" y="25908"/>
                    <a:pt x="129635" y="28956"/>
                  </a:cubicBezTo>
                  <a:cubicBezTo>
                    <a:pt x="129635" y="32004"/>
                    <a:pt x="129635" y="33528"/>
                    <a:pt x="128111" y="35147"/>
                  </a:cubicBezTo>
                  <a:cubicBezTo>
                    <a:pt x="128111" y="36671"/>
                    <a:pt x="128111" y="38195"/>
                    <a:pt x="128111" y="39719"/>
                  </a:cubicBezTo>
                  <a:cubicBezTo>
                    <a:pt x="126587" y="41243"/>
                    <a:pt x="126587" y="41243"/>
                    <a:pt x="126587" y="42767"/>
                  </a:cubicBezTo>
                  <a:cubicBezTo>
                    <a:pt x="125063" y="42767"/>
                    <a:pt x="125063" y="42767"/>
                    <a:pt x="123539" y="42767"/>
                  </a:cubicBezTo>
                  <a:cubicBezTo>
                    <a:pt x="122015" y="42767"/>
                    <a:pt x="120491" y="42767"/>
                    <a:pt x="117443" y="41243"/>
                  </a:cubicBezTo>
                  <a:cubicBezTo>
                    <a:pt x="115919" y="39719"/>
                    <a:pt x="112871" y="38195"/>
                    <a:pt x="108299" y="35147"/>
                  </a:cubicBezTo>
                  <a:cubicBezTo>
                    <a:pt x="103727" y="33528"/>
                    <a:pt x="99155" y="32004"/>
                    <a:pt x="94583" y="30480"/>
                  </a:cubicBezTo>
                  <a:cubicBezTo>
                    <a:pt x="88487" y="28956"/>
                    <a:pt x="82391" y="27432"/>
                    <a:pt x="76295" y="27432"/>
                  </a:cubicBezTo>
                  <a:cubicBezTo>
                    <a:pt x="70199" y="27432"/>
                    <a:pt x="64103" y="28956"/>
                    <a:pt x="59531" y="30480"/>
                  </a:cubicBezTo>
                  <a:cubicBezTo>
                    <a:pt x="54864" y="32004"/>
                    <a:pt x="51816" y="33528"/>
                    <a:pt x="48768" y="36671"/>
                  </a:cubicBezTo>
                  <a:cubicBezTo>
                    <a:pt x="45720" y="38195"/>
                    <a:pt x="42672" y="41243"/>
                    <a:pt x="41148" y="45815"/>
                  </a:cubicBezTo>
                  <a:cubicBezTo>
                    <a:pt x="39624" y="48863"/>
                    <a:pt x="39624" y="51911"/>
                    <a:pt x="39624" y="56483"/>
                  </a:cubicBezTo>
                  <a:cubicBezTo>
                    <a:pt x="39624" y="62580"/>
                    <a:pt x="41148" y="67152"/>
                    <a:pt x="44196" y="70199"/>
                  </a:cubicBezTo>
                  <a:cubicBezTo>
                    <a:pt x="45720" y="74771"/>
                    <a:pt x="50292" y="77819"/>
                    <a:pt x="54864" y="80867"/>
                  </a:cubicBezTo>
                  <a:cubicBezTo>
                    <a:pt x="59531" y="83915"/>
                    <a:pt x="65627" y="86963"/>
                    <a:pt x="71723" y="88487"/>
                  </a:cubicBezTo>
                  <a:cubicBezTo>
                    <a:pt x="76295" y="91536"/>
                    <a:pt x="82391" y="93059"/>
                    <a:pt x="90011" y="96108"/>
                  </a:cubicBezTo>
                  <a:cubicBezTo>
                    <a:pt x="96107" y="99155"/>
                    <a:pt x="102203" y="100680"/>
                    <a:pt x="108299" y="103823"/>
                  </a:cubicBezTo>
                  <a:cubicBezTo>
                    <a:pt x="114395" y="106871"/>
                    <a:pt x="118967" y="111443"/>
                    <a:pt x="123539" y="116015"/>
                  </a:cubicBezTo>
                  <a:cubicBezTo>
                    <a:pt x="128111" y="120587"/>
                    <a:pt x="132683" y="125159"/>
                    <a:pt x="135731" y="131255"/>
                  </a:cubicBezTo>
                  <a:cubicBezTo>
                    <a:pt x="137255" y="137351"/>
                    <a:pt x="138779" y="144971"/>
                    <a:pt x="138779" y="15259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62" name="Path62"/>
            <p:cNvSpPr/>
            <p:nvPr/>
          </p:nvSpPr>
          <p:spPr>
            <a:xfrm>
              <a:off x="2939987" y="2086166"/>
              <a:ext cx="128111" cy="265557"/>
            </a:xfrm>
            <a:custGeom>
              <a:avLst/>
              <a:gdLst/>
              <a:ahLst/>
              <a:cxnLst/>
              <a:rect l="l" t="t" r="r" b="b"/>
              <a:pathLst>
                <a:path w="128111" h="265557">
                  <a:moveTo>
                    <a:pt x="128111" y="241173"/>
                  </a:moveTo>
                  <a:cubicBezTo>
                    <a:pt x="128111" y="245745"/>
                    <a:pt x="128111" y="248793"/>
                    <a:pt x="126587" y="251841"/>
                  </a:cubicBezTo>
                  <a:cubicBezTo>
                    <a:pt x="126587" y="253365"/>
                    <a:pt x="125063" y="256413"/>
                    <a:pt x="125063" y="256413"/>
                  </a:cubicBezTo>
                  <a:cubicBezTo>
                    <a:pt x="123539" y="257937"/>
                    <a:pt x="122015" y="259461"/>
                    <a:pt x="118967" y="259461"/>
                  </a:cubicBezTo>
                  <a:cubicBezTo>
                    <a:pt x="117443" y="260985"/>
                    <a:pt x="114395" y="262509"/>
                    <a:pt x="111347" y="262509"/>
                  </a:cubicBezTo>
                  <a:cubicBezTo>
                    <a:pt x="108299" y="264033"/>
                    <a:pt x="105251" y="264033"/>
                    <a:pt x="102203" y="264033"/>
                  </a:cubicBezTo>
                  <a:cubicBezTo>
                    <a:pt x="99155" y="264033"/>
                    <a:pt x="94583" y="265557"/>
                    <a:pt x="91535" y="265557"/>
                  </a:cubicBezTo>
                  <a:cubicBezTo>
                    <a:pt x="82391" y="265557"/>
                    <a:pt x="73247" y="264033"/>
                    <a:pt x="65532" y="260985"/>
                  </a:cubicBezTo>
                  <a:cubicBezTo>
                    <a:pt x="57912" y="257937"/>
                    <a:pt x="51816" y="254889"/>
                    <a:pt x="47244" y="248793"/>
                  </a:cubicBezTo>
                  <a:cubicBezTo>
                    <a:pt x="42672" y="242697"/>
                    <a:pt x="39624" y="236601"/>
                    <a:pt x="38100" y="227457"/>
                  </a:cubicBezTo>
                  <a:cubicBezTo>
                    <a:pt x="35052" y="219742"/>
                    <a:pt x="33528" y="209074"/>
                    <a:pt x="33528" y="198406"/>
                  </a:cubicBezTo>
                  <a:lnTo>
                    <a:pt x="33528" y="82391"/>
                  </a:lnTo>
                  <a:lnTo>
                    <a:pt x="6096" y="82391"/>
                  </a:lnTo>
                  <a:cubicBezTo>
                    <a:pt x="4572" y="82391"/>
                    <a:pt x="3048" y="82391"/>
                    <a:pt x="1524" y="79343"/>
                  </a:cubicBezTo>
                  <a:cubicBezTo>
                    <a:pt x="0" y="77819"/>
                    <a:pt x="0" y="73247"/>
                    <a:pt x="0" y="68675"/>
                  </a:cubicBezTo>
                  <a:cubicBezTo>
                    <a:pt x="0" y="65627"/>
                    <a:pt x="0" y="62579"/>
                    <a:pt x="0" y="61055"/>
                  </a:cubicBezTo>
                  <a:cubicBezTo>
                    <a:pt x="0" y="59531"/>
                    <a:pt x="1524" y="58007"/>
                    <a:pt x="1524" y="56483"/>
                  </a:cubicBezTo>
                  <a:cubicBezTo>
                    <a:pt x="1524" y="54959"/>
                    <a:pt x="3048" y="54959"/>
                    <a:pt x="3048" y="53435"/>
                  </a:cubicBezTo>
                  <a:cubicBezTo>
                    <a:pt x="4572" y="53435"/>
                    <a:pt x="6096" y="53435"/>
                    <a:pt x="7620" y="53435"/>
                  </a:cubicBezTo>
                  <a:lnTo>
                    <a:pt x="33528" y="53435"/>
                  </a:lnTo>
                  <a:lnTo>
                    <a:pt x="33528" y="6096"/>
                  </a:lnTo>
                  <a:cubicBezTo>
                    <a:pt x="33528" y="4572"/>
                    <a:pt x="35052" y="4572"/>
                    <a:pt x="35052" y="3048"/>
                  </a:cubicBezTo>
                  <a:cubicBezTo>
                    <a:pt x="35052" y="3048"/>
                    <a:pt x="36576" y="1524"/>
                    <a:pt x="38100" y="1524"/>
                  </a:cubicBezTo>
                  <a:cubicBezTo>
                    <a:pt x="39624" y="0"/>
                    <a:pt x="41148" y="0"/>
                    <a:pt x="42672" y="0"/>
                  </a:cubicBezTo>
                  <a:cubicBezTo>
                    <a:pt x="45720" y="0"/>
                    <a:pt x="48768" y="0"/>
                    <a:pt x="51816" y="0"/>
                  </a:cubicBezTo>
                  <a:cubicBezTo>
                    <a:pt x="56388" y="0"/>
                    <a:pt x="59436" y="0"/>
                    <a:pt x="60960" y="0"/>
                  </a:cubicBezTo>
                  <a:cubicBezTo>
                    <a:pt x="64008" y="0"/>
                    <a:pt x="65532" y="0"/>
                    <a:pt x="67056" y="1524"/>
                  </a:cubicBezTo>
                  <a:cubicBezTo>
                    <a:pt x="68580" y="1524"/>
                    <a:pt x="68580" y="3048"/>
                    <a:pt x="70199" y="3048"/>
                  </a:cubicBezTo>
                  <a:cubicBezTo>
                    <a:pt x="70199" y="4572"/>
                    <a:pt x="70199" y="4572"/>
                    <a:pt x="70199" y="6096"/>
                  </a:cubicBezTo>
                  <a:lnTo>
                    <a:pt x="70199" y="53435"/>
                  </a:lnTo>
                  <a:lnTo>
                    <a:pt x="120491" y="53435"/>
                  </a:lnTo>
                  <a:cubicBezTo>
                    <a:pt x="122015" y="53435"/>
                    <a:pt x="123539" y="53435"/>
                    <a:pt x="123539" y="53435"/>
                  </a:cubicBezTo>
                  <a:cubicBezTo>
                    <a:pt x="125063" y="54959"/>
                    <a:pt x="125063" y="54959"/>
                    <a:pt x="126587" y="56483"/>
                  </a:cubicBezTo>
                  <a:cubicBezTo>
                    <a:pt x="126587" y="58007"/>
                    <a:pt x="126587" y="59531"/>
                    <a:pt x="128111" y="61055"/>
                  </a:cubicBezTo>
                  <a:cubicBezTo>
                    <a:pt x="128111" y="62579"/>
                    <a:pt x="128111" y="65627"/>
                    <a:pt x="128111" y="68675"/>
                  </a:cubicBezTo>
                  <a:cubicBezTo>
                    <a:pt x="128111" y="73247"/>
                    <a:pt x="128111" y="77819"/>
                    <a:pt x="126587" y="79343"/>
                  </a:cubicBezTo>
                  <a:cubicBezTo>
                    <a:pt x="125063" y="82391"/>
                    <a:pt x="123539" y="82391"/>
                    <a:pt x="120491" y="82391"/>
                  </a:cubicBezTo>
                  <a:lnTo>
                    <a:pt x="70199" y="82391"/>
                  </a:lnTo>
                  <a:lnTo>
                    <a:pt x="70199" y="192310"/>
                  </a:lnTo>
                  <a:cubicBezTo>
                    <a:pt x="70199" y="206026"/>
                    <a:pt x="71723" y="216694"/>
                    <a:pt x="76295" y="224409"/>
                  </a:cubicBezTo>
                  <a:cubicBezTo>
                    <a:pt x="80867" y="230505"/>
                    <a:pt x="86963" y="233553"/>
                    <a:pt x="97631" y="233553"/>
                  </a:cubicBezTo>
                  <a:cubicBezTo>
                    <a:pt x="100679" y="233553"/>
                    <a:pt x="103727" y="233553"/>
                    <a:pt x="106775" y="233553"/>
                  </a:cubicBezTo>
                  <a:cubicBezTo>
                    <a:pt x="109823" y="232029"/>
                    <a:pt x="111347" y="232029"/>
                    <a:pt x="114395" y="230505"/>
                  </a:cubicBezTo>
                  <a:cubicBezTo>
                    <a:pt x="115919" y="230505"/>
                    <a:pt x="117443" y="228981"/>
                    <a:pt x="118967" y="228981"/>
                  </a:cubicBezTo>
                  <a:cubicBezTo>
                    <a:pt x="120491" y="228981"/>
                    <a:pt x="122015" y="227457"/>
                    <a:pt x="123539" y="227457"/>
                  </a:cubicBezTo>
                  <a:cubicBezTo>
                    <a:pt x="123539" y="227457"/>
                    <a:pt x="125063" y="227457"/>
                    <a:pt x="125063" y="228981"/>
                  </a:cubicBezTo>
                  <a:cubicBezTo>
                    <a:pt x="125063" y="228981"/>
                    <a:pt x="126587" y="228981"/>
                    <a:pt x="126587" y="230505"/>
                  </a:cubicBezTo>
                  <a:cubicBezTo>
                    <a:pt x="126587" y="232029"/>
                    <a:pt x="126587" y="233553"/>
                    <a:pt x="128111" y="235077"/>
                  </a:cubicBezTo>
                  <a:cubicBezTo>
                    <a:pt x="128111" y="236601"/>
                    <a:pt x="128111" y="238125"/>
                    <a:pt x="128111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pic>
        <p:nvPicPr>
          <p:cNvPr id="63" name="Image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924" y="2040446"/>
            <a:ext cx="1518000" cy="311277"/>
          </a:xfrm>
          <a:prstGeom prst="rect">
            <a:avLst/>
          </a:prstGeom>
          <a:noFill/>
        </p:spPr>
      </p:pic>
      <p:grpSp>
        <p:nvGrpSpPr>
          <p:cNvPr id="64" name="Group64"/>
          <p:cNvGrpSpPr/>
          <p:nvPr/>
        </p:nvGrpSpPr>
        <p:grpSpPr>
          <a:xfrm>
            <a:off x="4857750" y="2135029"/>
            <a:ext cx="704850" cy="291465"/>
            <a:chOff x="4857750" y="2135029"/>
            <a:chExt cx="704850" cy="291465"/>
          </a:xfrm>
        </p:grpSpPr>
        <p:sp>
          <p:nvSpPr>
            <p:cNvPr id="65" name="Path65"/>
            <p:cNvSpPr/>
            <p:nvPr/>
          </p:nvSpPr>
          <p:spPr>
            <a:xfrm>
              <a:off x="4857750" y="2138077"/>
              <a:ext cx="297466" cy="210598"/>
            </a:xfrm>
            <a:custGeom>
              <a:avLst/>
              <a:gdLst/>
              <a:ahLst/>
              <a:cxnLst/>
              <a:rect l="l" t="t" r="r" b="b"/>
              <a:pathLst>
                <a:path w="297466" h="210598">
                  <a:moveTo>
                    <a:pt x="297466" y="6096"/>
                  </a:moveTo>
                  <a:cubicBezTo>
                    <a:pt x="297466" y="7620"/>
                    <a:pt x="295942" y="9144"/>
                    <a:pt x="295942" y="10668"/>
                  </a:cubicBezTo>
                  <a:cubicBezTo>
                    <a:pt x="295942" y="12192"/>
                    <a:pt x="295942" y="13716"/>
                    <a:pt x="294418" y="15240"/>
                  </a:cubicBezTo>
                  <a:lnTo>
                    <a:pt x="236410" y="202978"/>
                  </a:lnTo>
                  <a:cubicBezTo>
                    <a:pt x="236410" y="204502"/>
                    <a:pt x="236410" y="206026"/>
                    <a:pt x="234886" y="206026"/>
                  </a:cubicBezTo>
                  <a:cubicBezTo>
                    <a:pt x="233363" y="207550"/>
                    <a:pt x="231838" y="209074"/>
                    <a:pt x="230314" y="209074"/>
                  </a:cubicBezTo>
                  <a:cubicBezTo>
                    <a:pt x="228790" y="209074"/>
                    <a:pt x="227266" y="210598"/>
                    <a:pt x="224218" y="210598"/>
                  </a:cubicBezTo>
                  <a:cubicBezTo>
                    <a:pt x="221170" y="210598"/>
                    <a:pt x="216598" y="210598"/>
                    <a:pt x="213550" y="210598"/>
                  </a:cubicBezTo>
                  <a:cubicBezTo>
                    <a:pt x="208978" y="210598"/>
                    <a:pt x="204406" y="210598"/>
                    <a:pt x="201358" y="210598"/>
                  </a:cubicBezTo>
                  <a:cubicBezTo>
                    <a:pt x="198310" y="210598"/>
                    <a:pt x="196786" y="209074"/>
                    <a:pt x="193738" y="209074"/>
                  </a:cubicBezTo>
                  <a:cubicBezTo>
                    <a:pt x="192214" y="209074"/>
                    <a:pt x="190690" y="207550"/>
                    <a:pt x="190690" y="206026"/>
                  </a:cubicBezTo>
                  <a:cubicBezTo>
                    <a:pt x="189166" y="206026"/>
                    <a:pt x="189166" y="204502"/>
                    <a:pt x="187642" y="202978"/>
                  </a:cubicBezTo>
                  <a:lnTo>
                    <a:pt x="146399" y="59531"/>
                  </a:lnTo>
                  <a:lnTo>
                    <a:pt x="146399" y="58007"/>
                  </a:lnTo>
                  <a:lnTo>
                    <a:pt x="146399" y="59531"/>
                  </a:lnTo>
                  <a:lnTo>
                    <a:pt x="108299" y="202978"/>
                  </a:lnTo>
                  <a:cubicBezTo>
                    <a:pt x="106775" y="204502"/>
                    <a:pt x="106775" y="206026"/>
                    <a:pt x="105251" y="206026"/>
                  </a:cubicBezTo>
                  <a:cubicBezTo>
                    <a:pt x="105251" y="207550"/>
                    <a:pt x="103727" y="209074"/>
                    <a:pt x="100679" y="209074"/>
                  </a:cubicBezTo>
                  <a:cubicBezTo>
                    <a:pt x="99155" y="209074"/>
                    <a:pt x="97631" y="210598"/>
                    <a:pt x="94583" y="210598"/>
                  </a:cubicBezTo>
                  <a:cubicBezTo>
                    <a:pt x="91535" y="210598"/>
                    <a:pt x="86963" y="210598"/>
                    <a:pt x="82391" y="210598"/>
                  </a:cubicBezTo>
                  <a:cubicBezTo>
                    <a:pt x="77819" y="210598"/>
                    <a:pt x="74771" y="210598"/>
                    <a:pt x="71723" y="210598"/>
                  </a:cubicBezTo>
                  <a:cubicBezTo>
                    <a:pt x="68580" y="210598"/>
                    <a:pt x="67056" y="209074"/>
                    <a:pt x="65532" y="209074"/>
                  </a:cubicBezTo>
                  <a:cubicBezTo>
                    <a:pt x="62484" y="209074"/>
                    <a:pt x="62484" y="207550"/>
                    <a:pt x="60960" y="206026"/>
                  </a:cubicBezTo>
                  <a:cubicBezTo>
                    <a:pt x="59436" y="206026"/>
                    <a:pt x="59436" y="204502"/>
                    <a:pt x="59436" y="202978"/>
                  </a:cubicBezTo>
                  <a:lnTo>
                    <a:pt x="1524" y="15240"/>
                  </a:lnTo>
                  <a:cubicBezTo>
                    <a:pt x="0" y="13716"/>
                    <a:pt x="0" y="12192"/>
                    <a:pt x="0" y="10668"/>
                  </a:cubicBezTo>
                  <a:cubicBezTo>
                    <a:pt x="0" y="9144"/>
                    <a:pt x="0" y="7620"/>
                    <a:pt x="0" y="6096"/>
                  </a:cubicBezTo>
                  <a:cubicBezTo>
                    <a:pt x="0" y="4572"/>
                    <a:pt x="0" y="4572"/>
                    <a:pt x="0" y="3048"/>
                  </a:cubicBezTo>
                  <a:cubicBezTo>
                    <a:pt x="1524" y="3048"/>
                    <a:pt x="1524" y="1524"/>
                    <a:pt x="3048" y="1524"/>
                  </a:cubicBezTo>
                  <a:cubicBezTo>
                    <a:pt x="4572" y="1524"/>
                    <a:pt x="6096" y="0"/>
                    <a:pt x="9144" y="0"/>
                  </a:cubicBezTo>
                  <a:cubicBezTo>
                    <a:pt x="10668" y="0"/>
                    <a:pt x="13716" y="0"/>
                    <a:pt x="16764" y="0"/>
                  </a:cubicBezTo>
                  <a:cubicBezTo>
                    <a:pt x="21336" y="0"/>
                    <a:pt x="24384" y="0"/>
                    <a:pt x="27432" y="0"/>
                  </a:cubicBezTo>
                  <a:cubicBezTo>
                    <a:pt x="28956" y="0"/>
                    <a:pt x="32004" y="1524"/>
                    <a:pt x="33528" y="1524"/>
                  </a:cubicBezTo>
                  <a:cubicBezTo>
                    <a:pt x="33528" y="1524"/>
                    <a:pt x="35052" y="3048"/>
                    <a:pt x="35052" y="3048"/>
                  </a:cubicBezTo>
                  <a:cubicBezTo>
                    <a:pt x="36576" y="4572"/>
                    <a:pt x="36576" y="6096"/>
                    <a:pt x="36576" y="7620"/>
                  </a:cubicBezTo>
                  <a:lnTo>
                    <a:pt x="85439" y="169450"/>
                  </a:lnTo>
                  <a:lnTo>
                    <a:pt x="85439" y="170974"/>
                  </a:lnTo>
                  <a:lnTo>
                    <a:pt x="85439" y="169450"/>
                  </a:lnTo>
                  <a:lnTo>
                    <a:pt x="129635" y="7620"/>
                  </a:lnTo>
                  <a:cubicBezTo>
                    <a:pt x="129635" y="6096"/>
                    <a:pt x="129635" y="4572"/>
                    <a:pt x="131159" y="3048"/>
                  </a:cubicBezTo>
                  <a:cubicBezTo>
                    <a:pt x="131159" y="3048"/>
                    <a:pt x="132683" y="1524"/>
                    <a:pt x="134207" y="1524"/>
                  </a:cubicBezTo>
                  <a:cubicBezTo>
                    <a:pt x="134207" y="1524"/>
                    <a:pt x="137255" y="0"/>
                    <a:pt x="138779" y="0"/>
                  </a:cubicBezTo>
                  <a:cubicBezTo>
                    <a:pt x="140303" y="0"/>
                    <a:pt x="143351" y="0"/>
                    <a:pt x="147923" y="0"/>
                  </a:cubicBezTo>
                  <a:cubicBezTo>
                    <a:pt x="150971" y="0"/>
                    <a:pt x="154019" y="0"/>
                    <a:pt x="157067" y="0"/>
                  </a:cubicBezTo>
                  <a:cubicBezTo>
                    <a:pt x="158591" y="0"/>
                    <a:pt x="160210" y="1524"/>
                    <a:pt x="161734" y="1524"/>
                  </a:cubicBezTo>
                  <a:cubicBezTo>
                    <a:pt x="163258" y="1524"/>
                    <a:pt x="163258" y="3048"/>
                    <a:pt x="164782" y="3048"/>
                  </a:cubicBezTo>
                  <a:cubicBezTo>
                    <a:pt x="164782" y="4572"/>
                    <a:pt x="166306" y="6096"/>
                    <a:pt x="166306" y="6096"/>
                  </a:cubicBezTo>
                  <a:lnTo>
                    <a:pt x="213550" y="169450"/>
                  </a:lnTo>
                  <a:lnTo>
                    <a:pt x="213550" y="170974"/>
                  </a:lnTo>
                  <a:lnTo>
                    <a:pt x="213550" y="169450"/>
                  </a:lnTo>
                  <a:lnTo>
                    <a:pt x="260890" y="7620"/>
                  </a:lnTo>
                  <a:cubicBezTo>
                    <a:pt x="260890" y="6096"/>
                    <a:pt x="260890" y="4572"/>
                    <a:pt x="262413" y="3048"/>
                  </a:cubicBezTo>
                  <a:cubicBezTo>
                    <a:pt x="262413" y="3048"/>
                    <a:pt x="263937" y="1524"/>
                    <a:pt x="265462" y="1524"/>
                  </a:cubicBezTo>
                  <a:cubicBezTo>
                    <a:pt x="266986" y="1524"/>
                    <a:pt x="268510" y="0"/>
                    <a:pt x="270034" y="0"/>
                  </a:cubicBezTo>
                  <a:cubicBezTo>
                    <a:pt x="273081" y="0"/>
                    <a:pt x="276130" y="0"/>
                    <a:pt x="279178" y="0"/>
                  </a:cubicBezTo>
                  <a:cubicBezTo>
                    <a:pt x="283750" y="0"/>
                    <a:pt x="286798" y="0"/>
                    <a:pt x="288322" y="0"/>
                  </a:cubicBezTo>
                  <a:cubicBezTo>
                    <a:pt x="289846" y="0"/>
                    <a:pt x="291369" y="1524"/>
                    <a:pt x="292894" y="1524"/>
                  </a:cubicBezTo>
                  <a:cubicBezTo>
                    <a:pt x="294418" y="1524"/>
                    <a:pt x="295942" y="3048"/>
                    <a:pt x="295942" y="3048"/>
                  </a:cubicBezTo>
                  <a:cubicBezTo>
                    <a:pt x="295942" y="4572"/>
                    <a:pt x="297466" y="4572"/>
                    <a:pt x="297466" y="609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66" name="Path66"/>
            <p:cNvSpPr/>
            <p:nvPr/>
          </p:nvSpPr>
          <p:spPr>
            <a:xfrm>
              <a:off x="5181124" y="2135029"/>
              <a:ext cx="161735" cy="216693"/>
            </a:xfrm>
            <a:custGeom>
              <a:avLst/>
              <a:gdLst/>
              <a:ahLst/>
              <a:cxnLst/>
              <a:rect l="l" t="t" r="r" b="b"/>
              <a:pathLst>
                <a:path w="161735" h="216693">
                  <a:moveTo>
                    <a:pt x="161734" y="207550"/>
                  </a:moveTo>
                  <a:cubicBezTo>
                    <a:pt x="161734" y="209074"/>
                    <a:pt x="160210" y="210598"/>
                    <a:pt x="160210" y="210598"/>
                  </a:cubicBezTo>
                  <a:cubicBezTo>
                    <a:pt x="158686" y="212122"/>
                    <a:pt x="157163" y="212122"/>
                    <a:pt x="154114" y="213646"/>
                  </a:cubicBezTo>
                  <a:cubicBezTo>
                    <a:pt x="152590" y="213646"/>
                    <a:pt x="149542" y="213646"/>
                    <a:pt x="144970" y="213646"/>
                  </a:cubicBezTo>
                  <a:cubicBezTo>
                    <a:pt x="141922" y="213646"/>
                    <a:pt x="138874" y="213646"/>
                    <a:pt x="137350" y="213646"/>
                  </a:cubicBezTo>
                  <a:cubicBezTo>
                    <a:pt x="134302" y="212122"/>
                    <a:pt x="132778" y="212122"/>
                    <a:pt x="131254" y="210598"/>
                  </a:cubicBezTo>
                  <a:cubicBezTo>
                    <a:pt x="131254" y="210598"/>
                    <a:pt x="129730" y="209074"/>
                    <a:pt x="129730" y="207550"/>
                  </a:cubicBezTo>
                  <a:lnTo>
                    <a:pt x="129730" y="187738"/>
                  </a:lnTo>
                  <a:cubicBezTo>
                    <a:pt x="122110" y="196882"/>
                    <a:pt x="111442" y="204502"/>
                    <a:pt x="100774" y="209074"/>
                  </a:cubicBezTo>
                  <a:cubicBezTo>
                    <a:pt x="91535" y="213646"/>
                    <a:pt x="79343" y="216694"/>
                    <a:pt x="67151" y="216694"/>
                  </a:cubicBezTo>
                  <a:cubicBezTo>
                    <a:pt x="58007" y="216694"/>
                    <a:pt x="48863" y="215170"/>
                    <a:pt x="39719" y="212122"/>
                  </a:cubicBezTo>
                  <a:cubicBezTo>
                    <a:pt x="32099" y="210598"/>
                    <a:pt x="24479" y="206026"/>
                    <a:pt x="18383" y="201454"/>
                  </a:cubicBezTo>
                  <a:cubicBezTo>
                    <a:pt x="12287" y="195358"/>
                    <a:pt x="7620" y="189262"/>
                    <a:pt x="4572" y="181642"/>
                  </a:cubicBezTo>
                  <a:cubicBezTo>
                    <a:pt x="1524" y="174022"/>
                    <a:pt x="0" y="166307"/>
                    <a:pt x="0" y="157163"/>
                  </a:cubicBezTo>
                  <a:cubicBezTo>
                    <a:pt x="0" y="144970"/>
                    <a:pt x="1524" y="135826"/>
                    <a:pt x="6096" y="128207"/>
                  </a:cubicBezTo>
                  <a:cubicBezTo>
                    <a:pt x="10763" y="119063"/>
                    <a:pt x="16859" y="112967"/>
                    <a:pt x="26003" y="106870"/>
                  </a:cubicBezTo>
                  <a:cubicBezTo>
                    <a:pt x="33623" y="102203"/>
                    <a:pt x="44291" y="97631"/>
                    <a:pt x="56483" y="94583"/>
                  </a:cubicBezTo>
                  <a:cubicBezTo>
                    <a:pt x="68675" y="93059"/>
                    <a:pt x="82391" y="91535"/>
                    <a:pt x="97726" y="91535"/>
                  </a:cubicBezTo>
                  <a:lnTo>
                    <a:pt x="125158" y="91535"/>
                  </a:lnTo>
                  <a:lnTo>
                    <a:pt x="125158" y="76295"/>
                  </a:lnTo>
                  <a:cubicBezTo>
                    <a:pt x="125158" y="68675"/>
                    <a:pt x="125158" y="61055"/>
                    <a:pt x="123634" y="56483"/>
                  </a:cubicBezTo>
                  <a:cubicBezTo>
                    <a:pt x="122110" y="50387"/>
                    <a:pt x="119063" y="45815"/>
                    <a:pt x="114490" y="41243"/>
                  </a:cubicBezTo>
                  <a:cubicBezTo>
                    <a:pt x="111442" y="36671"/>
                    <a:pt x="106870" y="35147"/>
                    <a:pt x="100774" y="32004"/>
                  </a:cubicBezTo>
                  <a:cubicBezTo>
                    <a:pt x="96107" y="30480"/>
                    <a:pt x="88487" y="28956"/>
                    <a:pt x="80867" y="28956"/>
                  </a:cubicBezTo>
                  <a:cubicBezTo>
                    <a:pt x="71723" y="28956"/>
                    <a:pt x="64103" y="30480"/>
                    <a:pt x="56483" y="32004"/>
                  </a:cubicBezTo>
                  <a:cubicBezTo>
                    <a:pt x="48863" y="35147"/>
                    <a:pt x="42767" y="36671"/>
                    <a:pt x="38195" y="39719"/>
                  </a:cubicBezTo>
                  <a:cubicBezTo>
                    <a:pt x="32099" y="42767"/>
                    <a:pt x="27527" y="44291"/>
                    <a:pt x="24479" y="47339"/>
                  </a:cubicBezTo>
                  <a:cubicBezTo>
                    <a:pt x="21431" y="48863"/>
                    <a:pt x="18383" y="50387"/>
                    <a:pt x="16859" y="50387"/>
                  </a:cubicBezTo>
                  <a:cubicBezTo>
                    <a:pt x="15335" y="50387"/>
                    <a:pt x="13811" y="48863"/>
                    <a:pt x="13811" y="48863"/>
                  </a:cubicBezTo>
                  <a:cubicBezTo>
                    <a:pt x="12287" y="48863"/>
                    <a:pt x="12287" y="47339"/>
                    <a:pt x="10763" y="45815"/>
                  </a:cubicBezTo>
                  <a:cubicBezTo>
                    <a:pt x="10763" y="45815"/>
                    <a:pt x="10763" y="44291"/>
                    <a:pt x="9144" y="41243"/>
                  </a:cubicBezTo>
                  <a:cubicBezTo>
                    <a:pt x="9144" y="39719"/>
                    <a:pt x="9144" y="38195"/>
                    <a:pt x="9144" y="35147"/>
                  </a:cubicBezTo>
                  <a:cubicBezTo>
                    <a:pt x="9144" y="32004"/>
                    <a:pt x="9144" y="28956"/>
                    <a:pt x="10763" y="27432"/>
                  </a:cubicBezTo>
                  <a:cubicBezTo>
                    <a:pt x="10763" y="24384"/>
                    <a:pt x="12287" y="22860"/>
                    <a:pt x="13811" y="21336"/>
                  </a:cubicBezTo>
                  <a:cubicBezTo>
                    <a:pt x="15335" y="19812"/>
                    <a:pt x="18383" y="16764"/>
                    <a:pt x="24479" y="13716"/>
                  </a:cubicBezTo>
                  <a:cubicBezTo>
                    <a:pt x="29051" y="12192"/>
                    <a:pt x="33623" y="9144"/>
                    <a:pt x="41243" y="7620"/>
                  </a:cubicBezTo>
                  <a:cubicBezTo>
                    <a:pt x="47339" y="6096"/>
                    <a:pt x="53435" y="3048"/>
                    <a:pt x="61055" y="1524"/>
                  </a:cubicBezTo>
                  <a:cubicBezTo>
                    <a:pt x="68675" y="1524"/>
                    <a:pt x="76295" y="0"/>
                    <a:pt x="83915" y="0"/>
                  </a:cubicBezTo>
                  <a:cubicBezTo>
                    <a:pt x="97726" y="0"/>
                    <a:pt x="109918" y="1524"/>
                    <a:pt x="119063" y="4572"/>
                  </a:cubicBezTo>
                  <a:cubicBezTo>
                    <a:pt x="129730" y="7620"/>
                    <a:pt x="137350" y="12192"/>
                    <a:pt x="143446" y="18288"/>
                  </a:cubicBezTo>
                  <a:cubicBezTo>
                    <a:pt x="149542" y="24384"/>
                    <a:pt x="154114" y="33528"/>
                    <a:pt x="157163" y="42767"/>
                  </a:cubicBezTo>
                  <a:cubicBezTo>
                    <a:pt x="160210" y="51911"/>
                    <a:pt x="161734" y="62579"/>
                    <a:pt x="161734" y="74771"/>
                  </a:cubicBezTo>
                  <a:lnTo>
                    <a:pt x="161734" y="207550"/>
                  </a:lnTo>
                  <a:close/>
                  <a:moveTo>
                    <a:pt x="125158" y="117539"/>
                  </a:moveTo>
                  <a:lnTo>
                    <a:pt x="94583" y="117539"/>
                  </a:lnTo>
                  <a:cubicBezTo>
                    <a:pt x="83915" y="117539"/>
                    <a:pt x="76295" y="117539"/>
                    <a:pt x="68675" y="119063"/>
                  </a:cubicBezTo>
                  <a:cubicBezTo>
                    <a:pt x="61055" y="122111"/>
                    <a:pt x="54959" y="123635"/>
                    <a:pt x="50387" y="126683"/>
                  </a:cubicBezTo>
                  <a:cubicBezTo>
                    <a:pt x="45815" y="129730"/>
                    <a:pt x="42767" y="134302"/>
                    <a:pt x="39719" y="138874"/>
                  </a:cubicBezTo>
                  <a:cubicBezTo>
                    <a:pt x="38195" y="143446"/>
                    <a:pt x="36671" y="149542"/>
                    <a:pt x="36671" y="154114"/>
                  </a:cubicBezTo>
                  <a:cubicBezTo>
                    <a:pt x="36671" y="164783"/>
                    <a:pt x="39719" y="172498"/>
                    <a:pt x="45815" y="178594"/>
                  </a:cubicBezTo>
                  <a:cubicBezTo>
                    <a:pt x="53435" y="184690"/>
                    <a:pt x="61055" y="187738"/>
                    <a:pt x="73247" y="187738"/>
                  </a:cubicBezTo>
                  <a:cubicBezTo>
                    <a:pt x="82391" y="187738"/>
                    <a:pt x="91535" y="186214"/>
                    <a:pt x="99250" y="181642"/>
                  </a:cubicBezTo>
                  <a:cubicBezTo>
                    <a:pt x="108394" y="177070"/>
                    <a:pt x="116014" y="169354"/>
                    <a:pt x="125158" y="158686"/>
                  </a:cubicBezTo>
                  <a:lnTo>
                    <a:pt x="125158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67" name="Path67"/>
            <p:cNvSpPr/>
            <p:nvPr/>
          </p:nvSpPr>
          <p:spPr>
            <a:xfrm>
              <a:off x="5374957" y="2138077"/>
              <a:ext cx="187643" cy="288417"/>
            </a:xfrm>
            <a:custGeom>
              <a:avLst/>
              <a:gdLst/>
              <a:ahLst/>
              <a:cxnLst/>
              <a:rect l="l" t="t" r="r" b="b"/>
              <a:pathLst>
                <a:path w="187643" h="288417">
                  <a:moveTo>
                    <a:pt x="115919" y="209074"/>
                  </a:moveTo>
                  <a:lnTo>
                    <a:pt x="88487" y="282321"/>
                  </a:lnTo>
                  <a:cubicBezTo>
                    <a:pt x="88487" y="283845"/>
                    <a:pt x="85439" y="285369"/>
                    <a:pt x="82391" y="286893"/>
                  </a:cubicBezTo>
                  <a:cubicBezTo>
                    <a:pt x="79343" y="288417"/>
                    <a:pt x="73152" y="288417"/>
                    <a:pt x="65532" y="288417"/>
                  </a:cubicBezTo>
                  <a:cubicBezTo>
                    <a:pt x="62484" y="288417"/>
                    <a:pt x="59436" y="288417"/>
                    <a:pt x="56388" y="288417"/>
                  </a:cubicBezTo>
                  <a:cubicBezTo>
                    <a:pt x="54864" y="288417"/>
                    <a:pt x="53340" y="286893"/>
                    <a:pt x="51816" y="286893"/>
                  </a:cubicBezTo>
                  <a:cubicBezTo>
                    <a:pt x="50292" y="285369"/>
                    <a:pt x="50292" y="285369"/>
                    <a:pt x="48768" y="283845"/>
                  </a:cubicBezTo>
                  <a:cubicBezTo>
                    <a:pt x="48768" y="282321"/>
                    <a:pt x="50292" y="279273"/>
                    <a:pt x="50292" y="277749"/>
                  </a:cubicBezTo>
                  <a:lnTo>
                    <a:pt x="77724" y="209074"/>
                  </a:lnTo>
                  <a:cubicBezTo>
                    <a:pt x="76200" y="209074"/>
                    <a:pt x="74676" y="207550"/>
                    <a:pt x="74676" y="206026"/>
                  </a:cubicBezTo>
                  <a:cubicBezTo>
                    <a:pt x="73152" y="204502"/>
                    <a:pt x="71628" y="204502"/>
                    <a:pt x="71628" y="202978"/>
                  </a:cubicBezTo>
                  <a:lnTo>
                    <a:pt x="1524" y="13716"/>
                  </a:lnTo>
                  <a:cubicBezTo>
                    <a:pt x="0" y="10668"/>
                    <a:pt x="0" y="9144"/>
                    <a:pt x="0" y="7620"/>
                  </a:cubicBezTo>
                  <a:cubicBezTo>
                    <a:pt x="0" y="4572"/>
                    <a:pt x="0" y="4572"/>
                    <a:pt x="1524" y="3048"/>
                  </a:cubicBezTo>
                  <a:cubicBezTo>
                    <a:pt x="3048" y="1524"/>
                    <a:pt x="4572" y="1524"/>
                    <a:pt x="7620" y="0"/>
                  </a:cubicBezTo>
                  <a:cubicBezTo>
                    <a:pt x="9144" y="0"/>
                    <a:pt x="13716" y="0"/>
                    <a:pt x="18288" y="0"/>
                  </a:cubicBezTo>
                  <a:cubicBezTo>
                    <a:pt x="21336" y="0"/>
                    <a:pt x="25908" y="0"/>
                    <a:pt x="27432" y="0"/>
                  </a:cubicBezTo>
                  <a:cubicBezTo>
                    <a:pt x="30480" y="0"/>
                    <a:pt x="32004" y="1524"/>
                    <a:pt x="33528" y="1524"/>
                  </a:cubicBezTo>
                  <a:cubicBezTo>
                    <a:pt x="35052" y="1524"/>
                    <a:pt x="36576" y="3048"/>
                    <a:pt x="36576" y="4572"/>
                  </a:cubicBezTo>
                  <a:cubicBezTo>
                    <a:pt x="38100" y="4572"/>
                    <a:pt x="38100" y="6096"/>
                    <a:pt x="39624" y="9144"/>
                  </a:cubicBezTo>
                  <a:lnTo>
                    <a:pt x="94583" y="166307"/>
                  </a:lnTo>
                  <a:lnTo>
                    <a:pt x="96107" y="166307"/>
                  </a:lnTo>
                  <a:lnTo>
                    <a:pt x="149447" y="7620"/>
                  </a:lnTo>
                  <a:cubicBezTo>
                    <a:pt x="150971" y="4572"/>
                    <a:pt x="152495" y="3048"/>
                    <a:pt x="154019" y="3048"/>
                  </a:cubicBezTo>
                  <a:cubicBezTo>
                    <a:pt x="154019" y="1524"/>
                    <a:pt x="157067" y="1524"/>
                    <a:pt x="158591" y="0"/>
                  </a:cubicBezTo>
                  <a:cubicBezTo>
                    <a:pt x="161639" y="0"/>
                    <a:pt x="164687" y="0"/>
                    <a:pt x="169354" y="0"/>
                  </a:cubicBezTo>
                  <a:cubicBezTo>
                    <a:pt x="173927" y="0"/>
                    <a:pt x="176974" y="0"/>
                    <a:pt x="180022" y="0"/>
                  </a:cubicBezTo>
                  <a:cubicBezTo>
                    <a:pt x="183071" y="1524"/>
                    <a:pt x="184595" y="1524"/>
                    <a:pt x="186118" y="3048"/>
                  </a:cubicBezTo>
                  <a:cubicBezTo>
                    <a:pt x="186118" y="3048"/>
                    <a:pt x="187642" y="4572"/>
                    <a:pt x="187642" y="7620"/>
                  </a:cubicBezTo>
                  <a:cubicBezTo>
                    <a:pt x="187642" y="9144"/>
                    <a:pt x="187642" y="10668"/>
                    <a:pt x="186118" y="13716"/>
                  </a:cubicBezTo>
                  <a:lnTo>
                    <a:pt x="115919" y="20907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68" name="Group68"/>
          <p:cNvGrpSpPr/>
          <p:nvPr/>
        </p:nvGrpSpPr>
        <p:grpSpPr>
          <a:xfrm>
            <a:off x="5678520" y="2086166"/>
            <a:ext cx="353948" cy="265557"/>
            <a:chOff x="5678520" y="2086166"/>
            <a:chExt cx="353948" cy="265557"/>
          </a:xfrm>
        </p:grpSpPr>
        <p:sp>
          <p:nvSpPr>
            <p:cNvPr id="69" name="Path69"/>
            <p:cNvSpPr/>
            <p:nvPr/>
          </p:nvSpPr>
          <p:spPr>
            <a:xfrm>
              <a:off x="5678520" y="2086166"/>
              <a:ext cx="128206" cy="265557"/>
            </a:xfrm>
            <a:custGeom>
              <a:avLst/>
              <a:gdLst/>
              <a:ahLst/>
              <a:cxnLst/>
              <a:rect l="l" t="t" r="r" b="b"/>
              <a:pathLst>
                <a:path w="128206" h="265557">
                  <a:moveTo>
                    <a:pt x="128207" y="241173"/>
                  </a:moveTo>
                  <a:cubicBezTo>
                    <a:pt x="128207" y="245745"/>
                    <a:pt x="128207" y="248793"/>
                    <a:pt x="128207" y="251841"/>
                  </a:cubicBezTo>
                  <a:cubicBezTo>
                    <a:pt x="126683" y="253365"/>
                    <a:pt x="126683" y="256413"/>
                    <a:pt x="125159" y="256413"/>
                  </a:cubicBezTo>
                  <a:cubicBezTo>
                    <a:pt x="123635" y="257937"/>
                    <a:pt x="122015" y="259461"/>
                    <a:pt x="120491" y="259461"/>
                  </a:cubicBezTo>
                  <a:cubicBezTo>
                    <a:pt x="117443" y="260985"/>
                    <a:pt x="114395" y="262509"/>
                    <a:pt x="111347" y="262509"/>
                  </a:cubicBezTo>
                  <a:cubicBezTo>
                    <a:pt x="108299" y="264033"/>
                    <a:pt x="105251" y="264033"/>
                    <a:pt x="102203" y="264033"/>
                  </a:cubicBezTo>
                  <a:cubicBezTo>
                    <a:pt x="99155" y="264033"/>
                    <a:pt x="96107" y="265557"/>
                    <a:pt x="93059" y="265557"/>
                  </a:cubicBezTo>
                  <a:cubicBezTo>
                    <a:pt x="82391" y="265557"/>
                    <a:pt x="73247" y="264033"/>
                    <a:pt x="65627" y="260985"/>
                  </a:cubicBezTo>
                  <a:cubicBezTo>
                    <a:pt x="59531" y="257937"/>
                    <a:pt x="53435" y="254889"/>
                    <a:pt x="48863" y="248793"/>
                  </a:cubicBezTo>
                  <a:cubicBezTo>
                    <a:pt x="44291" y="242697"/>
                    <a:pt x="39719" y="236601"/>
                    <a:pt x="38195" y="227457"/>
                  </a:cubicBezTo>
                  <a:cubicBezTo>
                    <a:pt x="36671" y="219742"/>
                    <a:pt x="35052" y="209074"/>
                    <a:pt x="35052" y="198406"/>
                  </a:cubicBezTo>
                  <a:lnTo>
                    <a:pt x="35052" y="82391"/>
                  </a:lnTo>
                  <a:lnTo>
                    <a:pt x="7620" y="82391"/>
                  </a:lnTo>
                  <a:cubicBezTo>
                    <a:pt x="4572" y="82391"/>
                    <a:pt x="3048" y="82391"/>
                    <a:pt x="1524" y="79343"/>
                  </a:cubicBezTo>
                  <a:cubicBezTo>
                    <a:pt x="0" y="77819"/>
                    <a:pt x="0" y="73247"/>
                    <a:pt x="0" y="68675"/>
                  </a:cubicBezTo>
                  <a:cubicBezTo>
                    <a:pt x="0" y="65627"/>
                    <a:pt x="0" y="62579"/>
                    <a:pt x="0" y="61055"/>
                  </a:cubicBezTo>
                  <a:cubicBezTo>
                    <a:pt x="1524" y="59531"/>
                    <a:pt x="1524" y="58007"/>
                    <a:pt x="1524" y="56483"/>
                  </a:cubicBezTo>
                  <a:cubicBezTo>
                    <a:pt x="3048" y="54959"/>
                    <a:pt x="3048" y="54959"/>
                    <a:pt x="4572" y="53435"/>
                  </a:cubicBezTo>
                  <a:cubicBezTo>
                    <a:pt x="4572" y="53435"/>
                    <a:pt x="6096" y="53435"/>
                    <a:pt x="7620" y="53435"/>
                  </a:cubicBezTo>
                  <a:lnTo>
                    <a:pt x="35052" y="53435"/>
                  </a:lnTo>
                  <a:lnTo>
                    <a:pt x="35052" y="6096"/>
                  </a:lnTo>
                  <a:cubicBezTo>
                    <a:pt x="35052" y="4572"/>
                    <a:pt x="35052" y="4572"/>
                    <a:pt x="35052" y="3048"/>
                  </a:cubicBezTo>
                  <a:cubicBezTo>
                    <a:pt x="36671" y="3048"/>
                    <a:pt x="36671" y="1524"/>
                    <a:pt x="38195" y="1524"/>
                  </a:cubicBezTo>
                  <a:cubicBezTo>
                    <a:pt x="39719" y="0"/>
                    <a:pt x="41243" y="0"/>
                    <a:pt x="44291" y="0"/>
                  </a:cubicBezTo>
                  <a:cubicBezTo>
                    <a:pt x="45815" y="0"/>
                    <a:pt x="48863" y="0"/>
                    <a:pt x="53435" y="0"/>
                  </a:cubicBezTo>
                  <a:cubicBezTo>
                    <a:pt x="56483" y="0"/>
                    <a:pt x="59531" y="0"/>
                    <a:pt x="61055" y="0"/>
                  </a:cubicBezTo>
                  <a:cubicBezTo>
                    <a:pt x="64103" y="0"/>
                    <a:pt x="65627" y="0"/>
                    <a:pt x="67151" y="1524"/>
                  </a:cubicBezTo>
                  <a:cubicBezTo>
                    <a:pt x="68675" y="1524"/>
                    <a:pt x="70199" y="3048"/>
                    <a:pt x="70199" y="3048"/>
                  </a:cubicBezTo>
                  <a:cubicBezTo>
                    <a:pt x="70199" y="4572"/>
                    <a:pt x="71723" y="4572"/>
                    <a:pt x="71723" y="6096"/>
                  </a:cubicBezTo>
                  <a:lnTo>
                    <a:pt x="71723" y="53435"/>
                  </a:lnTo>
                  <a:lnTo>
                    <a:pt x="122015" y="53435"/>
                  </a:lnTo>
                  <a:cubicBezTo>
                    <a:pt x="122015" y="53435"/>
                    <a:pt x="123635" y="53435"/>
                    <a:pt x="125159" y="53435"/>
                  </a:cubicBezTo>
                  <a:cubicBezTo>
                    <a:pt x="125159" y="54959"/>
                    <a:pt x="126683" y="54959"/>
                    <a:pt x="126683" y="56483"/>
                  </a:cubicBezTo>
                  <a:cubicBezTo>
                    <a:pt x="128207" y="58007"/>
                    <a:pt x="128207" y="59531"/>
                    <a:pt x="128207" y="61055"/>
                  </a:cubicBezTo>
                  <a:cubicBezTo>
                    <a:pt x="128207" y="62579"/>
                    <a:pt x="128207" y="65627"/>
                    <a:pt x="128207" y="68675"/>
                  </a:cubicBezTo>
                  <a:cubicBezTo>
                    <a:pt x="128207" y="73247"/>
                    <a:pt x="128207" y="77819"/>
                    <a:pt x="126683" y="79343"/>
                  </a:cubicBezTo>
                  <a:cubicBezTo>
                    <a:pt x="125159" y="82391"/>
                    <a:pt x="123635" y="82391"/>
                    <a:pt x="122015" y="82391"/>
                  </a:cubicBezTo>
                  <a:lnTo>
                    <a:pt x="71723" y="82391"/>
                  </a:lnTo>
                  <a:lnTo>
                    <a:pt x="71723" y="192310"/>
                  </a:lnTo>
                  <a:cubicBezTo>
                    <a:pt x="71723" y="206026"/>
                    <a:pt x="73247" y="216694"/>
                    <a:pt x="76295" y="224409"/>
                  </a:cubicBezTo>
                  <a:cubicBezTo>
                    <a:pt x="80867" y="230505"/>
                    <a:pt x="88487" y="233553"/>
                    <a:pt x="99155" y="233553"/>
                  </a:cubicBezTo>
                  <a:cubicBezTo>
                    <a:pt x="102203" y="233553"/>
                    <a:pt x="105251" y="233553"/>
                    <a:pt x="106775" y="233553"/>
                  </a:cubicBezTo>
                  <a:cubicBezTo>
                    <a:pt x="109823" y="232029"/>
                    <a:pt x="112871" y="232029"/>
                    <a:pt x="114395" y="230505"/>
                  </a:cubicBezTo>
                  <a:cubicBezTo>
                    <a:pt x="115919" y="230505"/>
                    <a:pt x="117443" y="228981"/>
                    <a:pt x="120491" y="228981"/>
                  </a:cubicBezTo>
                  <a:cubicBezTo>
                    <a:pt x="120491" y="228981"/>
                    <a:pt x="122015" y="227457"/>
                    <a:pt x="123635" y="227457"/>
                  </a:cubicBezTo>
                  <a:cubicBezTo>
                    <a:pt x="125159" y="227457"/>
                    <a:pt x="125159" y="227457"/>
                    <a:pt x="125159" y="228981"/>
                  </a:cubicBezTo>
                  <a:cubicBezTo>
                    <a:pt x="126683" y="228981"/>
                    <a:pt x="126683" y="228981"/>
                    <a:pt x="126683" y="230505"/>
                  </a:cubicBezTo>
                  <a:cubicBezTo>
                    <a:pt x="128207" y="232029"/>
                    <a:pt x="128207" y="233553"/>
                    <a:pt x="128207" y="235077"/>
                  </a:cubicBezTo>
                  <a:cubicBezTo>
                    <a:pt x="128207" y="236601"/>
                    <a:pt x="128207" y="238125"/>
                    <a:pt x="128207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70" name="Path70"/>
            <p:cNvSpPr/>
            <p:nvPr/>
          </p:nvSpPr>
          <p:spPr>
            <a:xfrm>
              <a:off x="5835682" y="2135029"/>
              <a:ext cx="196786" cy="216693"/>
            </a:xfrm>
            <a:custGeom>
              <a:avLst/>
              <a:gdLst/>
              <a:ahLst/>
              <a:cxnLst/>
              <a:rect l="l" t="t" r="r" b="b"/>
              <a:pathLst>
                <a:path w="196786" h="216693">
                  <a:moveTo>
                    <a:pt x="196786" y="106871"/>
                  </a:moveTo>
                  <a:cubicBezTo>
                    <a:pt x="196786" y="122111"/>
                    <a:pt x="193739" y="137351"/>
                    <a:pt x="189166" y="151067"/>
                  </a:cubicBezTo>
                  <a:cubicBezTo>
                    <a:pt x="186118" y="163259"/>
                    <a:pt x="180022" y="175546"/>
                    <a:pt x="170878" y="186214"/>
                  </a:cubicBezTo>
                  <a:cubicBezTo>
                    <a:pt x="163258" y="195358"/>
                    <a:pt x="152590" y="202978"/>
                    <a:pt x="138779" y="209074"/>
                  </a:cubicBezTo>
                  <a:cubicBezTo>
                    <a:pt x="126587" y="213646"/>
                    <a:pt x="112871" y="216694"/>
                    <a:pt x="96107" y="216694"/>
                  </a:cubicBezTo>
                  <a:cubicBezTo>
                    <a:pt x="79343" y="216694"/>
                    <a:pt x="65627" y="213646"/>
                    <a:pt x="53435" y="209074"/>
                  </a:cubicBezTo>
                  <a:cubicBezTo>
                    <a:pt x="41148" y="204502"/>
                    <a:pt x="30480" y="196882"/>
                    <a:pt x="22860" y="187738"/>
                  </a:cubicBezTo>
                  <a:cubicBezTo>
                    <a:pt x="15240" y="178594"/>
                    <a:pt x="9144" y="167831"/>
                    <a:pt x="4572" y="154115"/>
                  </a:cubicBezTo>
                  <a:cubicBezTo>
                    <a:pt x="1524" y="141923"/>
                    <a:pt x="0" y="126683"/>
                    <a:pt x="0" y="109919"/>
                  </a:cubicBezTo>
                  <a:cubicBezTo>
                    <a:pt x="0" y="94583"/>
                    <a:pt x="1524" y="79343"/>
                    <a:pt x="6096" y="65627"/>
                  </a:cubicBezTo>
                  <a:cubicBezTo>
                    <a:pt x="9144" y="51911"/>
                    <a:pt x="15240" y="41243"/>
                    <a:pt x="24384" y="30480"/>
                  </a:cubicBezTo>
                  <a:cubicBezTo>
                    <a:pt x="32004" y="21336"/>
                    <a:pt x="42672" y="13716"/>
                    <a:pt x="56483" y="7620"/>
                  </a:cubicBezTo>
                  <a:cubicBezTo>
                    <a:pt x="68675" y="3048"/>
                    <a:pt x="82391" y="0"/>
                    <a:pt x="99155" y="0"/>
                  </a:cubicBezTo>
                  <a:cubicBezTo>
                    <a:pt x="115919" y="0"/>
                    <a:pt x="129635" y="3048"/>
                    <a:pt x="141922" y="7620"/>
                  </a:cubicBezTo>
                  <a:cubicBezTo>
                    <a:pt x="154115" y="12192"/>
                    <a:pt x="163258" y="19812"/>
                    <a:pt x="172402" y="28956"/>
                  </a:cubicBezTo>
                  <a:cubicBezTo>
                    <a:pt x="180022" y="38195"/>
                    <a:pt x="186118" y="48863"/>
                    <a:pt x="190690" y="62579"/>
                  </a:cubicBezTo>
                  <a:cubicBezTo>
                    <a:pt x="193739" y="74771"/>
                    <a:pt x="196786" y="90011"/>
                    <a:pt x="196786" y="106871"/>
                  </a:cubicBezTo>
                  <a:close/>
                  <a:moveTo>
                    <a:pt x="158686" y="108395"/>
                  </a:moveTo>
                  <a:cubicBezTo>
                    <a:pt x="158686" y="97631"/>
                    <a:pt x="157163" y="88487"/>
                    <a:pt x="155639" y="77819"/>
                  </a:cubicBezTo>
                  <a:cubicBezTo>
                    <a:pt x="152590" y="68675"/>
                    <a:pt x="149542" y="61055"/>
                    <a:pt x="144971" y="53435"/>
                  </a:cubicBezTo>
                  <a:cubicBezTo>
                    <a:pt x="140303" y="45815"/>
                    <a:pt x="134207" y="41243"/>
                    <a:pt x="126587" y="36671"/>
                  </a:cubicBezTo>
                  <a:cubicBezTo>
                    <a:pt x="118967" y="32004"/>
                    <a:pt x="109823" y="30480"/>
                    <a:pt x="97631" y="30480"/>
                  </a:cubicBezTo>
                  <a:cubicBezTo>
                    <a:pt x="86963" y="30480"/>
                    <a:pt x="77819" y="32004"/>
                    <a:pt x="70199" y="36671"/>
                  </a:cubicBezTo>
                  <a:cubicBezTo>
                    <a:pt x="62579" y="39719"/>
                    <a:pt x="56483" y="45815"/>
                    <a:pt x="51816" y="51911"/>
                  </a:cubicBezTo>
                  <a:cubicBezTo>
                    <a:pt x="47244" y="59531"/>
                    <a:pt x="42672" y="67151"/>
                    <a:pt x="41148" y="76295"/>
                  </a:cubicBezTo>
                  <a:cubicBezTo>
                    <a:pt x="38100" y="85439"/>
                    <a:pt x="36576" y="96107"/>
                    <a:pt x="36576" y="108395"/>
                  </a:cubicBezTo>
                  <a:cubicBezTo>
                    <a:pt x="36576" y="119063"/>
                    <a:pt x="38100" y="128207"/>
                    <a:pt x="39624" y="138875"/>
                  </a:cubicBezTo>
                  <a:cubicBezTo>
                    <a:pt x="42672" y="148019"/>
                    <a:pt x="45720" y="155639"/>
                    <a:pt x="50292" y="163259"/>
                  </a:cubicBezTo>
                  <a:cubicBezTo>
                    <a:pt x="54959" y="169355"/>
                    <a:pt x="61055" y="175546"/>
                    <a:pt x="68675" y="180118"/>
                  </a:cubicBezTo>
                  <a:cubicBezTo>
                    <a:pt x="76295" y="184690"/>
                    <a:pt x="85439" y="186214"/>
                    <a:pt x="97631" y="186214"/>
                  </a:cubicBezTo>
                  <a:cubicBezTo>
                    <a:pt x="108299" y="186214"/>
                    <a:pt x="117443" y="184690"/>
                    <a:pt x="125063" y="180118"/>
                  </a:cubicBezTo>
                  <a:cubicBezTo>
                    <a:pt x="132683" y="177070"/>
                    <a:pt x="138779" y="170879"/>
                    <a:pt x="143446" y="164783"/>
                  </a:cubicBezTo>
                  <a:cubicBezTo>
                    <a:pt x="148018" y="157163"/>
                    <a:pt x="152590" y="149543"/>
                    <a:pt x="154115" y="140399"/>
                  </a:cubicBezTo>
                  <a:cubicBezTo>
                    <a:pt x="157163" y="131255"/>
                    <a:pt x="158686" y="120587"/>
                    <a:pt x="158686" y="10839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71" name="Group71"/>
          <p:cNvGrpSpPr/>
          <p:nvPr/>
        </p:nvGrpSpPr>
        <p:grpSpPr>
          <a:xfrm>
            <a:off x="6188107" y="2041969"/>
            <a:ext cx="382905" cy="309753"/>
            <a:chOff x="6188107" y="2041969"/>
            <a:chExt cx="382905" cy="309753"/>
          </a:xfrm>
        </p:grpSpPr>
        <p:sp>
          <p:nvSpPr>
            <p:cNvPr id="72" name="Path72"/>
            <p:cNvSpPr/>
            <p:nvPr/>
          </p:nvSpPr>
          <p:spPr>
            <a:xfrm>
              <a:off x="6188107" y="2041969"/>
              <a:ext cx="169355" cy="306706"/>
            </a:xfrm>
            <a:custGeom>
              <a:avLst/>
              <a:gdLst/>
              <a:ahLst/>
              <a:cxnLst/>
              <a:rect l="l" t="t" r="r" b="b"/>
              <a:pathLst>
                <a:path w="169355" h="306706">
                  <a:moveTo>
                    <a:pt x="169354" y="300609"/>
                  </a:moveTo>
                  <a:cubicBezTo>
                    <a:pt x="169354" y="300609"/>
                    <a:pt x="169354" y="302133"/>
                    <a:pt x="167830" y="303657"/>
                  </a:cubicBezTo>
                  <a:cubicBezTo>
                    <a:pt x="167830" y="303657"/>
                    <a:pt x="166307" y="303657"/>
                    <a:pt x="164783" y="305181"/>
                  </a:cubicBezTo>
                  <a:cubicBezTo>
                    <a:pt x="163258" y="305181"/>
                    <a:pt x="161734" y="306705"/>
                    <a:pt x="160210" y="306705"/>
                  </a:cubicBezTo>
                  <a:cubicBezTo>
                    <a:pt x="157163" y="306705"/>
                    <a:pt x="154114" y="306705"/>
                    <a:pt x="151066" y="306705"/>
                  </a:cubicBezTo>
                  <a:cubicBezTo>
                    <a:pt x="148018" y="306705"/>
                    <a:pt x="144970" y="306705"/>
                    <a:pt x="141922" y="306705"/>
                  </a:cubicBezTo>
                  <a:cubicBezTo>
                    <a:pt x="140398" y="306705"/>
                    <a:pt x="137351" y="305181"/>
                    <a:pt x="135731" y="305181"/>
                  </a:cubicBezTo>
                  <a:cubicBezTo>
                    <a:pt x="135731" y="305181"/>
                    <a:pt x="134207" y="303657"/>
                    <a:pt x="134207" y="303657"/>
                  </a:cubicBezTo>
                  <a:cubicBezTo>
                    <a:pt x="132683" y="302133"/>
                    <a:pt x="132683" y="300609"/>
                    <a:pt x="132683" y="300609"/>
                  </a:cubicBezTo>
                  <a:lnTo>
                    <a:pt x="132683" y="184595"/>
                  </a:lnTo>
                  <a:cubicBezTo>
                    <a:pt x="132683" y="173927"/>
                    <a:pt x="131159" y="164783"/>
                    <a:pt x="129635" y="157163"/>
                  </a:cubicBezTo>
                  <a:cubicBezTo>
                    <a:pt x="128111" y="151067"/>
                    <a:pt x="126587" y="144971"/>
                    <a:pt x="122015" y="140399"/>
                  </a:cubicBezTo>
                  <a:cubicBezTo>
                    <a:pt x="118967" y="134303"/>
                    <a:pt x="114395" y="131255"/>
                    <a:pt x="109823" y="128207"/>
                  </a:cubicBezTo>
                  <a:cubicBezTo>
                    <a:pt x="103727" y="125063"/>
                    <a:pt x="97631" y="125063"/>
                    <a:pt x="91535" y="125063"/>
                  </a:cubicBezTo>
                  <a:cubicBezTo>
                    <a:pt x="82391" y="125063"/>
                    <a:pt x="73247" y="128207"/>
                    <a:pt x="64103" y="134303"/>
                  </a:cubicBezTo>
                  <a:cubicBezTo>
                    <a:pt x="54959" y="140399"/>
                    <a:pt x="45720" y="149543"/>
                    <a:pt x="35052" y="161735"/>
                  </a:cubicBezTo>
                  <a:lnTo>
                    <a:pt x="35052" y="300609"/>
                  </a:lnTo>
                  <a:cubicBezTo>
                    <a:pt x="35052" y="300609"/>
                    <a:pt x="35052" y="302133"/>
                    <a:pt x="35052" y="303657"/>
                  </a:cubicBezTo>
                  <a:cubicBezTo>
                    <a:pt x="33528" y="303657"/>
                    <a:pt x="33528" y="303657"/>
                    <a:pt x="32004" y="305181"/>
                  </a:cubicBezTo>
                  <a:cubicBezTo>
                    <a:pt x="30480" y="305181"/>
                    <a:pt x="28956" y="306705"/>
                    <a:pt x="25908" y="306705"/>
                  </a:cubicBezTo>
                  <a:cubicBezTo>
                    <a:pt x="24384" y="306705"/>
                    <a:pt x="21336" y="306705"/>
                    <a:pt x="16764" y="306705"/>
                  </a:cubicBezTo>
                  <a:cubicBezTo>
                    <a:pt x="13716" y="306705"/>
                    <a:pt x="10668" y="306705"/>
                    <a:pt x="9144" y="306705"/>
                  </a:cubicBezTo>
                  <a:cubicBezTo>
                    <a:pt x="6096" y="306705"/>
                    <a:pt x="4572" y="305181"/>
                    <a:pt x="3048" y="305181"/>
                  </a:cubicBezTo>
                  <a:cubicBezTo>
                    <a:pt x="1524" y="305181"/>
                    <a:pt x="0" y="303657"/>
                    <a:pt x="0" y="303657"/>
                  </a:cubicBezTo>
                  <a:cubicBezTo>
                    <a:pt x="0" y="302133"/>
                    <a:pt x="0" y="300609"/>
                    <a:pt x="0" y="300609"/>
                  </a:cubicBezTo>
                  <a:lnTo>
                    <a:pt x="0" y="7620"/>
                  </a:lnTo>
                  <a:cubicBezTo>
                    <a:pt x="0" y="6096"/>
                    <a:pt x="0" y="6096"/>
                    <a:pt x="0" y="4572"/>
                  </a:cubicBezTo>
                  <a:cubicBezTo>
                    <a:pt x="0" y="3048"/>
                    <a:pt x="1524" y="3048"/>
                    <a:pt x="3048" y="3048"/>
                  </a:cubicBezTo>
                  <a:cubicBezTo>
                    <a:pt x="4572" y="1524"/>
                    <a:pt x="6096" y="1524"/>
                    <a:pt x="9144" y="1524"/>
                  </a:cubicBezTo>
                  <a:cubicBezTo>
                    <a:pt x="10668" y="1524"/>
                    <a:pt x="13716" y="0"/>
                    <a:pt x="16764" y="0"/>
                  </a:cubicBezTo>
                  <a:cubicBezTo>
                    <a:pt x="21336" y="0"/>
                    <a:pt x="24384" y="0"/>
                    <a:pt x="25908" y="1524"/>
                  </a:cubicBezTo>
                  <a:cubicBezTo>
                    <a:pt x="28956" y="1524"/>
                    <a:pt x="30480" y="1524"/>
                    <a:pt x="32004" y="3048"/>
                  </a:cubicBezTo>
                  <a:cubicBezTo>
                    <a:pt x="33528" y="3048"/>
                    <a:pt x="33528" y="3048"/>
                    <a:pt x="35052" y="4572"/>
                  </a:cubicBezTo>
                  <a:cubicBezTo>
                    <a:pt x="35052" y="6096"/>
                    <a:pt x="35052" y="6096"/>
                    <a:pt x="35052" y="7620"/>
                  </a:cubicBezTo>
                  <a:lnTo>
                    <a:pt x="35052" y="125063"/>
                  </a:lnTo>
                  <a:cubicBezTo>
                    <a:pt x="45720" y="114395"/>
                    <a:pt x="56483" y="106775"/>
                    <a:pt x="67151" y="100680"/>
                  </a:cubicBezTo>
                  <a:cubicBezTo>
                    <a:pt x="77819" y="96108"/>
                    <a:pt x="88487" y="93059"/>
                    <a:pt x="99155" y="93059"/>
                  </a:cubicBezTo>
                  <a:cubicBezTo>
                    <a:pt x="111347" y="93059"/>
                    <a:pt x="122015" y="96108"/>
                    <a:pt x="131159" y="99155"/>
                  </a:cubicBezTo>
                  <a:cubicBezTo>
                    <a:pt x="140398" y="103727"/>
                    <a:pt x="148018" y="109823"/>
                    <a:pt x="154114" y="117443"/>
                  </a:cubicBezTo>
                  <a:cubicBezTo>
                    <a:pt x="158686" y="125063"/>
                    <a:pt x="163258" y="134303"/>
                    <a:pt x="164783" y="143447"/>
                  </a:cubicBezTo>
                  <a:cubicBezTo>
                    <a:pt x="167830" y="154115"/>
                    <a:pt x="169354" y="166307"/>
                    <a:pt x="169354" y="180023"/>
                  </a:cubicBezTo>
                  <a:lnTo>
                    <a:pt x="169354" y="3006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73" name="Path73"/>
            <p:cNvSpPr/>
            <p:nvPr/>
          </p:nvSpPr>
          <p:spPr>
            <a:xfrm>
              <a:off x="6409277" y="2135029"/>
              <a:ext cx="161735" cy="216693"/>
            </a:xfrm>
            <a:custGeom>
              <a:avLst/>
              <a:gdLst/>
              <a:ahLst/>
              <a:cxnLst/>
              <a:rect l="l" t="t" r="r" b="b"/>
              <a:pathLst>
                <a:path w="161735" h="216693">
                  <a:moveTo>
                    <a:pt x="161734" y="207550"/>
                  </a:moveTo>
                  <a:cubicBezTo>
                    <a:pt x="161734" y="209074"/>
                    <a:pt x="161734" y="210598"/>
                    <a:pt x="160210" y="210598"/>
                  </a:cubicBezTo>
                  <a:cubicBezTo>
                    <a:pt x="158686" y="212122"/>
                    <a:pt x="157163" y="212122"/>
                    <a:pt x="155639" y="213646"/>
                  </a:cubicBezTo>
                  <a:cubicBezTo>
                    <a:pt x="152591" y="213646"/>
                    <a:pt x="149542" y="213646"/>
                    <a:pt x="146494" y="213646"/>
                  </a:cubicBezTo>
                  <a:cubicBezTo>
                    <a:pt x="141922" y="213646"/>
                    <a:pt x="138874" y="213646"/>
                    <a:pt x="137351" y="213646"/>
                  </a:cubicBezTo>
                  <a:cubicBezTo>
                    <a:pt x="134303" y="212122"/>
                    <a:pt x="132778" y="212122"/>
                    <a:pt x="132778" y="210598"/>
                  </a:cubicBezTo>
                  <a:cubicBezTo>
                    <a:pt x="131254" y="210598"/>
                    <a:pt x="131254" y="209074"/>
                    <a:pt x="131254" y="207550"/>
                  </a:cubicBezTo>
                  <a:lnTo>
                    <a:pt x="131254" y="187738"/>
                  </a:lnTo>
                  <a:cubicBezTo>
                    <a:pt x="122110" y="196882"/>
                    <a:pt x="112966" y="204502"/>
                    <a:pt x="102298" y="209074"/>
                  </a:cubicBezTo>
                  <a:cubicBezTo>
                    <a:pt x="91630" y="213646"/>
                    <a:pt x="80867" y="216694"/>
                    <a:pt x="68675" y="216694"/>
                  </a:cubicBezTo>
                  <a:cubicBezTo>
                    <a:pt x="58007" y="216694"/>
                    <a:pt x="48863" y="215170"/>
                    <a:pt x="39719" y="212122"/>
                  </a:cubicBezTo>
                  <a:cubicBezTo>
                    <a:pt x="32099" y="210598"/>
                    <a:pt x="24479" y="206026"/>
                    <a:pt x="18383" y="201454"/>
                  </a:cubicBezTo>
                  <a:cubicBezTo>
                    <a:pt x="12287" y="195358"/>
                    <a:pt x="7715" y="189262"/>
                    <a:pt x="4667" y="181642"/>
                  </a:cubicBezTo>
                  <a:cubicBezTo>
                    <a:pt x="1524" y="174022"/>
                    <a:pt x="0" y="166307"/>
                    <a:pt x="0" y="157163"/>
                  </a:cubicBezTo>
                  <a:cubicBezTo>
                    <a:pt x="0" y="144970"/>
                    <a:pt x="1524" y="135826"/>
                    <a:pt x="6191" y="128207"/>
                  </a:cubicBezTo>
                  <a:cubicBezTo>
                    <a:pt x="10763" y="119063"/>
                    <a:pt x="18383" y="112967"/>
                    <a:pt x="26003" y="106870"/>
                  </a:cubicBezTo>
                  <a:cubicBezTo>
                    <a:pt x="35147" y="102203"/>
                    <a:pt x="45815" y="97631"/>
                    <a:pt x="58007" y="94583"/>
                  </a:cubicBezTo>
                  <a:cubicBezTo>
                    <a:pt x="70199" y="93059"/>
                    <a:pt x="83915" y="91535"/>
                    <a:pt x="99251" y="91535"/>
                  </a:cubicBezTo>
                  <a:lnTo>
                    <a:pt x="125158" y="91535"/>
                  </a:lnTo>
                  <a:lnTo>
                    <a:pt x="125158" y="76295"/>
                  </a:lnTo>
                  <a:cubicBezTo>
                    <a:pt x="125158" y="68675"/>
                    <a:pt x="125158" y="61055"/>
                    <a:pt x="123634" y="56483"/>
                  </a:cubicBezTo>
                  <a:cubicBezTo>
                    <a:pt x="122110" y="50387"/>
                    <a:pt x="119063" y="45815"/>
                    <a:pt x="116015" y="41243"/>
                  </a:cubicBezTo>
                  <a:cubicBezTo>
                    <a:pt x="112966" y="36671"/>
                    <a:pt x="106870" y="35147"/>
                    <a:pt x="102298" y="32004"/>
                  </a:cubicBezTo>
                  <a:cubicBezTo>
                    <a:pt x="96203" y="30480"/>
                    <a:pt x="88487" y="28956"/>
                    <a:pt x="80867" y="28956"/>
                  </a:cubicBezTo>
                  <a:cubicBezTo>
                    <a:pt x="71723" y="28956"/>
                    <a:pt x="64103" y="30480"/>
                    <a:pt x="56483" y="32004"/>
                  </a:cubicBezTo>
                  <a:cubicBezTo>
                    <a:pt x="50387" y="35147"/>
                    <a:pt x="44291" y="36671"/>
                    <a:pt x="38195" y="39719"/>
                  </a:cubicBezTo>
                  <a:cubicBezTo>
                    <a:pt x="33623" y="42767"/>
                    <a:pt x="29051" y="44291"/>
                    <a:pt x="24479" y="47339"/>
                  </a:cubicBezTo>
                  <a:cubicBezTo>
                    <a:pt x="21431" y="48863"/>
                    <a:pt x="18383" y="50387"/>
                    <a:pt x="16859" y="50387"/>
                  </a:cubicBezTo>
                  <a:cubicBezTo>
                    <a:pt x="15335" y="50387"/>
                    <a:pt x="15335" y="48863"/>
                    <a:pt x="13811" y="48863"/>
                  </a:cubicBezTo>
                  <a:cubicBezTo>
                    <a:pt x="12287" y="48863"/>
                    <a:pt x="12287" y="47339"/>
                    <a:pt x="12287" y="45815"/>
                  </a:cubicBezTo>
                  <a:cubicBezTo>
                    <a:pt x="10763" y="45815"/>
                    <a:pt x="10763" y="44291"/>
                    <a:pt x="10763" y="41243"/>
                  </a:cubicBezTo>
                  <a:cubicBezTo>
                    <a:pt x="9239" y="39719"/>
                    <a:pt x="9239" y="38195"/>
                    <a:pt x="9239" y="35147"/>
                  </a:cubicBezTo>
                  <a:cubicBezTo>
                    <a:pt x="9239" y="32004"/>
                    <a:pt x="9239" y="28956"/>
                    <a:pt x="10763" y="27432"/>
                  </a:cubicBezTo>
                  <a:cubicBezTo>
                    <a:pt x="10763" y="24384"/>
                    <a:pt x="12287" y="22860"/>
                    <a:pt x="13811" y="21336"/>
                  </a:cubicBezTo>
                  <a:cubicBezTo>
                    <a:pt x="16859" y="19812"/>
                    <a:pt x="19907" y="16764"/>
                    <a:pt x="24479" y="13716"/>
                  </a:cubicBezTo>
                  <a:cubicBezTo>
                    <a:pt x="29051" y="12192"/>
                    <a:pt x="35147" y="9144"/>
                    <a:pt x="41243" y="7620"/>
                  </a:cubicBezTo>
                  <a:cubicBezTo>
                    <a:pt x="47339" y="6096"/>
                    <a:pt x="53435" y="3048"/>
                    <a:pt x="61055" y="1524"/>
                  </a:cubicBezTo>
                  <a:cubicBezTo>
                    <a:pt x="68675" y="1524"/>
                    <a:pt x="76295" y="0"/>
                    <a:pt x="83915" y="0"/>
                  </a:cubicBezTo>
                  <a:cubicBezTo>
                    <a:pt x="97727" y="0"/>
                    <a:pt x="109918" y="1524"/>
                    <a:pt x="120586" y="4572"/>
                  </a:cubicBezTo>
                  <a:cubicBezTo>
                    <a:pt x="129730" y="7620"/>
                    <a:pt x="138874" y="12192"/>
                    <a:pt x="144970" y="18288"/>
                  </a:cubicBezTo>
                  <a:cubicBezTo>
                    <a:pt x="151066" y="24384"/>
                    <a:pt x="154115" y="33528"/>
                    <a:pt x="157163" y="42767"/>
                  </a:cubicBezTo>
                  <a:cubicBezTo>
                    <a:pt x="160210" y="51911"/>
                    <a:pt x="161734" y="62579"/>
                    <a:pt x="161734" y="74771"/>
                  </a:cubicBezTo>
                  <a:lnTo>
                    <a:pt x="161734" y="207550"/>
                  </a:lnTo>
                  <a:close/>
                  <a:moveTo>
                    <a:pt x="125158" y="117539"/>
                  </a:moveTo>
                  <a:lnTo>
                    <a:pt x="94678" y="117539"/>
                  </a:lnTo>
                  <a:cubicBezTo>
                    <a:pt x="85439" y="117539"/>
                    <a:pt x="76295" y="117539"/>
                    <a:pt x="68675" y="119063"/>
                  </a:cubicBezTo>
                  <a:cubicBezTo>
                    <a:pt x="62579" y="122111"/>
                    <a:pt x="56483" y="123635"/>
                    <a:pt x="50387" y="126683"/>
                  </a:cubicBezTo>
                  <a:cubicBezTo>
                    <a:pt x="45815" y="129730"/>
                    <a:pt x="42767" y="134302"/>
                    <a:pt x="39719" y="138874"/>
                  </a:cubicBezTo>
                  <a:cubicBezTo>
                    <a:pt x="38195" y="143446"/>
                    <a:pt x="36671" y="149542"/>
                    <a:pt x="36671" y="154114"/>
                  </a:cubicBezTo>
                  <a:cubicBezTo>
                    <a:pt x="36671" y="164783"/>
                    <a:pt x="39719" y="172498"/>
                    <a:pt x="47339" y="178594"/>
                  </a:cubicBezTo>
                  <a:cubicBezTo>
                    <a:pt x="53435" y="184690"/>
                    <a:pt x="62579" y="187738"/>
                    <a:pt x="73247" y="187738"/>
                  </a:cubicBezTo>
                  <a:cubicBezTo>
                    <a:pt x="83915" y="187738"/>
                    <a:pt x="91630" y="186214"/>
                    <a:pt x="100774" y="181642"/>
                  </a:cubicBezTo>
                  <a:cubicBezTo>
                    <a:pt x="108394" y="177070"/>
                    <a:pt x="117539" y="169354"/>
                    <a:pt x="125158" y="158686"/>
                  </a:cubicBezTo>
                  <a:lnTo>
                    <a:pt x="125158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74" name="Group74"/>
          <p:cNvGrpSpPr/>
          <p:nvPr/>
        </p:nvGrpSpPr>
        <p:grpSpPr>
          <a:xfrm>
            <a:off x="6636639" y="2043494"/>
            <a:ext cx="404337" cy="308228"/>
            <a:chOff x="6636639" y="2043494"/>
            <a:chExt cx="404337" cy="308228"/>
          </a:xfrm>
        </p:grpSpPr>
        <p:sp>
          <p:nvSpPr>
            <p:cNvPr id="75" name="Path75"/>
            <p:cNvSpPr/>
            <p:nvPr/>
          </p:nvSpPr>
          <p:spPr>
            <a:xfrm>
              <a:off x="6636639" y="2135029"/>
              <a:ext cx="170879" cy="213646"/>
            </a:xfrm>
            <a:custGeom>
              <a:avLst/>
              <a:gdLst/>
              <a:ahLst/>
              <a:cxnLst/>
              <a:rect l="l" t="t" r="r" b="b"/>
              <a:pathLst>
                <a:path w="170879" h="213646">
                  <a:moveTo>
                    <a:pt x="170879" y="207550"/>
                  </a:moveTo>
                  <a:cubicBezTo>
                    <a:pt x="170879" y="207550"/>
                    <a:pt x="169355" y="209074"/>
                    <a:pt x="169355" y="210598"/>
                  </a:cubicBezTo>
                  <a:cubicBezTo>
                    <a:pt x="169355" y="210598"/>
                    <a:pt x="167831" y="210598"/>
                    <a:pt x="166307" y="212122"/>
                  </a:cubicBezTo>
                  <a:cubicBezTo>
                    <a:pt x="164783" y="212122"/>
                    <a:pt x="163259" y="213646"/>
                    <a:pt x="161735" y="213646"/>
                  </a:cubicBezTo>
                  <a:cubicBezTo>
                    <a:pt x="158686" y="213646"/>
                    <a:pt x="155639" y="213646"/>
                    <a:pt x="152591" y="213646"/>
                  </a:cubicBezTo>
                  <a:cubicBezTo>
                    <a:pt x="148019" y="213646"/>
                    <a:pt x="146495" y="213646"/>
                    <a:pt x="143447" y="213646"/>
                  </a:cubicBezTo>
                  <a:cubicBezTo>
                    <a:pt x="140398" y="213646"/>
                    <a:pt x="138874" y="212122"/>
                    <a:pt x="137351" y="212122"/>
                  </a:cubicBezTo>
                  <a:cubicBezTo>
                    <a:pt x="137351" y="212122"/>
                    <a:pt x="135827" y="210598"/>
                    <a:pt x="135827" y="210598"/>
                  </a:cubicBezTo>
                  <a:cubicBezTo>
                    <a:pt x="134303" y="209074"/>
                    <a:pt x="134303" y="207550"/>
                    <a:pt x="134303" y="207550"/>
                  </a:cubicBezTo>
                  <a:lnTo>
                    <a:pt x="134303" y="91535"/>
                  </a:lnTo>
                  <a:cubicBezTo>
                    <a:pt x="134303" y="80867"/>
                    <a:pt x="132779" y="71723"/>
                    <a:pt x="131255" y="64103"/>
                  </a:cubicBezTo>
                  <a:cubicBezTo>
                    <a:pt x="129731" y="58007"/>
                    <a:pt x="126683" y="51911"/>
                    <a:pt x="123540" y="47339"/>
                  </a:cubicBezTo>
                  <a:cubicBezTo>
                    <a:pt x="120491" y="41243"/>
                    <a:pt x="115919" y="38195"/>
                    <a:pt x="111347" y="35147"/>
                  </a:cubicBezTo>
                  <a:cubicBezTo>
                    <a:pt x="105252" y="32004"/>
                    <a:pt x="99155" y="32004"/>
                    <a:pt x="93059" y="32004"/>
                  </a:cubicBezTo>
                  <a:cubicBezTo>
                    <a:pt x="83916" y="32004"/>
                    <a:pt x="74771" y="35147"/>
                    <a:pt x="65628" y="41243"/>
                  </a:cubicBezTo>
                  <a:cubicBezTo>
                    <a:pt x="56483" y="47339"/>
                    <a:pt x="47340" y="56483"/>
                    <a:pt x="36576" y="68675"/>
                  </a:cubicBezTo>
                  <a:lnTo>
                    <a:pt x="36576" y="207550"/>
                  </a:lnTo>
                  <a:cubicBezTo>
                    <a:pt x="36576" y="207550"/>
                    <a:pt x="36576" y="209074"/>
                    <a:pt x="36576" y="210598"/>
                  </a:cubicBezTo>
                  <a:cubicBezTo>
                    <a:pt x="35052" y="210598"/>
                    <a:pt x="35052" y="210598"/>
                    <a:pt x="33528" y="212122"/>
                  </a:cubicBezTo>
                  <a:cubicBezTo>
                    <a:pt x="32004" y="212122"/>
                    <a:pt x="30480" y="213646"/>
                    <a:pt x="27432" y="213646"/>
                  </a:cubicBezTo>
                  <a:cubicBezTo>
                    <a:pt x="25908" y="213646"/>
                    <a:pt x="22860" y="213646"/>
                    <a:pt x="18288" y="213646"/>
                  </a:cubicBezTo>
                  <a:cubicBezTo>
                    <a:pt x="15240" y="213646"/>
                    <a:pt x="12192" y="213646"/>
                    <a:pt x="9144" y="213646"/>
                  </a:cubicBezTo>
                  <a:cubicBezTo>
                    <a:pt x="7620" y="213646"/>
                    <a:pt x="6097" y="212122"/>
                    <a:pt x="4573" y="212122"/>
                  </a:cubicBezTo>
                  <a:cubicBezTo>
                    <a:pt x="3048" y="212122"/>
                    <a:pt x="1524" y="210598"/>
                    <a:pt x="1524" y="210598"/>
                  </a:cubicBezTo>
                  <a:cubicBezTo>
                    <a:pt x="1524" y="209074"/>
                    <a:pt x="0" y="207550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1524" y="7620"/>
                    <a:pt x="1524" y="7620"/>
                  </a:cubicBezTo>
                  <a:cubicBezTo>
                    <a:pt x="1524" y="6096"/>
                    <a:pt x="3048" y="6096"/>
                    <a:pt x="4573" y="4572"/>
                  </a:cubicBezTo>
                  <a:cubicBezTo>
                    <a:pt x="4573" y="4572"/>
                    <a:pt x="7620" y="3048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860" y="3048"/>
                    <a:pt x="24385" y="3048"/>
                  </a:cubicBezTo>
                  <a:cubicBezTo>
                    <a:pt x="27432" y="3048"/>
                    <a:pt x="28956" y="4572"/>
                    <a:pt x="30480" y="4572"/>
                  </a:cubicBezTo>
                  <a:cubicBezTo>
                    <a:pt x="30480" y="6096"/>
                    <a:pt x="32004" y="6096"/>
                    <a:pt x="32004" y="7620"/>
                  </a:cubicBezTo>
                  <a:cubicBezTo>
                    <a:pt x="33528" y="7620"/>
                    <a:pt x="33528" y="9144"/>
                    <a:pt x="33528" y="10668"/>
                  </a:cubicBezTo>
                  <a:lnTo>
                    <a:pt x="33528" y="36671"/>
                  </a:lnTo>
                  <a:cubicBezTo>
                    <a:pt x="44291" y="22860"/>
                    <a:pt x="54959" y="15240"/>
                    <a:pt x="67152" y="9144"/>
                  </a:cubicBezTo>
                  <a:cubicBezTo>
                    <a:pt x="77819" y="3048"/>
                    <a:pt x="88488" y="0"/>
                    <a:pt x="99155" y="0"/>
                  </a:cubicBezTo>
                  <a:cubicBezTo>
                    <a:pt x="112871" y="0"/>
                    <a:pt x="123540" y="3048"/>
                    <a:pt x="132779" y="6096"/>
                  </a:cubicBezTo>
                  <a:cubicBezTo>
                    <a:pt x="141922" y="10668"/>
                    <a:pt x="149543" y="16764"/>
                    <a:pt x="154115" y="24384"/>
                  </a:cubicBezTo>
                  <a:cubicBezTo>
                    <a:pt x="160210" y="32004"/>
                    <a:pt x="164783" y="41243"/>
                    <a:pt x="166307" y="50387"/>
                  </a:cubicBezTo>
                  <a:cubicBezTo>
                    <a:pt x="169355" y="61055"/>
                    <a:pt x="170879" y="73247"/>
                    <a:pt x="170879" y="86963"/>
                  </a:cubicBezTo>
                  <a:lnTo>
                    <a:pt x="170879" y="2075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76" name="Path76"/>
            <p:cNvSpPr/>
            <p:nvPr/>
          </p:nvSpPr>
          <p:spPr>
            <a:xfrm>
              <a:off x="6859430" y="2043494"/>
              <a:ext cx="181546" cy="308228"/>
            </a:xfrm>
            <a:custGeom>
              <a:avLst/>
              <a:gdLst/>
              <a:ahLst/>
              <a:cxnLst/>
              <a:rect l="l" t="t" r="r" b="b"/>
              <a:pathLst>
                <a:path w="181546" h="308228">
                  <a:moveTo>
                    <a:pt x="181546" y="299085"/>
                  </a:moveTo>
                  <a:cubicBezTo>
                    <a:pt x="181546" y="299085"/>
                    <a:pt x="181546" y="300609"/>
                    <a:pt x="181546" y="302133"/>
                  </a:cubicBezTo>
                  <a:cubicBezTo>
                    <a:pt x="180022" y="302133"/>
                    <a:pt x="180022" y="303657"/>
                    <a:pt x="178498" y="303657"/>
                  </a:cubicBezTo>
                  <a:cubicBezTo>
                    <a:pt x="176974" y="303657"/>
                    <a:pt x="175451" y="305181"/>
                    <a:pt x="173927" y="305181"/>
                  </a:cubicBezTo>
                  <a:cubicBezTo>
                    <a:pt x="170878" y="305181"/>
                    <a:pt x="169354" y="305181"/>
                    <a:pt x="166306" y="305181"/>
                  </a:cubicBezTo>
                  <a:cubicBezTo>
                    <a:pt x="163163" y="305181"/>
                    <a:pt x="160115" y="305181"/>
                    <a:pt x="158591" y="305181"/>
                  </a:cubicBezTo>
                  <a:cubicBezTo>
                    <a:pt x="157067" y="305181"/>
                    <a:pt x="154019" y="303657"/>
                    <a:pt x="154019" y="303657"/>
                  </a:cubicBezTo>
                  <a:cubicBezTo>
                    <a:pt x="152495" y="303657"/>
                    <a:pt x="150971" y="302133"/>
                    <a:pt x="150971" y="302133"/>
                  </a:cubicBezTo>
                  <a:cubicBezTo>
                    <a:pt x="149447" y="300609"/>
                    <a:pt x="149447" y="299085"/>
                    <a:pt x="149447" y="299085"/>
                  </a:cubicBezTo>
                  <a:lnTo>
                    <a:pt x="149447" y="273177"/>
                  </a:lnTo>
                  <a:cubicBezTo>
                    <a:pt x="138779" y="283845"/>
                    <a:pt x="128111" y="292989"/>
                    <a:pt x="117443" y="299085"/>
                  </a:cubicBezTo>
                  <a:cubicBezTo>
                    <a:pt x="106775" y="305181"/>
                    <a:pt x="94583" y="308229"/>
                    <a:pt x="80867" y="308229"/>
                  </a:cubicBezTo>
                  <a:cubicBezTo>
                    <a:pt x="65532" y="308229"/>
                    <a:pt x="53340" y="305181"/>
                    <a:pt x="44196" y="299085"/>
                  </a:cubicBezTo>
                  <a:cubicBezTo>
                    <a:pt x="33527" y="294513"/>
                    <a:pt x="25908" y="286893"/>
                    <a:pt x="18288" y="276225"/>
                  </a:cubicBezTo>
                  <a:cubicBezTo>
                    <a:pt x="12192" y="267081"/>
                    <a:pt x="7620" y="256318"/>
                    <a:pt x="4572" y="242602"/>
                  </a:cubicBezTo>
                  <a:cubicBezTo>
                    <a:pt x="1524" y="230410"/>
                    <a:pt x="0" y="216694"/>
                    <a:pt x="0" y="202978"/>
                  </a:cubicBezTo>
                  <a:cubicBezTo>
                    <a:pt x="0" y="186118"/>
                    <a:pt x="3048" y="170878"/>
                    <a:pt x="6096" y="157162"/>
                  </a:cubicBezTo>
                  <a:cubicBezTo>
                    <a:pt x="9144" y="143446"/>
                    <a:pt x="15240" y="131254"/>
                    <a:pt x="22860" y="122015"/>
                  </a:cubicBezTo>
                  <a:cubicBezTo>
                    <a:pt x="28956" y="111347"/>
                    <a:pt x="38100" y="105251"/>
                    <a:pt x="48768" y="99155"/>
                  </a:cubicBezTo>
                  <a:cubicBezTo>
                    <a:pt x="59436" y="94583"/>
                    <a:pt x="71627" y="91535"/>
                    <a:pt x="85439" y="91535"/>
                  </a:cubicBezTo>
                  <a:cubicBezTo>
                    <a:pt x="97631" y="91535"/>
                    <a:pt x="108299" y="94583"/>
                    <a:pt x="117443" y="99155"/>
                  </a:cubicBezTo>
                  <a:cubicBezTo>
                    <a:pt x="126587" y="103727"/>
                    <a:pt x="135731" y="111347"/>
                    <a:pt x="144875" y="122015"/>
                  </a:cubicBezTo>
                  <a:lnTo>
                    <a:pt x="144875" y="7620"/>
                  </a:lnTo>
                  <a:cubicBezTo>
                    <a:pt x="144875" y="6096"/>
                    <a:pt x="146399" y="4572"/>
                    <a:pt x="146399" y="4572"/>
                  </a:cubicBezTo>
                  <a:cubicBezTo>
                    <a:pt x="146399" y="3048"/>
                    <a:pt x="147923" y="3048"/>
                    <a:pt x="149447" y="1524"/>
                  </a:cubicBezTo>
                  <a:cubicBezTo>
                    <a:pt x="150971" y="1524"/>
                    <a:pt x="152495" y="1524"/>
                    <a:pt x="155543" y="0"/>
                  </a:cubicBezTo>
                  <a:cubicBezTo>
                    <a:pt x="157067" y="0"/>
                    <a:pt x="160115" y="0"/>
                    <a:pt x="163163" y="0"/>
                  </a:cubicBezTo>
                  <a:cubicBezTo>
                    <a:pt x="167830" y="0"/>
                    <a:pt x="169354" y="0"/>
                    <a:pt x="172403" y="0"/>
                  </a:cubicBezTo>
                  <a:cubicBezTo>
                    <a:pt x="175451" y="1524"/>
                    <a:pt x="176974" y="1524"/>
                    <a:pt x="178498" y="1524"/>
                  </a:cubicBezTo>
                  <a:cubicBezTo>
                    <a:pt x="178498" y="1524"/>
                    <a:pt x="180022" y="3048"/>
                    <a:pt x="181546" y="4572"/>
                  </a:cubicBezTo>
                  <a:cubicBezTo>
                    <a:pt x="181546" y="4572"/>
                    <a:pt x="181546" y="6096"/>
                    <a:pt x="181546" y="7620"/>
                  </a:cubicBezTo>
                  <a:lnTo>
                    <a:pt x="181546" y="299085"/>
                  </a:lnTo>
                  <a:close/>
                  <a:moveTo>
                    <a:pt x="144875" y="160210"/>
                  </a:moveTo>
                  <a:cubicBezTo>
                    <a:pt x="135731" y="148018"/>
                    <a:pt x="126587" y="138874"/>
                    <a:pt x="117443" y="132778"/>
                  </a:cubicBezTo>
                  <a:cubicBezTo>
                    <a:pt x="108299" y="126682"/>
                    <a:pt x="99155" y="122015"/>
                    <a:pt x="88487" y="122015"/>
                  </a:cubicBezTo>
                  <a:cubicBezTo>
                    <a:pt x="79343" y="122015"/>
                    <a:pt x="71627" y="125063"/>
                    <a:pt x="65532" y="129730"/>
                  </a:cubicBezTo>
                  <a:cubicBezTo>
                    <a:pt x="59436" y="134302"/>
                    <a:pt x="53340" y="138874"/>
                    <a:pt x="50292" y="146494"/>
                  </a:cubicBezTo>
                  <a:cubicBezTo>
                    <a:pt x="45720" y="154114"/>
                    <a:pt x="42672" y="161734"/>
                    <a:pt x="41148" y="170878"/>
                  </a:cubicBezTo>
                  <a:cubicBezTo>
                    <a:pt x="39624" y="180022"/>
                    <a:pt x="38100" y="189166"/>
                    <a:pt x="38100" y="198406"/>
                  </a:cubicBezTo>
                  <a:cubicBezTo>
                    <a:pt x="38100" y="209074"/>
                    <a:pt x="38100" y="218218"/>
                    <a:pt x="41148" y="227362"/>
                  </a:cubicBezTo>
                  <a:cubicBezTo>
                    <a:pt x="42672" y="236506"/>
                    <a:pt x="44196" y="245650"/>
                    <a:pt x="48768" y="253270"/>
                  </a:cubicBezTo>
                  <a:cubicBezTo>
                    <a:pt x="51815" y="260890"/>
                    <a:pt x="56388" y="265557"/>
                    <a:pt x="64008" y="270129"/>
                  </a:cubicBezTo>
                  <a:cubicBezTo>
                    <a:pt x="70103" y="274701"/>
                    <a:pt x="77819" y="277749"/>
                    <a:pt x="86963" y="277749"/>
                  </a:cubicBezTo>
                  <a:cubicBezTo>
                    <a:pt x="91535" y="277749"/>
                    <a:pt x="96107" y="276225"/>
                    <a:pt x="100679" y="274701"/>
                  </a:cubicBezTo>
                  <a:cubicBezTo>
                    <a:pt x="105251" y="274701"/>
                    <a:pt x="109823" y="271653"/>
                    <a:pt x="114395" y="268605"/>
                  </a:cubicBezTo>
                  <a:cubicBezTo>
                    <a:pt x="118967" y="265557"/>
                    <a:pt x="123539" y="262414"/>
                    <a:pt x="129635" y="256318"/>
                  </a:cubicBezTo>
                  <a:cubicBezTo>
                    <a:pt x="134207" y="251746"/>
                    <a:pt x="140303" y="245650"/>
                    <a:pt x="144875" y="238030"/>
                  </a:cubicBezTo>
                  <a:lnTo>
                    <a:pt x="144875" y="16021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77" name="Group77"/>
          <p:cNvGrpSpPr/>
          <p:nvPr/>
        </p:nvGrpSpPr>
        <p:grpSpPr>
          <a:xfrm>
            <a:off x="7108031" y="2041969"/>
            <a:ext cx="270129" cy="309754"/>
            <a:chOff x="7108031" y="2041969"/>
            <a:chExt cx="270129" cy="309754"/>
          </a:xfrm>
        </p:grpSpPr>
        <p:sp>
          <p:nvSpPr>
            <p:cNvPr id="78" name="Path78"/>
            <p:cNvSpPr/>
            <p:nvPr/>
          </p:nvSpPr>
          <p:spPr>
            <a:xfrm>
              <a:off x="7108031" y="2041969"/>
              <a:ext cx="36671" cy="306706"/>
            </a:xfrm>
            <a:custGeom>
              <a:avLst/>
              <a:gdLst/>
              <a:ahLst/>
              <a:cxnLst/>
              <a:rect l="l" t="t" r="r" b="b"/>
              <a:pathLst>
                <a:path w="36671" h="306706">
                  <a:moveTo>
                    <a:pt x="36671" y="300609"/>
                  </a:moveTo>
                  <a:cubicBezTo>
                    <a:pt x="36671" y="300609"/>
                    <a:pt x="35147" y="302133"/>
                    <a:pt x="35147" y="303657"/>
                  </a:cubicBezTo>
                  <a:cubicBezTo>
                    <a:pt x="35147" y="303657"/>
                    <a:pt x="33624" y="303657"/>
                    <a:pt x="32100" y="305181"/>
                  </a:cubicBezTo>
                  <a:cubicBezTo>
                    <a:pt x="30576" y="305181"/>
                    <a:pt x="29052" y="306705"/>
                    <a:pt x="26003" y="306705"/>
                  </a:cubicBezTo>
                  <a:cubicBezTo>
                    <a:pt x="24479" y="306705"/>
                    <a:pt x="21431" y="306705"/>
                    <a:pt x="18383" y="306705"/>
                  </a:cubicBezTo>
                  <a:cubicBezTo>
                    <a:pt x="13812" y="306705"/>
                    <a:pt x="10764" y="306705"/>
                    <a:pt x="9240" y="306705"/>
                  </a:cubicBezTo>
                  <a:cubicBezTo>
                    <a:pt x="6191" y="306705"/>
                    <a:pt x="4667" y="305181"/>
                    <a:pt x="3143" y="305181"/>
                  </a:cubicBezTo>
                  <a:cubicBezTo>
                    <a:pt x="1524" y="305181"/>
                    <a:pt x="1524" y="303657"/>
                    <a:pt x="0" y="303657"/>
                  </a:cubicBezTo>
                  <a:cubicBezTo>
                    <a:pt x="0" y="302133"/>
                    <a:pt x="0" y="300609"/>
                    <a:pt x="0" y="300609"/>
                  </a:cubicBezTo>
                  <a:lnTo>
                    <a:pt x="0" y="7620"/>
                  </a:lnTo>
                  <a:cubicBezTo>
                    <a:pt x="0" y="6096"/>
                    <a:pt x="0" y="6096"/>
                    <a:pt x="0" y="4572"/>
                  </a:cubicBezTo>
                  <a:cubicBezTo>
                    <a:pt x="1524" y="3048"/>
                    <a:pt x="1524" y="3048"/>
                    <a:pt x="3143" y="3048"/>
                  </a:cubicBezTo>
                  <a:cubicBezTo>
                    <a:pt x="4667" y="1524"/>
                    <a:pt x="6191" y="1524"/>
                    <a:pt x="9240" y="1524"/>
                  </a:cubicBezTo>
                  <a:cubicBezTo>
                    <a:pt x="10764" y="1524"/>
                    <a:pt x="13812" y="0"/>
                    <a:pt x="18383" y="0"/>
                  </a:cubicBezTo>
                  <a:cubicBezTo>
                    <a:pt x="21431" y="0"/>
                    <a:pt x="24479" y="0"/>
                    <a:pt x="26003" y="1524"/>
                  </a:cubicBezTo>
                  <a:cubicBezTo>
                    <a:pt x="29052" y="1524"/>
                    <a:pt x="30576" y="1524"/>
                    <a:pt x="32100" y="3048"/>
                  </a:cubicBezTo>
                  <a:cubicBezTo>
                    <a:pt x="33624" y="3048"/>
                    <a:pt x="33624" y="3048"/>
                    <a:pt x="35147" y="4572"/>
                  </a:cubicBezTo>
                  <a:cubicBezTo>
                    <a:pt x="35147" y="6096"/>
                    <a:pt x="36671" y="6096"/>
                    <a:pt x="36671" y="7620"/>
                  </a:cubicBezTo>
                  <a:lnTo>
                    <a:pt x="36671" y="3006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79" name="Path79"/>
            <p:cNvSpPr/>
            <p:nvPr/>
          </p:nvSpPr>
          <p:spPr>
            <a:xfrm>
              <a:off x="7196518" y="2135029"/>
              <a:ext cx="181642" cy="216694"/>
            </a:xfrm>
            <a:custGeom>
              <a:avLst/>
              <a:gdLst/>
              <a:ahLst/>
              <a:cxnLst/>
              <a:rect l="l" t="t" r="r" b="b"/>
              <a:pathLst>
                <a:path w="181642" h="216694">
                  <a:moveTo>
                    <a:pt x="181642" y="99155"/>
                  </a:moveTo>
                  <a:cubicBezTo>
                    <a:pt x="181642" y="105346"/>
                    <a:pt x="180118" y="109918"/>
                    <a:pt x="177070" y="111442"/>
                  </a:cubicBezTo>
                  <a:cubicBezTo>
                    <a:pt x="173927" y="114490"/>
                    <a:pt x="170879" y="116014"/>
                    <a:pt x="166306" y="116014"/>
                  </a:cubicBezTo>
                  <a:lnTo>
                    <a:pt x="38195" y="116014"/>
                  </a:lnTo>
                  <a:cubicBezTo>
                    <a:pt x="38195" y="126682"/>
                    <a:pt x="39719" y="135826"/>
                    <a:pt x="41243" y="144970"/>
                  </a:cubicBezTo>
                  <a:cubicBezTo>
                    <a:pt x="42767" y="154114"/>
                    <a:pt x="47339" y="161735"/>
                    <a:pt x="51911" y="167830"/>
                  </a:cubicBezTo>
                  <a:cubicBezTo>
                    <a:pt x="56483" y="174022"/>
                    <a:pt x="64103" y="178594"/>
                    <a:pt x="71723" y="181642"/>
                  </a:cubicBezTo>
                  <a:cubicBezTo>
                    <a:pt x="80867" y="186214"/>
                    <a:pt x="90106" y="187738"/>
                    <a:pt x="102298" y="187738"/>
                  </a:cubicBezTo>
                  <a:cubicBezTo>
                    <a:pt x="111442" y="187738"/>
                    <a:pt x="119063" y="186214"/>
                    <a:pt x="126682" y="184690"/>
                  </a:cubicBezTo>
                  <a:cubicBezTo>
                    <a:pt x="134303" y="183166"/>
                    <a:pt x="140398" y="181642"/>
                    <a:pt x="146494" y="180118"/>
                  </a:cubicBezTo>
                  <a:cubicBezTo>
                    <a:pt x="151067" y="178594"/>
                    <a:pt x="155639" y="175546"/>
                    <a:pt x="158686" y="174022"/>
                  </a:cubicBezTo>
                  <a:cubicBezTo>
                    <a:pt x="161734" y="172498"/>
                    <a:pt x="164782" y="172498"/>
                    <a:pt x="166306" y="172498"/>
                  </a:cubicBezTo>
                  <a:cubicBezTo>
                    <a:pt x="167830" y="172498"/>
                    <a:pt x="169354" y="172498"/>
                    <a:pt x="169354" y="172498"/>
                  </a:cubicBezTo>
                  <a:cubicBezTo>
                    <a:pt x="170879" y="174022"/>
                    <a:pt x="170879" y="174022"/>
                    <a:pt x="170879" y="175546"/>
                  </a:cubicBezTo>
                  <a:cubicBezTo>
                    <a:pt x="172403" y="177070"/>
                    <a:pt x="172403" y="178594"/>
                    <a:pt x="172403" y="180118"/>
                  </a:cubicBezTo>
                  <a:cubicBezTo>
                    <a:pt x="172403" y="181642"/>
                    <a:pt x="172403" y="183166"/>
                    <a:pt x="172403" y="186214"/>
                  </a:cubicBezTo>
                  <a:cubicBezTo>
                    <a:pt x="172403" y="187738"/>
                    <a:pt x="172403" y="189262"/>
                    <a:pt x="172403" y="190786"/>
                  </a:cubicBezTo>
                  <a:cubicBezTo>
                    <a:pt x="172403" y="192310"/>
                    <a:pt x="172403" y="193834"/>
                    <a:pt x="172403" y="195358"/>
                  </a:cubicBezTo>
                  <a:cubicBezTo>
                    <a:pt x="172403" y="195358"/>
                    <a:pt x="170879" y="196882"/>
                    <a:pt x="170879" y="198406"/>
                  </a:cubicBezTo>
                  <a:cubicBezTo>
                    <a:pt x="170879" y="198406"/>
                    <a:pt x="169354" y="199930"/>
                    <a:pt x="169354" y="199930"/>
                  </a:cubicBezTo>
                  <a:cubicBezTo>
                    <a:pt x="167830" y="201454"/>
                    <a:pt x="166306" y="202978"/>
                    <a:pt x="161734" y="204502"/>
                  </a:cubicBezTo>
                  <a:cubicBezTo>
                    <a:pt x="157163" y="206026"/>
                    <a:pt x="152591" y="207550"/>
                    <a:pt x="146494" y="209074"/>
                  </a:cubicBezTo>
                  <a:cubicBezTo>
                    <a:pt x="140398" y="212122"/>
                    <a:pt x="132779" y="213646"/>
                    <a:pt x="125158" y="215170"/>
                  </a:cubicBezTo>
                  <a:cubicBezTo>
                    <a:pt x="116015" y="215170"/>
                    <a:pt x="108394" y="216694"/>
                    <a:pt x="97727" y="216694"/>
                  </a:cubicBezTo>
                  <a:cubicBezTo>
                    <a:pt x="82391" y="216694"/>
                    <a:pt x="68675" y="213646"/>
                    <a:pt x="56483" y="209074"/>
                  </a:cubicBezTo>
                  <a:cubicBezTo>
                    <a:pt x="44291" y="206026"/>
                    <a:pt x="33623" y="198406"/>
                    <a:pt x="24479" y="189262"/>
                  </a:cubicBezTo>
                  <a:cubicBezTo>
                    <a:pt x="16859" y="180118"/>
                    <a:pt x="10763" y="169354"/>
                    <a:pt x="6191" y="155638"/>
                  </a:cubicBezTo>
                  <a:cubicBezTo>
                    <a:pt x="1619" y="143446"/>
                    <a:pt x="0" y="126682"/>
                    <a:pt x="0" y="109918"/>
                  </a:cubicBezTo>
                  <a:cubicBezTo>
                    <a:pt x="0" y="93059"/>
                    <a:pt x="1619" y="77819"/>
                    <a:pt x="6191" y="64103"/>
                  </a:cubicBezTo>
                  <a:cubicBezTo>
                    <a:pt x="10763" y="50387"/>
                    <a:pt x="16859" y="38195"/>
                    <a:pt x="26003" y="28956"/>
                  </a:cubicBezTo>
                  <a:cubicBezTo>
                    <a:pt x="33623" y="19812"/>
                    <a:pt x="44291" y="12192"/>
                    <a:pt x="54959" y="7620"/>
                  </a:cubicBezTo>
                  <a:cubicBezTo>
                    <a:pt x="67151" y="3048"/>
                    <a:pt x="79343" y="0"/>
                    <a:pt x="94679" y="0"/>
                  </a:cubicBezTo>
                  <a:cubicBezTo>
                    <a:pt x="109918" y="0"/>
                    <a:pt x="123634" y="3048"/>
                    <a:pt x="134303" y="7620"/>
                  </a:cubicBezTo>
                  <a:cubicBezTo>
                    <a:pt x="144970" y="12192"/>
                    <a:pt x="154115" y="19812"/>
                    <a:pt x="160210" y="27432"/>
                  </a:cubicBezTo>
                  <a:cubicBezTo>
                    <a:pt x="167830" y="36671"/>
                    <a:pt x="172403" y="45815"/>
                    <a:pt x="175451" y="56483"/>
                  </a:cubicBezTo>
                  <a:cubicBezTo>
                    <a:pt x="180118" y="68675"/>
                    <a:pt x="181642" y="80867"/>
                    <a:pt x="181642" y="93059"/>
                  </a:cubicBezTo>
                  <a:lnTo>
                    <a:pt x="181642" y="99155"/>
                  </a:lnTo>
                  <a:close/>
                  <a:moveTo>
                    <a:pt x="144970" y="88487"/>
                  </a:moveTo>
                  <a:cubicBezTo>
                    <a:pt x="144970" y="70199"/>
                    <a:pt x="140398" y="54959"/>
                    <a:pt x="132779" y="44291"/>
                  </a:cubicBezTo>
                  <a:cubicBezTo>
                    <a:pt x="123634" y="33528"/>
                    <a:pt x="109918" y="28956"/>
                    <a:pt x="93154" y="28956"/>
                  </a:cubicBezTo>
                  <a:cubicBezTo>
                    <a:pt x="83915" y="28956"/>
                    <a:pt x="76295" y="30480"/>
                    <a:pt x="70199" y="33528"/>
                  </a:cubicBezTo>
                  <a:cubicBezTo>
                    <a:pt x="62579" y="36671"/>
                    <a:pt x="56483" y="41243"/>
                    <a:pt x="51911" y="47339"/>
                  </a:cubicBezTo>
                  <a:cubicBezTo>
                    <a:pt x="48863" y="51911"/>
                    <a:pt x="44291" y="58007"/>
                    <a:pt x="42767" y="65627"/>
                  </a:cubicBezTo>
                  <a:cubicBezTo>
                    <a:pt x="39719" y="73247"/>
                    <a:pt x="38195" y="80867"/>
                    <a:pt x="38195" y="88487"/>
                  </a:cubicBezTo>
                  <a:lnTo>
                    <a:pt x="144970" y="884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80" name="Group80"/>
          <p:cNvGrpSpPr/>
          <p:nvPr/>
        </p:nvGrpSpPr>
        <p:grpSpPr>
          <a:xfrm>
            <a:off x="7536751" y="2135029"/>
            <a:ext cx="383001" cy="291465"/>
            <a:chOff x="7536751" y="2135029"/>
            <a:chExt cx="383001" cy="291465"/>
          </a:xfrm>
        </p:grpSpPr>
        <p:sp>
          <p:nvSpPr>
            <p:cNvPr id="81" name="Path81"/>
            <p:cNvSpPr/>
            <p:nvPr/>
          </p:nvSpPr>
          <p:spPr>
            <a:xfrm>
              <a:off x="7536751" y="2135029"/>
              <a:ext cx="180022" cy="291465"/>
            </a:xfrm>
            <a:custGeom>
              <a:avLst/>
              <a:gdLst/>
              <a:ahLst/>
              <a:cxnLst/>
              <a:rect l="l" t="t" r="r" b="b"/>
              <a:pathLst>
                <a:path w="180022" h="291465">
                  <a:moveTo>
                    <a:pt x="180022" y="105347"/>
                  </a:moveTo>
                  <a:cubicBezTo>
                    <a:pt x="180022" y="122111"/>
                    <a:pt x="178498" y="137351"/>
                    <a:pt x="175451" y="151067"/>
                  </a:cubicBezTo>
                  <a:cubicBezTo>
                    <a:pt x="170879" y="164783"/>
                    <a:pt x="166306" y="177070"/>
                    <a:pt x="158686" y="186214"/>
                  </a:cubicBezTo>
                  <a:cubicBezTo>
                    <a:pt x="151066" y="196882"/>
                    <a:pt x="141922" y="202978"/>
                    <a:pt x="131254" y="209074"/>
                  </a:cubicBezTo>
                  <a:cubicBezTo>
                    <a:pt x="120586" y="213646"/>
                    <a:pt x="108394" y="216694"/>
                    <a:pt x="94583" y="216694"/>
                  </a:cubicBezTo>
                  <a:cubicBezTo>
                    <a:pt x="90011" y="216694"/>
                    <a:pt x="83915" y="216694"/>
                    <a:pt x="79343" y="215170"/>
                  </a:cubicBezTo>
                  <a:cubicBezTo>
                    <a:pt x="74771" y="213646"/>
                    <a:pt x="68675" y="212122"/>
                    <a:pt x="64103" y="209074"/>
                  </a:cubicBezTo>
                  <a:cubicBezTo>
                    <a:pt x="59531" y="207550"/>
                    <a:pt x="54959" y="204502"/>
                    <a:pt x="50387" y="199930"/>
                  </a:cubicBezTo>
                  <a:cubicBezTo>
                    <a:pt x="45815" y="196882"/>
                    <a:pt x="41243" y="192310"/>
                    <a:pt x="35147" y="186214"/>
                  </a:cubicBezTo>
                  <a:lnTo>
                    <a:pt x="35147" y="285369"/>
                  </a:lnTo>
                  <a:cubicBezTo>
                    <a:pt x="35147" y="286893"/>
                    <a:pt x="35147" y="286893"/>
                    <a:pt x="35147" y="288417"/>
                  </a:cubicBezTo>
                  <a:cubicBezTo>
                    <a:pt x="33623" y="288417"/>
                    <a:pt x="33623" y="289941"/>
                    <a:pt x="32099" y="289941"/>
                  </a:cubicBezTo>
                  <a:cubicBezTo>
                    <a:pt x="30575" y="291465"/>
                    <a:pt x="29051" y="291465"/>
                    <a:pt x="26003" y="291465"/>
                  </a:cubicBezTo>
                  <a:cubicBezTo>
                    <a:pt x="24479" y="291465"/>
                    <a:pt x="21431" y="291465"/>
                    <a:pt x="16859" y="291465"/>
                  </a:cubicBezTo>
                  <a:cubicBezTo>
                    <a:pt x="13811" y="291465"/>
                    <a:pt x="10763" y="291465"/>
                    <a:pt x="9144" y="291465"/>
                  </a:cubicBezTo>
                  <a:cubicBezTo>
                    <a:pt x="6096" y="291465"/>
                    <a:pt x="4572" y="291465"/>
                    <a:pt x="3048" y="289941"/>
                  </a:cubicBezTo>
                  <a:cubicBezTo>
                    <a:pt x="1524" y="289941"/>
                    <a:pt x="0" y="288417"/>
                    <a:pt x="0" y="288417"/>
                  </a:cubicBezTo>
                  <a:cubicBezTo>
                    <a:pt x="0" y="286893"/>
                    <a:pt x="0" y="286893"/>
                    <a:pt x="0" y="285369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0" y="6096"/>
                  </a:cubicBezTo>
                  <a:cubicBezTo>
                    <a:pt x="0" y="6096"/>
                    <a:pt x="1524" y="6096"/>
                    <a:pt x="3048" y="4572"/>
                  </a:cubicBezTo>
                  <a:cubicBezTo>
                    <a:pt x="4572" y="4572"/>
                    <a:pt x="6096" y="3048"/>
                    <a:pt x="7620" y="3048"/>
                  </a:cubicBezTo>
                  <a:cubicBezTo>
                    <a:pt x="9144" y="3048"/>
                    <a:pt x="12287" y="3048"/>
                    <a:pt x="15335" y="3048"/>
                  </a:cubicBezTo>
                  <a:cubicBezTo>
                    <a:pt x="18383" y="3048"/>
                    <a:pt x="21431" y="3048"/>
                    <a:pt x="22955" y="3048"/>
                  </a:cubicBezTo>
                  <a:cubicBezTo>
                    <a:pt x="24479" y="3048"/>
                    <a:pt x="26003" y="4572"/>
                    <a:pt x="27527" y="4572"/>
                  </a:cubicBezTo>
                  <a:cubicBezTo>
                    <a:pt x="29051" y="4572"/>
                    <a:pt x="30575" y="6096"/>
                    <a:pt x="30575" y="6096"/>
                  </a:cubicBezTo>
                  <a:cubicBezTo>
                    <a:pt x="30575" y="7620"/>
                    <a:pt x="30575" y="9144"/>
                    <a:pt x="30575" y="10668"/>
                  </a:cubicBezTo>
                  <a:lnTo>
                    <a:pt x="30575" y="36671"/>
                  </a:lnTo>
                  <a:cubicBezTo>
                    <a:pt x="36671" y="30480"/>
                    <a:pt x="42767" y="24384"/>
                    <a:pt x="48863" y="19812"/>
                  </a:cubicBezTo>
                  <a:cubicBezTo>
                    <a:pt x="53435" y="15240"/>
                    <a:pt x="59531" y="12192"/>
                    <a:pt x="65627" y="9144"/>
                  </a:cubicBezTo>
                  <a:cubicBezTo>
                    <a:pt x="70199" y="6096"/>
                    <a:pt x="76295" y="4572"/>
                    <a:pt x="82391" y="3048"/>
                  </a:cubicBezTo>
                  <a:cubicBezTo>
                    <a:pt x="88487" y="1524"/>
                    <a:pt x="94583" y="0"/>
                    <a:pt x="100774" y="0"/>
                  </a:cubicBezTo>
                  <a:cubicBezTo>
                    <a:pt x="116015" y="0"/>
                    <a:pt x="128206" y="3048"/>
                    <a:pt x="137351" y="9144"/>
                  </a:cubicBezTo>
                  <a:cubicBezTo>
                    <a:pt x="148018" y="13716"/>
                    <a:pt x="155639" y="21336"/>
                    <a:pt x="161734" y="30480"/>
                  </a:cubicBezTo>
                  <a:cubicBezTo>
                    <a:pt x="169354" y="41243"/>
                    <a:pt x="173927" y="51911"/>
                    <a:pt x="175451" y="64103"/>
                  </a:cubicBezTo>
                  <a:cubicBezTo>
                    <a:pt x="178498" y="77819"/>
                    <a:pt x="180022" y="91536"/>
                    <a:pt x="180022" y="105347"/>
                  </a:cubicBezTo>
                  <a:close/>
                  <a:moveTo>
                    <a:pt x="141922" y="109919"/>
                  </a:moveTo>
                  <a:cubicBezTo>
                    <a:pt x="141922" y="99155"/>
                    <a:pt x="141922" y="90011"/>
                    <a:pt x="140398" y="80867"/>
                  </a:cubicBezTo>
                  <a:cubicBezTo>
                    <a:pt x="138874" y="70199"/>
                    <a:pt x="135827" y="62580"/>
                    <a:pt x="132779" y="54959"/>
                  </a:cubicBezTo>
                  <a:cubicBezTo>
                    <a:pt x="128206" y="47339"/>
                    <a:pt x="123634" y="42767"/>
                    <a:pt x="117539" y="38195"/>
                  </a:cubicBezTo>
                  <a:cubicBezTo>
                    <a:pt x="111442" y="33528"/>
                    <a:pt x="103822" y="30480"/>
                    <a:pt x="94583" y="30480"/>
                  </a:cubicBezTo>
                  <a:cubicBezTo>
                    <a:pt x="90011" y="30480"/>
                    <a:pt x="85439" y="32004"/>
                    <a:pt x="80867" y="33528"/>
                  </a:cubicBezTo>
                  <a:cubicBezTo>
                    <a:pt x="76295" y="35147"/>
                    <a:pt x="71723" y="36671"/>
                    <a:pt x="65627" y="39719"/>
                  </a:cubicBezTo>
                  <a:cubicBezTo>
                    <a:pt x="61055" y="42767"/>
                    <a:pt x="56483" y="47339"/>
                    <a:pt x="51911" y="51911"/>
                  </a:cubicBezTo>
                  <a:cubicBezTo>
                    <a:pt x="47339" y="56483"/>
                    <a:pt x="41243" y="62580"/>
                    <a:pt x="35147" y="70199"/>
                  </a:cubicBezTo>
                  <a:lnTo>
                    <a:pt x="35147" y="148019"/>
                  </a:lnTo>
                  <a:cubicBezTo>
                    <a:pt x="45815" y="160211"/>
                    <a:pt x="54959" y="169355"/>
                    <a:pt x="64103" y="175546"/>
                  </a:cubicBezTo>
                  <a:cubicBezTo>
                    <a:pt x="73247" y="181642"/>
                    <a:pt x="82391" y="186214"/>
                    <a:pt x="91535" y="186214"/>
                  </a:cubicBezTo>
                  <a:cubicBezTo>
                    <a:pt x="100774" y="186214"/>
                    <a:pt x="108394" y="183166"/>
                    <a:pt x="114491" y="178594"/>
                  </a:cubicBezTo>
                  <a:cubicBezTo>
                    <a:pt x="122110" y="174022"/>
                    <a:pt x="126682" y="169355"/>
                    <a:pt x="131254" y="161735"/>
                  </a:cubicBezTo>
                  <a:cubicBezTo>
                    <a:pt x="134303" y="154115"/>
                    <a:pt x="137351" y="146495"/>
                    <a:pt x="140398" y="137351"/>
                  </a:cubicBezTo>
                  <a:cubicBezTo>
                    <a:pt x="141922" y="128207"/>
                    <a:pt x="141922" y="119063"/>
                    <a:pt x="141922" y="10991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82" name="Path82"/>
            <p:cNvSpPr/>
            <p:nvPr/>
          </p:nvSpPr>
          <p:spPr>
            <a:xfrm>
              <a:off x="7758017" y="2135029"/>
              <a:ext cx="161735" cy="216693"/>
            </a:xfrm>
            <a:custGeom>
              <a:avLst/>
              <a:gdLst/>
              <a:ahLst/>
              <a:cxnLst/>
              <a:rect l="l" t="t" r="r" b="b"/>
              <a:pathLst>
                <a:path w="161735" h="216693">
                  <a:moveTo>
                    <a:pt x="161734" y="207550"/>
                  </a:moveTo>
                  <a:cubicBezTo>
                    <a:pt x="161734" y="209074"/>
                    <a:pt x="161734" y="210598"/>
                    <a:pt x="160210" y="210598"/>
                  </a:cubicBezTo>
                  <a:cubicBezTo>
                    <a:pt x="158686" y="212122"/>
                    <a:pt x="157163" y="212122"/>
                    <a:pt x="155639" y="213646"/>
                  </a:cubicBezTo>
                  <a:cubicBezTo>
                    <a:pt x="152591" y="213646"/>
                    <a:pt x="149542" y="213646"/>
                    <a:pt x="146494" y="213646"/>
                  </a:cubicBezTo>
                  <a:cubicBezTo>
                    <a:pt x="141922" y="213646"/>
                    <a:pt x="138874" y="213646"/>
                    <a:pt x="137255" y="213646"/>
                  </a:cubicBezTo>
                  <a:cubicBezTo>
                    <a:pt x="134207" y="212122"/>
                    <a:pt x="132683" y="212122"/>
                    <a:pt x="132683" y="210598"/>
                  </a:cubicBezTo>
                  <a:cubicBezTo>
                    <a:pt x="131159" y="210598"/>
                    <a:pt x="131159" y="209074"/>
                    <a:pt x="131159" y="207550"/>
                  </a:cubicBezTo>
                  <a:lnTo>
                    <a:pt x="131159" y="187738"/>
                  </a:lnTo>
                  <a:cubicBezTo>
                    <a:pt x="122015" y="196882"/>
                    <a:pt x="112871" y="204502"/>
                    <a:pt x="102203" y="209074"/>
                  </a:cubicBezTo>
                  <a:cubicBezTo>
                    <a:pt x="91535" y="213646"/>
                    <a:pt x="80867" y="216694"/>
                    <a:pt x="68675" y="216694"/>
                  </a:cubicBezTo>
                  <a:cubicBezTo>
                    <a:pt x="58007" y="216694"/>
                    <a:pt x="48768" y="215170"/>
                    <a:pt x="39624" y="212122"/>
                  </a:cubicBezTo>
                  <a:cubicBezTo>
                    <a:pt x="32003" y="210598"/>
                    <a:pt x="24384" y="206026"/>
                    <a:pt x="18288" y="201454"/>
                  </a:cubicBezTo>
                  <a:cubicBezTo>
                    <a:pt x="12192" y="195358"/>
                    <a:pt x="7620" y="189262"/>
                    <a:pt x="4572" y="181642"/>
                  </a:cubicBezTo>
                  <a:cubicBezTo>
                    <a:pt x="1524" y="174022"/>
                    <a:pt x="0" y="166307"/>
                    <a:pt x="0" y="157163"/>
                  </a:cubicBezTo>
                  <a:cubicBezTo>
                    <a:pt x="0" y="144970"/>
                    <a:pt x="1524" y="135826"/>
                    <a:pt x="7620" y="128207"/>
                  </a:cubicBezTo>
                  <a:cubicBezTo>
                    <a:pt x="10668" y="119063"/>
                    <a:pt x="18288" y="112967"/>
                    <a:pt x="25908" y="106870"/>
                  </a:cubicBezTo>
                  <a:cubicBezTo>
                    <a:pt x="35052" y="102203"/>
                    <a:pt x="45720" y="97631"/>
                    <a:pt x="58007" y="94583"/>
                  </a:cubicBezTo>
                  <a:cubicBezTo>
                    <a:pt x="70199" y="93059"/>
                    <a:pt x="83915" y="91535"/>
                    <a:pt x="99155" y="91535"/>
                  </a:cubicBezTo>
                  <a:lnTo>
                    <a:pt x="126587" y="91535"/>
                  </a:lnTo>
                  <a:lnTo>
                    <a:pt x="126587" y="76295"/>
                  </a:lnTo>
                  <a:cubicBezTo>
                    <a:pt x="126587" y="68675"/>
                    <a:pt x="125063" y="61055"/>
                    <a:pt x="123539" y="56483"/>
                  </a:cubicBezTo>
                  <a:cubicBezTo>
                    <a:pt x="122015" y="50387"/>
                    <a:pt x="118967" y="45815"/>
                    <a:pt x="115919" y="41243"/>
                  </a:cubicBezTo>
                  <a:cubicBezTo>
                    <a:pt x="112871" y="36671"/>
                    <a:pt x="106775" y="35147"/>
                    <a:pt x="102203" y="32004"/>
                  </a:cubicBezTo>
                  <a:cubicBezTo>
                    <a:pt x="96107" y="30480"/>
                    <a:pt x="88487" y="28956"/>
                    <a:pt x="80867" y="28956"/>
                  </a:cubicBezTo>
                  <a:cubicBezTo>
                    <a:pt x="71723" y="28956"/>
                    <a:pt x="64103" y="30480"/>
                    <a:pt x="56483" y="32004"/>
                  </a:cubicBezTo>
                  <a:cubicBezTo>
                    <a:pt x="50387" y="35147"/>
                    <a:pt x="44196" y="36671"/>
                    <a:pt x="38100" y="39719"/>
                  </a:cubicBezTo>
                  <a:cubicBezTo>
                    <a:pt x="33528" y="42767"/>
                    <a:pt x="28956" y="44291"/>
                    <a:pt x="24384" y="47339"/>
                  </a:cubicBezTo>
                  <a:cubicBezTo>
                    <a:pt x="21336" y="48863"/>
                    <a:pt x="18288" y="50387"/>
                    <a:pt x="16764" y="50387"/>
                  </a:cubicBezTo>
                  <a:cubicBezTo>
                    <a:pt x="15240" y="50387"/>
                    <a:pt x="15240" y="48863"/>
                    <a:pt x="13715" y="48863"/>
                  </a:cubicBezTo>
                  <a:cubicBezTo>
                    <a:pt x="13715" y="48863"/>
                    <a:pt x="12192" y="47339"/>
                    <a:pt x="12192" y="45815"/>
                  </a:cubicBezTo>
                  <a:cubicBezTo>
                    <a:pt x="10668" y="45815"/>
                    <a:pt x="10668" y="44291"/>
                    <a:pt x="10668" y="41243"/>
                  </a:cubicBezTo>
                  <a:cubicBezTo>
                    <a:pt x="10668" y="39719"/>
                    <a:pt x="9144" y="38195"/>
                    <a:pt x="9144" y="35147"/>
                  </a:cubicBezTo>
                  <a:cubicBezTo>
                    <a:pt x="9144" y="32004"/>
                    <a:pt x="10668" y="28956"/>
                    <a:pt x="10668" y="27432"/>
                  </a:cubicBezTo>
                  <a:cubicBezTo>
                    <a:pt x="10668" y="24384"/>
                    <a:pt x="12192" y="22860"/>
                    <a:pt x="13715" y="21336"/>
                  </a:cubicBezTo>
                  <a:cubicBezTo>
                    <a:pt x="16764" y="19812"/>
                    <a:pt x="19812" y="16764"/>
                    <a:pt x="24384" y="13716"/>
                  </a:cubicBezTo>
                  <a:cubicBezTo>
                    <a:pt x="28956" y="12192"/>
                    <a:pt x="35052" y="9144"/>
                    <a:pt x="41148" y="7620"/>
                  </a:cubicBezTo>
                  <a:cubicBezTo>
                    <a:pt x="47244" y="6096"/>
                    <a:pt x="53435" y="3048"/>
                    <a:pt x="61055" y="1524"/>
                  </a:cubicBezTo>
                  <a:cubicBezTo>
                    <a:pt x="68675" y="1524"/>
                    <a:pt x="76295" y="0"/>
                    <a:pt x="83915" y="0"/>
                  </a:cubicBezTo>
                  <a:cubicBezTo>
                    <a:pt x="97631" y="0"/>
                    <a:pt x="109823" y="1524"/>
                    <a:pt x="120491" y="4572"/>
                  </a:cubicBezTo>
                  <a:cubicBezTo>
                    <a:pt x="129635" y="7620"/>
                    <a:pt x="138874" y="12192"/>
                    <a:pt x="144970" y="18288"/>
                  </a:cubicBezTo>
                  <a:cubicBezTo>
                    <a:pt x="151066" y="24384"/>
                    <a:pt x="154115" y="33528"/>
                    <a:pt x="157163" y="42767"/>
                  </a:cubicBezTo>
                  <a:cubicBezTo>
                    <a:pt x="160210" y="51911"/>
                    <a:pt x="161734" y="62579"/>
                    <a:pt x="161734" y="74771"/>
                  </a:cubicBezTo>
                  <a:lnTo>
                    <a:pt x="161734" y="207550"/>
                  </a:lnTo>
                  <a:close/>
                  <a:moveTo>
                    <a:pt x="126587" y="117539"/>
                  </a:moveTo>
                  <a:lnTo>
                    <a:pt x="94583" y="117539"/>
                  </a:lnTo>
                  <a:cubicBezTo>
                    <a:pt x="85439" y="117539"/>
                    <a:pt x="76295" y="117539"/>
                    <a:pt x="68675" y="119063"/>
                  </a:cubicBezTo>
                  <a:cubicBezTo>
                    <a:pt x="62579" y="122111"/>
                    <a:pt x="56483" y="123635"/>
                    <a:pt x="50387" y="126683"/>
                  </a:cubicBezTo>
                  <a:cubicBezTo>
                    <a:pt x="45720" y="129730"/>
                    <a:pt x="42672" y="134302"/>
                    <a:pt x="41148" y="138874"/>
                  </a:cubicBezTo>
                  <a:cubicBezTo>
                    <a:pt x="38100" y="143446"/>
                    <a:pt x="36576" y="149542"/>
                    <a:pt x="36576" y="154114"/>
                  </a:cubicBezTo>
                  <a:cubicBezTo>
                    <a:pt x="36576" y="164783"/>
                    <a:pt x="39624" y="172498"/>
                    <a:pt x="47244" y="178594"/>
                  </a:cubicBezTo>
                  <a:cubicBezTo>
                    <a:pt x="53435" y="184690"/>
                    <a:pt x="62579" y="187738"/>
                    <a:pt x="74771" y="187738"/>
                  </a:cubicBezTo>
                  <a:cubicBezTo>
                    <a:pt x="83915" y="187738"/>
                    <a:pt x="93059" y="186214"/>
                    <a:pt x="100679" y="181642"/>
                  </a:cubicBezTo>
                  <a:cubicBezTo>
                    <a:pt x="108299" y="177070"/>
                    <a:pt x="117443" y="169354"/>
                    <a:pt x="126587" y="158686"/>
                  </a:cubicBezTo>
                  <a:lnTo>
                    <a:pt x="126587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83" name="Group83"/>
          <p:cNvGrpSpPr/>
          <p:nvPr/>
        </p:nvGrpSpPr>
        <p:grpSpPr>
          <a:xfrm>
            <a:off x="7985379" y="2057209"/>
            <a:ext cx="556831" cy="294514"/>
            <a:chOff x="7985379" y="2057209"/>
            <a:chExt cx="556831" cy="294514"/>
          </a:xfrm>
        </p:grpSpPr>
        <p:sp>
          <p:nvSpPr>
            <p:cNvPr id="84" name="Path84"/>
            <p:cNvSpPr/>
            <p:nvPr/>
          </p:nvSpPr>
          <p:spPr>
            <a:xfrm>
              <a:off x="7985379" y="2135029"/>
              <a:ext cx="115920" cy="213646"/>
            </a:xfrm>
            <a:custGeom>
              <a:avLst/>
              <a:gdLst/>
              <a:ahLst/>
              <a:cxnLst/>
              <a:rect l="l" t="t" r="r" b="b"/>
              <a:pathLst>
                <a:path w="115920" h="213646">
                  <a:moveTo>
                    <a:pt x="115919" y="22860"/>
                  </a:moveTo>
                  <a:cubicBezTo>
                    <a:pt x="115919" y="25908"/>
                    <a:pt x="115919" y="28956"/>
                    <a:pt x="115919" y="30480"/>
                  </a:cubicBezTo>
                  <a:cubicBezTo>
                    <a:pt x="115919" y="33528"/>
                    <a:pt x="114395" y="35147"/>
                    <a:pt x="114395" y="36671"/>
                  </a:cubicBezTo>
                  <a:cubicBezTo>
                    <a:pt x="114395" y="36671"/>
                    <a:pt x="114395" y="38195"/>
                    <a:pt x="112871" y="39719"/>
                  </a:cubicBezTo>
                  <a:cubicBezTo>
                    <a:pt x="112871" y="39719"/>
                    <a:pt x="111347" y="39719"/>
                    <a:pt x="109824" y="39719"/>
                  </a:cubicBezTo>
                  <a:cubicBezTo>
                    <a:pt x="109824" y="39719"/>
                    <a:pt x="108300" y="39719"/>
                    <a:pt x="106776" y="39719"/>
                  </a:cubicBezTo>
                  <a:cubicBezTo>
                    <a:pt x="103727" y="38195"/>
                    <a:pt x="102203" y="38195"/>
                    <a:pt x="100679" y="36671"/>
                  </a:cubicBezTo>
                  <a:cubicBezTo>
                    <a:pt x="97631" y="36671"/>
                    <a:pt x="96107" y="35147"/>
                    <a:pt x="93059" y="35147"/>
                  </a:cubicBezTo>
                  <a:cubicBezTo>
                    <a:pt x="90012" y="35147"/>
                    <a:pt x="88488" y="33528"/>
                    <a:pt x="85439" y="33528"/>
                  </a:cubicBezTo>
                  <a:cubicBezTo>
                    <a:pt x="80772" y="33528"/>
                    <a:pt x="77724" y="35147"/>
                    <a:pt x="74676" y="36671"/>
                  </a:cubicBezTo>
                  <a:cubicBezTo>
                    <a:pt x="70104" y="38195"/>
                    <a:pt x="67056" y="39719"/>
                    <a:pt x="62484" y="44291"/>
                  </a:cubicBezTo>
                  <a:cubicBezTo>
                    <a:pt x="59436" y="47339"/>
                    <a:pt x="54864" y="51911"/>
                    <a:pt x="50292" y="56483"/>
                  </a:cubicBezTo>
                  <a:cubicBezTo>
                    <a:pt x="47244" y="62579"/>
                    <a:pt x="42672" y="68675"/>
                    <a:pt x="36576" y="77819"/>
                  </a:cubicBezTo>
                  <a:lnTo>
                    <a:pt x="36576" y="207550"/>
                  </a:lnTo>
                  <a:cubicBezTo>
                    <a:pt x="36576" y="207550"/>
                    <a:pt x="36576" y="209074"/>
                    <a:pt x="36576" y="210598"/>
                  </a:cubicBezTo>
                  <a:cubicBezTo>
                    <a:pt x="35052" y="210598"/>
                    <a:pt x="35052" y="210598"/>
                    <a:pt x="33528" y="212122"/>
                  </a:cubicBezTo>
                  <a:cubicBezTo>
                    <a:pt x="32004" y="212122"/>
                    <a:pt x="30480" y="213646"/>
                    <a:pt x="27432" y="213646"/>
                  </a:cubicBezTo>
                  <a:cubicBezTo>
                    <a:pt x="25908" y="213646"/>
                    <a:pt x="22860" y="213646"/>
                    <a:pt x="18288" y="213646"/>
                  </a:cubicBezTo>
                  <a:cubicBezTo>
                    <a:pt x="15240" y="213646"/>
                    <a:pt x="12192" y="213646"/>
                    <a:pt x="10668" y="213646"/>
                  </a:cubicBezTo>
                  <a:cubicBezTo>
                    <a:pt x="7620" y="213646"/>
                    <a:pt x="6096" y="212122"/>
                    <a:pt x="4572" y="212122"/>
                  </a:cubicBezTo>
                  <a:cubicBezTo>
                    <a:pt x="3048" y="212122"/>
                    <a:pt x="1524" y="210598"/>
                    <a:pt x="1524" y="210598"/>
                  </a:cubicBezTo>
                  <a:cubicBezTo>
                    <a:pt x="1524" y="209074"/>
                    <a:pt x="0" y="207550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1524" y="7620"/>
                    <a:pt x="1524" y="7620"/>
                  </a:cubicBezTo>
                  <a:cubicBezTo>
                    <a:pt x="1524" y="6096"/>
                    <a:pt x="3048" y="6096"/>
                    <a:pt x="4572" y="4572"/>
                  </a:cubicBezTo>
                  <a:cubicBezTo>
                    <a:pt x="6096" y="4572"/>
                    <a:pt x="7620" y="3048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860" y="3048"/>
                    <a:pt x="24384" y="3048"/>
                  </a:cubicBezTo>
                  <a:cubicBezTo>
                    <a:pt x="27432" y="3048"/>
                    <a:pt x="28956" y="4572"/>
                    <a:pt x="30480" y="4572"/>
                  </a:cubicBezTo>
                  <a:cubicBezTo>
                    <a:pt x="30480" y="6096"/>
                    <a:pt x="32004" y="6096"/>
                    <a:pt x="32004" y="7620"/>
                  </a:cubicBezTo>
                  <a:cubicBezTo>
                    <a:pt x="33528" y="7620"/>
                    <a:pt x="33528" y="9144"/>
                    <a:pt x="33528" y="10668"/>
                  </a:cubicBezTo>
                  <a:lnTo>
                    <a:pt x="33528" y="38195"/>
                  </a:lnTo>
                  <a:cubicBezTo>
                    <a:pt x="38100" y="30480"/>
                    <a:pt x="44196" y="24384"/>
                    <a:pt x="48768" y="19812"/>
                  </a:cubicBezTo>
                  <a:cubicBezTo>
                    <a:pt x="53340" y="13716"/>
                    <a:pt x="57912" y="10668"/>
                    <a:pt x="62484" y="7620"/>
                  </a:cubicBezTo>
                  <a:cubicBezTo>
                    <a:pt x="65532" y="4572"/>
                    <a:pt x="70104" y="3048"/>
                    <a:pt x="74676" y="1524"/>
                  </a:cubicBezTo>
                  <a:cubicBezTo>
                    <a:pt x="79248" y="0"/>
                    <a:pt x="82296" y="0"/>
                    <a:pt x="86963" y="0"/>
                  </a:cubicBezTo>
                  <a:cubicBezTo>
                    <a:pt x="88488" y="0"/>
                    <a:pt x="91536" y="0"/>
                    <a:pt x="93059" y="0"/>
                  </a:cubicBezTo>
                  <a:cubicBezTo>
                    <a:pt x="96107" y="0"/>
                    <a:pt x="99155" y="1524"/>
                    <a:pt x="100679" y="1524"/>
                  </a:cubicBezTo>
                  <a:cubicBezTo>
                    <a:pt x="103727" y="1524"/>
                    <a:pt x="106776" y="3048"/>
                    <a:pt x="108300" y="3048"/>
                  </a:cubicBezTo>
                  <a:cubicBezTo>
                    <a:pt x="109824" y="4572"/>
                    <a:pt x="111347" y="4572"/>
                    <a:pt x="112871" y="6096"/>
                  </a:cubicBezTo>
                  <a:cubicBezTo>
                    <a:pt x="112871" y="6096"/>
                    <a:pt x="114395" y="7620"/>
                    <a:pt x="114395" y="7620"/>
                  </a:cubicBezTo>
                  <a:cubicBezTo>
                    <a:pt x="114395" y="9144"/>
                    <a:pt x="114395" y="9144"/>
                    <a:pt x="115919" y="10668"/>
                  </a:cubicBezTo>
                  <a:cubicBezTo>
                    <a:pt x="115919" y="10668"/>
                    <a:pt x="115919" y="12192"/>
                    <a:pt x="115919" y="15240"/>
                  </a:cubicBezTo>
                  <a:cubicBezTo>
                    <a:pt x="115919" y="16764"/>
                    <a:pt x="115919" y="19812"/>
                    <a:pt x="115919" y="2286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85" name="Path85"/>
            <p:cNvSpPr/>
            <p:nvPr/>
          </p:nvSpPr>
          <p:spPr>
            <a:xfrm>
              <a:off x="8116539" y="2086166"/>
              <a:ext cx="128206" cy="265557"/>
            </a:xfrm>
            <a:custGeom>
              <a:avLst/>
              <a:gdLst/>
              <a:ahLst/>
              <a:cxnLst/>
              <a:rect l="l" t="t" r="r" b="b"/>
              <a:pathLst>
                <a:path w="128206" h="265557">
                  <a:moveTo>
                    <a:pt x="128206" y="241173"/>
                  </a:moveTo>
                  <a:cubicBezTo>
                    <a:pt x="128206" y="245745"/>
                    <a:pt x="128206" y="248793"/>
                    <a:pt x="128206" y="251841"/>
                  </a:cubicBezTo>
                  <a:cubicBezTo>
                    <a:pt x="126587" y="253365"/>
                    <a:pt x="126587" y="256413"/>
                    <a:pt x="125063" y="256413"/>
                  </a:cubicBezTo>
                  <a:cubicBezTo>
                    <a:pt x="123539" y="257937"/>
                    <a:pt x="122015" y="259461"/>
                    <a:pt x="118967" y="259461"/>
                  </a:cubicBezTo>
                  <a:cubicBezTo>
                    <a:pt x="117443" y="260985"/>
                    <a:pt x="114395" y="262509"/>
                    <a:pt x="111347" y="262509"/>
                  </a:cubicBezTo>
                  <a:cubicBezTo>
                    <a:pt x="108299" y="264033"/>
                    <a:pt x="105251" y="264033"/>
                    <a:pt x="102203" y="264033"/>
                  </a:cubicBezTo>
                  <a:cubicBezTo>
                    <a:pt x="99155" y="264033"/>
                    <a:pt x="96107" y="265557"/>
                    <a:pt x="91535" y="265557"/>
                  </a:cubicBezTo>
                  <a:cubicBezTo>
                    <a:pt x="82391" y="265557"/>
                    <a:pt x="73247" y="264033"/>
                    <a:pt x="65627" y="260985"/>
                  </a:cubicBezTo>
                  <a:cubicBezTo>
                    <a:pt x="58007" y="257937"/>
                    <a:pt x="51911" y="254889"/>
                    <a:pt x="47339" y="248793"/>
                  </a:cubicBezTo>
                  <a:cubicBezTo>
                    <a:pt x="42767" y="242697"/>
                    <a:pt x="39624" y="236601"/>
                    <a:pt x="38100" y="227457"/>
                  </a:cubicBezTo>
                  <a:cubicBezTo>
                    <a:pt x="35051" y="219742"/>
                    <a:pt x="35051" y="209074"/>
                    <a:pt x="35051" y="198406"/>
                  </a:cubicBezTo>
                  <a:lnTo>
                    <a:pt x="35051" y="82391"/>
                  </a:lnTo>
                  <a:lnTo>
                    <a:pt x="7620" y="82391"/>
                  </a:lnTo>
                  <a:cubicBezTo>
                    <a:pt x="4572" y="82391"/>
                    <a:pt x="3048" y="82391"/>
                    <a:pt x="1524" y="79343"/>
                  </a:cubicBezTo>
                  <a:cubicBezTo>
                    <a:pt x="0" y="77819"/>
                    <a:pt x="0" y="73247"/>
                    <a:pt x="0" y="68675"/>
                  </a:cubicBezTo>
                  <a:cubicBezTo>
                    <a:pt x="0" y="65627"/>
                    <a:pt x="0" y="62579"/>
                    <a:pt x="0" y="61055"/>
                  </a:cubicBezTo>
                  <a:cubicBezTo>
                    <a:pt x="0" y="59531"/>
                    <a:pt x="1524" y="58007"/>
                    <a:pt x="1524" y="56483"/>
                  </a:cubicBezTo>
                  <a:cubicBezTo>
                    <a:pt x="1524" y="54959"/>
                    <a:pt x="3048" y="54959"/>
                    <a:pt x="4572" y="53435"/>
                  </a:cubicBezTo>
                  <a:cubicBezTo>
                    <a:pt x="4572" y="53435"/>
                    <a:pt x="6096" y="53435"/>
                    <a:pt x="7620" y="53435"/>
                  </a:cubicBezTo>
                  <a:lnTo>
                    <a:pt x="35051" y="53435"/>
                  </a:lnTo>
                  <a:lnTo>
                    <a:pt x="35051" y="6096"/>
                  </a:lnTo>
                  <a:cubicBezTo>
                    <a:pt x="35051" y="4572"/>
                    <a:pt x="35051" y="4572"/>
                    <a:pt x="35051" y="3048"/>
                  </a:cubicBezTo>
                  <a:cubicBezTo>
                    <a:pt x="35051" y="3048"/>
                    <a:pt x="36575" y="1524"/>
                    <a:pt x="38100" y="1524"/>
                  </a:cubicBezTo>
                  <a:cubicBezTo>
                    <a:pt x="39624" y="0"/>
                    <a:pt x="41243" y="0"/>
                    <a:pt x="44291" y="0"/>
                  </a:cubicBezTo>
                  <a:cubicBezTo>
                    <a:pt x="45815" y="0"/>
                    <a:pt x="48863" y="0"/>
                    <a:pt x="51911" y="0"/>
                  </a:cubicBezTo>
                  <a:cubicBezTo>
                    <a:pt x="56483" y="0"/>
                    <a:pt x="59531" y="0"/>
                    <a:pt x="61055" y="0"/>
                  </a:cubicBezTo>
                  <a:cubicBezTo>
                    <a:pt x="64103" y="0"/>
                    <a:pt x="65627" y="0"/>
                    <a:pt x="67151" y="1524"/>
                  </a:cubicBezTo>
                  <a:cubicBezTo>
                    <a:pt x="68675" y="1524"/>
                    <a:pt x="68675" y="3048"/>
                    <a:pt x="70199" y="3048"/>
                  </a:cubicBezTo>
                  <a:cubicBezTo>
                    <a:pt x="70199" y="4572"/>
                    <a:pt x="70199" y="4572"/>
                    <a:pt x="70199" y="6096"/>
                  </a:cubicBezTo>
                  <a:lnTo>
                    <a:pt x="70199" y="53435"/>
                  </a:lnTo>
                  <a:lnTo>
                    <a:pt x="120491" y="53435"/>
                  </a:lnTo>
                  <a:cubicBezTo>
                    <a:pt x="122015" y="53435"/>
                    <a:pt x="123539" y="53435"/>
                    <a:pt x="123539" y="53435"/>
                  </a:cubicBezTo>
                  <a:cubicBezTo>
                    <a:pt x="125063" y="54959"/>
                    <a:pt x="125063" y="54959"/>
                    <a:pt x="126587" y="56483"/>
                  </a:cubicBezTo>
                  <a:cubicBezTo>
                    <a:pt x="126587" y="58007"/>
                    <a:pt x="128206" y="59531"/>
                    <a:pt x="128206" y="61055"/>
                  </a:cubicBezTo>
                  <a:cubicBezTo>
                    <a:pt x="128206" y="62579"/>
                    <a:pt x="128206" y="65627"/>
                    <a:pt x="128206" y="68675"/>
                  </a:cubicBezTo>
                  <a:cubicBezTo>
                    <a:pt x="128206" y="73247"/>
                    <a:pt x="128206" y="77819"/>
                    <a:pt x="126587" y="79343"/>
                  </a:cubicBezTo>
                  <a:cubicBezTo>
                    <a:pt x="125063" y="82391"/>
                    <a:pt x="123539" y="82391"/>
                    <a:pt x="120491" y="82391"/>
                  </a:cubicBezTo>
                  <a:lnTo>
                    <a:pt x="70199" y="82391"/>
                  </a:lnTo>
                  <a:lnTo>
                    <a:pt x="70199" y="192310"/>
                  </a:lnTo>
                  <a:cubicBezTo>
                    <a:pt x="70199" y="206026"/>
                    <a:pt x="73247" y="216694"/>
                    <a:pt x="76295" y="224409"/>
                  </a:cubicBezTo>
                  <a:cubicBezTo>
                    <a:pt x="80867" y="230505"/>
                    <a:pt x="88487" y="233553"/>
                    <a:pt x="97631" y="233553"/>
                  </a:cubicBezTo>
                  <a:cubicBezTo>
                    <a:pt x="100679" y="233553"/>
                    <a:pt x="103727" y="233553"/>
                    <a:pt x="106775" y="233553"/>
                  </a:cubicBezTo>
                  <a:cubicBezTo>
                    <a:pt x="109823" y="232029"/>
                    <a:pt x="111347" y="232029"/>
                    <a:pt x="114395" y="230505"/>
                  </a:cubicBezTo>
                  <a:cubicBezTo>
                    <a:pt x="115919" y="230505"/>
                    <a:pt x="117443" y="228981"/>
                    <a:pt x="118967" y="228981"/>
                  </a:cubicBezTo>
                  <a:cubicBezTo>
                    <a:pt x="120491" y="228981"/>
                    <a:pt x="122015" y="227457"/>
                    <a:pt x="123539" y="227457"/>
                  </a:cubicBezTo>
                  <a:cubicBezTo>
                    <a:pt x="123539" y="227457"/>
                    <a:pt x="125063" y="227457"/>
                    <a:pt x="125063" y="228981"/>
                  </a:cubicBezTo>
                  <a:cubicBezTo>
                    <a:pt x="126587" y="228981"/>
                    <a:pt x="126587" y="228981"/>
                    <a:pt x="126587" y="230505"/>
                  </a:cubicBezTo>
                  <a:cubicBezTo>
                    <a:pt x="126587" y="232029"/>
                    <a:pt x="128206" y="233553"/>
                    <a:pt x="128206" y="235077"/>
                  </a:cubicBezTo>
                  <a:cubicBezTo>
                    <a:pt x="128206" y="236601"/>
                    <a:pt x="128206" y="238125"/>
                    <a:pt x="128206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86" name="Path86"/>
            <p:cNvSpPr/>
            <p:nvPr/>
          </p:nvSpPr>
          <p:spPr>
            <a:xfrm>
              <a:off x="8288941" y="2057209"/>
              <a:ext cx="44291" cy="291466"/>
            </a:xfrm>
            <a:custGeom>
              <a:avLst/>
              <a:gdLst/>
              <a:ahLst/>
              <a:cxnLst/>
              <a:rect l="l" t="t" r="r" b="b"/>
              <a:pathLst>
                <a:path w="44291" h="291466">
                  <a:moveTo>
                    <a:pt x="39624" y="285369"/>
                  </a:moveTo>
                  <a:cubicBezTo>
                    <a:pt x="39624" y="285369"/>
                    <a:pt x="39624" y="286893"/>
                    <a:pt x="38100" y="288417"/>
                  </a:cubicBezTo>
                  <a:cubicBezTo>
                    <a:pt x="38100" y="288417"/>
                    <a:pt x="36576" y="288417"/>
                    <a:pt x="36576" y="289941"/>
                  </a:cubicBezTo>
                  <a:cubicBezTo>
                    <a:pt x="35052" y="289941"/>
                    <a:pt x="33528" y="291465"/>
                    <a:pt x="30480" y="291465"/>
                  </a:cubicBezTo>
                  <a:cubicBezTo>
                    <a:pt x="28956" y="291465"/>
                    <a:pt x="25908" y="291465"/>
                    <a:pt x="21336" y="291465"/>
                  </a:cubicBezTo>
                  <a:cubicBezTo>
                    <a:pt x="18288" y="291465"/>
                    <a:pt x="15240" y="291465"/>
                    <a:pt x="12192" y="291465"/>
                  </a:cubicBezTo>
                  <a:cubicBezTo>
                    <a:pt x="10668" y="291465"/>
                    <a:pt x="9144" y="289941"/>
                    <a:pt x="7620" y="289941"/>
                  </a:cubicBezTo>
                  <a:cubicBezTo>
                    <a:pt x="6096" y="289941"/>
                    <a:pt x="4572" y="288417"/>
                    <a:pt x="4572" y="288417"/>
                  </a:cubicBezTo>
                  <a:cubicBezTo>
                    <a:pt x="4572" y="286893"/>
                    <a:pt x="3048" y="285369"/>
                    <a:pt x="3048" y="285369"/>
                  </a:cubicBezTo>
                  <a:lnTo>
                    <a:pt x="3048" y="88487"/>
                  </a:lnTo>
                  <a:cubicBezTo>
                    <a:pt x="3048" y="86963"/>
                    <a:pt x="4572" y="85439"/>
                    <a:pt x="4572" y="85439"/>
                  </a:cubicBezTo>
                  <a:cubicBezTo>
                    <a:pt x="4572" y="83915"/>
                    <a:pt x="6096" y="83915"/>
                    <a:pt x="7620" y="82391"/>
                  </a:cubicBezTo>
                  <a:cubicBezTo>
                    <a:pt x="9144" y="82391"/>
                    <a:pt x="10668" y="82391"/>
                    <a:pt x="12192" y="80867"/>
                  </a:cubicBezTo>
                  <a:cubicBezTo>
                    <a:pt x="15240" y="80867"/>
                    <a:pt x="18288" y="80867"/>
                    <a:pt x="21336" y="80867"/>
                  </a:cubicBezTo>
                  <a:cubicBezTo>
                    <a:pt x="25908" y="80867"/>
                    <a:pt x="27432" y="80867"/>
                    <a:pt x="30480" y="80867"/>
                  </a:cubicBezTo>
                  <a:cubicBezTo>
                    <a:pt x="33528" y="82391"/>
                    <a:pt x="35052" y="82391"/>
                    <a:pt x="36576" y="82391"/>
                  </a:cubicBezTo>
                  <a:cubicBezTo>
                    <a:pt x="36576" y="83915"/>
                    <a:pt x="38100" y="83915"/>
                    <a:pt x="38100" y="85439"/>
                  </a:cubicBezTo>
                  <a:cubicBezTo>
                    <a:pt x="39624" y="85439"/>
                    <a:pt x="39624" y="86963"/>
                    <a:pt x="39624" y="88487"/>
                  </a:cubicBezTo>
                  <a:lnTo>
                    <a:pt x="39624" y="285369"/>
                  </a:lnTo>
                  <a:close/>
                  <a:moveTo>
                    <a:pt x="44291" y="21336"/>
                  </a:moveTo>
                  <a:cubicBezTo>
                    <a:pt x="44291" y="28956"/>
                    <a:pt x="42672" y="35052"/>
                    <a:pt x="39624" y="38100"/>
                  </a:cubicBezTo>
                  <a:cubicBezTo>
                    <a:pt x="36576" y="41148"/>
                    <a:pt x="30480" y="42672"/>
                    <a:pt x="21336" y="42672"/>
                  </a:cubicBezTo>
                  <a:cubicBezTo>
                    <a:pt x="12192" y="42672"/>
                    <a:pt x="7620" y="41148"/>
                    <a:pt x="4572" y="38100"/>
                  </a:cubicBezTo>
                  <a:cubicBezTo>
                    <a:pt x="1524" y="35052"/>
                    <a:pt x="0" y="30480"/>
                    <a:pt x="0" y="21336"/>
                  </a:cubicBezTo>
                  <a:cubicBezTo>
                    <a:pt x="0" y="13716"/>
                    <a:pt x="1524" y="7620"/>
                    <a:pt x="4572" y="4572"/>
                  </a:cubicBezTo>
                  <a:cubicBezTo>
                    <a:pt x="7620" y="1524"/>
                    <a:pt x="13716" y="0"/>
                    <a:pt x="21336" y="0"/>
                  </a:cubicBezTo>
                  <a:cubicBezTo>
                    <a:pt x="30480" y="0"/>
                    <a:pt x="36576" y="1524"/>
                    <a:pt x="39624" y="4572"/>
                  </a:cubicBezTo>
                  <a:cubicBezTo>
                    <a:pt x="42672" y="7620"/>
                    <a:pt x="44291" y="12192"/>
                    <a:pt x="44291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87" name="Path87"/>
            <p:cNvSpPr/>
            <p:nvPr/>
          </p:nvSpPr>
          <p:spPr>
            <a:xfrm>
              <a:off x="8380476" y="2135029"/>
              <a:ext cx="161734" cy="216693"/>
            </a:xfrm>
            <a:custGeom>
              <a:avLst/>
              <a:gdLst/>
              <a:ahLst/>
              <a:cxnLst/>
              <a:rect l="l" t="t" r="r" b="b"/>
              <a:pathLst>
                <a:path w="161734" h="216693">
                  <a:moveTo>
                    <a:pt x="161734" y="207550"/>
                  </a:moveTo>
                  <a:cubicBezTo>
                    <a:pt x="161734" y="209074"/>
                    <a:pt x="161734" y="210598"/>
                    <a:pt x="160210" y="210598"/>
                  </a:cubicBezTo>
                  <a:cubicBezTo>
                    <a:pt x="158686" y="212122"/>
                    <a:pt x="157163" y="212122"/>
                    <a:pt x="155639" y="213646"/>
                  </a:cubicBezTo>
                  <a:cubicBezTo>
                    <a:pt x="152591" y="213646"/>
                    <a:pt x="149542" y="213646"/>
                    <a:pt x="146494" y="213646"/>
                  </a:cubicBezTo>
                  <a:cubicBezTo>
                    <a:pt x="141922" y="213646"/>
                    <a:pt x="138874" y="213646"/>
                    <a:pt x="137351" y="213646"/>
                  </a:cubicBezTo>
                  <a:cubicBezTo>
                    <a:pt x="134303" y="212122"/>
                    <a:pt x="132778" y="212122"/>
                    <a:pt x="132778" y="210598"/>
                  </a:cubicBezTo>
                  <a:cubicBezTo>
                    <a:pt x="131254" y="210598"/>
                    <a:pt x="131254" y="209074"/>
                    <a:pt x="131254" y="207550"/>
                  </a:cubicBezTo>
                  <a:lnTo>
                    <a:pt x="131254" y="187738"/>
                  </a:lnTo>
                  <a:cubicBezTo>
                    <a:pt x="122015" y="196882"/>
                    <a:pt x="112871" y="204502"/>
                    <a:pt x="102203" y="209074"/>
                  </a:cubicBezTo>
                  <a:cubicBezTo>
                    <a:pt x="91535" y="213646"/>
                    <a:pt x="79343" y="216694"/>
                    <a:pt x="68675" y="216694"/>
                  </a:cubicBezTo>
                  <a:cubicBezTo>
                    <a:pt x="58007" y="216694"/>
                    <a:pt x="48863" y="215170"/>
                    <a:pt x="39719" y="212122"/>
                  </a:cubicBezTo>
                  <a:cubicBezTo>
                    <a:pt x="32003" y="210598"/>
                    <a:pt x="24384" y="206026"/>
                    <a:pt x="18288" y="201454"/>
                  </a:cubicBezTo>
                  <a:cubicBezTo>
                    <a:pt x="12192" y="195358"/>
                    <a:pt x="7620" y="189262"/>
                    <a:pt x="4572" y="181642"/>
                  </a:cubicBezTo>
                  <a:cubicBezTo>
                    <a:pt x="1524" y="174022"/>
                    <a:pt x="0" y="166307"/>
                    <a:pt x="0" y="157163"/>
                  </a:cubicBezTo>
                  <a:cubicBezTo>
                    <a:pt x="0" y="144970"/>
                    <a:pt x="1524" y="135826"/>
                    <a:pt x="6096" y="128207"/>
                  </a:cubicBezTo>
                  <a:cubicBezTo>
                    <a:pt x="10668" y="119063"/>
                    <a:pt x="18288" y="112967"/>
                    <a:pt x="25908" y="106870"/>
                  </a:cubicBezTo>
                  <a:cubicBezTo>
                    <a:pt x="35052" y="102203"/>
                    <a:pt x="45815" y="97631"/>
                    <a:pt x="58007" y="94583"/>
                  </a:cubicBezTo>
                  <a:cubicBezTo>
                    <a:pt x="70199" y="93059"/>
                    <a:pt x="83915" y="91535"/>
                    <a:pt x="99155" y="91535"/>
                  </a:cubicBezTo>
                  <a:lnTo>
                    <a:pt x="125063" y="91535"/>
                  </a:lnTo>
                  <a:lnTo>
                    <a:pt x="125063" y="76295"/>
                  </a:lnTo>
                  <a:cubicBezTo>
                    <a:pt x="125063" y="68675"/>
                    <a:pt x="125063" y="61055"/>
                    <a:pt x="123539" y="56483"/>
                  </a:cubicBezTo>
                  <a:cubicBezTo>
                    <a:pt x="122015" y="50387"/>
                    <a:pt x="118967" y="45815"/>
                    <a:pt x="115919" y="41243"/>
                  </a:cubicBezTo>
                  <a:cubicBezTo>
                    <a:pt x="112871" y="36671"/>
                    <a:pt x="106775" y="35147"/>
                    <a:pt x="102203" y="32004"/>
                  </a:cubicBezTo>
                  <a:cubicBezTo>
                    <a:pt x="96107" y="30480"/>
                    <a:pt x="88487" y="28956"/>
                    <a:pt x="80867" y="28956"/>
                  </a:cubicBezTo>
                  <a:cubicBezTo>
                    <a:pt x="71723" y="28956"/>
                    <a:pt x="64103" y="30480"/>
                    <a:pt x="56483" y="32004"/>
                  </a:cubicBezTo>
                  <a:cubicBezTo>
                    <a:pt x="50387" y="35147"/>
                    <a:pt x="44291" y="36671"/>
                    <a:pt x="38100" y="39719"/>
                  </a:cubicBezTo>
                  <a:cubicBezTo>
                    <a:pt x="33528" y="42767"/>
                    <a:pt x="28956" y="44291"/>
                    <a:pt x="24384" y="47339"/>
                  </a:cubicBezTo>
                  <a:cubicBezTo>
                    <a:pt x="21336" y="48863"/>
                    <a:pt x="18288" y="50387"/>
                    <a:pt x="16764" y="50387"/>
                  </a:cubicBezTo>
                  <a:cubicBezTo>
                    <a:pt x="15240" y="50387"/>
                    <a:pt x="15240" y="48863"/>
                    <a:pt x="13715" y="48863"/>
                  </a:cubicBezTo>
                  <a:cubicBezTo>
                    <a:pt x="12192" y="48863"/>
                    <a:pt x="12192" y="47339"/>
                    <a:pt x="12192" y="45815"/>
                  </a:cubicBezTo>
                  <a:cubicBezTo>
                    <a:pt x="10668" y="45815"/>
                    <a:pt x="10668" y="44291"/>
                    <a:pt x="10668" y="41243"/>
                  </a:cubicBezTo>
                  <a:cubicBezTo>
                    <a:pt x="9144" y="39719"/>
                    <a:pt x="9144" y="38195"/>
                    <a:pt x="9144" y="35147"/>
                  </a:cubicBezTo>
                  <a:cubicBezTo>
                    <a:pt x="9144" y="32004"/>
                    <a:pt x="9144" y="28956"/>
                    <a:pt x="10668" y="27432"/>
                  </a:cubicBezTo>
                  <a:cubicBezTo>
                    <a:pt x="10668" y="24384"/>
                    <a:pt x="12192" y="22860"/>
                    <a:pt x="13715" y="21336"/>
                  </a:cubicBezTo>
                  <a:cubicBezTo>
                    <a:pt x="16764" y="19812"/>
                    <a:pt x="19812" y="16764"/>
                    <a:pt x="24384" y="13716"/>
                  </a:cubicBezTo>
                  <a:cubicBezTo>
                    <a:pt x="28956" y="12192"/>
                    <a:pt x="35052" y="9144"/>
                    <a:pt x="41243" y="7620"/>
                  </a:cubicBezTo>
                  <a:cubicBezTo>
                    <a:pt x="47339" y="6096"/>
                    <a:pt x="53435" y="3048"/>
                    <a:pt x="61055" y="1524"/>
                  </a:cubicBezTo>
                  <a:cubicBezTo>
                    <a:pt x="68675" y="1524"/>
                    <a:pt x="76295" y="0"/>
                    <a:pt x="83915" y="0"/>
                  </a:cubicBezTo>
                  <a:cubicBezTo>
                    <a:pt x="97631" y="0"/>
                    <a:pt x="109823" y="1524"/>
                    <a:pt x="120491" y="4572"/>
                  </a:cubicBezTo>
                  <a:cubicBezTo>
                    <a:pt x="129730" y="7620"/>
                    <a:pt x="138874" y="12192"/>
                    <a:pt x="144970" y="18288"/>
                  </a:cubicBezTo>
                  <a:cubicBezTo>
                    <a:pt x="151066" y="24384"/>
                    <a:pt x="154115" y="33528"/>
                    <a:pt x="157163" y="42767"/>
                  </a:cubicBezTo>
                  <a:cubicBezTo>
                    <a:pt x="160210" y="51911"/>
                    <a:pt x="161734" y="62579"/>
                    <a:pt x="161734" y="74771"/>
                  </a:cubicBezTo>
                  <a:lnTo>
                    <a:pt x="161734" y="207550"/>
                  </a:lnTo>
                  <a:close/>
                  <a:moveTo>
                    <a:pt x="125063" y="117539"/>
                  </a:moveTo>
                  <a:lnTo>
                    <a:pt x="94583" y="117539"/>
                  </a:lnTo>
                  <a:cubicBezTo>
                    <a:pt x="85439" y="117539"/>
                    <a:pt x="76295" y="117539"/>
                    <a:pt x="68675" y="119063"/>
                  </a:cubicBezTo>
                  <a:cubicBezTo>
                    <a:pt x="62579" y="122111"/>
                    <a:pt x="56483" y="123635"/>
                    <a:pt x="50387" y="126683"/>
                  </a:cubicBezTo>
                  <a:cubicBezTo>
                    <a:pt x="45815" y="129730"/>
                    <a:pt x="42767" y="134302"/>
                    <a:pt x="39719" y="138874"/>
                  </a:cubicBezTo>
                  <a:cubicBezTo>
                    <a:pt x="38100" y="143446"/>
                    <a:pt x="36576" y="149542"/>
                    <a:pt x="36576" y="154114"/>
                  </a:cubicBezTo>
                  <a:cubicBezTo>
                    <a:pt x="36576" y="164783"/>
                    <a:pt x="39719" y="172498"/>
                    <a:pt x="47339" y="178594"/>
                  </a:cubicBezTo>
                  <a:cubicBezTo>
                    <a:pt x="53435" y="184690"/>
                    <a:pt x="62579" y="187738"/>
                    <a:pt x="73247" y="187738"/>
                  </a:cubicBezTo>
                  <a:cubicBezTo>
                    <a:pt x="83915" y="187738"/>
                    <a:pt x="91535" y="186214"/>
                    <a:pt x="100679" y="181642"/>
                  </a:cubicBezTo>
                  <a:cubicBezTo>
                    <a:pt x="108299" y="177070"/>
                    <a:pt x="117443" y="169354"/>
                    <a:pt x="125063" y="158686"/>
                  </a:cubicBezTo>
                  <a:lnTo>
                    <a:pt x="125063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88" name="Path88"/>
          <p:cNvSpPr/>
          <p:nvPr/>
        </p:nvSpPr>
        <p:spPr>
          <a:xfrm>
            <a:off x="8607838" y="2041969"/>
            <a:ext cx="36576" cy="306706"/>
          </a:xfrm>
          <a:custGeom>
            <a:avLst/>
            <a:gdLst/>
            <a:ahLst/>
            <a:cxnLst/>
            <a:rect l="l" t="t" r="r" b="b"/>
            <a:pathLst>
              <a:path w="36576" h="306706">
                <a:moveTo>
                  <a:pt x="36576" y="300609"/>
                </a:moveTo>
                <a:cubicBezTo>
                  <a:pt x="36576" y="300609"/>
                  <a:pt x="36576" y="302133"/>
                  <a:pt x="36576" y="303657"/>
                </a:cubicBezTo>
                <a:cubicBezTo>
                  <a:pt x="35052" y="303657"/>
                  <a:pt x="35052" y="303657"/>
                  <a:pt x="33528" y="305181"/>
                </a:cubicBezTo>
                <a:cubicBezTo>
                  <a:pt x="32004" y="305181"/>
                  <a:pt x="30480" y="306705"/>
                  <a:pt x="27432" y="306705"/>
                </a:cubicBezTo>
                <a:cubicBezTo>
                  <a:pt x="25908" y="306705"/>
                  <a:pt x="22860" y="306705"/>
                  <a:pt x="18288" y="306705"/>
                </a:cubicBezTo>
                <a:cubicBezTo>
                  <a:pt x="15240" y="306705"/>
                  <a:pt x="12192" y="306705"/>
                  <a:pt x="9144" y="306705"/>
                </a:cubicBezTo>
                <a:cubicBezTo>
                  <a:pt x="7620" y="306705"/>
                  <a:pt x="6096" y="305181"/>
                  <a:pt x="4572" y="305181"/>
                </a:cubicBezTo>
                <a:cubicBezTo>
                  <a:pt x="3048" y="305181"/>
                  <a:pt x="1524" y="303657"/>
                  <a:pt x="1524" y="303657"/>
                </a:cubicBezTo>
                <a:cubicBezTo>
                  <a:pt x="1524" y="302133"/>
                  <a:pt x="0" y="300609"/>
                  <a:pt x="0" y="300609"/>
                </a:cubicBezTo>
                <a:lnTo>
                  <a:pt x="0" y="7620"/>
                </a:lnTo>
                <a:cubicBezTo>
                  <a:pt x="0" y="6096"/>
                  <a:pt x="1524" y="6096"/>
                  <a:pt x="1524" y="4572"/>
                </a:cubicBezTo>
                <a:cubicBezTo>
                  <a:pt x="1524" y="3048"/>
                  <a:pt x="3048" y="3048"/>
                  <a:pt x="4572" y="3048"/>
                </a:cubicBezTo>
                <a:cubicBezTo>
                  <a:pt x="6096" y="1524"/>
                  <a:pt x="7620" y="1524"/>
                  <a:pt x="9144" y="1524"/>
                </a:cubicBezTo>
                <a:cubicBezTo>
                  <a:pt x="12192" y="1524"/>
                  <a:pt x="15240" y="0"/>
                  <a:pt x="18288" y="0"/>
                </a:cubicBezTo>
                <a:cubicBezTo>
                  <a:pt x="22860" y="0"/>
                  <a:pt x="25908" y="0"/>
                  <a:pt x="27432" y="1524"/>
                </a:cubicBezTo>
                <a:cubicBezTo>
                  <a:pt x="30480" y="1524"/>
                  <a:pt x="32004" y="1524"/>
                  <a:pt x="33528" y="3048"/>
                </a:cubicBezTo>
                <a:cubicBezTo>
                  <a:pt x="35052" y="3048"/>
                  <a:pt x="35052" y="3048"/>
                  <a:pt x="36576" y="4572"/>
                </a:cubicBezTo>
                <a:cubicBezTo>
                  <a:pt x="36576" y="6096"/>
                  <a:pt x="36576" y="6096"/>
                  <a:pt x="36576" y="7620"/>
                </a:cubicBezTo>
                <a:lnTo>
                  <a:pt x="36576" y="300609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89" name="Group89"/>
          <p:cNvGrpSpPr/>
          <p:nvPr/>
        </p:nvGrpSpPr>
        <p:grpSpPr>
          <a:xfrm>
            <a:off x="3995737" y="2579085"/>
            <a:ext cx="503492" cy="309848"/>
            <a:chOff x="3995737" y="2579085"/>
            <a:chExt cx="503492" cy="309848"/>
          </a:xfrm>
        </p:grpSpPr>
        <p:sp>
          <p:nvSpPr>
            <p:cNvPr id="90" name="Path90"/>
            <p:cNvSpPr/>
            <p:nvPr/>
          </p:nvSpPr>
          <p:spPr>
            <a:xfrm>
              <a:off x="3995737" y="2579085"/>
              <a:ext cx="134208" cy="306800"/>
            </a:xfrm>
            <a:custGeom>
              <a:avLst/>
              <a:gdLst/>
              <a:ahLst/>
              <a:cxnLst/>
              <a:rect l="l" t="t" r="r" b="b"/>
              <a:pathLst>
                <a:path w="134208" h="306800">
                  <a:moveTo>
                    <a:pt x="134207" y="22955"/>
                  </a:moveTo>
                  <a:cubicBezTo>
                    <a:pt x="134207" y="24479"/>
                    <a:pt x="134207" y="27527"/>
                    <a:pt x="132683" y="29051"/>
                  </a:cubicBezTo>
                  <a:cubicBezTo>
                    <a:pt x="132683" y="30575"/>
                    <a:pt x="132683" y="32099"/>
                    <a:pt x="132683" y="33623"/>
                  </a:cubicBezTo>
                  <a:cubicBezTo>
                    <a:pt x="131159" y="33623"/>
                    <a:pt x="131159" y="35147"/>
                    <a:pt x="131159" y="35147"/>
                  </a:cubicBezTo>
                  <a:cubicBezTo>
                    <a:pt x="129636" y="35147"/>
                    <a:pt x="129636" y="35147"/>
                    <a:pt x="128111" y="35147"/>
                  </a:cubicBezTo>
                  <a:cubicBezTo>
                    <a:pt x="128111" y="35147"/>
                    <a:pt x="126587" y="35147"/>
                    <a:pt x="125063" y="35147"/>
                  </a:cubicBezTo>
                  <a:cubicBezTo>
                    <a:pt x="123539" y="33623"/>
                    <a:pt x="122015" y="33623"/>
                    <a:pt x="118967" y="32099"/>
                  </a:cubicBezTo>
                  <a:cubicBezTo>
                    <a:pt x="117443" y="32099"/>
                    <a:pt x="114395" y="30575"/>
                    <a:pt x="111347" y="30575"/>
                  </a:cubicBezTo>
                  <a:cubicBezTo>
                    <a:pt x="108299" y="29051"/>
                    <a:pt x="105251" y="29051"/>
                    <a:pt x="100679" y="29051"/>
                  </a:cubicBezTo>
                  <a:cubicBezTo>
                    <a:pt x="96107" y="29051"/>
                    <a:pt x="91536" y="30575"/>
                    <a:pt x="86963" y="32099"/>
                  </a:cubicBezTo>
                  <a:cubicBezTo>
                    <a:pt x="83915" y="33623"/>
                    <a:pt x="80867" y="36671"/>
                    <a:pt x="77819" y="39719"/>
                  </a:cubicBezTo>
                  <a:cubicBezTo>
                    <a:pt x="76295" y="44291"/>
                    <a:pt x="74771" y="48863"/>
                    <a:pt x="73247" y="54959"/>
                  </a:cubicBezTo>
                  <a:cubicBezTo>
                    <a:pt x="71723" y="61055"/>
                    <a:pt x="71723" y="67151"/>
                    <a:pt x="71723" y="76390"/>
                  </a:cubicBezTo>
                  <a:lnTo>
                    <a:pt x="71723" y="97726"/>
                  </a:lnTo>
                  <a:lnTo>
                    <a:pt x="115919" y="97726"/>
                  </a:lnTo>
                  <a:cubicBezTo>
                    <a:pt x="115919" y="97726"/>
                    <a:pt x="117443" y="97726"/>
                    <a:pt x="118967" y="97726"/>
                  </a:cubicBezTo>
                  <a:cubicBezTo>
                    <a:pt x="118967" y="99251"/>
                    <a:pt x="120491" y="99251"/>
                    <a:pt x="120491" y="100774"/>
                  </a:cubicBezTo>
                  <a:cubicBezTo>
                    <a:pt x="120491" y="102298"/>
                    <a:pt x="122015" y="103822"/>
                    <a:pt x="122015" y="105346"/>
                  </a:cubicBezTo>
                  <a:cubicBezTo>
                    <a:pt x="122015" y="108394"/>
                    <a:pt x="122015" y="109918"/>
                    <a:pt x="122015" y="112966"/>
                  </a:cubicBezTo>
                  <a:cubicBezTo>
                    <a:pt x="122015" y="117538"/>
                    <a:pt x="122015" y="122110"/>
                    <a:pt x="120491" y="123635"/>
                  </a:cubicBezTo>
                  <a:cubicBezTo>
                    <a:pt x="118967" y="126682"/>
                    <a:pt x="117443" y="128207"/>
                    <a:pt x="115919" y="128207"/>
                  </a:cubicBezTo>
                  <a:lnTo>
                    <a:pt x="71723" y="128207"/>
                  </a:lnTo>
                  <a:lnTo>
                    <a:pt x="71723" y="300704"/>
                  </a:lnTo>
                  <a:cubicBezTo>
                    <a:pt x="71723" y="302228"/>
                    <a:pt x="71723" y="302228"/>
                    <a:pt x="70199" y="303752"/>
                  </a:cubicBezTo>
                  <a:cubicBezTo>
                    <a:pt x="70199" y="303752"/>
                    <a:pt x="68675" y="305276"/>
                    <a:pt x="67151" y="305276"/>
                  </a:cubicBezTo>
                  <a:cubicBezTo>
                    <a:pt x="65627" y="306800"/>
                    <a:pt x="64103" y="306800"/>
                    <a:pt x="62579" y="306800"/>
                  </a:cubicBezTo>
                  <a:cubicBezTo>
                    <a:pt x="59436" y="306800"/>
                    <a:pt x="56388" y="306800"/>
                    <a:pt x="53340" y="306800"/>
                  </a:cubicBezTo>
                  <a:cubicBezTo>
                    <a:pt x="50292" y="306800"/>
                    <a:pt x="47244" y="306800"/>
                    <a:pt x="44196" y="306800"/>
                  </a:cubicBezTo>
                  <a:cubicBezTo>
                    <a:pt x="42672" y="306800"/>
                    <a:pt x="39624" y="306800"/>
                    <a:pt x="39624" y="305276"/>
                  </a:cubicBezTo>
                  <a:cubicBezTo>
                    <a:pt x="38100" y="305276"/>
                    <a:pt x="36576" y="303752"/>
                    <a:pt x="36576" y="303752"/>
                  </a:cubicBezTo>
                  <a:cubicBezTo>
                    <a:pt x="35052" y="302228"/>
                    <a:pt x="35052" y="302228"/>
                    <a:pt x="35052" y="300704"/>
                  </a:cubicBezTo>
                  <a:lnTo>
                    <a:pt x="35052" y="128207"/>
                  </a:lnTo>
                  <a:lnTo>
                    <a:pt x="7620" y="128207"/>
                  </a:lnTo>
                  <a:cubicBezTo>
                    <a:pt x="4572" y="128207"/>
                    <a:pt x="3048" y="126682"/>
                    <a:pt x="1524" y="123635"/>
                  </a:cubicBezTo>
                  <a:cubicBezTo>
                    <a:pt x="1524" y="122110"/>
                    <a:pt x="0" y="117538"/>
                    <a:pt x="0" y="112966"/>
                  </a:cubicBezTo>
                  <a:cubicBezTo>
                    <a:pt x="0" y="109918"/>
                    <a:pt x="0" y="108394"/>
                    <a:pt x="0" y="105346"/>
                  </a:cubicBezTo>
                  <a:cubicBezTo>
                    <a:pt x="1524" y="103822"/>
                    <a:pt x="1524" y="102298"/>
                    <a:pt x="1524" y="100774"/>
                  </a:cubicBezTo>
                  <a:cubicBezTo>
                    <a:pt x="3048" y="99251"/>
                    <a:pt x="3048" y="99251"/>
                    <a:pt x="4572" y="97726"/>
                  </a:cubicBezTo>
                  <a:cubicBezTo>
                    <a:pt x="4572" y="97726"/>
                    <a:pt x="6096" y="97726"/>
                    <a:pt x="7620" y="97726"/>
                  </a:cubicBezTo>
                  <a:lnTo>
                    <a:pt x="35052" y="97726"/>
                  </a:lnTo>
                  <a:lnTo>
                    <a:pt x="35052" y="77914"/>
                  </a:lnTo>
                  <a:cubicBezTo>
                    <a:pt x="35052" y="64103"/>
                    <a:pt x="36576" y="51911"/>
                    <a:pt x="39624" y="41243"/>
                  </a:cubicBezTo>
                  <a:cubicBezTo>
                    <a:pt x="41148" y="32099"/>
                    <a:pt x="45720" y="24479"/>
                    <a:pt x="50292" y="18383"/>
                  </a:cubicBezTo>
                  <a:cubicBezTo>
                    <a:pt x="56388" y="12287"/>
                    <a:pt x="62579" y="6191"/>
                    <a:pt x="70199" y="3048"/>
                  </a:cubicBezTo>
                  <a:cubicBezTo>
                    <a:pt x="77819" y="1524"/>
                    <a:pt x="88487" y="0"/>
                    <a:pt x="99155" y="0"/>
                  </a:cubicBezTo>
                  <a:cubicBezTo>
                    <a:pt x="103727" y="0"/>
                    <a:pt x="108299" y="0"/>
                    <a:pt x="112871" y="0"/>
                  </a:cubicBezTo>
                  <a:cubicBezTo>
                    <a:pt x="118967" y="1524"/>
                    <a:pt x="122015" y="3048"/>
                    <a:pt x="125063" y="3048"/>
                  </a:cubicBezTo>
                  <a:cubicBezTo>
                    <a:pt x="126587" y="4667"/>
                    <a:pt x="129636" y="6191"/>
                    <a:pt x="129636" y="6191"/>
                  </a:cubicBezTo>
                  <a:cubicBezTo>
                    <a:pt x="131159" y="7715"/>
                    <a:pt x="131159" y="9239"/>
                    <a:pt x="132683" y="10763"/>
                  </a:cubicBezTo>
                  <a:cubicBezTo>
                    <a:pt x="132683" y="12287"/>
                    <a:pt x="132683" y="13811"/>
                    <a:pt x="132683" y="15335"/>
                  </a:cubicBezTo>
                  <a:cubicBezTo>
                    <a:pt x="134207" y="16859"/>
                    <a:pt x="134207" y="19907"/>
                    <a:pt x="134207" y="2295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91" name="Path91"/>
            <p:cNvSpPr/>
            <p:nvPr/>
          </p:nvSpPr>
          <p:spPr>
            <a:xfrm>
              <a:off x="4132993" y="2672239"/>
              <a:ext cx="198406" cy="216694"/>
            </a:xfrm>
            <a:custGeom>
              <a:avLst/>
              <a:gdLst/>
              <a:ahLst/>
              <a:cxnLst/>
              <a:rect l="l" t="t" r="r" b="b"/>
              <a:pathLst>
                <a:path w="198406" h="216694">
                  <a:moveTo>
                    <a:pt x="198406" y="106775"/>
                  </a:moveTo>
                  <a:cubicBezTo>
                    <a:pt x="198406" y="122111"/>
                    <a:pt x="195358" y="137351"/>
                    <a:pt x="190786" y="151067"/>
                  </a:cubicBezTo>
                  <a:cubicBezTo>
                    <a:pt x="187738" y="164783"/>
                    <a:pt x="181546" y="175451"/>
                    <a:pt x="172403" y="186214"/>
                  </a:cubicBezTo>
                  <a:cubicBezTo>
                    <a:pt x="164783" y="195358"/>
                    <a:pt x="154115" y="202978"/>
                    <a:pt x="140398" y="209074"/>
                  </a:cubicBezTo>
                  <a:cubicBezTo>
                    <a:pt x="128207" y="213646"/>
                    <a:pt x="112966" y="216694"/>
                    <a:pt x="97631" y="216694"/>
                  </a:cubicBezTo>
                  <a:cubicBezTo>
                    <a:pt x="80867" y="216694"/>
                    <a:pt x="67151" y="215170"/>
                    <a:pt x="54959" y="209074"/>
                  </a:cubicBezTo>
                  <a:cubicBezTo>
                    <a:pt x="42767" y="204502"/>
                    <a:pt x="32099" y="198406"/>
                    <a:pt x="24479" y="189262"/>
                  </a:cubicBezTo>
                  <a:cubicBezTo>
                    <a:pt x="16859" y="180023"/>
                    <a:pt x="10668" y="167830"/>
                    <a:pt x="6096" y="155639"/>
                  </a:cubicBezTo>
                  <a:cubicBezTo>
                    <a:pt x="3048" y="141923"/>
                    <a:pt x="0" y="126683"/>
                    <a:pt x="0" y="109823"/>
                  </a:cubicBezTo>
                  <a:cubicBezTo>
                    <a:pt x="0" y="94583"/>
                    <a:pt x="3048" y="79343"/>
                    <a:pt x="6096" y="65627"/>
                  </a:cubicBezTo>
                  <a:cubicBezTo>
                    <a:pt x="10668" y="53435"/>
                    <a:pt x="16859" y="41148"/>
                    <a:pt x="26003" y="30480"/>
                  </a:cubicBezTo>
                  <a:cubicBezTo>
                    <a:pt x="33623" y="21336"/>
                    <a:pt x="44291" y="13716"/>
                    <a:pt x="56483" y="9144"/>
                  </a:cubicBezTo>
                  <a:cubicBezTo>
                    <a:pt x="70199" y="3048"/>
                    <a:pt x="83915" y="0"/>
                    <a:pt x="100774" y="0"/>
                  </a:cubicBezTo>
                  <a:cubicBezTo>
                    <a:pt x="117539" y="0"/>
                    <a:pt x="131254" y="3048"/>
                    <a:pt x="143446" y="7620"/>
                  </a:cubicBezTo>
                  <a:cubicBezTo>
                    <a:pt x="155639" y="12192"/>
                    <a:pt x="164783" y="19812"/>
                    <a:pt x="173927" y="28956"/>
                  </a:cubicBezTo>
                  <a:cubicBezTo>
                    <a:pt x="181546" y="38100"/>
                    <a:pt x="187738" y="48863"/>
                    <a:pt x="192310" y="62579"/>
                  </a:cubicBezTo>
                  <a:cubicBezTo>
                    <a:pt x="195358" y="74771"/>
                    <a:pt x="198406" y="90011"/>
                    <a:pt x="198406" y="106775"/>
                  </a:cubicBezTo>
                  <a:close/>
                  <a:moveTo>
                    <a:pt x="160210" y="108299"/>
                  </a:moveTo>
                  <a:cubicBezTo>
                    <a:pt x="160210" y="97631"/>
                    <a:pt x="158686" y="88487"/>
                    <a:pt x="157163" y="79343"/>
                  </a:cubicBezTo>
                  <a:cubicBezTo>
                    <a:pt x="154115" y="68675"/>
                    <a:pt x="151066" y="61055"/>
                    <a:pt x="146495" y="53435"/>
                  </a:cubicBezTo>
                  <a:cubicBezTo>
                    <a:pt x="141922" y="47244"/>
                    <a:pt x="135827" y="41148"/>
                    <a:pt x="128207" y="36576"/>
                  </a:cubicBezTo>
                  <a:cubicBezTo>
                    <a:pt x="120586" y="32004"/>
                    <a:pt x="111442" y="30480"/>
                    <a:pt x="99251" y="30480"/>
                  </a:cubicBezTo>
                  <a:cubicBezTo>
                    <a:pt x="88487" y="30480"/>
                    <a:pt x="79343" y="32004"/>
                    <a:pt x="71723" y="36576"/>
                  </a:cubicBezTo>
                  <a:cubicBezTo>
                    <a:pt x="64103" y="39624"/>
                    <a:pt x="58007" y="45720"/>
                    <a:pt x="53435" y="51911"/>
                  </a:cubicBezTo>
                  <a:cubicBezTo>
                    <a:pt x="48863" y="59531"/>
                    <a:pt x="44291" y="67151"/>
                    <a:pt x="42767" y="76295"/>
                  </a:cubicBezTo>
                  <a:cubicBezTo>
                    <a:pt x="39719" y="86963"/>
                    <a:pt x="38195" y="96107"/>
                    <a:pt x="38195" y="108299"/>
                  </a:cubicBezTo>
                  <a:cubicBezTo>
                    <a:pt x="38195" y="119063"/>
                    <a:pt x="39719" y="129730"/>
                    <a:pt x="41243" y="138874"/>
                  </a:cubicBezTo>
                  <a:cubicBezTo>
                    <a:pt x="42767" y="148018"/>
                    <a:pt x="47339" y="155639"/>
                    <a:pt x="51911" y="163258"/>
                  </a:cubicBezTo>
                  <a:cubicBezTo>
                    <a:pt x="56483" y="170879"/>
                    <a:pt x="62579" y="175451"/>
                    <a:pt x="70199" y="180023"/>
                  </a:cubicBezTo>
                  <a:cubicBezTo>
                    <a:pt x="77819" y="184595"/>
                    <a:pt x="86963" y="186214"/>
                    <a:pt x="99251" y="186214"/>
                  </a:cubicBezTo>
                  <a:cubicBezTo>
                    <a:pt x="109918" y="186214"/>
                    <a:pt x="119063" y="184595"/>
                    <a:pt x="126683" y="181546"/>
                  </a:cubicBezTo>
                  <a:cubicBezTo>
                    <a:pt x="134303" y="176974"/>
                    <a:pt x="140398" y="172402"/>
                    <a:pt x="144971" y="164783"/>
                  </a:cubicBezTo>
                  <a:cubicBezTo>
                    <a:pt x="149542" y="158686"/>
                    <a:pt x="154115" y="149542"/>
                    <a:pt x="155639" y="140399"/>
                  </a:cubicBezTo>
                  <a:cubicBezTo>
                    <a:pt x="158686" y="131255"/>
                    <a:pt x="160210" y="120586"/>
                    <a:pt x="160210" y="10829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92" name="Path92"/>
            <p:cNvSpPr/>
            <p:nvPr/>
          </p:nvSpPr>
          <p:spPr>
            <a:xfrm>
              <a:off x="4383214" y="2672239"/>
              <a:ext cx="116015" cy="213645"/>
            </a:xfrm>
            <a:custGeom>
              <a:avLst/>
              <a:gdLst/>
              <a:ahLst/>
              <a:cxnLst/>
              <a:rect l="l" t="t" r="r" b="b"/>
              <a:pathLst>
                <a:path w="116015" h="213645">
                  <a:moveTo>
                    <a:pt x="116015" y="22860"/>
                  </a:moveTo>
                  <a:cubicBezTo>
                    <a:pt x="116015" y="25908"/>
                    <a:pt x="116015" y="28956"/>
                    <a:pt x="116015" y="30480"/>
                  </a:cubicBezTo>
                  <a:cubicBezTo>
                    <a:pt x="116015" y="33528"/>
                    <a:pt x="114491" y="35052"/>
                    <a:pt x="114491" y="36576"/>
                  </a:cubicBezTo>
                  <a:cubicBezTo>
                    <a:pt x="114491" y="38100"/>
                    <a:pt x="112967" y="38100"/>
                    <a:pt x="112967" y="39624"/>
                  </a:cubicBezTo>
                  <a:cubicBezTo>
                    <a:pt x="112967" y="39624"/>
                    <a:pt x="111443" y="39624"/>
                    <a:pt x="109824" y="39624"/>
                  </a:cubicBezTo>
                  <a:cubicBezTo>
                    <a:pt x="109824" y="39624"/>
                    <a:pt x="108299" y="39624"/>
                    <a:pt x="105251" y="39624"/>
                  </a:cubicBezTo>
                  <a:cubicBezTo>
                    <a:pt x="103727" y="38100"/>
                    <a:pt x="102203" y="38100"/>
                    <a:pt x="100680" y="36576"/>
                  </a:cubicBezTo>
                  <a:cubicBezTo>
                    <a:pt x="97631" y="36576"/>
                    <a:pt x="96107" y="36576"/>
                    <a:pt x="93059" y="35052"/>
                  </a:cubicBezTo>
                  <a:cubicBezTo>
                    <a:pt x="90012" y="35052"/>
                    <a:pt x="86963" y="35052"/>
                    <a:pt x="83915" y="35052"/>
                  </a:cubicBezTo>
                  <a:cubicBezTo>
                    <a:pt x="80868" y="35052"/>
                    <a:pt x="77819" y="35052"/>
                    <a:pt x="73247" y="36576"/>
                  </a:cubicBezTo>
                  <a:cubicBezTo>
                    <a:pt x="70199" y="38100"/>
                    <a:pt x="67151" y="41148"/>
                    <a:pt x="62580" y="44196"/>
                  </a:cubicBezTo>
                  <a:cubicBezTo>
                    <a:pt x="59531" y="47244"/>
                    <a:pt x="54959" y="51911"/>
                    <a:pt x="50387" y="58007"/>
                  </a:cubicBezTo>
                  <a:cubicBezTo>
                    <a:pt x="45815" y="62579"/>
                    <a:pt x="41243" y="70199"/>
                    <a:pt x="36671" y="77819"/>
                  </a:cubicBezTo>
                  <a:lnTo>
                    <a:pt x="36671" y="207550"/>
                  </a:lnTo>
                  <a:cubicBezTo>
                    <a:pt x="36671" y="209074"/>
                    <a:pt x="36671" y="209074"/>
                    <a:pt x="35147" y="210598"/>
                  </a:cubicBezTo>
                  <a:cubicBezTo>
                    <a:pt x="35147" y="210598"/>
                    <a:pt x="33624" y="212122"/>
                    <a:pt x="33624" y="212122"/>
                  </a:cubicBezTo>
                  <a:cubicBezTo>
                    <a:pt x="32099" y="213646"/>
                    <a:pt x="30575" y="213646"/>
                    <a:pt x="27527" y="213646"/>
                  </a:cubicBezTo>
                  <a:cubicBezTo>
                    <a:pt x="24480" y="213646"/>
                    <a:pt x="22955" y="213646"/>
                    <a:pt x="18288" y="213646"/>
                  </a:cubicBezTo>
                  <a:cubicBezTo>
                    <a:pt x="15240" y="213646"/>
                    <a:pt x="12192" y="213646"/>
                    <a:pt x="9144" y="213646"/>
                  </a:cubicBezTo>
                  <a:cubicBezTo>
                    <a:pt x="7620" y="213646"/>
                    <a:pt x="6096" y="213646"/>
                    <a:pt x="4572" y="212122"/>
                  </a:cubicBezTo>
                  <a:cubicBezTo>
                    <a:pt x="3048" y="212122"/>
                    <a:pt x="1524" y="210598"/>
                    <a:pt x="1524" y="210598"/>
                  </a:cubicBezTo>
                  <a:cubicBezTo>
                    <a:pt x="1524" y="209074"/>
                    <a:pt x="0" y="209074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1524" y="7620"/>
                  </a:cubicBezTo>
                  <a:cubicBezTo>
                    <a:pt x="1524" y="6096"/>
                    <a:pt x="3048" y="6096"/>
                    <a:pt x="3048" y="4572"/>
                  </a:cubicBezTo>
                  <a:cubicBezTo>
                    <a:pt x="4572" y="4572"/>
                    <a:pt x="6096" y="4572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955" y="3048"/>
                    <a:pt x="24480" y="3048"/>
                  </a:cubicBezTo>
                  <a:cubicBezTo>
                    <a:pt x="27527" y="4572"/>
                    <a:pt x="29051" y="4572"/>
                    <a:pt x="30575" y="4572"/>
                  </a:cubicBezTo>
                  <a:cubicBezTo>
                    <a:pt x="30575" y="6096"/>
                    <a:pt x="32099" y="6096"/>
                    <a:pt x="32099" y="7620"/>
                  </a:cubicBezTo>
                  <a:cubicBezTo>
                    <a:pt x="33624" y="7620"/>
                    <a:pt x="33624" y="9144"/>
                    <a:pt x="33624" y="10668"/>
                  </a:cubicBezTo>
                  <a:lnTo>
                    <a:pt x="33624" y="39624"/>
                  </a:lnTo>
                  <a:cubicBezTo>
                    <a:pt x="38195" y="30480"/>
                    <a:pt x="44291" y="24384"/>
                    <a:pt x="48863" y="19812"/>
                  </a:cubicBezTo>
                  <a:cubicBezTo>
                    <a:pt x="53436" y="15240"/>
                    <a:pt x="58007" y="10668"/>
                    <a:pt x="62580" y="7620"/>
                  </a:cubicBezTo>
                  <a:cubicBezTo>
                    <a:pt x="65627" y="4572"/>
                    <a:pt x="70199" y="3048"/>
                    <a:pt x="74771" y="1524"/>
                  </a:cubicBezTo>
                  <a:cubicBezTo>
                    <a:pt x="79343" y="1524"/>
                    <a:pt x="82391" y="0"/>
                    <a:pt x="86963" y="0"/>
                  </a:cubicBezTo>
                  <a:cubicBezTo>
                    <a:pt x="88487" y="0"/>
                    <a:pt x="91536" y="0"/>
                    <a:pt x="93059" y="0"/>
                  </a:cubicBezTo>
                  <a:cubicBezTo>
                    <a:pt x="96107" y="1524"/>
                    <a:pt x="97631" y="1524"/>
                    <a:pt x="100680" y="1524"/>
                  </a:cubicBezTo>
                  <a:cubicBezTo>
                    <a:pt x="103727" y="3048"/>
                    <a:pt x="105251" y="3048"/>
                    <a:pt x="108299" y="4572"/>
                  </a:cubicBezTo>
                  <a:cubicBezTo>
                    <a:pt x="109824" y="4572"/>
                    <a:pt x="111443" y="4572"/>
                    <a:pt x="112967" y="6096"/>
                  </a:cubicBezTo>
                  <a:cubicBezTo>
                    <a:pt x="112967" y="6096"/>
                    <a:pt x="114491" y="7620"/>
                    <a:pt x="114491" y="7620"/>
                  </a:cubicBezTo>
                  <a:cubicBezTo>
                    <a:pt x="114491" y="9144"/>
                    <a:pt x="114491" y="9144"/>
                    <a:pt x="114491" y="10668"/>
                  </a:cubicBezTo>
                  <a:cubicBezTo>
                    <a:pt x="116015" y="12192"/>
                    <a:pt x="116015" y="13716"/>
                    <a:pt x="116015" y="15240"/>
                  </a:cubicBezTo>
                  <a:cubicBezTo>
                    <a:pt x="116015" y="16764"/>
                    <a:pt x="116015" y="19812"/>
                    <a:pt x="116015" y="2286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Image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0058400" cy="7554468"/>
          </a:xfrm>
          <a:prstGeom prst="rect">
            <a:avLst/>
          </a:prstGeom>
          <a:noFill/>
        </p:spPr>
      </p:pic>
      <p:pic>
        <p:nvPicPr>
          <p:cNvPr id="94" name="Image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2" y="393192"/>
            <a:ext cx="9160764" cy="1513332"/>
          </a:xfrm>
          <a:prstGeom prst="rect">
            <a:avLst/>
          </a:prstGeom>
          <a:noFill/>
        </p:spPr>
      </p:pic>
      <p:sp>
        <p:nvSpPr>
          <p:cNvPr id="95" name="Path95"/>
          <p:cNvSpPr/>
          <p:nvPr/>
        </p:nvSpPr>
        <p:spPr>
          <a:xfrm>
            <a:off x="628555" y="2135029"/>
            <a:ext cx="109823" cy="111443"/>
          </a:xfrm>
          <a:custGeom>
            <a:avLst/>
            <a:gdLst/>
            <a:ahLst/>
            <a:cxnLst/>
            <a:rect l="l" t="t" r="r" b="b"/>
            <a:pathLst>
              <a:path w="109823" h="111443">
                <a:moveTo>
                  <a:pt x="0" y="54959"/>
                </a:moveTo>
                <a:cubicBezTo>
                  <a:pt x="0" y="39719"/>
                  <a:pt x="4572" y="27432"/>
                  <a:pt x="15240" y="16764"/>
                </a:cubicBezTo>
                <a:cubicBezTo>
                  <a:pt x="26003" y="6096"/>
                  <a:pt x="39719" y="0"/>
                  <a:pt x="54959" y="0"/>
                </a:cubicBezTo>
                <a:cubicBezTo>
                  <a:pt x="70199" y="0"/>
                  <a:pt x="82391" y="4572"/>
                  <a:pt x="94583" y="16764"/>
                </a:cubicBezTo>
                <a:cubicBezTo>
                  <a:pt x="105251" y="27432"/>
                  <a:pt x="109823" y="39719"/>
                  <a:pt x="109823" y="54959"/>
                </a:cubicBezTo>
                <a:cubicBezTo>
                  <a:pt x="109823" y="70199"/>
                  <a:pt x="105251" y="83915"/>
                  <a:pt x="94583" y="94583"/>
                </a:cubicBezTo>
                <a:cubicBezTo>
                  <a:pt x="83915" y="105347"/>
                  <a:pt x="70199" y="111443"/>
                  <a:pt x="54959" y="111443"/>
                </a:cubicBezTo>
                <a:cubicBezTo>
                  <a:pt x="39719" y="111443"/>
                  <a:pt x="26003" y="105347"/>
                  <a:pt x="15240" y="94583"/>
                </a:cubicBezTo>
                <a:cubicBezTo>
                  <a:pt x="4572" y="83915"/>
                  <a:pt x="0" y="70199"/>
                  <a:pt x="0" y="5495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96" name="Path96"/>
          <p:cNvSpPr/>
          <p:nvPr/>
        </p:nvSpPr>
        <p:spPr>
          <a:xfrm>
            <a:off x="1019175" y="2063306"/>
            <a:ext cx="213551" cy="288417"/>
          </a:xfrm>
          <a:custGeom>
            <a:avLst/>
            <a:gdLst/>
            <a:ahLst/>
            <a:cxnLst/>
            <a:rect l="l" t="t" r="r" b="b"/>
            <a:pathLst>
              <a:path w="213551" h="288417">
                <a:moveTo>
                  <a:pt x="213551" y="180118"/>
                </a:moveTo>
                <a:cubicBezTo>
                  <a:pt x="213551" y="196882"/>
                  <a:pt x="210503" y="212122"/>
                  <a:pt x="205931" y="225838"/>
                </a:cubicBezTo>
                <a:cubicBezTo>
                  <a:pt x="199835" y="239554"/>
                  <a:pt x="193739" y="250317"/>
                  <a:pt x="184595" y="259461"/>
                </a:cubicBezTo>
                <a:cubicBezTo>
                  <a:pt x="175451" y="268605"/>
                  <a:pt x="163259" y="276225"/>
                  <a:pt x="149447" y="280797"/>
                </a:cubicBezTo>
                <a:cubicBezTo>
                  <a:pt x="137255" y="285369"/>
                  <a:pt x="120491" y="288417"/>
                  <a:pt x="103727" y="288417"/>
                </a:cubicBezTo>
                <a:cubicBezTo>
                  <a:pt x="88487" y="288417"/>
                  <a:pt x="74771" y="285369"/>
                  <a:pt x="60960" y="280797"/>
                </a:cubicBezTo>
                <a:cubicBezTo>
                  <a:pt x="48768" y="277749"/>
                  <a:pt x="38100" y="270129"/>
                  <a:pt x="28956" y="260985"/>
                </a:cubicBezTo>
                <a:cubicBezTo>
                  <a:pt x="19812" y="253365"/>
                  <a:pt x="12192" y="241078"/>
                  <a:pt x="7620" y="228886"/>
                </a:cubicBezTo>
                <a:cubicBezTo>
                  <a:pt x="3048" y="215170"/>
                  <a:pt x="0" y="199930"/>
                  <a:pt x="0" y="181642"/>
                </a:cubicBezTo>
                <a:lnTo>
                  <a:pt x="0" y="6096"/>
                </a:lnTo>
                <a:cubicBezTo>
                  <a:pt x="0" y="6096"/>
                  <a:pt x="0" y="4572"/>
                  <a:pt x="0" y="3048"/>
                </a:cubicBezTo>
                <a:cubicBezTo>
                  <a:pt x="1524" y="3048"/>
                  <a:pt x="1524" y="1524"/>
                  <a:pt x="3048" y="1524"/>
                </a:cubicBezTo>
                <a:cubicBezTo>
                  <a:pt x="4572" y="1524"/>
                  <a:pt x="7620" y="0"/>
                  <a:pt x="9144" y="0"/>
                </a:cubicBezTo>
                <a:cubicBezTo>
                  <a:pt x="12192" y="0"/>
                  <a:pt x="15240" y="0"/>
                  <a:pt x="18288" y="0"/>
                </a:cubicBezTo>
                <a:cubicBezTo>
                  <a:pt x="22860" y="0"/>
                  <a:pt x="24384" y="0"/>
                  <a:pt x="27432" y="0"/>
                </a:cubicBezTo>
                <a:cubicBezTo>
                  <a:pt x="30480" y="0"/>
                  <a:pt x="32004" y="1524"/>
                  <a:pt x="33528" y="1524"/>
                </a:cubicBezTo>
                <a:cubicBezTo>
                  <a:pt x="35052" y="1524"/>
                  <a:pt x="35052" y="3048"/>
                  <a:pt x="36576" y="3048"/>
                </a:cubicBezTo>
                <a:cubicBezTo>
                  <a:pt x="36576" y="4572"/>
                  <a:pt x="36576" y="6096"/>
                  <a:pt x="36576" y="6096"/>
                </a:cubicBezTo>
                <a:lnTo>
                  <a:pt x="36576" y="177070"/>
                </a:lnTo>
                <a:cubicBezTo>
                  <a:pt x="36576" y="190786"/>
                  <a:pt x="38100" y="202978"/>
                  <a:pt x="42672" y="212122"/>
                </a:cubicBezTo>
                <a:cubicBezTo>
                  <a:pt x="45720" y="221266"/>
                  <a:pt x="50292" y="230410"/>
                  <a:pt x="56388" y="236506"/>
                </a:cubicBezTo>
                <a:cubicBezTo>
                  <a:pt x="62484" y="242602"/>
                  <a:pt x="68580" y="247269"/>
                  <a:pt x="77819" y="251841"/>
                </a:cubicBezTo>
                <a:cubicBezTo>
                  <a:pt x="86963" y="254889"/>
                  <a:pt x="96107" y="256413"/>
                  <a:pt x="106775" y="256413"/>
                </a:cubicBezTo>
                <a:cubicBezTo>
                  <a:pt x="117443" y="256413"/>
                  <a:pt x="126587" y="254889"/>
                  <a:pt x="135731" y="251841"/>
                </a:cubicBezTo>
                <a:cubicBezTo>
                  <a:pt x="144875" y="248793"/>
                  <a:pt x="150971" y="242602"/>
                  <a:pt x="157067" y="236506"/>
                </a:cubicBezTo>
                <a:cubicBezTo>
                  <a:pt x="163259" y="230410"/>
                  <a:pt x="167831" y="222790"/>
                  <a:pt x="170879" y="213646"/>
                </a:cubicBezTo>
                <a:cubicBezTo>
                  <a:pt x="173927" y="202978"/>
                  <a:pt x="175451" y="192310"/>
                  <a:pt x="175451" y="180118"/>
                </a:cubicBezTo>
                <a:lnTo>
                  <a:pt x="175451" y="6096"/>
                </a:lnTo>
                <a:cubicBezTo>
                  <a:pt x="175451" y="6096"/>
                  <a:pt x="175451" y="4572"/>
                  <a:pt x="176975" y="3048"/>
                </a:cubicBezTo>
                <a:cubicBezTo>
                  <a:pt x="176975" y="3048"/>
                  <a:pt x="178499" y="1524"/>
                  <a:pt x="180023" y="1524"/>
                </a:cubicBezTo>
                <a:cubicBezTo>
                  <a:pt x="181547" y="1524"/>
                  <a:pt x="183071" y="0"/>
                  <a:pt x="186118" y="0"/>
                </a:cubicBezTo>
                <a:cubicBezTo>
                  <a:pt x="187643" y="0"/>
                  <a:pt x="190691" y="0"/>
                  <a:pt x="195263" y="0"/>
                </a:cubicBezTo>
                <a:cubicBezTo>
                  <a:pt x="198311" y="0"/>
                  <a:pt x="201359" y="0"/>
                  <a:pt x="202883" y="0"/>
                </a:cubicBezTo>
                <a:cubicBezTo>
                  <a:pt x="205931" y="0"/>
                  <a:pt x="207454" y="1524"/>
                  <a:pt x="208979" y="1524"/>
                </a:cubicBezTo>
                <a:cubicBezTo>
                  <a:pt x="210503" y="1524"/>
                  <a:pt x="212027" y="3048"/>
                  <a:pt x="212027" y="3048"/>
                </a:cubicBezTo>
                <a:cubicBezTo>
                  <a:pt x="212027" y="4572"/>
                  <a:pt x="213551" y="6096"/>
                  <a:pt x="213551" y="6096"/>
                </a:cubicBezTo>
                <a:lnTo>
                  <a:pt x="213551" y="18011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97" name="Group97"/>
          <p:cNvGrpSpPr/>
          <p:nvPr/>
        </p:nvGrpSpPr>
        <p:grpSpPr>
          <a:xfrm>
            <a:off x="1302925" y="2043494"/>
            <a:ext cx="1331881" cy="384524"/>
            <a:chOff x="1302925" y="2043494"/>
            <a:chExt cx="1331881" cy="384524"/>
          </a:xfrm>
        </p:grpSpPr>
        <p:sp>
          <p:nvSpPr>
            <p:cNvPr id="98" name="Path98"/>
            <p:cNvSpPr/>
            <p:nvPr/>
          </p:nvSpPr>
          <p:spPr>
            <a:xfrm>
              <a:off x="1302925" y="2135029"/>
              <a:ext cx="181546" cy="291465"/>
            </a:xfrm>
            <a:custGeom>
              <a:avLst/>
              <a:gdLst/>
              <a:ahLst/>
              <a:cxnLst/>
              <a:rect l="l" t="t" r="r" b="b"/>
              <a:pathLst>
                <a:path w="181546" h="291465">
                  <a:moveTo>
                    <a:pt x="181546" y="105347"/>
                  </a:moveTo>
                  <a:cubicBezTo>
                    <a:pt x="181546" y="122111"/>
                    <a:pt x="180022" y="137351"/>
                    <a:pt x="175450" y="151067"/>
                  </a:cubicBezTo>
                  <a:cubicBezTo>
                    <a:pt x="172402" y="164783"/>
                    <a:pt x="166307" y="177070"/>
                    <a:pt x="158686" y="186214"/>
                  </a:cubicBezTo>
                  <a:cubicBezTo>
                    <a:pt x="152591" y="196882"/>
                    <a:pt x="143446" y="202978"/>
                    <a:pt x="132683" y="209074"/>
                  </a:cubicBezTo>
                  <a:cubicBezTo>
                    <a:pt x="122015" y="213646"/>
                    <a:pt x="109823" y="216694"/>
                    <a:pt x="96107" y="216694"/>
                  </a:cubicBezTo>
                  <a:cubicBezTo>
                    <a:pt x="90011" y="216694"/>
                    <a:pt x="83915" y="216694"/>
                    <a:pt x="79343" y="215170"/>
                  </a:cubicBezTo>
                  <a:cubicBezTo>
                    <a:pt x="74771" y="213646"/>
                    <a:pt x="70199" y="212122"/>
                    <a:pt x="65627" y="209074"/>
                  </a:cubicBezTo>
                  <a:cubicBezTo>
                    <a:pt x="61055" y="207550"/>
                    <a:pt x="54959" y="204502"/>
                    <a:pt x="50387" y="199930"/>
                  </a:cubicBezTo>
                  <a:cubicBezTo>
                    <a:pt x="45720" y="196882"/>
                    <a:pt x="41148" y="192310"/>
                    <a:pt x="36576" y="186214"/>
                  </a:cubicBezTo>
                  <a:lnTo>
                    <a:pt x="36576" y="285369"/>
                  </a:lnTo>
                  <a:cubicBezTo>
                    <a:pt x="36576" y="286893"/>
                    <a:pt x="36576" y="286893"/>
                    <a:pt x="35052" y="288417"/>
                  </a:cubicBezTo>
                  <a:cubicBezTo>
                    <a:pt x="35052" y="288417"/>
                    <a:pt x="33528" y="289941"/>
                    <a:pt x="32004" y="289941"/>
                  </a:cubicBezTo>
                  <a:cubicBezTo>
                    <a:pt x="30480" y="291465"/>
                    <a:pt x="28956" y="291465"/>
                    <a:pt x="27432" y="291465"/>
                  </a:cubicBezTo>
                  <a:cubicBezTo>
                    <a:pt x="24384" y="291465"/>
                    <a:pt x="21336" y="291465"/>
                    <a:pt x="18288" y="291465"/>
                  </a:cubicBezTo>
                  <a:cubicBezTo>
                    <a:pt x="13716" y="291465"/>
                    <a:pt x="12192" y="291465"/>
                    <a:pt x="9144" y="291465"/>
                  </a:cubicBezTo>
                  <a:cubicBezTo>
                    <a:pt x="7620" y="291465"/>
                    <a:pt x="4572" y="291465"/>
                    <a:pt x="3048" y="289941"/>
                  </a:cubicBezTo>
                  <a:cubicBezTo>
                    <a:pt x="3048" y="289941"/>
                    <a:pt x="1524" y="288417"/>
                    <a:pt x="0" y="288417"/>
                  </a:cubicBezTo>
                  <a:cubicBezTo>
                    <a:pt x="0" y="286893"/>
                    <a:pt x="0" y="286893"/>
                    <a:pt x="0" y="285369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0" y="6096"/>
                  </a:cubicBezTo>
                  <a:cubicBezTo>
                    <a:pt x="1524" y="6096"/>
                    <a:pt x="1524" y="6096"/>
                    <a:pt x="3048" y="4572"/>
                  </a:cubicBezTo>
                  <a:cubicBezTo>
                    <a:pt x="4572" y="4572"/>
                    <a:pt x="6096" y="3048"/>
                    <a:pt x="7620" y="3048"/>
                  </a:cubicBezTo>
                  <a:cubicBezTo>
                    <a:pt x="10668" y="3048"/>
                    <a:pt x="12192" y="3048"/>
                    <a:pt x="15240" y="3048"/>
                  </a:cubicBezTo>
                  <a:cubicBezTo>
                    <a:pt x="18288" y="3048"/>
                    <a:pt x="21336" y="3048"/>
                    <a:pt x="22860" y="3048"/>
                  </a:cubicBezTo>
                  <a:cubicBezTo>
                    <a:pt x="25908" y="3048"/>
                    <a:pt x="27432" y="4572"/>
                    <a:pt x="27432" y="4572"/>
                  </a:cubicBezTo>
                  <a:cubicBezTo>
                    <a:pt x="28956" y="4572"/>
                    <a:pt x="30480" y="6096"/>
                    <a:pt x="30480" y="6096"/>
                  </a:cubicBezTo>
                  <a:cubicBezTo>
                    <a:pt x="32004" y="7620"/>
                    <a:pt x="32004" y="9144"/>
                    <a:pt x="32004" y="10668"/>
                  </a:cubicBezTo>
                  <a:lnTo>
                    <a:pt x="32004" y="36671"/>
                  </a:lnTo>
                  <a:cubicBezTo>
                    <a:pt x="38100" y="30480"/>
                    <a:pt x="42672" y="24384"/>
                    <a:pt x="48768" y="19812"/>
                  </a:cubicBezTo>
                  <a:cubicBezTo>
                    <a:pt x="54959" y="15240"/>
                    <a:pt x="59531" y="12192"/>
                    <a:pt x="65627" y="9144"/>
                  </a:cubicBezTo>
                  <a:cubicBezTo>
                    <a:pt x="71723" y="6096"/>
                    <a:pt x="77819" y="4572"/>
                    <a:pt x="82391" y="3048"/>
                  </a:cubicBezTo>
                  <a:cubicBezTo>
                    <a:pt x="88487" y="1524"/>
                    <a:pt x="94583" y="0"/>
                    <a:pt x="102203" y="0"/>
                  </a:cubicBezTo>
                  <a:cubicBezTo>
                    <a:pt x="115919" y="0"/>
                    <a:pt x="128111" y="3048"/>
                    <a:pt x="138874" y="9144"/>
                  </a:cubicBezTo>
                  <a:cubicBezTo>
                    <a:pt x="148018" y="13716"/>
                    <a:pt x="157163" y="21336"/>
                    <a:pt x="163258" y="30480"/>
                  </a:cubicBezTo>
                  <a:cubicBezTo>
                    <a:pt x="169354" y="41243"/>
                    <a:pt x="173927" y="51911"/>
                    <a:pt x="176974" y="64103"/>
                  </a:cubicBezTo>
                  <a:cubicBezTo>
                    <a:pt x="180022" y="77819"/>
                    <a:pt x="181546" y="91536"/>
                    <a:pt x="181546" y="105347"/>
                  </a:cubicBezTo>
                  <a:close/>
                  <a:moveTo>
                    <a:pt x="143446" y="109919"/>
                  </a:moveTo>
                  <a:cubicBezTo>
                    <a:pt x="143446" y="99155"/>
                    <a:pt x="141922" y="90011"/>
                    <a:pt x="140399" y="80867"/>
                  </a:cubicBezTo>
                  <a:cubicBezTo>
                    <a:pt x="138874" y="70199"/>
                    <a:pt x="137350" y="62580"/>
                    <a:pt x="132683" y="54959"/>
                  </a:cubicBezTo>
                  <a:cubicBezTo>
                    <a:pt x="129635" y="47339"/>
                    <a:pt x="123539" y="42767"/>
                    <a:pt x="117443" y="38195"/>
                  </a:cubicBezTo>
                  <a:cubicBezTo>
                    <a:pt x="111347" y="33528"/>
                    <a:pt x="103727" y="30480"/>
                    <a:pt x="94583" y="30480"/>
                  </a:cubicBezTo>
                  <a:cubicBezTo>
                    <a:pt x="90011" y="30480"/>
                    <a:pt x="85439" y="32004"/>
                    <a:pt x="80867" y="33528"/>
                  </a:cubicBezTo>
                  <a:cubicBezTo>
                    <a:pt x="76295" y="35147"/>
                    <a:pt x="71723" y="36671"/>
                    <a:pt x="67151" y="39719"/>
                  </a:cubicBezTo>
                  <a:cubicBezTo>
                    <a:pt x="62579" y="42767"/>
                    <a:pt x="58007" y="47339"/>
                    <a:pt x="51911" y="51911"/>
                  </a:cubicBezTo>
                  <a:cubicBezTo>
                    <a:pt x="47244" y="56483"/>
                    <a:pt x="41148" y="62580"/>
                    <a:pt x="36576" y="70199"/>
                  </a:cubicBezTo>
                  <a:lnTo>
                    <a:pt x="36576" y="148019"/>
                  </a:lnTo>
                  <a:cubicBezTo>
                    <a:pt x="45720" y="160211"/>
                    <a:pt x="54959" y="169355"/>
                    <a:pt x="64103" y="175546"/>
                  </a:cubicBezTo>
                  <a:cubicBezTo>
                    <a:pt x="73247" y="181642"/>
                    <a:pt x="82391" y="186214"/>
                    <a:pt x="93059" y="186214"/>
                  </a:cubicBezTo>
                  <a:cubicBezTo>
                    <a:pt x="100679" y="186214"/>
                    <a:pt x="108299" y="183166"/>
                    <a:pt x="115919" y="178594"/>
                  </a:cubicBezTo>
                  <a:cubicBezTo>
                    <a:pt x="122015" y="174022"/>
                    <a:pt x="126587" y="169355"/>
                    <a:pt x="131159" y="161735"/>
                  </a:cubicBezTo>
                  <a:cubicBezTo>
                    <a:pt x="135731" y="154115"/>
                    <a:pt x="138874" y="146495"/>
                    <a:pt x="140399" y="137351"/>
                  </a:cubicBezTo>
                  <a:cubicBezTo>
                    <a:pt x="141922" y="128207"/>
                    <a:pt x="143446" y="119063"/>
                    <a:pt x="143446" y="10991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99" name="Path99"/>
            <p:cNvSpPr/>
            <p:nvPr/>
          </p:nvSpPr>
          <p:spPr>
            <a:xfrm>
              <a:off x="1525619" y="2043494"/>
              <a:ext cx="181642" cy="308228"/>
            </a:xfrm>
            <a:custGeom>
              <a:avLst/>
              <a:gdLst/>
              <a:ahLst/>
              <a:cxnLst/>
              <a:rect l="l" t="t" r="r" b="b"/>
              <a:pathLst>
                <a:path w="181642" h="308228">
                  <a:moveTo>
                    <a:pt x="181642" y="299085"/>
                  </a:moveTo>
                  <a:cubicBezTo>
                    <a:pt x="181642" y="299085"/>
                    <a:pt x="181642" y="300609"/>
                    <a:pt x="180118" y="302133"/>
                  </a:cubicBezTo>
                  <a:cubicBezTo>
                    <a:pt x="180118" y="302133"/>
                    <a:pt x="178594" y="303657"/>
                    <a:pt x="178594" y="303657"/>
                  </a:cubicBezTo>
                  <a:cubicBezTo>
                    <a:pt x="177070" y="303657"/>
                    <a:pt x="175450" y="305181"/>
                    <a:pt x="172403" y="305181"/>
                  </a:cubicBezTo>
                  <a:cubicBezTo>
                    <a:pt x="170878" y="305181"/>
                    <a:pt x="167831" y="305181"/>
                    <a:pt x="164782" y="305181"/>
                  </a:cubicBezTo>
                  <a:cubicBezTo>
                    <a:pt x="161734" y="305181"/>
                    <a:pt x="160210" y="305181"/>
                    <a:pt x="157162" y="305181"/>
                  </a:cubicBezTo>
                  <a:cubicBezTo>
                    <a:pt x="155638" y="305181"/>
                    <a:pt x="154115" y="303657"/>
                    <a:pt x="152590" y="303657"/>
                  </a:cubicBezTo>
                  <a:cubicBezTo>
                    <a:pt x="151066" y="303657"/>
                    <a:pt x="151066" y="302133"/>
                    <a:pt x="149543" y="302133"/>
                  </a:cubicBezTo>
                  <a:cubicBezTo>
                    <a:pt x="149543" y="300609"/>
                    <a:pt x="149543" y="299085"/>
                    <a:pt x="149543" y="299085"/>
                  </a:cubicBezTo>
                  <a:lnTo>
                    <a:pt x="149543" y="273177"/>
                  </a:lnTo>
                  <a:cubicBezTo>
                    <a:pt x="138875" y="283845"/>
                    <a:pt x="128206" y="292989"/>
                    <a:pt x="117538" y="299085"/>
                  </a:cubicBezTo>
                  <a:cubicBezTo>
                    <a:pt x="105346" y="305181"/>
                    <a:pt x="93154" y="308229"/>
                    <a:pt x="80867" y="308229"/>
                  </a:cubicBezTo>
                  <a:cubicBezTo>
                    <a:pt x="65627" y="308229"/>
                    <a:pt x="53435" y="305181"/>
                    <a:pt x="42767" y="299085"/>
                  </a:cubicBezTo>
                  <a:cubicBezTo>
                    <a:pt x="33623" y="294513"/>
                    <a:pt x="24479" y="286893"/>
                    <a:pt x="18383" y="276225"/>
                  </a:cubicBezTo>
                  <a:cubicBezTo>
                    <a:pt x="12287" y="267081"/>
                    <a:pt x="7715" y="256318"/>
                    <a:pt x="4667" y="242602"/>
                  </a:cubicBezTo>
                  <a:cubicBezTo>
                    <a:pt x="1619" y="230410"/>
                    <a:pt x="0" y="216694"/>
                    <a:pt x="0" y="202978"/>
                  </a:cubicBezTo>
                  <a:cubicBezTo>
                    <a:pt x="0" y="186118"/>
                    <a:pt x="1619" y="170878"/>
                    <a:pt x="6191" y="157162"/>
                  </a:cubicBezTo>
                  <a:cubicBezTo>
                    <a:pt x="9239" y="143446"/>
                    <a:pt x="13811" y="131254"/>
                    <a:pt x="21431" y="122015"/>
                  </a:cubicBezTo>
                  <a:cubicBezTo>
                    <a:pt x="29051" y="111347"/>
                    <a:pt x="38195" y="105251"/>
                    <a:pt x="48863" y="99155"/>
                  </a:cubicBezTo>
                  <a:cubicBezTo>
                    <a:pt x="59531" y="94583"/>
                    <a:pt x="71723" y="91535"/>
                    <a:pt x="85439" y="91535"/>
                  </a:cubicBezTo>
                  <a:cubicBezTo>
                    <a:pt x="96202" y="91535"/>
                    <a:pt x="106871" y="94583"/>
                    <a:pt x="116015" y="99155"/>
                  </a:cubicBezTo>
                  <a:cubicBezTo>
                    <a:pt x="126682" y="103727"/>
                    <a:pt x="135827" y="111347"/>
                    <a:pt x="144971" y="122015"/>
                  </a:cubicBezTo>
                  <a:lnTo>
                    <a:pt x="144971" y="7620"/>
                  </a:lnTo>
                  <a:cubicBezTo>
                    <a:pt x="144971" y="6096"/>
                    <a:pt x="144971" y="4572"/>
                    <a:pt x="144971" y="4572"/>
                  </a:cubicBezTo>
                  <a:cubicBezTo>
                    <a:pt x="146494" y="3048"/>
                    <a:pt x="146494" y="3048"/>
                    <a:pt x="148018" y="1524"/>
                  </a:cubicBezTo>
                  <a:cubicBezTo>
                    <a:pt x="149543" y="1524"/>
                    <a:pt x="152590" y="1524"/>
                    <a:pt x="154115" y="0"/>
                  </a:cubicBezTo>
                  <a:cubicBezTo>
                    <a:pt x="155638" y="0"/>
                    <a:pt x="158687" y="0"/>
                    <a:pt x="163259" y="0"/>
                  </a:cubicBezTo>
                  <a:cubicBezTo>
                    <a:pt x="166306" y="0"/>
                    <a:pt x="169354" y="0"/>
                    <a:pt x="172403" y="0"/>
                  </a:cubicBezTo>
                  <a:cubicBezTo>
                    <a:pt x="173927" y="1524"/>
                    <a:pt x="175450" y="1524"/>
                    <a:pt x="177070" y="1524"/>
                  </a:cubicBezTo>
                  <a:cubicBezTo>
                    <a:pt x="178594" y="1524"/>
                    <a:pt x="180118" y="3048"/>
                    <a:pt x="180118" y="4572"/>
                  </a:cubicBezTo>
                  <a:cubicBezTo>
                    <a:pt x="181642" y="4572"/>
                    <a:pt x="181642" y="6096"/>
                    <a:pt x="181642" y="7620"/>
                  </a:cubicBezTo>
                  <a:lnTo>
                    <a:pt x="181642" y="299085"/>
                  </a:lnTo>
                  <a:close/>
                  <a:moveTo>
                    <a:pt x="144971" y="160210"/>
                  </a:moveTo>
                  <a:cubicBezTo>
                    <a:pt x="135827" y="148018"/>
                    <a:pt x="125159" y="138874"/>
                    <a:pt x="116015" y="132778"/>
                  </a:cubicBezTo>
                  <a:cubicBezTo>
                    <a:pt x="106871" y="126682"/>
                    <a:pt x="97727" y="122015"/>
                    <a:pt x="88582" y="122015"/>
                  </a:cubicBezTo>
                  <a:cubicBezTo>
                    <a:pt x="79343" y="122015"/>
                    <a:pt x="71723" y="125063"/>
                    <a:pt x="64103" y="129730"/>
                  </a:cubicBezTo>
                  <a:cubicBezTo>
                    <a:pt x="58007" y="134302"/>
                    <a:pt x="53435" y="138874"/>
                    <a:pt x="48863" y="146494"/>
                  </a:cubicBezTo>
                  <a:cubicBezTo>
                    <a:pt x="44291" y="154114"/>
                    <a:pt x="42767" y="161734"/>
                    <a:pt x="39719" y="170878"/>
                  </a:cubicBezTo>
                  <a:cubicBezTo>
                    <a:pt x="38195" y="180022"/>
                    <a:pt x="38195" y="189166"/>
                    <a:pt x="38195" y="198406"/>
                  </a:cubicBezTo>
                  <a:cubicBezTo>
                    <a:pt x="38195" y="209074"/>
                    <a:pt x="38195" y="218218"/>
                    <a:pt x="39719" y="227362"/>
                  </a:cubicBezTo>
                  <a:cubicBezTo>
                    <a:pt x="41243" y="236506"/>
                    <a:pt x="44291" y="245650"/>
                    <a:pt x="47339" y="253270"/>
                  </a:cubicBezTo>
                  <a:cubicBezTo>
                    <a:pt x="51911" y="260890"/>
                    <a:pt x="56483" y="265557"/>
                    <a:pt x="62579" y="270129"/>
                  </a:cubicBezTo>
                  <a:cubicBezTo>
                    <a:pt x="68675" y="274701"/>
                    <a:pt x="76295" y="277749"/>
                    <a:pt x="86963" y="277749"/>
                  </a:cubicBezTo>
                  <a:cubicBezTo>
                    <a:pt x="91630" y="277749"/>
                    <a:pt x="96202" y="276225"/>
                    <a:pt x="100775" y="274701"/>
                  </a:cubicBezTo>
                  <a:cubicBezTo>
                    <a:pt x="105346" y="274701"/>
                    <a:pt x="109918" y="271653"/>
                    <a:pt x="114490" y="268605"/>
                  </a:cubicBezTo>
                  <a:cubicBezTo>
                    <a:pt x="119062" y="265557"/>
                    <a:pt x="123634" y="262414"/>
                    <a:pt x="128206" y="256318"/>
                  </a:cubicBezTo>
                  <a:cubicBezTo>
                    <a:pt x="134303" y="251746"/>
                    <a:pt x="138875" y="245650"/>
                    <a:pt x="144971" y="238030"/>
                  </a:cubicBezTo>
                  <a:lnTo>
                    <a:pt x="144971" y="16021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00" name="Path100"/>
            <p:cNvSpPr/>
            <p:nvPr/>
          </p:nvSpPr>
          <p:spPr>
            <a:xfrm>
              <a:off x="1760601" y="2135029"/>
              <a:ext cx="161735" cy="216693"/>
            </a:xfrm>
            <a:custGeom>
              <a:avLst/>
              <a:gdLst/>
              <a:ahLst/>
              <a:cxnLst/>
              <a:rect l="l" t="t" r="r" b="b"/>
              <a:pathLst>
                <a:path w="161735" h="216693">
                  <a:moveTo>
                    <a:pt x="161735" y="207550"/>
                  </a:moveTo>
                  <a:cubicBezTo>
                    <a:pt x="161735" y="209074"/>
                    <a:pt x="160211" y="210598"/>
                    <a:pt x="158686" y="210598"/>
                  </a:cubicBezTo>
                  <a:cubicBezTo>
                    <a:pt x="158686" y="212122"/>
                    <a:pt x="157163" y="212122"/>
                    <a:pt x="154114" y="213646"/>
                  </a:cubicBezTo>
                  <a:cubicBezTo>
                    <a:pt x="152591" y="213646"/>
                    <a:pt x="149542" y="213646"/>
                    <a:pt x="144970" y="213646"/>
                  </a:cubicBezTo>
                  <a:cubicBezTo>
                    <a:pt x="141923" y="213646"/>
                    <a:pt x="138874" y="213646"/>
                    <a:pt x="135827" y="213646"/>
                  </a:cubicBezTo>
                  <a:cubicBezTo>
                    <a:pt x="134302" y="212122"/>
                    <a:pt x="132779" y="212122"/>
                    <a:pt x="131255" y="210598"/>
                  </a:cubicBezTo>
                  <a:cubicBezTo>
                    <a:pt x="131255" y="210598"/>
                    <a:pt x="129730" y="209074"/>
                    <a:pt x="129730" y="207550"/>
                  </a:cubicBezTo>
                  <a:lnTo>
                    <a:pt x="129730" y="187738"/>
                  </a:lnTo>
                  <a:cubicBezTo>
                    <a:pt x="122111" y="196882"/>
                    <a:pt x="111347" y="204502"/>
                    <a:pt x="100679" y="209074"/>
                  </a:cubicBezTo>
                  <a:cubicBezTo>
                    <a:pt x="91535" y="213646"/>
                    <a:pt x="79343" y="216694"/>
                    <a:pt x="67151" y="216694"/>
                  </a:cubicBezTo>
                  <a:cubicBezTo>
                    <a:pt x="58007" y="216694"/>
                    <a:pt x="47339" y="215170"/>
                    <a:pt x="39719" y="212122"/>
                  </a:cubicBezTo>
                  <a:cubicBezTo>
                    <a:pt x="30575" y="210598"/>
                    <a:pt x="24384" y="206026"/>
                    <a:pt x="18288" y="201454"/>
                  </a:cubicBezTo>
                  <a:cubicBezTo>
                    <a:pt x="12192" y="195358"/>
                    <a:pt x="7620" y="189262"/>
                    <a:pt x="4572" y="181642"/>
                  </a:cubicBezTo>
                  <a:cubicBezTo>
                    <a:pt x="1524" y="174022"/>
                    <a:pt x="0" y="166307"/>
                    <a:pt x="0" y="157163"/>
                  </a:cubicBezTo>
                  <a:cubicBezTo>
                    <a:pt x="0" y="144970"/>
                    <a:pt x="1524" y="135826"/>
                    <a:pt x="6096" y="128207"/>
                  </a:cubicBezTo>
                  <a:cubicBezTo>
                    <a:pt x="10668" y="119063"/>
                    <a:pt x="16764" y="112967"/>
                    <a:pt x="25908" y="106870"/>
                  </a:cubicBezTo>
                  <a:cubicBezTo>
                    <a:pt x="33623" y="102203"/>
                    <a:pt x="44291" y="97631"/>
                    <a:pt x="56483" y="94583"/>
                  </a:cubicBezTo>
                  <a:cubicBezTo>
                    <a:pt x="68675" y="93059"/>
                    <a:pt x="82391" y="91535"/>
                    <a:pt x="97631" y="91535"/>
                  </a:cubicBezTo>
                  <a:lnTo>
                    <a:pt x="125158" y="91535"/>
                  </a:lnTo>
                  <a:lnTo>
                    <a:pt x="125158" y="76295"/>
                  </a:lnTo>
                  <a:cubicBezTo>
                    <a:pt x="125158" y="68675"/>
                    <a:pt x="125158" y="61055"/>
                    <a:pt x="123635" y="56483"/>
                  </a:cubicBezTo>
                  <a:cubicBezTo>
                    <a:pt x="122111" y="50387"/>
                    <a:pt x="119063" y="45815"/>
                    <a:pt x="114395" y="41243"/>
                  </a:cubicBezTo>
                  <a:cubicBezTo>
                    <a:pt x="111347" y="36671"/>
                    <a:pt x="106775" y="35147"/>
                    <a:pt x="100679" y="32004"/>
                  </a:cubicBezTo>
                  <a:cubicBezTo>
                    <a:pt x="96107" y="30480"/>
                    <a:pt x="88487" y="28956"/>
                    <a:pt x="80867" y="28956"/>
                  </a:cubicBezTo>
                  <a:cubicBezTo>
                    <a:pt x="71723" y="28956"/>
                    <a:pt x="64103" y="30480"/>
                    <a:pt x="56483" y="32004"/>
                  </a:cubicBezTo>
                  <a:cubicBezTo>
                    <a:pt x="48863" y="35147"/>
                    <a:pt x="42767" y="36671"/>
                    <a:pt x="38195" y="39719"/>
                  </a:cubicBezTo>
                  <a:cubicBezTo>
                    <a:pt x="32099" y="42767"/>
                    <a:pt x="27432" y="44291"/>
                    <a:pt x="24384" y="47339"/>
                  </a:cubicBezTo>
                  <a:cubicBezTo>
                    <a:pt x="21336" y="48863"/>
                    <a:pt x="18288" y="50387"/>
                    <a:pt x="16764" y="50387"/>
                  </a:cubicBezTo>
                  <a:cubicBezTo>
                    <a:pt x="15240" y="50387"/>
                    <a:pt x="13716" y="48863"/>
                    <a:pt x="13716" y="48863"/>
                  </a:cubicBezTo>
                  <a:cubicBezTo>
                    <a:pt x="12192" y="48863"/>
                    <a:pt x="12192" y="47339"/>
                    <a:pt x="10668" y="45815"/>
                  </a:cubicBezTo>
                  <a:cubicBezTo>
                    <a:pt x="10668" y="45815"/>
                    <a:pt x="9144" y="44291"/>
                    <a:pt x="9144" y="41243"/>
                  </a:cubicBezTo>
                  <a:cubicBezTo>
                    <a:pt x="9144" y="39719"/>
                    <a:pt x="9144" y="38195"/>
                    <a:pt x="9144" y="35147"/>
                  </a:cubicBezTo>
                  <a:cubicBezTo>
                    <a:pt x="9144" y="32004"/>
                    <a:pt x="9144" y="28956"/>
                    <a:pt x="9144" y="27432"/>
                  </a:cubicBezTo>
                  <a:cubicBezTo>
                    <a:pt x="10668" y="24384"/>
                    <a:pt x="12192" y="22860"/>
                    <a:pt x="13716" y="21336"/>
                  </a:cubicBezTo>
                  <a:cubicBezTo>
                    <a:pt x="15240" y="19812"/>
                    <a:pt x="18288" y="16764"/>
                    <a:pt x="24384" y="13716"/>
                  </a:cubicBezTo>
                  <a:cubicBezTo>
                    <a:pt x="29051" y="12192"/>
                    <a:pt x="33623" y="9144"/>
                    <a:pt x="39719" y="7620"/>
                  </a:cubicBezTo>
                  <a:cubicBezTo>
                    <a:pt x="47339" y="6096"/>
                    <a:pt x="53435" y="3048"/>
                    <a:pt x="61055" y="1524"/>
                  </a:cubicBezTo>
                  <a:cubicBezTo>
                    <a:pt x="68675" y="1524"/>
                    <a:pt x="76295" y="0"/>
                    <a:pt x="83915" y="0"/>
                  </a:cubicBezTo>
                  <a:cubicBezTo>
                    <a:pt x="97631" y="0"/>
                    <a:pt x="109823" y="1524"/>
                    <a:pt x="119063" y="4572"/>
                  </a:cubicBezTo>
                  <a:cubicBezTo>
                    <a:pt x="129730" y="7620"/>
                    <a:pt x="137351" y="12192"/>
                    <a:pt x="143446" y="18288"/>
                  </a:cubicBezTo>
                  <a:cubicBezTo>
                    <a:pt x="149542" y="24384"/>
                    <a:pt x="154114" y="33528"/>
                    <a:pt x="157163" y="42767"/>
                  </a:cubicBezTo>
                  <a:cubicBezTo>
                    <a:pt x="160211" y="51911"/>
                    <a:pt x="161735" y="62579"/>
                    <a:pt x="161735" y="74771"/>
                  </a:cubicBezTo>
                  <a:lnTo>
                    <a:pt x="161735" y="207550"/>
                  </a:lnTo>
                  <a:close/>
                  <a:moveTo>
                    <a:pt x="125158" y="117539"/>
                  </a:moveTo>
                  <a:lnTo>
                    <a:pt x="94583" y="117539"/>
                  </a:lnTo>
                  <a:cubicBezTo>
                    <a:pt x="83915" y="117539"/>
                    <a:pt x="76295" y="117539"/>
                    <a:pt x="68675" y="119063"/>
                  </a:cubicBezTo>
                  <a:cubicBezTo>
                    <a:pt x="61055" y="122111"/>
                    <a:pt x="54959" y="123635"/>
                    <a:pt x="50387" y="126683"/>
                  </a:cubicBezTo>
                  <a:cubicBezTo>
                    <a:pt x="45815" y="129730"/>
                    <a:pt x="42767" y="134302"/>
                    <a:pt x="39719" y="138874"/>
                  </a:cubicBezTo>
                  <a:cubicBezTo>
                    <a:pt x="38195" y="143446"/>
                    <a:pt x="36671" y="149542"/>
                    <a:pt x="36671" y="154114"/>
                  </a:cubicBezTo>
                  <a:cubicBezTo>
                    <a:pt x="36671" y="164783"/>
                    <a:pt x="39719" y="172498"/>
                    <a:pt x="45815" y="178594"/>
                  </a:cubicBezTo>
                  <a:cubicBezTo>
                    <a:pt x="51911" y="184690"/>
                    <a:pt x="61055" y="187738"/>
                    <a:pt x="73247" y="187738"/>
                  </a:cubicBezTo>
                  <a:cubicBezTo>
                    <a:pt x="82391" y="187738"/>
                    <a:pt x="91535" y="186214"/>
                    <a:pt x="99155" y="181642"/>
                  </a:cubicBezTo>
                  <a:cubicBezTo>
                    <a:pt x="108299" y="177070"/>
                    <a:pt x="116014" y="169354"/>
                    <a:pt x="125158" y="158686"/>
                  </a:cubicBezTo>
                  <a:lnTo>
                    <a:pt x="125158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01" name="Path101"/>
            <p:cNvSpPr/>
            <p:nvPr/>
          </p:nvSpPr>
          <p:spPr>
            <a:xfrm>
              <a:off x="1957388" y="2086166"/>
              <a:ext cx="128206" cy="265557"/>
            </a:xfrm>
            <a:custGeom>
              <a:avLst/>
              <a:gdLst/>
              <a:ahLst/>
              <a:cxnLst/>
              <a:rect l="l" t="t" r="r" b="b"/>
              <a:pathLst>
                <a:path w="128206" h="265557">
                  <a:moveTo>
                    <a:pt x="128207" y="241173"/>
                  </a:moveTo>
                  <a:cubicBezTo>
                    <a:pt x="128207" y="245745"/>
                    <a:pt x="128207" y="248793"/>
                    <a:pt x="128207" y="251841"/>
                  </a:cubicBezTo>
                  <a:cubicBezTo>
                    <a:pt x="126683" y="253365"/>
                    <a:pt x="126683" y="256413"/>
                    <a:pt x="125158" y="256413"/>
                  </a:cubicBezTo>
                  <a:cubicBezTo>
                    <a:pt x="123635" y="257937"/>
                    <a:pt x="122111" y="259461"/>
                    <a:pt x="120586" y="259461"/>
                  </a:cubicBezTo>
                  <a:cubicBezTo>
                    <a:pt x="117539" y="260985"/>
                    <a:pt x="114490" y="262509"/>
                    <a:pt x="111442" y="262509"/>
                  </a:cubicBezTo>
                  <a:cubicBezTo>
                    <a:pt x="108395" y="264033"/>
                    <a:pt x="105346" y="264033"/>
                    <a:pt x="102299" y="264033"/>
                  </a:cubicBezTo>
                  <a:cubicBezTo>
                    <a:pt x="99251" y="264033"/>
                    <a:pt x="96202" y="265557"/>
                    <a:pt x="91535" y="265557"/>
                  </a:cubicBezTo>
                  <a:cubicBezTo>
                    <a:pt x="82391" y="265557"/>
                    <a:pt x="73247" y="264033"/>
                    <a:pt x="65627" y="260985"/>
                  </a:cubicBezTo>
                  <a:cubicBezTo>
                    <a:pt x="58007" y="257937"/>
                    <a:pt x="53435" y="254889"/>
                    <a:pt x="47339" y="248793"/>
                  </a:cubicBezTo>
                  <a:cubicBezTo>
                    <a:pt x="42767" y="242697"/>
                    <a:pt x="39719" y="236601"/>
                    <a:pt x="38195" y="227457"/>
                  </a:cubicBezTo>
                  <a:cubicBezTo>
                    <a:pt x="35147" y="219742"/>
                    <a:pt x="35147" y="209074"/>
                    <a:pt x="35147" y="198406"/>
                  </a:cubicBezTo>
                  <a:lnTo>
                    <a:pt x="35147" y="82391"/>
                  </a:lnTo>
                  <a:lnTo>
                    <a:pt x="7715" y="82391"/>
                  </a:lnTo>
                  <a:cubicBezTo>
                    <a:pt x="4572" y="82391"/>
                    <a:pt x="3048" y="82391"/>
                    <a:pt x="1524" y="79343"/>
                  </a:cubicBezTo>
                  <a:cubicBezTo>
                    <a:pt x="0" y="77819"/>
                    <a:pt x="0" y="73247"/>
                    <a:pt x="0" y="68675"/>
                  </a:cubicBezTo>
                  <a:cubicBezTo>
                    <a:pt x="0" y="65627"/>
                    <a:pt x="0" y="62579"/>
                    <a:pt x="0" y="61055"/>
                  </a:cubicBezTo>
                  <a:cubicBezTo>
                    <a:pt x="0" y="59531"/>
                    <a:pt x="1524" y="58007"/>
                    <a:pt x="1524" y="56483"/>
                  </a:cubicBezTo>
                  <a:cubicBezTo>
                    <a:pt x="3048" y="54959"/>
                    <a:pt x="3048" y="54959"/>
                    <a:pt x="4572" y="53435"/>
                  </a:cubicBezTo>
                  <a:cubicBezTo>
                    <a:pt x="4572" y="53435"/>
                    <a:pt x="6191" y="53435"/>
                    <a:pt x="7715" y="53435"/>
                  </a:cubicBezTo>
                  <a:lnTo>
                    <a:pt x="35147" y="53435"/>
                  </a:lnTo>
                  <a:lnTo>
                    <a:pt x="35147" y="6096"/>
                  </a:lnTo>
                  <a:cubicBezTo>
                    <a:pt x="35147" y="4572"/>
                    <a:pt x="35147" y="4572"/>
                    <a:pt x="35147" y="3048"/>
                  </a:cubicBezTo>
                  <a:cubicBezTo>
                    <a:pt x="36671" y="3048"/>
                    <a:pt x="36671" y="1524"/>
                    <a:pt x="38195" y="1524"/>
                  </a:cubicBezTo>
                  <a:cubicBezTo>
                    <a:pt x="39719" y="0"/>
                    <a:pt x="41243" y="0"/>
                    <a:pt x="44291" y="0"/>
                  </a:cubicBezTo>
                  <a:cubicBezTo>
                    <a:pt x="45815" y="0"/>
                    <a:pt x="48863" y="0"/>
                    <a:pt x="51911" y="0"/>
                  </a:cubicBezTo>
                  <a:cubicBezTo>
                    <a:pt x="56483" y="0"/>
                    <a:pt x="59531" y="0"/>
                    <a:pt x="61055" y="0"/>
                  </a:cubicBezTo>
                  <a:cubicBezTo>
                    <a:pt x="64103" y="0"/>
                    <a:pt x="65627" y="0"/>
                    <a:pt x="67151" y="1524"/>
                  </a:cubicBezTo>
                  <a:cubicBezTo>
                    <a:pt x="68675" y="1524"/>
                    <a:pt x="68675" y="3048"/>
                    <a:pt x="70199" y="3048"/>
                  </a:cubicBezTo>
                  <a:cubicBezTo>
                    <a:pt x="70199" y="4572"/>
                    <a:pt x="70199" y="4572"/>
                    <a:pt x="70199" y="6096"/>
                  </a:cubicBezTo>
                  <a:lnTo>
                    <a:pt x="70199" y="53435"/>
                  </a:lnTo>
                  <a:lnTo>
                    <a:pt x="122111" y="53435"/>
                  </a:lnTo>
                  <a:cubicBezTo>
                    <a:pt x="122111" y="53435"/>
                    <a:pt x="123635" y="53435"/>
                    <a:pt x="125158" y="53435"/>
                  </a:cubicBezTo>
                  <a:cubicBezTo>
                    <a:pt x="125158" y="54959"/>
                    <a:pt x="126683" y="54959"/>
                    <a:pt x="126683" y="56483"/>
                  </a:cubicBezTo>
                  <a:cubicBezTo>
                    <a:pt x="126683" y="58007"/>
                    <a:pt x="128207" y="59531"/>
                    <a:pt x="128207" y="61055"/>
                  </a:cubicBezTo>
                  <a:cubicBezTo>
                    <a:pt x="128207" y="62579"/>
                    <a:pt x="128207" y="65627"/>
                    <a:pt x="128207" y="68675"/>
                  </a:cubicBezTo>
                  <a:cubicBezTo>
                    <a:pt x="128207" y="73247"/>
                    <a:pt x="128207" y="77819"/>
                    <a:pt x="126683" y="79343"/>
                  </a:cubicBezTo>
                  <a:cubicBezTo>
                    <a:pt x="125158" y="82391"/>
                    <a:pt x="123635" y="82391"/>
                    <a:pt x="122111" y="82391"/>
                  </a:cubicBezTo>
                  <a:lnTo>
                    <a:pt x="70199" y="82391"/>
                  </a:lnTo>
                  <a:lnTo>
                    <a:pt x="70199" y="192310"/>
                  </a:lnTo>
                  <a:cubicBezTo>
                    <a:pt x="70199" y="206026"/>
                    <a:pt x="73247" y="216694"/>
                    <a:pt x="76295" y="224409"/>
                  </a:cubicBezTo>
                  <a:cubicBezTo>
                    <a:pt x="80867" y="230505"/>
                    <a:pt x="88487" y="233553"/>
                    <a:pt x="97727" y="233553"/>
                  </a:cubicBezTo>
                  <a:cubicBezTo>
                    <a:pt x="102299" y="233553"/>
                    <a:pt x="105346" y="233553"/>
                    <a:pt x="106871" y="233553"/>
                  </a:cubicBezTo>
                  <a:cubicBezTo>
                    <a:pt x="109918" y="232029"/>
                    <a:pt x="112967" y="232029"/>
                    <a:pt x="114490" y="230505"/>
                  </a:cubicBezTo>
                  <a:cubicBezTo>
                    <a:pt x="116014" y="230505"/>
                    <a:pt x="117539" y="228981"/>
                    <a:pt x="119063" y="228981"/>
                  </a:cubicBezTo>
                  <a:cubicBezTo>
                    <a:pt x="120586" y="228981"/>
                    <a:pt x="122111" y="227457"/>
                    <a:pt x="123635" y="227457"/>
                  </a:cubicBezTo>
                  <a:cubicBezTo>
                    <a:pt x="123635" y="227457"/>
                    <a:pt x="125158" y="227457"/>
                    <a:pt x="125158" y="228981"/>
                  </a:cubicBezTo>
                  <a:cubicBezTo>
                    <a:pt x="126683" y="228981"/>
                    <a:pt x="126683" y="228981"/>
                    <a:pt x="126683" y="230505"/>
                  </a:cubicBezTo>
                  <a:cubicBezTo>
                    <a:pt x="128207" y="232029"/>
                    <a:pt x="128207" y="233553"/>
                    <a:pt x="128207" y="235077"/>
                  </a:cubicBezTo>
                  <a:cubicBezTo>
                    <a:pt x="128207" y="236601"/>
                    <a:pt x="128207" y="238125"/>
                    <a:pt x="128207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02" name="Path102"/>
            <p:cNvSpPr/>
            <p:nvPr/>
          </p:nvSpPr>
          <p:spPr>
            <a:xfrm>
              <a:off x="2129790" y="2057209"/>
              <a:ext cx="44291" cy="291466"/>
            </a:xfrm>
            <a:custGeom>
              <a:avLst/>
              <a:gdLst/>
              <a:ahLst/>
              <a:cxnLst/>
              <a:rect l="l" t="t" r="r" b="b"/>
              <a:pathLst>
                <a:path w="44291" h="291466">
                  <a:moveTo>
                    <a:pt x="39719" y="285369"/>
                  </a:moveTo>
                  <a:cubicBezTo>
                    <a:pt x="39719" y="285369"/>
                    <a:pt x="39719" y="286893"/>
                    <a:pt x="39719" y="288417"/>
                  </a:cubicBezTo>
                  <a:cubicBezTo>
                    <a:pt x="38195" y="288417"/>
                    <a:pt x="38195" y="288417"/>
                    <a:pt x="36671" y="289941"/>
                  </a:cubicBezTo>
                  <a:cubicBezTo>
                    <a:pt x="35147" y="289941"/>
                    <a:pt x="33623" y="291465"/>
                    <a:pt x="30575" y="291465"/>
                  </a:cubicBezTo>
                  <a:cubicBezTo>
                    <a:pt x="29051" y="291465"/>
                    <a:pt x="26003" y="291465"/>
                    <a:pt x="21431" y="291465"/>
                  </a:cubicBezTo>
                  <a:cubicBezTo>
                    <a:pt x="18383" y="291465"/>
                    <a:pt x="15335" y="291465"/>
                    <a:pt x="13811" y="291465"/>
                  </a:cubicBezTo>
                  <a:cubicBezTo>
                    <a:pt x="10763" y="291465"/>
                    <a:pt x="9239" y="289941"/>
                    <a:pt x="7620" y="289941"/>
                  </a:cubicBezTo>
                  <a:cubicBezTo>
                    <a:pt x="6096" y="289941"/>
                    <a:pt x="4572" y="288417"/>
                    <a:pt x="4572" y="288417"/>
                  </a:cubicBezTo>
                  <a:cubicBezTo>
                    <a:pt x="4572" y="286893"/>
                    <a:pt x="4572" y="285369"/>
                    <a:pt x="4572" y="285369"/>
                  </a:cubicBezTo>
                  <a:lnTo>
                    <a:pt x="4572" y="88487"/>
                  </a:lnTo>
                  <a:cubicBezTo>
                    <a:pt x="4572" y="86963"/>
                    <a:pt x="4572" y="85439"/>
                    <a:pt x="4572" y="85439"/>
                  </a:cubicBezTo>
                  <a:cubicBezTo>
                    <a:pt x="4572" y="83915"/>
                    <a:pt x="6096" y="83915"/>
                    <a:pt x="7620" y="82391"/>
                  </a:cubicBezTo>
                  <a:cubicBezTo>
                    <a:pt x="9239" y="82391"/>
                    <a:pt x="10763" y="82391"/>
                    <a:pt x="13811" y="80867"/>
                  </a:cubicBezTo>
                  <a:cubicBezTo>
                    <a:pt x="15335" y="80867"/>
                    <a:pt x="18383" y="80867"/>
                    <a:pt x="21431" y="80867"/>
                  </a:cubicBezTo>
                  <a:cubicBezTo>
                    <a:pt x="26003" y="80867"/>
                    <a:pt x="29051" y="80867"/>
                    <a:pt x="30575" y="80867"/>
                  </a:cubicBezTo>
                  <a:cubicBezTo>
                    <a:pt x="33623" y="82391"/>
                    <a:pt x="35147" y="82391"/>
                    <a:pt x="36671" y="82391"/>
                  </a:cubicBezTo>
                  <a:cubicBezTo>
                    <a:pt x="38195" y="83915"/>
                    <a:pt x="38195" y="83915"/>
                    <a:pt x="39719" y="85439"/>
                  </a:cubicBezTo>
                  <a:cubicBezTo>
                    <a:pt x="39719" y="85439"/>
                    <a:pt x="39719" y="86963"/>
                    <a:pt x="39719" y="88487"/>
                  </a:cubicBezTo>
                  <a:lnTo>
                    <a:pt x="39719" y="285369"/>
                  </a:lnTo>
                  <a:close/>
                  <a:moveTo>
                    <a:pt x="44291" y="21336"/>
                  </a:moveTo>
                  <a:cubicBezTo>
                    <a:pt x="44291" y="28956"/>
                    <a:pt x="42767" y="35052"/>
                    <a:pt x="39719" y="38100"/>
                  </a:cubicBezTo>
                  <a:cubicBezTo>
                    <a:pt x="36671" y="41148"/>
                    <a:pt x="30575" y="42672"/>
                    <a:pt x="21431" y="42672"/>
                  </a:cubicBezTo>
                  <a:cubicBezTo>
                    <a:pt x="13811" y="42672"/>
                    <a:pt x="7620" y="41148"/>
                    <a:pt x="4572" y="38100"/>
                  </a:cubicBezTo>
                  <a:cubicBezTo>
                    <a:pt x="1524" y="35052"/>
                    <a:pt x="0" y="30480"/>
                    <a:pt x="0" y="21336"/>
                  </a:cubicBezTo>
                  <a:cubicBezTo>
                    <a:pt x="0" y="13716"/>
                    <a:pt x="1524" y="7620"/>
                    <a:pt x="4572" y="4572"/>
                  </a:cubicBezTo>
                  <a:cubicBezTo>
                    <a:pt x="7620" y="1524"/>
                    <a:pt x="13811" y="0"/>
                    <a:pt x="21431" y="0"/>
                  </a:cubicBezTo>
                  <a:cubicBezTo>
                    <a:pt x="30575" y="0"/>
                    <a:pt x="36671" y="1524"/>
                    <a:pt x="39719" y="4572"/>
                  </a:cubicBezTo>
                  <a:cubicBezTo>
                    <a:pt x="42767" y="7620"/>
                    <a:pt x="44291" y="12192"/>
                    <a:pt x="44291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03" name="Path103"/>
            <p:cNvSpPr/>
            <p:nvPr/>
          </p:nvSpPr>
          <p:spPr>
            <a:xfrm>
              <a:off x="2235136" y="2135029"/>
              <a:ext cx="169355" cy="213646"/>
            </a:xfrm>
            <a:custGeom>
              <a:avLst/>
              <a:gdLst/>
              <a:ahLst/>
              <a:cxnLst/>
              <a:rect l="l" t="t" r="r" b="b"/>
              <a:pathLst>
                <a:path w="169355" h="213646">
                  <a:moveTo>
                    <a:pt x="169355" y="207550"/>
                  </a:moveTo>
                  <a:cubicBezTo>
                    <a:pt x="169355" y="207550"/>
                    <a:pt x="169355" y="209074"/>
                    <a:pt x="169355" y="210598"/>
                  </a:cubicBezTo>
                  <a:cubicBezTo>
                    <a:pt x="167831" y="210598"/>
                    <a:pt x="167831" y="210598"/>
                    <a:pt x="166307" y="212122"/>
                  </a:cubicBezTo>
                  <a:cubicBezTo>
                    <a:pt x="164783" y="212122"/>
                    <a:pt x="163163" y="213646"/>
                    <a:pt x="160115" y="213646"/>
                  </a:cubicBezTo>
                  <a:cubicBezTo>
                    <a:pt x="158591" y="213646"/>
                    <a:pt x="155543" y="213646"/>
                    <a:pt x="152495" y="213646"/>
                  </a:cubicBezTo>
                  <a:cubicBezTo>
                    <a:pt x="147923" y="213646"/>
                    <a:pt x="144875" y="213646"/>
                    <a:pt x="143351" y="213646"/>
                  </a:cubicBezTo>
                  <a:cubicBezTo>
                    <a:pt x="140303" y="213646"/>
                    <a:pt x="138779" y="212122"/>
                    <a:pt x="137255" y="212122"/>
                  </a:cubicBezTo>
                  <a:cubicBezTo>
                    <a:pt x="135731" y="212122"/>
                    <a:pt x="135731" y="210598"/>
                    <a:pt x="134207" y="210598"/>
                  </a:cubicBezTo>
                  <a:cubicBezTo>
                    <a:pt x="134207" y="209074"/>
                    <a:pt x="134207" y="207550"/>
                    <a:pt x="134207" y="207550"/>
                  </a:cubicBezTo>
                  <a:lnTo>
                    <a:pt x="134207" y="91535"/>
                  </a:lnTo>
                  <a:cubicBezTo>
                    <a:pt x="134207" y="80867"/>
                    <a:pt x="132683" y="71723"/>
                    <a:pt x="131159" y="64103"/>
                  </a:cubicBezTo>
                  <a:cubicBezTo>
                    <a:pt x="129635" y="58007"/>
                    <a:pt x="126587" y="51911"/>
                    <a:pt x="123539" y="47339"/>
                  </a:cubicBezTo>
                  <a:cubicBezTo>
                    <a:pt x="120491" y="41243"/>
                    <a:pt x="115919" y="38195"/>
                    <a:pt x="109823" y="35147"/>
                  </a:cubicBezTo>
                  <a:cubicBezTo>
                    <a:pt x="105251" y="32004"/>
                    <a:pt x="99155" y="32004"/>
                    <a:pt x="91535" y="32004"/>
                  </a:cubicBezTo>
                  <a:cubicBezTo>
                    <a:pt x="82391" y="32004"/>
                    <a:pt x="73152" y="35147"/>
                    <a:pt x="64008" y="41243"/>
                  </a:cubicBezTo>
                  <a:cubicBezTo>
                    <a:pt x="56388" y="47339"/>
                    <a:pt x="45720" y="56483"/>
                    <a:pt x="36576" y="68675"/>
                  </a:cubicBezTo>
                  <a:lnTo>
                    <a:pt x="36576" y="207550"/>
                  </a:lnTo>
                  <a:cubicBezTo>
                    <a:pt x="36576" y="207550"/>
                    <a:pt x="36576" y="209074"/>
                    <a:pt x="35052" y="210598"/>
                  </a:cubicBezTo>
                  <a:cubicBezTo>
                    <a:pt x="35052" y="210598"/>
                    <a:pt x="33528" y="210598"/>
                    <a:pt x="32004" y="212122"/>
                  </a:cubicBezTo>
                  <a:cubicBezTo>
                    <a:pt x="32004" y="212122"/>
                    <a:pt x="28956" y="213646"/>
                    <a:pt x="27432" y="213646"/>
                  </a:cubicBezTo>
                  <a:cubicBezTo>
                    <a:pt x="24384" y="213646"/>
                    <a:pt x="21336" y="213646"/>
                    <a:pt x="18288" y="213646"/>
                  </a:cubicBezTo>
                  <a:cubicBezTo>
                    <a:pt x="15240" y="213646"/>
                    <a:pt x="12192" y="213646"/>
                    <a:pt x="9144" y="213646"/>
                  </a:cubicBezTo>
                  <a:cubicBezTo>
                    <a:pt x="7620" y="213646"/>
                    <a:pt x="4572" y="212122"/>
                    <a:pt x="4572" y="212122"/>
                  </a:cubicBezTo>
                  <a:cubicBezTo>
                    <a:pt x="3048" y="212122"/>
                    <a:pt x="1524" y="210598"/>
                    <a:pt x="1524" y="210598"/>
                  </a:cubicBezTo>
                  <a:cubicBezTo>
                    <a:pt x="0" y="209074"/>
                    <a:pt x="0" y="207550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1524" y="7620"/>
                  </a:cubicBezTo>
                  <a:cubicBezTo>
                    <a:pt x="1524" y="6096"/>
                    <a:pt x="1524" y="6096"/>
                    <a:pt x="3048" y="4572"/>
                  </a:cubicBezTo>
                  <a:cubicBezTo>
                    <a:pt x="4572" y="4572"/>
                    <a:pt x="6096" y="3048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860" y="3048"/>
                    <a:pt x="24384" y="3048"/>
                  </a:cubicBezTo>
                  <a:cubicBezTo>
                    <a:pt x="27432" y="3048"/>
                    <a:pt x="28956" y="4572"/>
                    <a:pt x="28956" y="4572"/>
                  </a:cubicBezTo>
                  <a:cubicBezTo>
                    <a:pt x="30480" y="6096"/>
                    <a:pt x="32004" y="6096"/>
                    <a:pt x="32004" y="7620"/>
                  </a:cubicBezTo>
                  <a:cubicBezTo>
                    <a:pt x="32004" y="7620"/>
                    <a:pt x="33528" y="9144"/>
                    <a:pt x="33528" y="10668"/>
                  </a:cubicBezTo>
                  <a:lnTo>
                    <a:pt x="33528" y="36671"/>
                  </a:lnTo>
                  <a:cubicBezTo>
                    <a:pt x="44196" y="22860"/>
                    <a:pt x="54864" y="15240"/>
                    <a:pt x="65532" y="9144"/>
                  </a:cubicBezTo>
                  <a:cubicBezTo>
                    <a:pt x="76200" y="3048"/>
                    <a:pt x="88487" y="0"/>
                    <a:pt x="99155" y="0"/>
                  </a:cubicBezTo>
                  <a:cubicBezTo>
                    <a:pt x="112871" y="0"/>
                    <a:pt x="123539" y="3048"/>
                    <a:pt x="132683" y="6096"/>
                  </a:cubicBezTo>
                  <a:cubicBezTo>
                    <a:pt x="141827" y="10668"/>
                    <a:pt x="147923" y="16764"/>
                    <a:pt x="154019" y="24384"/>
                  </a:cubicBezTo>
                  <a:cubicBezTo>
                    <a:pt x="160115" y="32004"/>
                    <a:pt x="163163" y="41243"/>
                    <a:pt x="166307" y="50387"/>
                  </a:cubicBezTo>
                  <a:cubicBezTo>
                    <a:pt x="169355" y="61055"/>
                    <a:pt x="169355" y="73247"/>
                    <a:pt x="169355" y="86963"/>
                  </a:cubicBezTo>
                  <a:lnTo>
                    <a:pt x="169355" y="2075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04" name="Path104"/>
            <p:cNvSpPr/>
            <p:nvPr/>
          </p:nvSpPr>
          <p:spPr>
            <a:xfrm>
              <a:off x="2448687" y="2135029"/>
              <a:ext cx="186119" cy="292989"/>
            </a:xfrm>
            <a:custGeom>
              <a:avLst/>
              <a:gdLst/>
              <a:ahLst/>
              <a:cxnLst/>
              <a:rect l="l" t="t" r="r" b="b"/>
              <a:pathLst>
                <a:path w="186119" h="292989">
                  <a:moveTo>
                    <a:pt x="186118" y="18288"/>
                  </a:moveTo>
                  <a:cubicBezTo>
                    <a:pt x="186118" y="24384"/>
                    <a:pt x="186118" y="27432"/>
                    <a:pt x="184595" y="30480"/>
                  </a:cubicBezTo>
                  <a:cubicBezTo>
                    <a:pt x="183070" y="32004"/>
                    <a:pt x="181546" y="33528"/>
                    <a:pt x="178498" y="33528"/>
                  </a:cubicBezTo>
                  <a:lnTo>
                    <a:pt x="151067" y="33528"/>
                  </a:lnTo>
                  <a:cubicBezTo>
                    <a:pt x="155639" y="38195"/>
                    <a:pt x="160211" y="44291"/>
                    <a:pt x="161735" y="50387"/>
                  </a:cubicBezTo>
                  <a:cubicBezTo>
                    <a:pt x="163258" y="56483"/>
                    <a:pt x="164783" y="64103"/>
                    <a:pt x="164783" y="70199"/>
                  </a:cubicBezTo>
                  <a:cubicBezTo>
                    <a:pt x="164783" y="82391"/>
                    <a:pt x="163258" y="91535"/>
                    <a:pt x="158686" y="100679"/>
                  </a:cubicBezTo>
                  <a:cubicBezTo>
                    <a:pt x="155639" y="109918"/>
                    <a:pt x="149542" y="117539"/>
                    <a:pt x="143446" y="123635"/>
                  </a:cubicBezTo>
                  <a:cubicBezTo>
                    <a:pt x="137351" y="129730"/>
                    <a:pt x="128207" y="134302"/>
                    <a:pt x="118967" y="137351"/>
                  </a:cubicBezTo>
                  <a:cubicBezTo>
                    <a:pt x="109823" y="140399"/>
                    <a:pt x="99155" y="141923"/>
                    <a:pt x="88487" y="141923"/>
                  </a:cubicBezTo>
                  <a:cubicBezTo>
                    <a:pt x="80867" y="141923"/>
                    <a:pt x="73247" y="140399"/>
                    <a:pt x="65627" y="138874"/>
                  </a:cubicBezTo>
                  <a:cubicBezTo>
                    <a:pt x="58007" y="135827"/>
                    <a:pt x="51911" y="134302"/>
                    <a:pt x="48863" y="131255"/>
                  </a:cubicBezTo>
                  <a:cubicBezTo>
                    <a:pt x="45815" y="132779"/>
                    <a:pt x="44291" y="135827"/>
                    <a:pt x="42767" y="138874"/>
                  </a:cubicBezTo>
                  <a:cubicBezTo>
                    <a:pt x="41243" y="143446"/>
                    <a:pt x="39719" y="146495"/>
                    <a:pt x="39719" y="151067"/>
                  </a:cubicBezTo>
                  <a:cubicBezTo>
                    <a:pt x="39719" y="155639"/>
                    <a:pt x="42767" y="160211"/>
                    <a:pt x="47339" y="163258"/>
                  </a:cubicBezTo>
                  <a:cubicBezTo>
                    <a:pt x="51911" y="166307"/>
                    <a:pt x="58007" y="169355"/>
                    <a:pt x="65627" y="169355"/>
                  </a:cubicBezTo>
                  <a:lnTo>
                    <a:pt x="117443" y="170879"/>
                  </a:lnTo>
                  <a:cubicBezTo>
                    <a:pt x="126683" y="172498"/>
                    <a:pt x="135826" y="172498"/>
                    <a:pt x="143446" y="175546"/>
                  </a:cubicBezTo>
                  <a:cubicBezTo>
                    <a:pt x="152591" y="178594"/>
                    <a:pt x="158686" y="181642"/>
                    <a:pt x="164783" y="186214"/>
                  </a:cubicBezTo>
                  <a:cubicBezTo>
                    <a:pt x="170879" y="190786"/>
                    <a:pt x="175451" y="195358"/>
                    <a:pt x="178498" y="202978"/>
                  </a:cubicBezTo>
                  <a:cubicBezTo>
                    <a:pt x="183070" y="209074"/>
                    <a:pt x="184595" y="216694"/>
                    <a:pt x="184595" y="224314"/>
                  </a:cubicBezTo>
                  <a:cubicBezTo>
                    <a:pt x="184595" y="233458"/>
                    <a:pt x="183070" y="242697"/>
                    <a:pt x="178498" y="250317"/>
                  </a:cubicBezTo>
                  <a:cubicBezTo>
                    <a:pt x="175451" y="259461"/>
                    <a:pt x="169354" y="265557"/>
                    <a:pt x="161735" y="271653"/>
                  </a:cubicBezTo>
                  <a:cubicBezTo>
                    <a:pt x="154114" y="277749"/>
                    <a:pt x="143446" y="283845"/>
                    <a:pt x="131254" y="286893"/>
                  </a:cubicBezTo>
                  <a:cubicBezTo>
                    <a:pt x="118967" y="289941"/>
                    <a:pt x="105251" y="292989"/>
                    <a:pt x="88487" y="292989"/>
                  </a:cubicBezTo>
                  <a:cubicBezTo>
                    <a:pt x="73247" y="292989"/>
                    <a:pt x="59531" y="291465"/>
                    <a:pt x="47339" y="288417"/>
                  </a:cubicBezTo>
                  <a:cubicBezTo>
                    <a:pt x="36576" y="285369"/>
                    <a:pt x="27432" y="282321"/>
                    <a:pt x="19812" y="277749"/>
                  </a:cubicBezTo>
                  <a:cubicBezTo>
                    <a:pt x="13716" y="273177"/>
                    <a:pt x="7620" y="267081"/>
                    <a:pt x="4572" y="260985"/>
                  </a:cubicBezTo>
                  <a:cubicBezTo>
                    <a:pt x="1524" y="253365"/>
                    <a:pt x="0" y="247269"/>
                    <a:pt x="0" y="239554"/>
                  </a:cubicBezTo>
                  <a:cubicBezTo>
                    <a:pt x="0" y="234982"/>
                    <a:pt x="0" y="230410"/>
                    <a:pt x="1524" y="225838"/>
                  </a:cubicBezTo>
                  <a:cubicBezTo>
                    <a:pt x="3048" y="221266"/>
                    <a:pt x="4572" y="216694"/>
                    <a:pt x="7620" y="212122"/>
                  </a:cubicBezTo>
                  <a:cubicBezTo>
                    <a:pt x="9144" y="209074"/>
                    <a:pt x="12192" y="204502"/>
                    <a:pt x="16764" y="201454"/>
                  </a:cubicBezTo>
                  <a:cubicBezTo>
                    <a:pt x="19812" y="196882"/>
                    <a:pt x="24384" y="193834"/>
                    <a:pt x="28956" y="189262"/>
                  </a:cubicBezTo>
                  <a:cubicBezTo>
                    <a:pt x="21336" y="186214"/>
                    <a:pt x="16764" y="181642"/>
                    <a:pt x="12192" y="175546"/>
                  </a:cubicBezTo>
                  <a:cubicBezTo>
                    <a:pt x="9144" y="170879"/>
                    <a:pt x="7620" y="164783"/>
                    <a:pt x="7620" y="157163"/>
                  </a:cubicBezTo>
                  <a:cubicBezTo>
                    <a:pt x="7620" y="149543"/>
                    <a:pt x="9144" y="140399"/>
                    <a:pt x="12192" y="134302"/>
                  </a:cubicBezTo>
                  <a:cubicBezTo>
                    <a:pt x="16764" y="126683"/>
                    <a:pt x="21336" y="120586"/>
                    <a:pt x="25908" y="116015"/>
                  </a:cubicBezTo>
                  <a:cubicBezTo>
                    <a:pt x="21336" y="109918"/>
                    <a:pt x="18288" y="103823"/>
                    <a:pt x="15240" y="97631"/>
                  </a:cubicBezTo>
                  <a:cubicBezTo>
                    <a:pt x="13716" y="90011"/>
                    <a:pt x="12192" y="82391"/>
                    <a:pt x="12192" y="71723"/>
                  </a:cubicBezTo>
                  <a:cubicBezTo>
                    <a:pt x="12192" y="61055"/>
                    <a:pt x="13716" y="50387"/>
                    <a:pt x="18288" y="42767"/>
                  </a:cubicBezTo>
                  <a:cubicBezTo>
                    <a:pt x="21336" y="33528"/>
                    <a:pt x="25908" y="25908"/>
                    <a:pt x="33528" y="19812"/>
                  </a:cubicBezTo>
                  <a:cubicBezTo>
                    <a:pt x="39719" y="13716"/>
                    <a:pt x="48863" y="9144"/>
                    <a:pt x="58007" y="6096"/>
                  </a:cubicBezTo>
                  <a:cubicBezTo>
                    <a:pt x="67151" y="1524"/>
                    <a:pt x="77819" y="0"/>
                    <a:pt x="88487" y="0"/>
                  </a:cubicBezTo>
                  <a:cubicBezTo>
                    <a:pt x="94583" y="0"/>
                    <a:pt x="99155" y="1524"/>
                    <a:pt x="105251" y="1524"/>
                  </a:cubicBezTo>
                  <a:cubicBezTo>
                    <a:pt x="109823" y="1524"/>
                    <a:pt x="114395" y="3048"/>
                    <a:pt x="118967" y="4572"/>
                  </a:cubicBezTo>
                  <a:lnTo>
                    <a:pt x="178498" y="4572"/>
                  </a:lnTo>
                  <a:cubicBezTo>
                    <a:pt x="181546" y="4572"/>
                    <a:pt x="183070" y="6096"/>
                    <a:pt x="184595" y="7620"/>
                  </a:cubicBezTo>
                  <a:cubicBezTo>
                    <a:pt x="186118" y="10668"/>
                    <a:pt x="186118" y="13716"/>
                    <a:pt x="186118" y="18288"/>
                  </a:cubicBezTo>
                  <a:close/>
                  <a:moveTo>
                    <a:pt x="129730" y="70199"/>
                  </a:moveTo>
                  <a:cubicBezTo>
                    <a:pt x="129730" y="58007"/>
                    <a:pt x="126683" y="47339"/>
                    <a:pt x="118967" y="39719"/>
                  </a:cubicBezTo>
                  <a:cubicBezTo>
                    <a:pt x="111347" y="32004"/>
                    <a:pt x="100679" y="27432"/>
                    <a:pt x="86963" y="27432"/>
                  </a:cubicBezTo>
                  <a:cubicBezTo>
                    <a:pt x="80867" y="27432"/>
                    <a:pt x="74771" y="28956"/>
                    <a:pt x="68675" y="32004"/>
                  </a:cubicBezTo>
                  <a:cubicBezTo>
                    <a:pt x="64103" y="33528"/>
                    <a:pt x="59531" y="36671"/>
                    <a:pt x="56483" y="41243"/>
                  </a:cubicBezTo>
                  <a:cubicBezTo>
                    <a:pt x="53435" y="45815"/>
                    <a:pt x="50387" y="50387"/>
                    <a:pt x="48863" y="54959"/>
                  </a:cubicBezTo>
                  <a:cubicBezTo>
                    <a:pt x="47339" y="61055"/>
                    <a:pt x="45815" y="65627"/>
                    <a:pt x="45815" y="71723"/>
                  </a:cubicBezTo>
                  <a:cubicBezTo>
                    <a:pt x="45815" y="85439"/>
                    <a:pt x="50387" y="94583"/>
                    <a:pt x="58007" y="102203"/>
                  </a:cubicBezTo>
                  <a:cubicBezTo>
                    <a:pt x="64103" y="109918"/>
                    <a:pt x="74771" y="114490"/>
                    <a:pt x="88487" y="114490"/>
                  </a:cubicBezTo>
                  <a:cubicBezTo>
                    <a:pt x="94583" y="114490"/>
                    <a:pt x="102203" y="112967"/>
                    <a:pt x="106775" y="109918"/>
                  </a:cubicBezTo>
                  <a:cubicBezTo>
                    <a:pt x="111347" y="108395"/>
                    <a:pt x="115919" y="105346"/>
                    <a:pt x="120491" y="100679"/>
                  </a:cubicBezTo>
                  <a:cubicBezTo>
                    <a:pt x="123539" y="97631"/>
                    <a:pt x="125158" y="93059"/>
                    <a:pt x="128207" y="86963"/>
                  </a:cubicBezTo>
                  <a:cubicBezTo>
                    <a:pt x="129730" y="82391"/>
                    <a:pt x="129730" y="76295"/>
                    <a:pt x="129730" y="70199"/>
                  </a:cubicBezTo>
                  <a:close/>
                  <a:moveTo>
                    <a:pt x="148018" y="227362"/>
                  </a:moveTo>
                  <a:cubicBezTo>
                    <a:pt x="148018" y="218218"/>
                    <a:pt x="144970" y="212122"/>
                    <a:pt x="137351" y="207550"/>
                  </a:cubicBezTo>
                  <a:cubicBezTo>
                    <a:pt x="131254" y="202978"/>
                    <a:pt x="122015" y="199930"/>
                    <a:pt x="109823" y="199930"/>
                  </a:cubicBezTo>
                  <a:lnTo>
                    <a:pt x="58007" y="198406"/>
                  </a:lnTo>
                  <a:cubicBezTo>
                    <a:pt x="53435" y="201454"/>
                    <a:pt x="50387" y="206026"/>
                    <a:pt x="47339" y="209074"/>
                  </a:cubicBezTo>
                  <a:cubicBezTo>
                    <a:pt x="44291" y="212122"/>
                    <a:pt x="41243" y="215170"/>
                    <a:pt x="39719" y="218218"/>
                  </a:cubicBezTo>
                  <a:cubicBezTo>
                    <a:pt x="38195" y="221266"/>
                    <a:pt x="36576" y="224314"/>
                    <a:pt x="36576" y="227362"/>
                  </a:cubicBezTo>
                  <a:cubicBezTo>
                    <a:pt x="35052" y="230410"/>
                    <a:pt x="35052" y="233458"/>
                    <a:pt x="35052" y="236506"/>
                  </a:cubicBezTo>
                  <a:cubicBezTo>
                    <a:pt x="35052" y="245745"/>
                    <a:pt x="39719" y="251841"/>
                    <a:pt x="50387" y="257937"/>
                  </a:cubicBezTo>
                  <a:cubicBezTo>
                    <a:pt x="59531" y="262509"/>
                    <a:pt x="73247" y="264033"/>
                    <a:pt x="90011" y="264033"/>
                  </a:cubicBezTo>
                  <a:cubicBezTo>
                    <a:pt x="100679" y="264033"/>
                    <a:pt x="109823" y="264033"/>
                    <a:pt x="117443" y="260985"/>
                  </a:cubicBezTo>
                  <a:cubicBezTo>
                    <a:pt x="125158" y="259461"/>
                    <a:pt x="131254" y="256413"/>
                    <a:pt x="135826" y="253365"/>
                  </a:cubicBezTo>
                  <a:cubicBezTo>
                    <a:pt x="140398" y="250317"/>
                    <a:pt x="143446" y="245745"/>
                    <a:pt x="144970" y="241173"/>
                  </a:cubicBezTo>
                  <a:cubicBezTo>
                    <a:pt x="146495" y="236506"/>
                    <a:pt x="148018" y="231934"/>
                    <a:pt x="148018" y="227362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105" name="Group105"/>
          <p:cNvGrpSpPr/>
          <p:nvPr/>
        </p:nvGrpSpPr>
        <p:grpSpPr>
          <a:xfrm>
            <a:off x="2761488" y="2041969"/>
            <a:ext cx="636175" cy="309754"/>
            <a:chOff x="2761488" y="2041969"/>
            <a:chExt cx="636175" cy="309754"/>
          </a:xfrm>
        </p:grpSpPr>
        <p:sp>
          <p:nvSpPr>
            <p:cNvPr id="106" name="Path106"/>
            <p:cNvSpPr/>
            <p:nvPr/>
          </p:nvSpPr>
          <p:spPr>
            <a:xfrm>
              <a:off x="2761488" y="2086166"/>
              <a:ext cx="128111" cy="265557"/>
            </a:xfrm>
            <a:custGeom>
              <a:avLst/>
              <a:gdLst/>
              <a:ahLst/>
              <a:cxnLst/>
              <a:rect l="l" t="t" r="r" b="b"/>
              <a:pathLst>
                <a:path w="128111" h="265557">
                  <a:moveTo>
                    <a:pt x="128111" y="241173"/>
                  </a:moveTo>
                  <a:cubicBezTo>
                    <a:pt x="128111" y="245745"/>
                    <a:pt x="128111" y="248793"/>
                    <a:pt x="126587" y="251841"/>
                  </a:cubicBezTo>
                  <a:cubicBezTo>
                    <a:pt x="126587" y="253365"/>
                    <a:pt x="125063" y="256413"/>
                    <a:pt x="125063" y="256413"/>
                  </a:cubicBezTo>
                  <a:cubicBezTo>
                    <a:pt x="123539" y="257937"/>
                    <a:pt x="122015" y="259461"/>
                    <a:pt x="118967" y="259461"/>
                  </a:cubicBezTo>
                  <a:cubicBezTo>
                    <a:pt x="117443" y="260985"/>
                    <a:pt x="114395" y="262509"/>
                    <a:pt x="111347" y="262509"/>
                  </a:cubicBezTo>
                  <a:cubicBezTo>
                    <a:pt x="108299" y="264033"/>
                    <a:pt x="105251" y="264033"/>
                    <a:pt x="102203" y="264033"/>
                  </a:cubicBezTo>
                  <a:cubicBezTo>
                    <a:pt x="97631" y="264033"/>
                    <a:pt x="94583" y="265557"/>
                    <a:pt x="91535" y="265557"/>
                  </a:cubicBezTo>
                  <a:cubicBezTo>
                    <a:pt x="80867" y="265557"/>
                    <a:pt x="73152" y="264033"/>
                    <a:pt x="65532" y="260985"/>
                  </a:cubicBezTo>
                  <a:cubicBezTo>
                    <a:pt x="57912" y="257937"/>
                    <a:pt x="51816" y="254889"/>
                    <a:pt x="47244" y="248793"/>
                  </a:cubicBezTo>
                  <a:cubicBezTo>
                    <a:pt x="42672" y="242697"/>
                    <a:pt x="39624" y="236601"/>
                    <a:pt x="36576" y="227457"/>
                  </a:cubicBezTo>
                  <a:cubicBezTo>
                    <a:pt x="35052" y="219742"/>
                    <a:pt x="33528" y="209074"/>
                    <a:pt x="33528" y="198406"/>
                  </a:cubicBezTo>
                  <a:lnTo>
                    <a:pt x="33528" y="82391"/>
                  </a:lnTo>
                  <a:lnTo>
                    <a:pt x="6096" y="82391"/>
                  </a:lnTo>
                  <a:cubicBezTo>
                    <a:pt x="4572" y="82391"/>
                    <a:pt x="3048" y="82391"/>
                    <a:pt x="1524" y="79343"/>
                  </a:cubicBezTo>
                  <a:cubicBezTo>
                    <a:pt x="0" y="77819"/>
                    <a:pt x="0" y="73247"/>
                    <a:pt x="0" y="68675"/>
                  </a:cubicBezTo>
                  <a:cubicBezTo>
                    <a:pt x="0" y="65627"/>
                    <a:pt x="0" y="62579"/>
                    <a:pt x="0" y="61055"/>
                  </a:cubicBezTo>
                  <a:cubicBezTo>
                    <a:pt x="0" y="59531"/>
                    <a:pt x="0" y="58007"/>
                    <a:pt x="1524" y="56483"/>
                  </a:cubicBezTo>
                  <a:cubicBezTo>
                    <a:pt x="1524" y="54959"/>
                    <a:pt x="3048" y="54959"/>
                    <a:pt x="3048" y="53435"/>
                  </a:cubicBezTo>
                  <a:cubicBezTo>
                    <a:pt x="4572" y="53435"/>
                    <a:pt x="6096" y="53435"/>
                    <a:pt x="6096" y="53435"/>
                  </a:cubicBezTo>
                  <a:lnTo>
                    <a:pt x="33528" y="53435"/>
                  </a:lnTo>
                  <a:lnTo>
                    <a:pt x="33528" y="6096"/>
                  </a:lnTo>
                  <a:cubicBezTo>
                    <a:pt x="33528" y="4572"/>
                    <a:pt x="33528" y="4572"/>
                    <a:pt x="35052" y="3048"/>
                  </a:cubicBezTo>
                  <a:cubicBezTo>
                    <a:pt x="35052" y="3048"/>
                    <a:pt x="36576" y="1524"/>
                    <a:pt x="38100" y="1524"/>
                  </a:cubicBezTo>
                  <a:cubicBezTo>
                    <a:pt x="39624" y="0"/>
                    <a:pt x="41148" y="0"/>
                    <a:pt x="42672" y="0"/>
                  </a:cubicBezTo>
                  <a:cubicBezTo>
                    <a:pt x="45720" y="0"/>
                    <a:pt x="48768" y="0"/>
                    <a:pt x="51816" y="0"/>
                  </a:cubicBezTo>
                  <a:cubicBezTo>
                    <a:pt x="54864" y="0"/>
                    <a:pt x="57912" y="0"/>
                    <a:pt x="60960" y="0"/>
                  </a:cubicBezTo>
                  <a:cubicBezTo>
                    <a:pt x="62484" y="0"/>
                    <a:pt x="65532" y="0"/>
                    <a:pt x="67056" y="1524"/>
                  </a:cubicBezTo>
                  <a:cubicBezTo>
                    <a:pt x="67056" y="1524"/>
                    <a:pt x="68580" y="3048"/>
                    <a:pt x="68580" y="3048"/>
                  </a:cubicBezTo>
                  <a:cubicBezTo>
                    <a:pt x="70104" y="4572"/>
                    <a:pt x="70104" y="4572"/>
                    <a:pt x="70104" y="6096"/>
                  </a:cubicBezTo>
                  <a:lnTo>
                    <a:pt x="70104" y="53435"/>
                  </a:lnTo>
                  <a:lnTo>
                    <a:pt x="120491" y="53435"/>
                  </a:lnTo>
                  <a:cubicBezTo>
                    <a:pt x="122015" y="53435"/>
                    <a:pt x="123539" y="53435"/>
                    <a:pt x="123539" y="53435"/>
                  </a:cubicBezTo>
                  <a:cubicBezTo>
                    <a:pt x="125063" y="54959"/>
                    <a:pt x="125063" y="54959"/>
                    <a:pt x="126587" y="56483"/>
                  </a:cubicBezTo>
                  <a:cubicBezTo>
                    <a:pt x="126587" y="58007"/>
                    <a:pt x="126587" y="59531"/>
                    <a:pt x="128111" y="61055"/>
                  </a:cubicBezTo>
                  <a:cubicBezTo>
                    <a:pt x="128111" y="62579"/>
                    <a:pt x="128111" y="65627"/>
                    <a:pt x="128111" y="68675"/>
                  </a:cubicBezTo>
                  <a:cubicBezTo>
                    <a:pt x="128111" y="73247"/>
                    <a:pt x="126587" y="77819"/>
                    <a:pt x="126587" y="79343"/>
                  </a:cubicBezTo>
                  <a:cubicBezTo>
                    <a:pt x="125063" y="82391"/>
                    <a:pt x="123539" y="82391"/>
                    <a:pt x="120491" y="82391"/>
                  </a:cubicBezTo>
                  <a:lnTo>
                    <a:pt x="70104" y="82391"/>
                  </a:lnTo>
                  <a:lnTo>
                    <a:pt x="70104" y="192310"/>
                  </a:lnTo>
                  <a:cubicBezTo>
                    <a:pt x="70104" y="206026"/>
                    <a:pt x="71628" y="216694"/>
                    <a:pt x="76295" y="224409"/>
                  </a:cubicBezTo>
                  <a:cubicBezTo>
                    <a:pt x="80867" y="230505"/>
                    <a:pt x="86963" y="233553"/>
                    <a:pt x="97631" y="233553"/>
                  </a:cubicBezTo>
                  <a:cubicBezTo>
                    <a:pt x="100679" y="233553"/>
                    <a:pt x="103727" y="233553"/>
                    <a:pt x="106775" y="233553"/>
                  </a:cubicBezTo>
                  <a:cubicBezTo>
                    <a:pt x="109823" y="232029"/>
                    <a:pt x="111347" y="232029"/>
                    <a:pt x="114395" y="230505"/>
                  </a:cubicBezTo>
                  <a:cubicBezTo>
                    <a:pt x="115919" y="230505"/>
                    <a:pt x="117443" y="228981"/>
                    <a:pt x="118967" y="228981"/>
                  </a:cubicBezTo>
                  <a:cubicBezTo>
                    <a:pt x="120491" y="228981"/>
                    <a:pt x="122015" y="227457"/>
                    <a:pt x="123539" y="227457"/>
                  </a:cubicBezTo>
                  <a:cubicBezTo>
                    <a:pt x="123539" y="227457"/>
                    <a:pt x="123539" y="227457"/>
                    <a:pt x="125063" y="228981"/>
                  </a:cubicBezTo>
                  <a:cubicBezTo>
                    <a:pt x="125063" y="228981"/>
                    <a:pt x="126587" y="228981"/>
                    <a:pt x="126587" y="230505"/>
                  </a:cubicBezTo>
                  <a:cubicBezTo>
                    <a:pt x="126587" y="232029"/>
                    <a:pt x="126587" y="233553"/>
                    <a:pt x="128111" y="235077"/>
                  </a:cubicBezTo>
                  <a:cubicBezTo>
                    <a:pt x="128111" y="236601"/>
                    <a:pt x="128111" y="238125"/>
                    <a:pt x="128111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07" name="Path107"/>
            <p:cNvSpPr/>
            <p:nvPr/>
          </p:nvSpPr>
          <p:spPr>
            <a:xfrm>
              <a:off x="2936938" y="2041969"/>
              <a:ext cx="169355" cy="306706"/>
            </a:xfrm>
            <a:custGeom>
              <a:avLst/>
              <a:gdLst/>
              <a:ahLst/>
              <a:cxnLst/>
              <a:rect l="l" t="t" r="r" b="b"/>
              <a:pathLst>
                <a:path w="169355" h="306706">
                  <a:moveTo>
                    <a:pt x="169355" y="300609"/>
                  </a:moveTo>
                  <a:cubicBezTo>
                    <a:pt x="169355" y="300609"/>
                    <a:pt x="169355" y="302133"/>
                    <a:pt x="169355" y="303657"/>
                  </a:cubicBezTo>
                  <a:cubicBezTo>
                    <a:pt x="167831" y="303657"/>
                    <a:pt x="167831" y="303657"/>
                    <a:pt x="166307" y="305181"/>
                  </a:cubicBezTo>
                  <a:cubicBezTo>
                    <a:pt x="164783" y="305181"/>
                    <a:pt x="163259" y="306705"/>
                    <a:pt x="160115" y="306705"/>
                  </a:cubicBezTo>
                  <a:cubicBezTo>
                    <a:pt x="158591" y="306705"/>
                    <a:pt x="155543" y="306705"/>
                    <a:pt x="152495" y="306705"/>
                  </a:cubicBezTo>
                  <a:cubicBezTo>
                    <a:pt x="147923" y="306705"/>
                    <a:pt x="144875" y="306705"/>
                    <a:pt x="143351" y="306705"/>
                  </a:cubicBezTo>
                  <a:cubicBezTo>
                    <a:pt x="140303" y="306705"/>
                    <a:pt x="138779" y="305181"/>
                    <a:pt x="137255" y="305181"/>
                  </a:cubicBezTo>
                  <a:cubicBezTo>
                    <a:pt x="135731" y="305181"/>
                    <a:pt x="135731" y="303657"/>
                    <a:pt x="134207" y="303657"/>
                  </a:cubicBezTo>
                  <a:cubicBezTo>
                    <a:pt x="134207" y="302133"/>
                    <a:pt x="134207" y="300609"/>
                    <a:pt x="134207" y="300609"/>
                  </a:cubicBezTo>
                  <a:lnTo>
                    <a:pt x="134207" y="184595"/>
                  </a:lnTo>
                  <a:cubicBezTo>
                    <a:pt x="134207" y="173927"/>
                    <a:pt x="132683" y="164783"/>
                    <a:pt x="131159" y="157163"/>
                  </a:cubicBezTo>
                  <a:cubicBezTo>
                    <a:pt x="129635" y="151067"/>
                    <a:pt x="126587" y="144971"/>
                    <a:pt x="123539" y="140399"/>
                  </a:cubicBezTo>
                  <a:cubicBezTo>
                    <a:pt x="120491" y="134303"/>
                    <a:pt x="115919" y="131255"/>
                    <a:pt x="109823" y="128207"/>
                  </a:cubicBezTo>
                  <a:cubicBezTo>
                    <a:pt x="105251" y="125063"/>
                    <a:pt x="99155" y="125063"/>
                    <a:pt x="91535" y="125063"/>
                  </a:cubicBezTo>
                  <a:cubicBezTo>
                    <a:pt x="82391" y="125063"/>
                    <a:pt x="73247" y="128207"/>
                    <a:pt x="64008" y="134303"/>
                  </a:cubicBezTo>
                  <a:cubicBezTo>
                    <a:pt x="56388" y="140399"/>
                    <a:pt x="45720" y="149543"/>
                    <a:pt x="36576" y="161735"/>
                  </a:cubicBezTo>
                  <a:lnTo>
                    <a:pt x="36576" y="300609"/>
                  </a:lnTo>
                  <a:cubicBezTo>
                    <a:pt x="36576" y="300609"/>
                    <a:pt x="36576" y="302133"/>
                    <a:pt x="35052" y="303657"/>
                  </a:cubicBezTo>
                  <a:cubicBezTo>
                    <a:pt x="35052" y="303657"/>
                    <a:pt x="33528" y="303657"/>
                    <a:pt x="32004" y="305181"/>
                  </a:cubicBezTo>
                  <a:cubicBezTo>
                    <a:pt x="30480" y="305181"/>
                    <a:pt x="28956" y="306705"/>
                    <a:pt x="27432" y="306705"/>
                  </a:cubicBezTo>
                  <a:cubicBezTo>
                    <a:pt x="24384" y="306705"/>
                    <a:pt x="21336" y="306705"/>
                    <a:pt x="18288" y="306705"/>
                  </a:cubicBezTo>
                  <a:cubicBezTo>
                    <a:pt x="15240" y="306705"/>
                    <a:pt x="12192" y="306705"/>
                    <a:pt x="9144" y="306705"/>
                  </a:cubicBezTo>
                  <a:cubicBezTo>
                    <a:pt x="7620" y="306705"/>
                    <a:pt x="4572" y="305181"/>
                    <a:pt x="3048" y="305181"/>
                  </a:cubicBezTo>
                  <a:cubicBezTo>
                    <a:pt x="3048" y="305181"/>
                    <a:pt x="1524" y="303657"/>
                    <a:pt x="1524" y="303657"/>
                  </a:cubicBezTo>
                  <a:cubicBezTo>
                    <a:pt x="0" y="302133"/>
                    <a:pt x="0" y="300609"/>
                    <a:pt x="0" y="300609"/>
                  </a:cubicBezTo>
                  <a:lnTo>
                    <a:pt x="0" y="7620"/>
                  </a:lnTo>
                  <a:cubicBezTo>
                    <a:pt x="0" y="6096"/>
                    <a:pt x="0" y="6096"/>
                    <a:pt x="1524" y="4572"/>
                  </a:cubicBezTo>
                  <a:cubicBezTo>
                    <a:pt x="1524" y="3048"/>
                    <a:pt x="3048" y="3048"/>
                    <a:pt x="3048" y="3048"/>
                  </a:cubicBezTo>
                  <a:cubicBezTo>
                    <a:pt x="4572" y="1524"/>
                    <a:pt x="7620" y="1524"/>
                    <a:pt x="9144" y="1524"/>
                  </a:cubicBezTo>
                  <a:cubicBezTo>
                    <a:pt x="12192" y="1524"/>
                    <a:pt x="15240" y="0"/>
                    <a:pt x="18288" y="0"/>
                  </a:cubicBezTo>
                  <a:cubicBezTo>
                    <a:pt x="21336" y="0"/>
                    <a:pt x="24384" y="0"/>
                    <a:pt x="27432" y="1524"/>
                  </a:cubicBezTo>
                  <a:cubicBezTo>
                    <a:pt x="28956" y="1524"/>
                    <a:pt x="30480" y="1524"/>
                    <a:pt x="32004" y="3048"/>
                  </a:cubicBezTo>
                  <a:cubicBezTo>
                    <a:pt x="33528" y="3048"/>
                    <a:pt x="35052" y="3048"/>
                    <a:pt x="35052" y="4572"/>
                  </a:cubicBezTo>
                  <a:cubicBezTo>
                    <a:pt x="36576" y="6096"/>
                    <a:pt x="36576" y="6096"/>
                    <a:pt x="36576" y="7620"/>
                  </a:cubicBezTo>
                  <a:lnTo>
                    <a:pt x="36576" y="125063"/>
                  </a:lnTo>
                  <a:cubicBezTo>
                    <a:pt x="47244" y="114395"/>
                    <a:pt x="56388" y="106775"/>
                    <a:pt x="67056" y="100680"/>
                  </a:cubicBezTo>
                  <a:cubicBezTo>
                    <a:pt x="77819" y="96108"/>
                    <a:pt x="88487" y="93059"/>
                    <a:pt x="99155" y="93059"/>
                  </a:cubicBezTo>
                  <a:cubicBezTo>
                    <a:pt x="112871" y="93059"/>
                    <a:pt x="123539" y="96108"/>
                    <a:pt x="132683" y="99155"/>
                  </a:cubicBezTo>
                  <a:cubicBezTo>
                    <a:pt x="141827" y="103727"/>
                    <a:pt x="147923" y="109823"/>
                    <a:pt x="154019" y="117443"/>
                  </a:cubicBezTo>
                  <a:cubicBezTo>
                    <a:pt x="160115" y="125063"/>
                    <a:pt x="163259" y="134303"/>
                    <a:pt x="166307" y="143447"/>
                  </a:cubicBezTo>
                  <a:cubicBezTo>
                    <a:pt x="167831" y="154115"/>
                    <a:pt x="169355" y="166307"/>
                    <a:pt x="169355" y="180023"/>
                  </a:cubicBezTo>
                  <a:lnTo>
                    <a:pt x="169355" y="3006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08" name="Path108"/>
            <p:cNvSpPr/>
            <p:nvPr/>
          </p:nvSpPr>
          <p:spPr>
            <a:xfrm>
              <a:off x="3167253" y="2057209"/>
              <a:ext cx="45815" cy="291466"/>
            </a:xfrm>
            <a:custGeom>
              <a:avLst/>
              <a:gdLst/>
              <a:ahLst/>
              <a:cxnLst/>
              <a:rect l="l" t="t" r="r" b="b"/>
              <a:pathLst>
                <a:path w="45815" h="291466">
                  <a:moveTo>
                    <a:pt x="41243" y="285369"/>
                  </a:moveTo>
                  <a:cubicBezTo>
                    <a:pt x="41243" y="285369"/>
                    <a:pt x="41243" y="286893"/>
                    <a:pt x="39719" y="288417"/>
                  </a:cubicBezTo>
                  <a:cubicBezTo>
                    <a:pt x="39719" y="288417"/>
                    <a:pt x="38195" y="288417"/>
                    <a:pt x="38195" y="289941"/>
                  </a:cubicBezTo>
                  <a:cubicBezTo>
                    <a:pt x="36671" y="289941"/>
                    <a:pt x="35147" y="291465"/>
                    <a:pt x="32099" y="291465"/>
                  </a:cubicBezTo>
                  <a:cubicBezTo>
                    <a:pt x="29051" y="291465"/>
                    <a:pt x="27527" y="291465"/>
                    <a:pt x="22955" y="291465"/>
                  </a:cubicBezTo>
                  <a:cubicBezTo>
                    <a:pt x="19907" y="291465"/>
                    <a:pt x="16764" y="291465"/>
                    <a:pt x="13716" y="291465"/>
                  </a:cubicBezTo>
                  <a:cubicBezTo>
                    <a:pt x="12192" y="291465"/>
                    <a:pt x="10668" y="289941"/>
                    <a:pt x="9144" y="289941"/>
                  </a:cubicBezTo>
                  <a:cubicBezTo>
                    <a:pt x="7620" y="289941"/>
                    <a:pt x="6096" y="288417"/>
                    <a:pt x="6096" y="288417"/>
                  </a:cubicBezTo>
                  <a:cubicBezTo>
                    <a:pt x="6096" y="286893"/>
                    <a:pt x="4572" y="285369"/>
                    <a:pt x="4572" y="285369"/>
                  </a:cubicBezTo>
                  <a:lnTo>
                    <a:pt x="4572" y="88487"/>
                  </a:lnTo>
                  <a:cubicBezTo>
                    <a:pt x="4572" y="86963"/>
                    <a:pt x="4572" y="85439"/>
                    <a:pt x="6096" y="85439"/>
                  </a:cubicBezTo>
                  <a:cubicBezTo>
                    <a:pt x="6096" y="83915"/>
                    <a:pt x="7620" y="83915"/>
                    <a:pt x="9144" y="82391"/>
                  </a:cubicBezTo>
                  <a:cubicBezTo>
                    <a:pt x="10668" y="82391"/>
                    <a:pt x="12192" y="82391"/>
                    <a:pt x="13716" y="80867"/>
                  </a:cubicBezTo>
                  <a:cubicBezTo>
                    <a:pt x="16764" y="80867"/>
                    <a:pt x="19907" y="80867"/>
                    <a:pt x="22955" y="80867"/>
                  </a:cubicBezTo>
                  <a:cubicBezTo>
                    <a:pt x="26003" y="80867"/>
                    <a:pt x="29051" y="80867"/>
                    <a:pt x="32099" y="80867"/>
                  </a:cubicBezTo>
                  <a:cubicBezTo>
                    <a:pt x="33623" y="82391"/>
                    <a:pt x="36671" y="82391"/>
                    <a:pt x="38195" y="82391"/>
                  </a:cubicBezTo>
                  <a:cubicBezTo>
                    <a:pt x="38195" y="83915"/>
                    <a:pt x="39719" y="83915"/>
                    <a:pt x="39719" y="85439"/>
                  </a:cubicBezTo>
                  <a:cubicBezTo>
                    <a:pt x="41243" y="85439"/>
                    <a:pt x="41243" y="86963"/>
                    <a:pt x="41243" y="88487"/>
                  </a:cubicBezTo>
                  <a:lnTo>
                    <a:pt x="41243" y="285369"/>
                  </a:lnTo>
                  <a:close/>
                  <a:moveTo>
                    <a:pt x="45815" y="21336"/>
                  </a:moveTo>
                  <a:cubicBezTo>
                    <a:pt x="45815" y="28956"/>
                    <a:pt x="44291" y="35052"/>
                    <a:pt x="41243" y="38100"/>
                  </a:cubicBezTo>
                  <a:cubicBezTo>
                    <a:pt x="36671" y="41148"/>
                    <a:pt x="32099" y="42672"/>
                    <a:pt x="22955" y="42672"/>
                  </a:cubicBezTo>
                  <a:cubicBezTo>
                    <a:pt x="13716" y="42672"/>
                    <a:pt x="9144" y="41148"/>
                    <a:pt x="6096" y="38100"/>
                  </a:cubicBezTo>
                  <a:cubicBezTo>
                    <a:pt x="3048" y="35052"/>
                    <a:pt x="0" y="30480"/>
                    <a:pt x="0" y="21336"/>
                  </a:cubicBezTo>
                  <a:cubicBezTo>
                    <a:pt x="0" y="13716"/>
                    <a:pt x="1524" y="7620"/>
                    <a:pt x="6096" y="4572"/>
                  </a:cubicBezTo>
                  <a:cubicBezTo>
                    <a:pt x="9144" y="1524"/>
                    <a:pt x="15240" y="0"/>
                    <a:pt x="22955" y="0"/>
                  </a:cubicBezTo>
                  <a:cubicBezTo>
                    <a:pt x="32099" y="0"/>
                    <a:pt x="38195" y="1524"/>
                    <a:pt x="41243" y="4572"/>
                  </a:cubicBezTo>
                  <a:cubicBezTo>
                    <a:pt x="44291" y="7620"/>
                    <a:pt x="45815" y="12192"/>
                    <a:pt x="45815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09" name="Path109"/>
            <p:cNvSpPr/>
            <p:nvPr/>
          </p:nvSpPr>
          <p:spPr>
            <a:xfrm>
              <a:off x="3257264" y="2135029"/>
              <a:ext cx="140399" cy="216693"/>
            </a:xfrm>
            <a:custGeom>
              <a:avLst/>
              <a:gdLst/>
              <a:ahLst/>
              <a:cxnLst/>
              <a:rect l="l" t="t" r="r" b="b"/>
              <a:pathLst>
                <a:path w="140399" h="216693">
                  <a:moveTo>
                    <a:pt x="140398" y="152591"/>
                  </a:moveTo>
                  <a:cubicBezTo>
                    <a:pt x="140398" y="163259"/>
                    <a:pt x="137351" y="172498"/>
                    <a:pt x="134302" y="180118"/>
                  </a:cubicBezTo>
                  <a:cubicBezTo>
                    <a:pt x="131254" y="187738"/>
                    <a:pt x="125158" y="195358"/>
                    <a:pt x="119063" y="199930"/>
                  </a:cubicBezTo>
                  <a:cubicBezTo>
                    <a:pt x="111442" y="206026"/>
                    <a:pt x="103822" y="209074"/>
                    <a:pt x="94583" y="212122"/>
                  </a:cubicBezTo>
                  <a:cubicBezTo>
                    <a:pt x="83915" y="215170"/>
                    <a:pt x="74771" y="216694"/>
                    <a:pt x="62579" y="216694"/>
                  </a:cubicBezTo>
                  <a:cubicBezTo>
                    <a:pt x="56483" y="216694"/>
                    <a:pt x="48863" y="216694"/>
                    <a:pt x="42767" y="215170"/>
                  </a:cubicBezTo>
                  <a:cubicBezTo>
                    <a:pt x="36671" y="213646"/>
                    <a:pt x="30575" y="212122"/>
                    <a:pt x="26003" y="210598"/>
                  </a:cubicBezTo>
                  <a:cubicBezTo>
                    <a:pt x="19907" y="209074"/>
                    <a:pt x="16859" y="207550"/>
                    <a:pt x="12192" y="206026"/>
                  </a:cubicBezTo>
                  <a:cubicBezTo>
                    <a:pt x="9144" y="204502"/>
                    <a:pt x="6096" y="201454"/>
                    <a:pt x="4572" y="199930"/>
                  </a:cubicBezTo>
                  <a:cubicBezTo>
                    <a:pt x="3048" y="199930"/>
                    <a:pt x="3048" y="196882"/>
                    <a:pt x="1524" y="193834"/>
                  </a:cubicBezTo>
                  <a:cubicBezTo>
                    <a:pt x="1524" y="192310"/>
                    <a:pt x="0" y="187738"/>
                    <a:pt x="0" y="183166"/>
                  </a:cubicBezTo>
                  <a:cubicBezTo>
                    <a:pt x="0" y="181642"/>
                    <a:pt x="0" y="178594"/>
                    <a:pt x="1524" y="177070"/>
                  </a:cubicBezTo>
                  <a:cubicBezTo>
                    <a:pt x="1524" y="175546"/>
                    <a:pt x="1524" y="174022"/>
                    <a:pt x="1524" y="172498"/>
                  </a:cubicBezTo>
                  <a:cubicBezTo>
                    <a:pt x="3048" y="170879"/>
                    <a:pt x="3048" y="170879"/>
                    <a:pt x="4572" y="169355"/>
                  </a:cubicBezTo>
                  <a:cubicBezTo>
                    <a:pt x="4572" y="169355"/>
                    <a:pt x="6096" y="169355"/>
                    <a:pt x="6096" y="169355"/>
                  </a:cubicBezTo>
                  <a:cubicBezTo>
                    <a:pt x="7620" y="169355"/>
                    <a:pt x="10668" y="169355"/>
                    <a:pt x="13716" y="172498"/>
                  </a:cubicBezTo>
                  <a:cubicBezTo>
                    <a:pt x="16859" y="174022"/>
                    <a:pt x="21431" y="175546"/>
                    <a:pt x="26003" y="178594"/>
                  </a:cubicBezTo>
                  <a:cubicBezTo>
                    <a:pt x="30575" y="180118"/>
                    <a:pt x="35147" y="183166"/>
                    <a:pt x="41243" y="184690"/>
                  </a:cubicBezTo>
                  <a:cubicBezTo>
                    <a:pt x="47339" y="186214"/>
                    <a:pt x="54959" y="187738"/>
                    <a:pt x="64103" y="187738"/>
                  </a:cubicBezTo>
                  <a:cubicBezTo>
                    <a:pt x="70199" y="187738"/>
                    <a:pt x="74771" y="187738"/>
                    <a:pt x="79343" y="186214"/>
                  </a:cubicBezTo>
                  <a:cubicBezTo>
                    <a:pt x="85439" y="184690"/>
                    <a:pt x="88487" y="183166"/>
                    <a:pt x="93059" y="180118"/>
                  </a:cubicBezTo>
                  <a:cubicBezTo>
                    <a:pt x="96107" y="177070"/>
                    <a:pt x="99155" y="174022"/>
                    <a:pt x="100679" y="170879"/>
                  </a:cubicBezTo>
                  <a:cubicBezTo>
                    <a:pt x="103822" y="166307"/>
                    <a:pt x="103822" y="161735"/>
                    <a:pt x="103822" y="155639"/>
                  </a:cubicBezTo>
                  <a:cubicBezTo>
                    <a:pt x="103822" y="151067"/>
                    <a:pt x="102298" y="146495"/>
                    <a:pt x="100679" y="141923"/>
                  </a:cubicBezTo>
                  <a:cubicBezTo>
                    <a:pt x="97631" y="138875"/>
                    <a:pt x="93059" y="134303"/>
                    <a:pt x="88487" y="132779"/>
                  </a:cubicBezTo>
                  <a:cubicBezTo>
                    <a:pt x="83915" y="129731"/>
                    <a:pt x="79343" y="126683"/>
                    <a:pt x="73247" y="123635"/>
                  </a:cubicBezTo>
                  <a:cubicBezTo>
                    <a:pt x="67151" y="122111"/>
                    <a:pt x="61055" y="119063"/>
                    <a:pt x="54959" y="117539"/>
                  </a:cubicBezTo>
                  <a:cubicBezTo>
                    <a:pt x="48863" y="114491"/>
                    <a:pt x="42767" y="111443"/>
                    <a:pt x="36671" y="108395"/>
                  </a:cubicBezTo>
                  <a:cubicBezTo>
                    <a:pt x="30575" y="105347"/>
                    <a:pt x="26003" y="102203"/>
                    <a:pt x="21431" y="97631"/>
                  </a:cubicBezTo>
                  <a:cubicBezTo>
                    <a:pt x="16859" y="93059"/>
                    <a:pt x="12192" y="86963"/>
                    <a:pt x="9144" y="80867"/>
                  </a:cubicBezTo>
                  <a:cubicBezTo>
                    <a:pt x="6096" y="74771"/>
                    <a:pt x="6096" y="67152"/>
                    <a:pt x="6096" y="58008"/>
                  </a:cubicBezTo>
                  <a:cubicBezTo>
                    <a:pt x="6096" y="50387"/>
                    <a:pt x="6096" y="42767"/>
                    <a:pt x="9144" y="36671"/>
                  </a:cubicBezTo>
                  <a:cubicBezTo>
                    <a:pt x="12192" y="28956"/>
                    <a:pt x="16859" y="22860"/>
                    <a:pt x="22955" y="18288"/>
                  </a:cubicBezTo>
                  <a:cubicBezTo>
                    <a:pt x="29051" y="12192"/>
                    <a:pt x="36671" y="7620"/>
                    <a:pt x="45815" y="4572"/>
                  </a:cubicBezTo>
                  <a:cubicBezTo>
                    <a:pt x="54959" y="1524"/>
                    <a:pt x="65627" y="0"/>
                    <a:pt x="77819" y="0"/>
                  </a:cubicBezTo>
                  <a:cubicBezTo>
                    <a:pt x="82391" y="0"/>
                    <a:pt x="86963" y="0"/>
                    <a:pt x="93059" y="1524"/>
                  </a:cubicBezTo>
                  <a:cubicBezTo>
                    <a:pt x="97631" y="3048"/>
                    <a:pt x="102298" y="3048"/>
                    <a:pt x="106870" y="4572"/>
                  </a:cubicBezTo>
                  <a:cubicBezTo>
                    <a:pt x="111442" y="6096"/>
                    <a:pt x="114490" y="7620"/>
                    <a:pt x="117539" y="9144"/>
                  </a:cubicBezTo>
                  <a:cubicBezTo>
                    <a:pt x="120586" y="10668"/>
                    <a:pt x="123634" y="12192"/>
                    <a:pt x="125158" y="13716"/>
                  </a:cubicBezTo>
                  <a:cubicBezTo>
                    <a:pt x="126683" y="13716"/>
                    <a:pt x="126683" y="15240"/>
                    <a:pt x="128207" y="16764"/>
                  </a:cubicBezTo>
                  <a:cubicBezTo>
                    <a:pt x="128207" y="16764"/>
                    <a:pt x="128207" y="18288"/>
                    <a:pt x="128207" y="18288"/>
                  </a:cubicBezTo>
                  <a:cubicBezTo>
                    <a:pt x="129730" y="19812"/>
                    <a:pt x="129730" y="21336"/>
                    <a:pt x="129730" y="22860"/>
                  </a:cubicBezTo>
                  <a:cubicBezTo>
                    <a:pt x="129730" y="24384"/>
                    <a:pt x="129730" y="25908"/>
                    <a:pt x="129730" y="28956"/>
                  </a:cubicBezTo>
                  <a:cubicBezTo>
                    <a:pt x="129730" y="32004"/>
                    <a:pt x="129730" y="33528"/>
                    <a:pt x="129730" y="35147"/>
                  </a:cubicBezTo>
                  <a:cubicBezTo>
                    <a:pt x="129730" y="36671"/>
                    <a:pt x="129730" y="38195"/>
                    <a:pt x="128207" y="39719"/>
                  </a:cubicBezTo>
                  <a:cubicBezTo>
                    <a:pt x="128207" y="41243"/>
                    <a:pt x="126683" y="41243"/>
                    <a:pt x="126683" y="42767"/>
                  </a:cubicBezTo>
                  <a:cubicBezTo>
                    <a:pt x="126683" y="42767"/>
                    <a:pt x="125158" y="42767"/>
                    <a:pt x="123634" y="42767"/>
                  </a:cubicBezTo>
                  <a:cubicBezTo>
                    <a:pt x="123634" y="42767"/>
                    <a:pt x="120586" y="42767"/>
                    <a:pt x="119063" y="41243"/>
                  </a:cubicBezTo>
                  <a:cubicBezTo>
                    <a:pt x="116014" y="39719"/>
                    <a:pt x="112966" y="38195"/>
                    <a:pt x="108395" y="35147"/>
                  </a:cubicBezTo>
                  <a:cubicBezTo>
                    <a:pt x="105346" y="33528"/>
                    <a:pt x="100679" y="32004"/>
                    <a:pt x="94583" y="30480"/>
                  </a:cubicBezTo>
                  <a:cubicBezTo>
                    <a:pt x="90011" y="28956"/>
                    <a:pt x="83915" y="27432"/>
                    <a:pt x="76295" y="27432"/>
                  </a:cubicBezTo>
                  <a:cubicBezTo>
                    <a:pt x="70199" y="27432"/>
                    <a:pt x="65627" y="28956"/>
                    <a:pt x="61055" y="30480"/>
                  </a:cubicBezTo>
                  <a:cubicBezTo>
                    <a:pt x="56483" y="32004"/>
                    <a:pt x="51911" y="33528"/>
                    <a:pt x="48863" y="36671"/>
                  </a:cubicBezTo>
                  <a:cubicBezTo>
                    <a:pt x="45815" y="38195"/>
                    <a:pt x="44291" y="41243"/>
                    <a:pt x="42767" y="45815"/>
                  </a:cubicBezTo>
                  <a:cubicBezTo>
                    <a:pt x="41243" y="48863"/>
                    <a:pt x="39719" y="51911"/>
                    <a:pt x="39719" y="56483"/>
                  </a:cubicBezTo>
                  <a:cubicBezTo>
                    <a:pt x="39719" y="62580"/>
                    <a:pt x="41243" y="67152"/>
                    <a:pt x="44291" y="70199"/>
                  </a:cubicBezTo>
                  <a:cubicBezTo>
                    <a:pt x="47339" y="74771"/>
                    <a:pt x="50387" y="77819"/>
                    <a:pt x="56483" y="80867"/>
                  </a:cubicBezTo>
                  <a:cubicBezTo>
                    <a:pt x="61055" y="83915"/>
                    <a:pt x="65627" y="86963"/>
                    <a:pt x="71723" y="88487"/>
                  </a:cubicBezTo>
                  <a:cubicBezTo>
                    <a:pt x="77819" y="91536"/>
                    <a:pt x="83915" y="93059"/>
                    <a:pt x="90011" y="96108"/>
                  </a:cubicBezTo>
                  <a:cubicBezTo>
                    <a:pt x="96107" y="99155"/>
                    <a:pt x="102298" y="100680"/>
                    <a:pt x="108395" y="103823"/>
                  </a:cubicBezTo>
                  <a:cubicBezTo>
                    <a:pt x="114490" y="106871"/>
                    <a:pt x="119063" y="111443"/>
                    <a:pt x="125158" y="116015"/>
                  </a:cubicBezTo>
                  <a:cubicBezTo>
                    <a:pt x="129730" y="120587"/>
                    <a:pt x="132778" y="125159"/>
                    <a:pt x="135827" y="131255"/>
                  </a:cubicBezTo>
                  <a:cubicBezTo>
                    <a:pt x="138874" y="137351"/>
                    <a:pt x="140398" y="144971"/>
                    <a:pt x="140398" y="15259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110" name="Path110"/>
          <p:cNvSpPr/>
          <p:nvPr/>
        </p:nvSpPr>
        <p:spPr>
          <a:xfrm>
            <a:off x="3556349" y="2063306"/>
            <a:ext cx="36576" cy="285369"/>
          </a:xfrm>
          <a:custGeom>
            <a:avLst/>
            <a:gdLst/>
            <a:ahLst/>
            <a:cxnLst/>
            <a:rect l="l" t="t" r="r" b="b"/>
            <a:pathLst>
              <a:path w="36576" h="285369">
                <a:moveTo>
                  <a:pt x="36576" y="277749"/>
                </a:moveTo>
                <a:cubicBezTo>
                  <a:pt x="36576" y="279273"/>
                  <a:pt x="36576" y="280797"/>
                  <a:pt x="36576" y="280797"/>
                </a:cubicBezTo>
                <a:cubicBezTo>
                  <a:pt x="36576" y="282321"/>
                  <a:pt x="35052" y="282321"/>
                  <a:pt x="33528" y="283845"/>
                </a:cubicBezTo>
                <a:cubicBezTo>
                  <a:pt x="32004" y="283845"/>
                  <a:pt x="30480" y="283845"/>
                  <a:pt x="27432" y="285369"/>
                </a:cubicBezTo>
                <a:cubicBezTo>
                  <a:pt x="25908" y="285369"/>
                  <a:pt x="22860" y="285369"/>
                  <a:pt x="18288" y="285369"/>
                </a:cubicBezTo>
                <a:cubicBezTo>
                  <a:pt x="15240" y="285369"/>
                  <a:pt x="12192" y="285369"/>
                  <a:pt x="9144" y="285369"/>
                </a:cubicBezTo>
                <a:cubicBezTo>
                  <a:pt x="7620" y="283845"/>
                  <a:pt x="4572" y="283845"/>
                  <a:pt x="3048" y="283845"/>
                </a:cubicBezTo>
                <a:cubicBezTo>
                  <a:pt x="1524" y="283845"/>
                  <a:pt x="1524" y="282321"/>
                  <a:pt x="0" y="280797"/>
                </a:cubicBezTo>
                <a:cubicBezTo>
                  <a:pt x="0" y="280797"/>
                  <a:pt x="0" y="279273"/>
                  <a:pt x="0" y="277749"/>
                </a:cubicBezTo>
                <a:lnTo>
                  <a:pt x="0" y="6096"/>
                </a:lnTo>
                <a:cubicBezTo>
                  <a:pt x="0" y="6096"/>
                  <a:pt x="0" y="4572"/>
                  <a:pt x="0" y="3048"/>
                </a:cubicBezTo>
                <a:cubicBezTo>
                  <a:pt x="1524" y="3048"/>
                  <a:pt x="3048" y="1524"/>
                  <a:pt x="4572" y="1524"/>
                </a:cubicBezTo>
                <a:cubicBezTo>
                  <a:pt x="6096" y="1524"/>
                  <a:pt x="7620" y="0"/>
                  <a:pt x="9144" y="0"/>
                </a:cubicBezTo>
                <a:cubicBezTo>
                  <a:pt x="12192" y="0"/>
                  <a:pt x="15240" y="0"/>
                  <a:pt x="18288" y="0"/>
                </a:cubicBezTo>
                <a:cubicBezTo>
                  <a:pt x="22860" y="0"/>
                  <a:pt x="25908" y="0"/>
                  <a:pt x="27432" y="0"/>
                </a:cubicBezTo>
                <a:cubicBezTo>
                  <a:pt x="30480" y="0"/>
                  <a:pt x="32004" y="1524"/>
                  <a:pt x="33528" y="1524"/>
                </a:cubicBezTo>
                <a:cubicBezTo>
                  <a:pt x="35052" y="1524"/>
                  <a:pt x="35052" y="3048"/>
                  <a:pt x="36576" y="3048"/>
                </a:cubicBezTo>
                <a:cubicBezTo>
                  <a:pt x="36576" y="4572"/>
                  <a:pt x="36576" y="6096"/>
                  <a:pt x="36576" y="6096"/>
                </a:cubicBezTo>
                <a:lnTo>
                  <a:pt x="36576" y="277749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111" name="Group111"/>
          <p:cNvGrpSpPr/>
          <p:nvPr/>
        </p:nvGrpSpPr>
        <p:grpSpPr>
          <a:xfrm>
            <a:off x="3664649" y="2086166"/>
            <a:ext cx="1138142" cy="265557"/>
            <a:chOff x="3664649" y="2086166"/>
            <a:chExt cx="1138142" cy="265557"/>
          </a:xfrm>
        </p:grpSpPr>
        <p:sp>
          <p:nvSpPr>
            <p:cNvPr id="112" name="Path112"/>
            <p:cNvSpPr/>
            <p:nvPr/>
          </p:nvSpPr>
          <p:spPr>
            <a:xfrm>
              <a:off x="3664649" y="2135029"/>
              <a:ext cx="169354" cy="213646"/>
            </a:xfrm>
            <a:custGeom>
              <a:avLst/>
              <a:gdLst/>
              <a:ahLst/>
              <a:cxnLst/>
              <a:rect l="l" t="t" r="r" b="b"/>
              <a:pathLst>
                <a:path w="169354" h="213646">
                  <a:moveTo>
                    <a:pt x="169354" y="207550"/>
                  </a:moveTo>
                  <a:cubicBezTo>
                    <a:pt x="169354" y="207550"/>
                    <a:pt x="169354" y="209074"/>
                    <a:pt x="169354" y="210598"/>
                  </a:cubicBezTo>
                  <a:cubicBezTo>
                    <a:pt x="167830" y="210598"/>
                    <a:pt x="167830" y="210598"/>
                    <a:pt x="166307" y="212122"/>
                  </a:cubicBezTo>
                  <a:cubicBezTo>
                    <a:pt x="164783" y="212122"/>
                    <a:pt x="163258" y="213646"/>
                    <a:pt x="160210" y="213646"/>
                  </a:cubicBezTo>
                  <a:cubicBezTo>
                    <a:pt x="158686" y="213646"/>
                    <a:pt x="155639" y="213646"/>
                    <a:pt x="151066" y="213646"/>
                  </a:cubicBezTo>
                  <a:cubicBezTo>
                    <a:pt x="148018" y="213646"/>
                    <a:pt x="144970" y="213646"/>
                    <a:pt x="143446" y="213646"/>
                  </a:cubicBezTo>
                  <a:cubicBezTo>
                    <a:pt x="140398" y="213646"/>
                    <a:pt x="138874" y="212122"/>
                    <a:pt x="137351" y="212122"/>
                  </a:cubicBezTo>
                  <a:cubicBezTo>
                    <a:pt x="135826" y="212122"/>
                    <a:pt x="135826" y="210598"/>
                    <a:pt x="134302" y="210598"/>
                  </a:cubicBezTo>
                  <a:cubicBezTo>
                    <a:pt x="134302" y="209074"/>
                    <a:pt x="134302" y="207550"/>
                    <a:pt x="134302" y="207550"/>
                  </a:cubicBezTo>
                  <a:lnTo>
                    <a:pt x="134302" y="91535"/>
                  </a:lnTo>
                  <a:cubicBezTo>
                    <a:pt x="134302" y="80867"/>
                    <a:pt x="132778" y="71723"/>
                    <a:pt x="131254" y="64103"/>
                  </a:cubicBezTo>
                  <a:cubicBezTo>
                    <a:pt x="129635" y="58007"/>
                    <a:pt x="126587" y="51911"/>
                    <a:pt x="123539" y="47339"/>
                  </a:cubicBezTo>
                  <a:cubicBezTo>
                    <a:pt x="120491" y="41243"/>
                    <a:pt x="115919" y="38195"/>
                    <a:pt x="109823" y="35147"/>
                  </a:cubicBezTo>
                  <a:cubicBezTo>
                    <a:pt x="105251" y="32004"/>
                    <a:pt x="99155" y="32004"/>
                    <a:pt x="91535" y="32004"/>
                  </a:cubicBezTo>
                  <a:cubicBezTo>
                    <a:pt x="82391" y="32004"/>
                    <a:pt x="73247" y="35147"/>
                    <a:pt x="64103" y="41243"/>
                  </a:cubicBezTo>
                  <a:cubicBezTo>
                    <a:pt x="56483" y="47339"/>
                    <a:pt x="45815" y="56483"/>
                    <a:pt x="36576" y="68675"/>
                  </a:cubicBezTo>
                  <a:lnTo>
                    <a:pt x="36576" y="207550"/>
                  </a:lnTo>
                  <a:cubicBezTo>
                    <a:pt x="36576" y="207550"/>
                    <a:pt x="36576" y="209074"/>
                    <a:pt x="35052" y="210598"/>
                  </a:cubicBezTo>
                  <a:cubicBezTo>
                    <a:pt x="35052" y="210598"/>
                    <a:pt x="33528" y="210598"/>
                    <a:pt x="32004" y="212122"/>
                  </a:cubicBezTo>
                  <a:cubicBezTo>
                    <a:pt x="30480" y="212122"/>
                    <a:pt x="28956" y="213646"/>
                    <a:pt x="27432" y="213646"/>
                  </a:cubicBezTo>
                  <a:cubicBezTo>
                    <a:pt x="24384" y="213646"/>
                    <a:pt x="21336" y="213646"/>
                    <a:pt x="18288" y="213646"/>
                  </a:cubicBezTo>
                  <a:cubicBezTo>
                    <a:pt x="15240" y="213646"/>
                    <a:pt x="12192" y="213646"/>
                    <a:pt x="9144" y="213646"/>
                  </a:cubicBezTo>
                  <a:cubicBezTo>
                    <a:pt x="7620" y="213646"/>
                    <a:pt x="4572" y="212122"/>
                    <a:pt x="3048" y="212122"/>
                  </a:cubicBezTo>
                  <a:cubicBezTo>
                    <a:pt x="3048" y="212122"/>
                    <a:pt x="1524" y="210598"/>
                    <a:pt x="1524" y="210598"/>
                  </a:cubicBezTo>
                  <a:cubicBezTo>
                    <a:pt x="0" y="209074"/>
                    <a:pt x="0" y="207550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1524" y="7620"/>
                  </a:cubicBezTo>
                  <a:cubicBezTo>
                    <a:pt x="1524" y="6096"/>
                    <a:pt x="1524" y="6096"/>
                    <a:pt x="3048" y="4572"/>
                  </a:cubicBezTo>
                  <a:cubicBezTo>
                    <a:pt x="4572" y="4572"/>
                    <a:pt x="6096" y="3048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860" y="3048"/>
                    <a:pt x="24384" y="3048"/>
                  </a:cubicBezTo>
                  <a:cubicBezTo>
                    <a:pt x="25908" y="3048"/>
                    <a:pt x="28956" y="4572"/>
                    <a:pt x="28956" y="4572"/>
                  </a:cubicBezTo>
                  <a:cubicBezTo>
                    <a:pt x="30480" y="6096"/>
                    <a:pt x="32004" y="6096"/>
                    <a:pt x="32004" y="7620"/>
                  </a:cubicBezTo>
                  <a:cubicBezTo>
                    <a:pt x="32004" y="7620"/>
                    <a:pt x="32004" y="9144"/>
                    <a:pt x="32004" y="10668"/>
                  </a:cubicBezTo>
                  <a:lnTo>
                    <a:pt x="32004" y="36671"/>
                  </a:lnTo>
                  <a:cubicBezTo>
                    <a:pt x="44291" y="22860"/>
                    <a:pt x="54959" y="15240"/>
                    <a:pt x="65627" y="9144"/>
                  </a:cubicBezTo>
                  <a:cubicBezTo>
                    <a:pt x="76295" y="3048"/>
                    <a:pt x="88487" y="0"/>
                    <a:pt x="99155" y="0"/>
                  </a:cubicBezTo>
                  <a:cubicBezTo>
                    <a:pt x="112871" y="0"/>
                    <a:pt x="123539" y="3048"/>
                    <a:pt x="132778" y="6096"/>
                  </a:cubicBezTo>
                  <a:cubicBezTo>
                    <a:pt x="141922" y="10668"/>
                    <a:pt x="148018" y="16764"/>
                    <a:pt x="154114" y="24384"/>
                  </a:cubicBezTo>
                  <a:cubicBezTo>
                    <a:pt x="160210" y="32004"/>
                    <a:pt x="163258" y="41243"/>
                    <a:pt x="166307" y="50387"/>
                  </a:cubicBezTo>
                  <a:cubicBezTo>
                    <a:pt x="167830" y="61055"/>
                    <a:pt x="169354" y="73247"/>
                    <a:pt x="169354" y="86963"/>
                  </a:cubicBezTo>
                  <a:lnTo>
                    <a:pt x="169354" y="2075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13" name="Path113"/>
            <p:cNvSpPr/>
            <p:nvPr/>
          </p:nvSpPr>
          <p:spPr>
            <a:xfrm>
              <a:off x="3869055" y="2086166"/>
              <a:ext cx="129731" cy="265557"/>
            </a:xfrm>
            <a:custGeom>
              <a:avLst/>
              <a:gdLst/>
              <a:ahLst/>
              <a:cxnLst/>
              <a:rect l="l" t="t" r="r" b="b"/>
              <a:pathLst>
                <a:path w="129731" h="265557">
                  <a:moveTo>
                    <a:pt x="129730" y="241173"/>
                  </a:moveTo>
                  <a:cubicBezTo>
                    <a:pt x="129730" y="245745"/>
                    <a:pt x="129730" y="248793"/>
                    <a:pt x="128207" y="251841"/>
                  </a:cubicBezTo>
                  <a:cubicBezTo>
                    <a:pt x="128207" y="253365"/>
                    <a:pt x="126683" y="256413"/>
                    <a:pt x="125159" y="256413"/>
                  </a:cubicBezTo>
                  <a:cubicBezTo>
                    <a:pt x="125159" y="257937"/>
                    <a:pt x="123634" y="259461"/>
                    <a:pt x="120586" y="259461"/>
                  </a:cubicBezTo>
                  <a:cubicBezTo>
                    <a:pt x="119063" y="260985"/>
                    <a:pt x="116015" y="262509"/>
                    <a:pt x="112966" y="262509"/>
                  </a:cubicBezTo>
                  <a:cubicBezTo>
                    <a:pt x="109918" y="264033"/>
                    <a:pt x="106871" y="264033"/>
                    <a:pt x="103822" y="264033"/>
                  </a:cubicBezTo>
                  <a:cubicBezTo>
                    <a:pt x="99155" y="264033"/>
                    <a:pt x="96107" y="265557"/>
                    <a:pt x="93059" y="265557"/>
                  </a:cubicBezTo>
                  <a:cubicBezTo>
                    <a:pt x="82391" y="265557"/>
                    <a:pt x="74771" y="264033"/>
                    <a:pt x="67151" y="260985"/>
                  </a:cubicBezTo>
                  <a:cubicBezTo>
                    <a:pt x="59531" y="257937"/>
                    <a:pt x="53435" y="254889"/>
                    <a:pt x="48863" y="248793"/>
                  </a:cubicBezTo>
                  <a:cubicBezTo>
                    <a:pt x="44291" y="242697"/>
                    <a:pt x="41243" y="236601"/>
                    <a:pt x="38195" y="227457"/>
                  </a:cubicBezTo>
                  <a:cubicBezTo>
                    <a:pt x="36671" y="219742"/>
                    <a:pt x="35147" y="209074"/>
                    <a:pt x="35147" y="198406"/>
                  </a:cubicBezTo>
                  <a:lnTo>
                    <a:pt x="35147" y="82391"/>
                  </a:lnTo>
                  <a:lnTo>
                    <a:pt x="7620" y="82391"/>
                  </a:lnTo>
                  <a:cubicBezTo>
                    <a:pt x="6096" y="82391"/>
                    <a:pt x="4572" y="82391"/>
                    <a:pt x="3048" y="79343"/>
                  </a:cubicBezTo>
                  <a:cubicBezTo>
                    <a:pt x="1524" y="77819"/>
                    <a:pt x="0" y="73247"/>
                    <a:pt x="0" y="68675"/>
                  </a:cubicBezTo>
                  <a:cubicBezTo>
                    <a:pt x="0" y="65627"/>
                    <a:pt x="1524" y="62579"/>
                    <a:pt x="1524" y="61055"/>
                  </a:cubicBezTo>
                  <a:cubicBezTo>
                    <a:pt x="1524" y="59531"/>
                    <a:pt x="1524" y="58007"/>
                    <a:pt x="3048" y="56483"/>
                  </a:cubicBezTo>
                  <a:cubicBezTo>
                    <a:pt x="3048" y="54959"/>
                    <a:pt x="4572" y="54959"/>
                    <a:pt x="4572" y="53435"/>
                  </a:cubicBezTo>
                  <a:cubicBezTo>
                    <a:pt x="6096" y="53435"/>
                    <a:pt x="7620" y="53435"/>
                    <a:pt x="7620" y="53435"/>
                  </a:cubicBezTo>
                  <a:lnTo>
                    <a:pt x="35147" y="53435"/>
                  </a:lnTo>
                  <a:lnTo>
                    <a:pt x="35147" y="6096"/>
                  </a:lnTo>
                  <a:cubicBezTo>
                    <a:pt x="35147" y="4572"/>
                    <a:pt x="35147" y="4572"/>
                    <a:pt x="36671" y="3048"/>
                  </a:cubicBezTo>
                  <a:cubicBezTo>
                    <a:pt x="36671" y="3048"/>
                    <a:pt x="38195" y="1524"/>
                    <a:pt x="39719" y="1524"/>
                  </a:cubicBezTo>
                  <a:cubicBezTo>
                    <a:pt x="39719" y="0"/>
                    <a:pt x="42767" y="0"/>
                    <a:pt x="44291" y="0"/>
                  </a:cubicBezTo>
                  <a:cubicBezTo>
                    <a:pt x="47339" y="0"/>
                    <a:pt x="50387" y="0"/>
                    <a:pt x="53435" y="0"/>
                  </a:cubicBezTo>
                  <a:cubicBezTo>
                    <a:pt x="56483" y="0"/>
                    <a:pt x="59531" y="0"/>
                    <a:pt x="62579" y="0"/>
                  </a:cubicBezTo>
                  <a:cubicBezTo>
                    <a:pt x="64103" y="0"/>
                    <a:pt x="67151" y="0"/>
                    <a:pt x="67151" y="1524"/>
                  </a:cubicBezTo>
                  <a:cubicBezTo>
                    <a:pt x="68675" y="1524"/>
                    <a:pt x="70199" y="3048"/>
                    <a:pt x="70199" y="3048"/>
                  </a:cubicBezTo>
                  <a:cubicBezTo>
                    <a:pt x="71723" y="4572"/>
                    <a:pt x="71723" y="4572"/>
                    <a:pt x="71723" y="6096"/>
                  </a:cubicBezTo>
                  <a:lnTo>
                    <a:pt x="71723" y="53435"/>
                  </a:lnTo>
                  <a:lnTo>
                    <a:pt x="122110" y="53435"/>
                  </a:lnTo>
                  <a:cubicBezTo>
                    <a:pt x="123634" y="53435"/>
                    <a:pt x="123634" y="53435"/>
                    <a:pt x="125159" y="53435"/>
                  </a:cubicBezTo>
                  <a:cubicBezTo>
                    <a:pt x="126683" y="54959"/>
                    <a:pt x="126683" y="54959"/>
                    <a:pt x="128207" y="56483"/>
                  </a:cubicBezTo>
                  <a:cubicBezTo>
                    <a:pt x="128207" y="58007"/>
                    <a:pt x="128207" y="59531"/>
                    <a:pt x="128207" y="61055"/>
                  </a:cubicBezTo>
                  <a:cubicBezTo>
                    <a:pt x="129730" y="62579"/>
                    <a:pt x="129730" y="65627"/>
                    <a:pt x="129730" y="68675"/>
                  </a:cubicBezTo>
                  <a:cubicBezTo>
                    <a:pt x="129730" y="73247"/>
                    <a:pt x="128207" y="77819"/>
                    <a:pt x="126683" y="79343"/>
                  </a:cubicBezTo>
                  <a:cubicBezTo>
                    <a:pt x="126683" y="82391"/>
                    <a:pt x="123634" y="82391"/>
                    <a:pt x="122110" y="82391"/>
                  </a:cubicBezTo>
                  <a:lnTo>
                    <a:pt x="71723" y="82391"/>
                  </a:lnTo>
                  <a:lnTo>
                    <a:pt x="71723" y="192310"/>
                  </a:lnTo>
                  <a:cubicBezTo>
                    <a:pt x="71723" y="206026"/>
                    <a:pt x="73247" y="216694"/>
                    <a:pt x="77819" y="224409"/>
                  </a:cubicBezTo>
                  <a:cubicBezTo>
                    <a:pt x="80867" y="230505"/>
                    <a:pt x="88487" y="233553"/>
                    <a:pt x="99155" y="233553"/>
                  </a:cubicBezTo>
                  <a:cubicBezTo>
                    <a:pt x="102298" y="233553"/>
                    <a:pt x="105346" y="233553"/>
                    <a:pt x="108395" y="233553"/>
                  </a:cubicBezTo>
                  <a:cubicBezTo>
                    <a:pt x="111442" y="232029"/>
                    <a:pt x="112966" y="232029"/>
                    <a:pt x="114490" y="230505"/>
                  </a:cubicBezTo>
                  <a:cubicBezTo>
                    <a:pt x="117539" y="230505"/>
                    <a:pt x="119063" y="228981"/>
                    <a:pt x="120586" y="228981"/>
                  </a:cubicBezTo>
                  <a:cubicBezTo>
                    <a:pt x="122110" y="228981"/>
                    <a:pt x="123634" y="227457"/>
                    <a:pt x="123634" y="227457"/>
                  </a:cubicBezTo>
                  <a:cubicBezTo>
                    <a:pt x="125159" y="227457"/>
                    <a:pt x="125159" y="227457"/>
                    <a:pt x="126683" y="228981"/>
                  </a:cubicBezTo>
                  <a:cubicBezTo>
                    <a:pt x="126683" y="228981"/>
                    <a:pt x="128207" y="228981"/>
                    <a:pt x="128207" y="230505"/>
                  </a:cubicBezTo>
                  <a:cubicBezTo>
                    <a:pt x="128207" y="232029"/>
                    <a:pt x="128207" y="233553"/>
                    <a:pt x="128207" y="235077"/>
                  </a:cubicBezTo>
                  <a:cubicBezTo>
                    <a:pt x="129730" y="236601"/>
                    <a:pt x="129730" y="238125"/>
                    <a:pt x="129730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14" name="Path114"/>
            <p:cNvSpPr/>
            <p:nvPr/>
          </p:nvSpPr>
          <p:spPr>
            <a:xfrm>
              <a:off x="4027742" y="2135029"/>
              <a:ext cx="180022" cy="216694"/>
            </a:xfrm>
            <a:custGeom>
              <a:avLst/>
              <a:gdLst/>
              <a:ahLst/>
              <a:cxnLst/>
              <a:rect l="l" t="t" r="r" b="b"/>
              <a:pathLst>
                <a:path w="180022" h="216694">
                  <a:moveTo>
                    <a:pt x="180022" y="99155"/>
                  </a:moveTo>
                  <a:cubicBezTo>
                    <a:pt x="180022" y="105346"/>
                    <a:pt x="178498" y="109918"/>
                    <a:pt x="176974" y="111442"/>
                  </a:cubicBezTo>
                  <a:cubicBezTo>
                    <a:pt x="173926" y="114490"/>
                    <a:pt x="170878" y="116014"/>
                    <a:pt x="166307" y="116014"/>
                  </a:cubicBezTo>
                  <a:lnTo>
                    <a:pt x="38195" y="116014"/>
                  </a:lnTo>
                  <a:cubicBezTo>
                    <a:pt x="38195" y="126682"/>
                    <a:pt x="38195" y="135826"/>
                    <a:pt x="41243" y="144970"/>
                  </a:cubicBezTo>
                  <a:cubicBezTo>
                    <a:pt x="42767" y="154114"/>
                    <a:pt x="47339" y="161735"/>
                    <a:pt x="51911" y="167830"/>
                  </a:cubicBezTo>
                  <a:cubicBezTo>
                    <a:pt x="56483" y="174022"/>
                    <a:pt x="64103" y="178594"/>
                    <a:pt x="71723" y="181642"/>
                  </a:cubicBezTo>
                  <a:cubicBezTo>
                    <a:pt x="79343" y="186214"/>
                    <a:pt x="90011" y="187738"/>
                    <a:pt x="102203" y="187738"/>
                  </a:cubicBezTo>
                  <a:cubicBezTo>
                    <a:pt x="111347" y="187738"/>
                    <a:pt x="119063" y="186214"/>
                    <a:pt x="126682" y="184690"/>
                  </a:cubicBezTo>
                  <a:cubicBezTo>
                    <a:pt x="134302" y="183166"/>
                    <a:pt x="140398" y="181642"/>
                    <a:pt x="144970" y="180118"/>
                  </a:cubicBezTo>
                  <a:cubicBezTo>
                    <a:pt x="151066" y="178594"/>
                    <a:pt x="155638" y="175546"/>
                    <a:pt x="158686" y="174022"/>
                  </a:cubicBezTo>
                  <a:cubicBezTo>
                    <a:pt x="161734" y="172498"/>
                    <a:pt x="164782" y="172498"/>
                    <a:pt x="166307" y="172498"/>
                  </a:cubicBezTo>
                  <a:cubicBezTo>
                    <a:pt x="167830" y="172498"/>
                    <a:pt x="167830" y="172498"/>
                    <a:pt x="169354" y="172498"/>
                  </a:cubicBezTo>
                  <a:cubicBezTo>
                    <a:pt x="169354" y="174022"/>
                    <a:pt x="170878" y="174022"/>
                    <a:pt x="170878" y="175546"/>
                  </a:cubicBezTo>
                  <a:cubicBezTo>
                    <a:pt x="170878" y="177070"/>
                    <a:pt x="172402" y="178594"/>
                    <a:pt x="172402" y="180118"/>
                  </a:cubicBezTo>
                  <a:cubicBezTo>
                    <a:pt x="172402" y="181642"/>
                    <a:pt x="172402" y="183166"/>
                    <a:pt x="172402" y="186214"/>
                  </a:cubicBezTo>
                  <a:cubicBezTo>
                    <a:pt x="172402" y="187738"/>
                    <a:pt x="172402" y="189262"/>
                    <a:pt x="172402" y="190786"/>
                  </a:cubicBezTo>
                  <a:cubicBezTo>
                    <a:pt x="172402" y="192310"/>
                    <a:pt x="172402" y="193834"/>
                    <a:pt x="170878" y="195358"/>
                  </a:cubicBezTo>
                  <a:cubicBezTo>
                    <a:pt x="170878" y="195358"/>
                    <a:pt x="170878" y="196882"/>
                    <a:pt x="170878" y="198406"/>
                  </a:cubicBezTo>
                  <a:cubicBezTo>
                    <a:pt x="169354" y="198406"/>
                    <a:pt x="169354" y="199930"/>
                    <a:pt x="167830" y="199930"/>
                  </a:cubicBezTo>
                  <a:cubicBezTo>
                    <a:pt x="167830" y="201454"/>
                    <a:pt x="164782" y="202978"/>
                    <a:pt x="161734" y="204502"/>
                  </a:cubicBezTo>
                  <a:cubicBezTo>
                    <a:pt x="157163" y="206026"/>
                    <a:pt x="152590" y="207550"/>
                    <a:pt x="146494" y="209074"/>
                  </a:cubicBezTo>
                  <a:cubicBezTo>
                    <a:pt x="140398" y="212122"/>
                    <a:pt x="132778" y="213646"/>
                    <a:pt x="123634" y="215170"/>
                  </a:cubicBezTo>
                  <a:cubicBezTo>
                    <a:pt x="115919" y="215170"/>
                    <a:pt x="106775" y="216694"/>
                    <a:pt x="97631" y="216694"/>
                  </a:cubicBezTo>
                  <a:cubicBezTo>
                    <a:pt x="82391" y="216694"/>
                    <a:pt x="67151" y="213646"/>
                    <a:pt x="54959" y="209074"/>
                  </a:cubicBezTo>
                  <a:cubicBezTo>
                    <a:pt x="42767" y="206026"/>
                    <a:pt x="33623" y="198406"/>
                    <a:pt x="24384" y="189262"/>
                  </a:cubicBezTo>
                  <a:cubicBezTo>
                    <a:pt x="16764" y="180118"/>
                    <a:pt x="10668" y="169354"/>
                    <a:pt x="6096" y="155638"/>
                  </a:cubicBezTo>
                  <a:cubicBezTo>
                    <a:pt x="1524" y="143446"/>
                    <a:pt x="0" y="126682"/>
                    <a:pt x="0" y="109918"/>
                  </a:cubicBezTo>
                  <a:cubicBezTo>
                    <a:pt x="0" y="93059"/>
                    <a:pt x="1524" y="77819"/>
                    <a:pt x="6096" y="64103"/>
                  </a:cubicBezTo>
                  <a:cubicBezTo>
                    <a:pt x="10668" y="50387"/>
                    <a:pt x="16764" y="38195"/>
                    <a:pt x="24384" y="28956"/>
                  </a:cubicBezTo>
                  <a:cubicBezTo>
                    <a:pt x="33623" y="19812"/>
                    <a:pt x="42767" y="12192"/>
                    <a:pt x="54959" y="7620"/>
                  </a:cubicBezTo>
                  <a:cubicBezTo>
                    <a:pt x="65627" y="3048"/>
                    <a:pt x="79343" y="0"/>
                    <a:pt x="94583" y="0"/>
                  </a:cubicBezTo>
                  <a:cubicBezTo>
                    <a:pt x="109823" y="0"/>
                    <a:pt x="122110" y="3048"/>
                    <a:pt x="132778" y="7620"/>
                  </a:cubicBezTo>
                  <a:cubicBezTo>
                    <a:pt x="144970" y="12192"/>
                    <a:pt x="152590" y="19812"/>
                    <a:pt x="160210" y="27432"/>
                  </a:cubicBezTo>
                  <a:cubicBezTo>
                    <a:pt x="167830" y="36671"/>
                    <a:pt x="172402" y="45815"/>
                    <a:pt x="175451" y="56483"/>
                  </a:cubicBezTo>
                  <a:cubicBezTo>
                    <a:pt x="178498" y="68675"/>
                    <a:pt x="180022" y="80867"/>
                    <a:pt x="180022" y="93059"/>
                  </a:cubicBezTo>
                  <a:lnTo>
                    <a:pt x="180022" y="99155"/>
                  </a:lnTo>
                  <a:close/>
                  <a:moveTo>
                    <a:pt x="144970" y="88487"/>
                  </a:moveTo>
                  <a:cubicBezTo>
                    <a:pt x="144970" y="70199"/>
                    <a:pt x="140398" y="54959"/>
                    <a:pt x="131254" y="44291"/>
                  </a:cubicBezTo>
                  <a:cubicBezTo>
                    <a:pt x="123634" y="33528"/>
                    <a:pt x="109823" y="28956"/>
                    <a:pt x="93059" y="28956"/>
                  </a:cubicBezTo>
                  <a:cubicBezTo>
                    <a:pt x="83915" y="28956"/>
                    <a:pt x="76295" y="30480"/>
                    <a:pt x="68675" y="33528"/>
                  </a:cubicBezTo>
                  <a:cubicBezTo>
                    <a:pt x="62579" y="36671"/>
                    <a:pt x="56483" y="41243"/>
                    <a:pt x="51911" y="47339"/>
                  </a:cubicBezTo>
                  <a:cubicBezTo>
                    <a:pt x="47339" y="51911"/>
                    <a:pt x="44291" y="58007"/>
                    <a:pt x="41243" y="65627"/>
                  </a:cubicBezTo>
                  <a:cubicBezTo>
                    <a:pt x="39719" y="73247"/>
                    <a:pt x="38195" y="80867"/>
                    <a:pt x="38195" y="88487"/>
                  </a:cubicBezTo>
                  <a:lnTo>
                    <a:pt x="144970" y="884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15" name="Path115"/>
            <p:cNvSpPr/>
            <p:nvPr/>
          </p:nvSpPr>
          <p:spPr>
            <a:xfrm>
              <a:off x="4262724" y="2135029"/>
              <a:ext cx="115919" cy="213646"/>
            </a:xfrm>
            <a:custGeom>
              <a:avLst/>
              <a:gdLst/>
              <a:ahLst/>
              <a:cxnLst/>
              <a:rect l="l" t="t" r="r" b="b"/>
              <a:pathLst>
                <a:path w="115919" h="213646">
                  <a:moveTo>
                    <a:pt x="115919" y="22860"/>
                  </a:moveTo>
                  <a:cubicBezTo>
                    <a:pt x="115919" y="25908"/>
                    <a:pt x="115919" y="28956"/>
                    <a:pt x="115919" y="30480"/>
                  </a:cubicBezTo>
                  <a:cubicBezTo>
                    <a:pt x="115919" y="33528"/>
                    <a:pt x="114395" y="35147"/>
                    <a:pt x="114395" y="36671"/>
                  </a:cubicBezTo>
                  <a:cubicBezTo>
                    <a:pt x="114395" y="36671"/>
                    <a:pt x="114395" y="38195"/>
                    <a:pt x="112871" y="39719"/>
                  </a:cubicBezTo>
                  <a:cubicBezTo>
                    <a:pt x="112871" y="39719"/>
                    <a:pt x="111347" y="39719"/>
                    <a:pt x="109823" y="39719"/>
                  </a:cubicBezTo>
                  <a:cubicBezTo>
                    <a:pt x="109823" y="39719"/>
                    <a:pt x="108299" y="39719"/>
                    <a:pt x="106775" y="39719"/>
                  </a:cubicBezTo>
                  <a:cubicBezTo>
                    <a:pt x="103727" y="38195"/>
                    <a:pt x="102203" y="38195"/>
                    <a:pt x="100679" y="36671"/>
                  </a:cubicBezTo>
                  <a:cubicBezTo>
                    <a:pt x="97631" y="36671"/>
                    <a:pt x="96107" y="35147"/>
                    <a:pt x="93059" y="35147"/>
                  </a:cubicBezTo>
                  <a:cubicBezTo>
                    <a:pt x="90011" y="35147"/>
                    <a:pt x="88487" y="33528"/>
                    <a:pt x="85439" y="33528"/>
                  </a:cubicBezTo>
                  <a:cubicBezTo>
                    <a:pt x="80867" y="33528"/>
                    <a:pt x="77819" y="35147"/>
                    <a:pt x="74771" y="36671"/>
                  </a:cubicBezTo>
                  <a:cubicBezTo>
                    <a:pt x="70199" y="38195"/>
                    <a:pt x="67151" y="39719"/>
                    <a:pt x="62579" y="44291"/>
                  </a:cubicBezTo>
                  <a:cubicBezTo>
                    <a:pt x="59531" y="47339"/>
                    <a:pt x="54864" y="51911"/>
                    <a:pt x="50292" y="56483"/>
                  </a:cubicBezTo>
                  <a:cubicBezTo>
                    <a:pt x="47244" y="62579"/>
                    <a:pt x="42672" y="68675"/>
                    <a:pt x="36576" y="77819"/>
                  </a:cubicBezTo>
                  <a:lnTo>
                    <a:pt x="36576" y="207550"/>
                  </a:lnTo>
                  <a:cubicBezTo>
                    <a:pt x="36576" y="207550"/>
                    <a:pt x="36576" y="209074"/>
                    <a:pt x="36576" y="210598"/>
                  </a:cubicBezTo>
                  <a:cubicBezTo>
                    <a:pt x="35052" y="210598"/>
                    <a:pt x="35052" y="210598"/>
                    <a:pt x="33528" y="212122"/>
                  </a:cubicBezTo>
                  <a:cubicBezTo>
                    <a:pt x="32004" y="212122"/>
                    <a:pt x="30480" y="213646"/>
                    <a:pt x="27432" y="213646"/>
                  </a:cubicBezTo>
                  <a:cubicBezTo>
                    <a:pt x="25908" y="213646"/>
                    <a:pt x="22860" y="213646"/>
                    <a:pt x="18288" y="213646"/>
                  </a:cubicBezTo>
                  <a:cubicBezTo>
                    <a:pt x="15240" y="213646"/>
                    <a:pt x="12192" y="213646"/>
                    <a:pt x="9144" y="213646"/>
                  </a:cubicBezTo>
                  <a:cubicBezTo>
                    <a:pt x="7620" y="213646"/>
                    <a:pt x="6096" y="212122"/>
                    <a:pt x="4572" y="212122"/>
                  </a:cubicBezTo>
                  <a:cubicBezTo>
                    <a:pt x="3048" y="212122"/>
                    <a:pt x="1524" y="210598"/>
                    <a:pt x="1524" y="210598"/>
                  </a:cubicBezTo>
                  <a:cubicBezTo>
                    <a:pt x="1524" y="209074"/>
                    <a:pt x="0" y="207550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1524" y="7620"/>
                    <a:pt x="1524" y="7620"/>
                  </a:cubicBezTo>
                  <a:cubicBezTo>
                    <a:pt x="1524" y="6096"/>
                    <a:pt x="3048" y="6096"/>
                    <a:pt x="4572" y="4572"/>
                  </a:cubicBezTo>
                  <a:cubicBezTo>
                    <a:pt x="4572" y="4572"/>
                    <a:pt x="7620" y="3048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860" y="3048"/>
                    <a:pt x="24384" y="3048"/>
                  </a:cubicBezTo>
                  <a:cubicBezTo>
                    <a:pt x="27432" y="3048"/>
                    <a:pt x="28956" y="4572"/>
                    <a:pt x="30480" y="4572"/>
                  </a:cubicBezTo>
                  <a:cubicBezTo>
                    <a:pt x="30480" y="6096"/>
                    <a:pt x="32004" y="6096"/>
                    <a:pt x="32004" y="7620"/>
                  </a:cubicBezTo>
                  <a:cubicBezTo>
                    <a:pt x="33528" y="7620"/>
                    <a:pt x="33528" y="9144"/>
                    <a:pt x="33528" y="10668"/>
                  </a:cubicBezTo>
                  <a:lnTo>
                    <a:pt x="33528" y="38195"/>
                  </a:lnTo>
                  <a:cubicBezTo>
                    <a:pt x="38100" y="30480"/>
                    <a:pt x="44196" y="24384"/>
                    <a:pt x="48768" y="19812"/>
                  </a:cubicBezTo>
                  <a:cubicBezTo>
                    <a:pt x="53340" y="13716"/>
                    <a:pt x="58007" y="10668"/>
                    <a:pt x="62579" y="7620"/>
                  </a:cubicBezTo>
                  <a:cubicBezTo>
                    <a:pt x="65627" y="4572"/>
                    <a:pt x="70199" y="3048"/>
                    <a:pt x="74771" y="1524"/>
                  </a:cubicBezTo>
                  <a:cubicBezTo>
                    <a:pt x="79343" y="0"/>
                    <a:pt x="82391" y="0"/>
                    <a:pt x="86963" y="0"/>
                  </a:cubicBezTo>
                  <a:cubicBezTo>
                    <a:pt x="88487" y="0"/>
                    <a:pt x="91535" y="0"/>
                    <a:pt x="93059" y="0"/>
                  </a:cubicBezTo>
                  <a:cubicBezTo>
                    <a:pt x="96107" y="0"/>
                    <a:pt x="99155" y="1524"/>
                    <a:pt x="100679" y="1524"/>
                  </a:cubicBezTo>
                  <a:cubicBezTo>
                    <a:pt x="103727" y="1524"/>
                    <a:pt x="106775" y="3048"/>
                    <a:pt x="108299" y="3048"/>
                  </a:cubicBezTo>
                  <a:cubicBezTo>
                    <a:pt x="109823" y="4572"/>
                    <a:pt x="111347" y="4572"/>
                    <a:pt x="112871" y="6096"/>
                  </a:cubicBezTo>
                  <a:cubicBezTo>
                    <a:pt x="112871" y="6096"/>
                    <a:pt x="114395" y="7620"/>
                    <a:pt x="114395" y="7620"/>
                  </a:cubicBezTo>
                  <a:cubicBezTo>
                    <a:pt x="114395" y="9144"/>
                    <a:pt x="114395" y="9144"/>
                    <a:pt x="115919" y="10668"/>
                  </a:cubicBezTo>
                  <a:cubicBezTo>
                    <a:pt x="115919" y="10668"/>
                    <a:pt x="115919" y="12192"/>
                    <a:pt x="115919" y="15240"/>
                  </a:cubicBezTo>
                  <a:cubicBezTo>
                    <a:pt x="115919" y="16764"/>
                    <a:pt x="115919" y="19812"/>
                    <a:pt x="115919" y="2286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16" name="Path116"/>
            <p:cNvSpPr/>
            <p:nvPr/>
          </p:nvSpPr>
          <p:spPr>
            <a:xfrm>
              <a:off x="4419886" y="2135029"/>
              <a:ext cx="169354" cy="213646"/>
            </a:xfrm>
            <a:custGeom>
              <a:avLst/>
              <a:gdLst/>
              <a:ahLst/>
              <a:cxnLst/>
              <a:rect l="l" t="t" r="r" b="b"/>
              <a:pathLst>
                <a:path w="169354" h="213646">
                  <a:moveTo>
                    <a:pt x="169354" y="207550"/>
                  </a:moveTo>
                  <a:cubicBezTo>
                    <a:pt x="169354" y="207550"/>
                    <a:pt x="169354" y="209074"/>
                    <a:pt x="169354" y="210598"/>
                  </a:cubicBezTo>
                  <a:cubicBezTo>
                    <a:pt x="167830" y="210598"/>
                    <a:pt x="167830" y="210598"/>
                    <a:pt x="166307" y="212122"/>
                  </a:cubicBezTo>
                  <a:cubicBezTo>
                    <a:pt x="164783" y="212122"/>
                    <a:pt x="163258" y="213646"/>
                    <a:pt x="160115" y="213646"/>
                  </a:cubicBezTo>
                  <a:cubicBezTo>
                    <a:pt x="158591" y="213646"/>
                    <a:pt x="155543" y="213646"/>
                    <a:pt x="150971" y="213646"/>
                  </a:cubicBezTo>
                  <a:cubicBezTo>
                    <a:pt x="147923" y="213646"/>
                    <a:pt x="144875" y="213646"/>
                    <a:pt x="141827" y="213646"/>
                  </a:cubicBezTo>
                  <a:cubicBezTo>
                    <a:pt x="140303" y="213646"/>
                    <a:pt x="138779" y="212122"/>
                    <a:pt x="137255" y="212122"/>
                  </a:cubicBezTo>
                  <a:cubicBezTo>
                    <a:pt x="135731" y="212122"/>
                    <a:pt x="134207" y="210598"/>
                    <a:pt x="134207" y="210598"/>
                  </a:cubicBezTo>
                  <a:cubicBezTo>
                    <a:pt x="134207" y="209074"/>
                    <a:pt x="132683" y="207550"/>
                    <a:pt x="132683" y="207550"/>
                  </a:cubicBezTo>
                  <a:lnTo>
                    <a:pt x="132683" y="91535"/>
                  </a:lnTo>
                  <a:cubicBezTo>
                    <a:pt x="132683" y="80867"/>
                    <a:pt x="132683" y="71723"/>
                    <a:pt x="131159" y="64103"/>
                  </a:cubicBezTo>
                  <a:cubicBezTo>
                    <a:pt x="129635" y="58007"/>
                    <a:pt x="126587" y="51911"/>
                    <a:pt x="123539" y="47339"/>
                  </a:cubicBezTo>
                  <a:cubicBezTo>
                    <a:pt x="120491" y="41243"/>
                    <a:pt x="115919" y="38195"/>
                    <a:pt x="109823" y="35147"/>
                  </a:cubicBezTo>
                  <a:cubicBezTo>
                    <a:pt x="105251" y="32004"/>
                    <a:pt x="99155" y="32004"/>
                    <a:pt x="91535" y="32004"/>
                  </a:cubicBezTo>
                  <a:cubicBezTo>
                    <a:pt x="82391" y="32004"/>
                    <a:pt x="73152" y="35147"/>
                    <a:pt x="64008" y="41243"/>
                  </a:cubicBezTo>
                  <a:cubicBezTo>
                    <a:pt x="54864" y="47339"/>
                    <a:pt x="45720" y="56483"/>
                    <a:pt x="36576" y="68675"/>
                  </a:cubicBezTo>
                  <a:lnTo>
                    <a:pt x="36576" y="207550"/>
                  </a:lnTo>
                  <a:cubicBezTo>
                    <a:pt x="36576" y="207550"/>
                    <a:pt x="35052" y="209074"/>
                    <a:pt x="35052" y="210598"/>
                  </a:cubicBezTo>
                  <a:cubicBezTo>
                    <a:pt x="35052" y="210598"/>
                    <a:pt x="33528" y="210598"/>
                    <a:pt x="32004" y="212122"/>
                  </a:cubicBezTo>
                  <a:cubicBezTo>
                    <a:pt x="30480" y="212122"/>
                    <a:pt x="28956" y="213646"/>
                    <a:pt x="27432" y="213646"/>
                  </a:cubicBezTo>
                  <a:cubicBezTo>
                    <a:pt x="24384" y="213646"/>
                    <a:pt x="21336" y="213646"/>
                    <a:pt x="18288" y="213646"/>
                  </a:cubicBezTo>
                  <a:cubicBezTo>
                    <a:pt x="13716" y="213646"/>
                    <a:pt x="12192" y="213646"/>
                    <a:pt x="9144" y="213646"/>
                  </a:cubicBezTo>
                  <a:cubicBezTo>
                    <a:pt x="6096" y="213646"/>
                    <a:pt x="4572" y="212122"/>
                    <a:pt x="3048" y="212122"/>
                  </a:cubicBezTo>
                  <a:cubicBezTo>
                    <a:pt x="1524" y="212122"/>
                    <a:pt x="1524" y="210598"/>
                    <a:pt x="0" y="210598"/>
                  </a:cubicBezTo>
                  <a:cubicBezTo>
                    <a:pt x="0" y="209074"/>
                    <a:pt x="0" y="207550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0" y="7620"/>
                  </a:cubicBezTo>
                  <a:cubicBezTo>
                    <a:pt x="1524" y="6096"/>
                    <a:pt x="1524" y="6096"/>
                    <a:pt x="3048" y="4572"/>
                  </a:cubicBezTo>
                  <a:cubicBezTo>
                    <a:pt x="4572" y="4572"/>
                    <a:pt x="6096" y="3048"/>
                    <a:pt x="7620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860" y="3048"/>
                    <a:pt x="24384" y="3048"/>
                  </a:cubicBezTo>
                  <a:cubicBezTo>
                    <a:pt x="25908" y="3048"/>
                    <a:pt x="27432" y="4572"/>
                    <a:pt x="28956" y="4572"/>
                  </a:cubicBezTo>
                  <a:cubicBezTo>
                    <a:pt x="30480" y="6096"/>
                    <a:pt x="30480" y="6096"/>
                    <a:pt x="32004" y="7620"/>
                  </a:cubicBezTo>
                  <a:cubicBezTo>
                    <a:pt x="32004" y="7620"/>
                    <a:pt x="32004" y="9144"/>
                    <a:pt x="32004" y="10668"/>
                  </a:cubicBezTo>
                  <a:lnTo>
                    <a:pt x="32004" y="36671"/>
                  </a:lnTo>
                  <a:cubicBezTo>
                    <a:pt x="44196" y="22860"/>
                    <a:pt x="54864" y="15240"/>
                    <a:pt x="65532" y="9144"/>
                  </a:cubicBezTo>
                  <a:cubicBezTo>
                    <a:pt x="76295" y="3048"/>
                    <a:pt x="88487" y="0"/>
                    <a:pt x="99155" y="0"/>
                  </a:cubicBezTo>
                  <a:cubicBezTo>
                    <a:pt x="112871" y="0"/>
                    <a:pt x="123539" y="3048"/>
                    <a:pt x="132683" y="6096"/>
                  </a:cubicBezTo>
                  <a:cubicBezTo>
                    <a:pt x="141827" y="10668"/>
                    <a:pt x="147923" y="16764"/>
                    <a:pt x="154019" y="24384"/>
                  </a:cubicBezTo>
                  <a:cubicBezTo>
                    <a:pt x="160115" y="32004"/>
                    <a:pt x="163258" y="41243"/>
                    <a:pt x="166307" y="50387"/>
                  </a:cubicBezTo>
                  <a:cubicBezTo>
                    <a:pt x="167830" y="61055"/>
                    <a:pt x="169354" y="73247"/>
                    <a:pt x="169354" y="86963"/>
                  </a:cubicBezTo>
                  <a:lnTo>
                    <a:pt x="169354" y="2075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17" name="Path117"/>
            <p:cNvSpPr/>
            <p:nvPr/>
          </p:nvSpPr>
          <p:spPr>
            <a:xfrm>
              <a:off x="4641057" y="2135029"/>
              <a:ext cx="161734" cy="216693"/>
            </a:xfrm>
            <a:custGeom>
              <a:avLst/>
              <a:gdLst/>
              <a:ahLst/>
              <a:cxnLst/>
              <a:rect l="l" t="t" r="r" b="b"/>
              <a:pathLst>
                <a:path w="161734" h="216693">
                  <a:moveTo>
                    <a:pt x="161734" y="207550"/>
                  </a:moveTo>
                  <a:cubicBezTo>
                    <a:pt x="161734" y="209074"/>
                    <a:pt x="161734" y="210598"/>
                    <a:pt x="160210" y="210598"/>
                  </a:cubicBezTo>
                  <a:cubicBezTo>
                    <a:pt x="160210" y="212122"/>
                    <a:pt x="157163" y="212122"/>
                    <a:pt x="155638" y="213646"/>
                  </a:cubicBezTo>
                  <a:cubicBezTo>
                    <a:pt x="154114" y="213646"/>
                    <a:pt x="151066" y="213646"/>
                    <a:pt x="146494" y="213646"/>
                  </a:cubicBezTo>
                  <a:cubicBezTo>
                    <a:pt x="143446" y="213646"/>
                    <a:pt x="140398" y="213646"/>
                    <a:pt x="137350" y="213646"/>
                  </a:cubicBezTo>
                  <a:cubicBezTo>
                    <a:pt x="135826" y="212122"/>
                    <a:pt x="134302" y="212122"/>
                    <a:pt x="132778" y="210598"/>
                  </a:cubicBezTo>
                  <a:cubicBezTo>
                    <a:pt x="131254" y="210598"/>
                    <a:pt x="131254" y="209074"/>
                    <a:pt x="131254" y="207550"/>
                  </a:cubicBezTo>
                  <a:lnTo>
                    <a:pt x="131254" y="187738"/>
                  </a:lnTo>
                  <a:cubicBezTo>
                    <a:pt x="122110" y="196882"/>
                    <a:pt x="112871" y="204502"/>
                    <a:pt x="102203" y="209074"/>
                  </a:cubicBezTo>
                  <a:cubicBezTo>
                    <a:pt x="91535" y="213646"/>
                    <a:pt x="80867" y="216694"/>
                    <a:pt x="68675" y="216694"/>
                  </a:cubicBezTo>
                  <a:cubicBezTo>
                    <a:pt x="58007" y="216694"/>
                    <a:pt x="48863" y="215170"/>
                    <a:pt x="41243" y="212122"/>
                  </a:cubicBezTo>
                  <a:cubicBezTo>
                    <a:pt x="32099" y="210598"/>
                    <a:pt x="25908" y="206026"/>
                    <a:pt x="19812" y="201454"/>
                  </a:cubicBezTo>
                  <a:cubicBezTo>
                    <a:pt x="13716" y="195358"/>
                    <a:pt x="9144" y="189262"/>
                    <a:pt x="6096" y="181642"/>
                  </a:cubicBezTo>
                  <a:cubicBezTo>
                    <a:pt x="1524" y="174022"/>
                    <a:pt x="0" y="166307"/>
                    <a:pt x="0" y="157163"/>
                  </a:cubicBezTo>
                  <a:cubicBezTo>
                    <a:pt x="0" y="144970"/>
                    <a:pt x="3048" y="135826"/>
                    <a:pt x="7620" y="128207"/>
                  </a:cubicBezTo>
                  <a:cubicBezTo>
                    <a:pt x="12192" y="119063"/>
                    <a:pt x="18288" y="112967"/>
                    <a:pt x="27527" y="106870"/>
                  </a:cubicBezTo>
                  <a:cubicBezTo>
                    <a:pt x="35147" y="102203"/>
                    <a:pt x="45815" y="97631"/>
                    <a:pt x="58007" y="94583"/>
                  </a:cubicBezTo>
                  <a:cubicBezTo>
                    <a:pt x="70199" y="93059"/>
                    <a:pt x="83915" y="91535"/>
                    <a:pt x="99155" y="91535"/>
                  </a:cubicBezTo>
                  <a:lnTo>
                    <a:pt x="126682" y="91535"/>
                  </a:lnTo>
                  <a:lnTo>
                    <a:pt x="126682" y="76295"/>
                  </a:lnTo>
                  <a:cubicBezTo>
                    <a:pt x="126682" y="68675"/>
                    <a:pt x="125158" y="61055"/>
                    <a:pt x="123634" y="56483"/>
                  </a:cubicBezTo>
                  <a:cubicBezTo>
                    <a:pt x="122110" y="50387"/>
                    <a:pt x="120586" y="45815"/>
                    <a:pt x="116014" y="41243"/>
                  </a:cubicBezTo>
                  <a:cubicBezTo>
                    <a:pt x="112871" y="36671"/>
                    <a:pt x="108299" y="35147"/>
                    <a:pt x="102203" y="32004"/>
                  </a:cubicBezTo>
                  <a:cubicBezTo>
                    <a:pt x="96107" y="30480"/>
                    <a:pt x="90011" y="28956"/>
                    <a:pt x="80867" y="28956"/>
                  </a:cubicBezTo>
                  <a:cubicBezTo>
                    <a:pt x="73247" y="28956"/>
                    <a:pt x="64103" y="30480"/>
                    <a:pt x="58007" y="32004"/>
                  </a:cubicBezTo>
                  <a:cubicBezTo>
                    <a:pt x="50387" y="35147"/>
                    <a:pt x="44291" y="36671"/>
                    <a:pt x="38195" y="39719"/>
                  </a:cubicBezTo>
                  <a:cubicBezTo>
                    <a:pt x="33623" y="42767"/>
                    <a:pt x="29051" y="44291"/>
                    <a:pt x="25908" y="47339"/>
                  </a:cubicBezTo>
                  <a:cubicBezTo>
                    <a:pt x="21336" y="48863"/>
                    <a:pt x="19812" y="50387"/>
                    <a:pt x="16764" y="50387"/>
                  </a:cubicBezTo>
                  <a:cubicBezTo>
                    <a:pt x="16764" y="50387"/>
                    <a:pt x="15240" y="48863"/>
                    <a:pt x="13716" y="48863"/>
                  </a:cubicBezTo>
                  <a:cubicBezTo>
                    <a:pt x="13716" y="48863"/>
                    <a:pt x="12192" y="47339"/>
                    <a:pt x="12192" y="45815"/>
                  </a:cubicBezTo>
                  <a:cubicBezTo>
                    <a:pt x="12192" y="45815"/>
                    <a:pt x="10668" y="44291"/>
                    <a:pt x="10668" y="41243"/>
                  </a:cubicBezTo>
                  <a:cubicBezTo>
                    <a:pt x="10668" y="39719"/>
                    <a:pt x="10668" y="38195"/>
                    <a:pt x="10668" y="35147"/>
                  </a:cubicBezTo>
                  <a:cubicBezTo>
                    <a:pt x="10668" y="32004"/>
                    <a:pt x="10668" y="28956"/>
                    <a:pt x="10668" y="27432"/>
                  </a:cubicBezTo>
                  <a:cubicBezTo>
                    <a:pt x="12192" y="24384"/>
                    <a:pt x="12192" y="22860"/>
                    <a:pt x="15240" y="21336"/>
                  </a:cubicBezTo>
                  <a:cubicBezTo>
                    <a:pt x="16764" y="19812"/>
                    <a:pt x="19812" y="16764"/>
                    <a:pt x="24384" y="13716"/>
                  </a:cubicBezTo>
                  <a:cubicBezTo>
                    <a:pt x="29051" y="12192"/>
                    <a:pt x="35147" y="9144"/>
                    <a:pt x="41243" y="7620"/>
                  </a:cubicBezTo>
                  <a:cubicBezTo>
                    <a:pt x="47339" y="6096"/>
                    <a:pt x="54959" y="3048"/>
                    <a:pt x="62579" y="1524"/>
                  </a:cubicBezTo>
                  <a:cubicBezTo>
                    <a:pt x="70199" y="1524"/>
                    <a:pt x="76295" y="0"/>
                    <a:pt x="83915" y="0"/>
                  </a:cubicBezTo>
                  <a:cubicBezTo>
                    <a:pt x="99155" y="0"/>
                    <a:pt x="111347" y="1524"/>
                    <a:pt x="120586" y="4572"/>
                  </a:cubicBezTo>
                  <a:cubicBezTo>
                    <a:pt x="131254" y="7620"/>
                    <a:pt x="138874" y="12192"/>
                    <a:pt x="144970" y="18288"/>
                  </a:cubicBezTo>
                  <a:cubicBezTo>
                    <a:pt x="151066" y="24384"/>
                    <a:pt x="155638" y="33528"/>
                    <a:pt x="158686" y="42767"/>
                  </a:cubicBezTo>
                  <a:cubicBezTo>
                    <a:pt x="160210" y="51911"/>
                    <a:pt x="161734" y="62579"/>
                    <a:pt x="161734" y="74771"/>
                  </a:cubicBezTo>
                  <a:lnTo>
                    <a:pt x="161734" y="207550"/>
                  </a:lnTo>
                  <a:close/>
                  <a:moveTo>
                    <a:pt x="126682" y="117539"/>
                  </a:moveTo>
                  <a:lnTo>
                    <a:pt x="96107" y="117539"/>
                  </a:lnTo>
                  <a:cubicBezTo>
                    <a:pt x="85439" y="117539"/>
                    <a:pt x="77819" y="117539"/>
                    <a:pt x="70199" y="119063"/>
                  </a:cubicBezTo>
                  <a:cubicBezTo>
                    <a:pt x="62579" y="122111"/>
                    <a:pt x="56483" y="123635"/>
                    <a:pt x="51911" y="126683"/>
                  </a:cubicBezTo>
                  <a:cubicBezTo>
                    <a:pt x="47339" y="129730"/>
                    <a:pt x="42767" y="134302"/>
                    <a:pt x="41243" y="138874"/>
                  </a:cubicBezTo>
                  <a:cubicBezTo>
                    <a:pt x="38195" y="143446"/>
                    <a:pt x="38195" y="149542"/>
                    <a:pt x="38195" y="154114"/>
                  </a:cubicBezTo>
                  <a:cubicBezTo>
                    <a:pt x="38195" y="164783"/>
                    <a:pt x="41243" y="172498"/>
                    <a:pt x="47339" y="178594"/>
                  </a:cubicBezTo>
                  <a:cubicBezTo>
                    <a:pt x="53435" y="184690"/>
                    <a:pt x="62579" y="187738"/>
                    <a:pt x="74771" y="187738"/>
                  </a:cubicBezTo>
                  <a:cubicBezTo>
                    <a:pt x="83915" y="187738"/>
                    <a:pt x="93059" y="186214"/>
                    <a:pt x="100679" y="181642"/>
                  </a:cubicBezTo>
                  <a:cubicBezTo>
                    <a:pt x="108299" y="177070"/>
                    <a:pt x="117538" y="169354"/>
                    <a:pt x="126682" y="158686"/>
                  </a:cubicBezTo>
                  <a:lnTo>
                    <a:pt x="126682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118" name="Path118"/>
          <p:cNvSpPr/>
          <p:nvPr/>
        </p:nvSpPr>
        <p:spPr>
          <a:xfrm>
            <a:off x="4869942" y="2041969"/>
            <a:ext cx="36576" cy="306706"/>
          </a:xfrm>
          <a:custGeom>
            <a:avLst/>
            <a:gdLst/>
            <a:ahLst/>
            <a:cxnLst/>
            <a:rect l="l" t="t" r="r" b="b"/>
            <a:pathLst>
              <a:path w="36576" h="306706">
                <a:moveTo>
                  <a:pt x="36576" y="300609"/>
                </a:moveTo>
                <a:cubicBezTo>
                  <a:pt x="36576" y="300609"/>
                  <a:pt x="35052" y="302133"/>
                  <a:pt x="35052" y="303657"/>
                </a:cubicBezTo>
                <a:cubicBezTo>
                  <a:pt x="35052" y="303657"/>
                  <a:pt x="33528" y="303657"/>
                  <a:pt x="32004" y="305181"/>
                </a:cubicBezTo>
                <a:cubicBezTo>
                  <a:pt x="30480" y="305181"/>
                  <a:pt x="28956" y="306705"/>
                  <a:pt x="25908" y="306705"/>
                </a:cubicBezTo>
                <a:cubicBezTo>
                  <a:pt x="24384" y="306705"/>
                  <a:pt x="21336" y="306705"/>
                  <a:pt x="18288" y="306705"/>
                </a:cubicBezTo>
                <a:cubicBezTo>
                  <a:pt x="13716" y="306705"/>
                  <a:pt x="10668" y="306705"/>
                  <a:pt x="9144" y="306705"/>
                </a:cubicBezTo>
                <a:cubicBezTo>
                  <a:pt x="6096" y="306705"/>
                  <a:pt x="4572" y="305181"/>
                  <a:pt x="3048" y="305181"/>
                </a:cubicBezTo>
                <a:cubicBezTo>
                  <a:pt x="1524" y="305181"/>
                  <a:pt x="1524" y="303657"/>
                  <a:pt x="0" y="303657"/>
                </a:cubicBezTo>
                <a:cubicBezTo>
                  <a:pt x="0" y="302133"/>
                  <a:pt x="0" y="300609"/>
                  <a:pt x="0" y="300609"/>
                </a:cubicBezTo>
                <a:lnTo>
                  <a:pt x="0" y="7620"/>
                </a:lnTo>
                <a:cubicBezTo>
                  <a:pt x="0" y="6096"/>
                  <a:pt x="0" y="6096"/>
                  <a:pt x="0" y="4572"/>
                </a:cubicBezTo>
                <a:cubicBezTo>
                  <a:pt x="1524" y="3048"/>
                  <a:pt x="1524" y="3048"/>
                  <a:pt x="3048" y="3048"/>
                </a:cubicBezTo>
                <a:cubicBezTo>
                  <a:pt x="4572" y="1524"/>
                  <a:pt x="6096" y="1524"/>
                  <a:pt x="9144" y="1524"/>
                </a:cubicBezTo>
                <a:cubicBezTo>
                  <a:pt x="10668" y="1524"/>
                  <a:pt x="13716" y="0"/>
                  <a:pt x="18288" y="0"/>
                </a:cubicBezTo>
                <a:cubicBezTo>
                  <a:pt x="21336" y="0"/>
                  <a:pt x="24384" y="0"/>
                  <a:pt x="25908" y="1524"/>
                </a:cubicBezTo>
                <a:cubicBezTo>
                  <a:pt x="28956" y="1524"/>
                  <a:pt x="30480" y="1524"/>
                  <a:pt x="32004" y="3048"/>
                </a:cubicBezTo>
                <a:cubicBezTo>
                  <a:pt x="33528" y="3048"/>
                  <a:pt x="35052" y="3048"/>
                  <a:pt x="35052" y="4572"/>
                </a:cubicBezTo>
                <a:cubicBezTo>
                  <a:pt x="35052" y="6096"/>
                  <a:pt x="36576" y="6096"/>
                  <a:pt x="36576" y="7620"/>
                </a:cubicBezTo>
                <a:lnTo>
                  <a:pt x="36576" y="300609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119" name="Group119"/>
          <p:cNvGrpSpPr/>
          <p:nvPr/>
        </p:nvGrpSpPr>
        <p:grpSpPr>
          <a:xfrm>
            <a:off x="5057585" y="2060258"/>
            <a:ext cx="892492" cy="291465"/>
            <a:chOff x="5057585" y="2060258"/>
            <a:chExt cx="892492" cy="291465"/>
          </a:xfrm>
        </p:grpSpPr>
        <p:sp>
          <p:nvSpPr>
            <p:cNvPr id="120" name="Path120"/>
            <p:cNvSpPr/>
            <p:nvPr/>
          </p:nvSpPr>
          <p:spPr>
            <a:xfrm>
              <a:off x="5057585" y="2060258"/>
              <a:ext cx="173926" cy="291465"/>
            </a:xfrm>
            <a:custGeom>
              <a:avLst/>
              <a:gdLst/>
              <a:ahLst/>
              <a:cxnLst/>
              <a:rect l="l" t="t" r="r" b="b"/>
              <a:pathLst>
                <a:path w="173926" h="291465">
                  <a:moveTo>
                    <a:pt x="173927" y="207550"/>
                  </a:moveTo>
                  <a:cubicBezTo>
                    <a:pt x="173927" y="221266"/>
                    <a:pt x="170879" y="233458"/>
                    <a:pt x="166307" y="242602"/>
                  </a:cubicBezTo>
                  <a:cubicBezTo>
                    <a:pt x="161735" y="253365"/>
                    <a:pt x="155639" y="262509"/>
                    <a:pt x="146495" y="270129"/>
                  </a:cubicBezTo>
                  <a:cubicBezTo>
                    <a:pt x="137351" y="276225"/>
                    <a:pt x="128111" y="282321"/>
                    <a:pt x="115919" y="285369"/>
                  </a:cubicBezTo>
                  <a:cubicBezTo>
                    <a:pt x="103727" y="289941"/>
                    <a:pt x="91536" y="291465"/>
                    <a:pt x="77819" y="291465"/>
                  </a:cubicBezTo>
                  <a:cubicBezTo>
                    <a:pt x="68675" y="291465"/>
                    <a:pt x="59531" y="289941"/>
                    <a:pt x="51911" y="288417"/>
                  </a:cubicBezTo>
                  <a:cubicBezTo>
                    <a:pt x="42672" y="286893"/>
                    <a:pt x="36576" y="285369"/>
                    <a:pt x="28956" y="282321"/>
                  </a:cubicBezTo>
                  <a:cubicBezTo>
                    <a:pt x="22860" y="280797"/>
                    <a:pt x="18288" y="277749"/>
                    <a:pt x="13716" y="276225"/>
                  </a:cubicBezTo>
                  <a:cubicBezTo>
                    <a:pt x="9144" y="273177"/>
                    <a:pt x="6096" y="271653"/>
                    <a:pt x="4572" y="270129"/>
                  </a:cubicBezTo>
                  <a:cubicBezTo>
                    <a:pt x="3048" y="267081"/>
                    <a:pt x="1524" y="265557"/>
                    <a:pt x="1524" y="262509"/>
                  </a:cubicBezTo>
                  <a:cubicBezTo>
                    <a:pt x="0" y="259461"/>
                    <a:pt x="0" y="256413"/>
                    <a:pt x="0" y="251841"/>
                  </a:cubicBezTo>
                  <a:cubicBezTo>
                    <a:pt x="0" y="248793"/>
                    <a:pt x="0" y="245650"/>
                    <a:pt x="0" y="244126"/>
                  </a:cubicBezTo>
                  <a:cubicBezTo>
                    <a:pt x="0" y="241078"/>
                    <a:pt x="1524" y="239554"/>
                    <a:pt x="1524" y="238030"/>
                  </a:cubicBezTo>
                  <a:cubicBezTo>
                    <a:pt x="1524" y="238030"/>
                    <a:pt x="3048" y="236506"/>
                    <a:pt x="3048" y="236506"/>
                  </a:cubicBezTo>
                  <a:cubicBezTo>
                    <a:pt x="4572" y="234982"/>
                    <a:pt x="6096" y="234982"/>
                    <a:pt x="6096" y="234982"/>
                  </a:cubicBezTo>
                  <a:cubicBezTo>
                    <a:pt x="9144" y="234982"/>
                    <a:pt x="12192" y="236506"/>
                    <a:pt x="15240" y="239554"/>
                  </a:cubicBezTo>
                  <a:cubicBezTo>
                    <a:pt x="19812" y="241078"/>
                    <a:pt x="24384" y="244126"/>
                    <a:pt x="30480" y="247269"/>
                  </a:cubicBezTo>
                  <a:cubicBezTo>
                    <a:pt x="35052" y="250317"/>
                    <a:pt x="42672" y="253365"/>
                    <a:pt x="50387" y="254889"/>
                  </a:cubicBezTo>
                  <a:cubicBezTo>
                    <a:pt x="59531" y="257937"/>
                    <a:pt x="68675" y="259461"/>
                    <a:pt x="79343" y="259461"/>
                  </a:cubicBezTo>
                  <a:cubicBezTo>
                    <a:pt x="86963" y="259461"/>
                    <a:pt x="94583" y="257937"/>
                    <a:pt x="102203" y="256413"/>
                  </a:cubicBezTo>
                  <a:cubicBezTo>
                    <a:pt x="108299" y="253365"/>
                    <a:pt x="114395" y="250317"/>
                    <a:pt x="118967" y="247269"/>
                  </a:cubicBezTo>
                  <a:cubicBezTo>
                    <a:pt x="123539" y="242602"/>
                    <a:pt x="128111" y="238030"/>
                    <a:pt x="131159" y="231934"/>
                  </a:cubicBezTo>
                  <a:cubicBezTo>
                    <a:pt x="132683" y="225838"/>
                    <a:pt x="134303" y="219742"/>
                    <a:pt x="134303" y="212122"/>
                  </a:cubicBezTo>
                  <a:cubicBezTo>
                    <a:pt x="134303" y="204502"/>
                    <a:pt x="132683" y="196882"/>
                    <a:pt x="129636" y="190786"/>
                  </a:cubicBezTo>
                  <a:cubicBezTo>
                    <a:pt x="125063" y="186214"/>
                    <a:pt x="120491" y="180118"/>
                    <a:pt x="114395" y="176974"/>
                  </a:cubicBezTo>
                  <a:cubicBezTo>
                    <a:pt x="108299" y="172402"/>
                    <a:pt x="102203" y="167830"/>
                    <a:pt x="94583" y="164783"/>
                  </a:cubicBezTo>
                  <a:cubicBezTo>
                    <a:pt x="86963" y="161735"/>
                    <a:pt x="79343" y="157163"/>
                    <a:pt x="70199" y="154114"/>
                  </a:cubicBezTo>
                  <a:cubicBezTo>
                    <a:pt x="62580" y="149542"/>
                    <a:pt x="54959" y="146495"/>
                    <a:pt x="47339" y="141923"/>
                  </a:cubicBezTo>
                  <a:cubicBezTo>
                    <a:pt x="39624" y="137351"/>
                    <a:pt x="33528" y="131254"/>
                    <a:pt x="27432" y="125158"/>
                  </a:cubicBezTo>
                  <a:cubicBezTo>
                    <a:pt x="21336" y="119063"/>
                    <a:pt x="16764" y="111442"/>
                    <a:pt x="12192" y="103727"/>
                  </a:cubicBezTo>
                  <a:cubicBezTo>
                    <a:pt x="9144" y="96107"/>
                    <a:pt x="6096" y="85439"/>
                    <a:pt x="6096" y="74771"/>
                  </a:cubicBezTo>
                  <a:cubicBezTo>
                    <a:pt x="6096" y="62579"/>
                    <a:pt x="9144" y="51911"/>
                    <a:pt x="13716" y="42767"/>
                  </a:cubicBezTo>
                  <a:cubicBezTo>
                    <a:pt x="18288" y="33528"/>
                    <a:pt x="22860" y="25908"/>
                    <a:pt x="30480" y="19812"/>
                  </a:cubicBezTo>
                  <a:cubicBezTo>
                    <a:pt x="38100" y="12192"/>
                    <a:pt x="47339" y="7620"/>
                    <a:pt x="58007" y="4572"/>
                  </a:cubicBezTo>
                  <a:cubicBezTo>
                    <a:pt x="68675" y="1524"/>
                    <a:pt x="80867" y="0"/>
                    <a:pt x="93059" y="0"/>
                  </a:cubicBezTo>
                  <a:cubicBezTo>
                    <a:pt x="99155" y="0"/>
                    <a:pt x="105251" y="0"/>
                    <a:pt x="111347" y="1524"/>
                  </a:cubicBezTo>
                  <a:cubicBezTo>
                    <a:pt x="117443" y="3048"/>
                    <a:pt x="123539" y="4572"/>
                    <a:pt x="129636" y="6096"/>
                  </a:cubicBezTo>
                  <a:cubicBezTo>
                    <a:pt x="135827" y="7620"/>
                    <a:pt x="140398" y="9144"/>
                    <a:pt x="144971" y="12192"/>
                  </a:cubicBezTo>
                  <a:cubicBezTo>
                    <a:pt x="149542" y="13716"/>
                    <a:pt x="152591" y="16764"/>
                    <a:pt x="152591" y="16764"/>
                  </a:cubicBezTo>
                  <a:cubicBezTo>
                    <a:pt x="154115" y="18288"/>
                    <a:pt x="155639" y="19812"/>
                    <a:pt x="155639" y="21336"/>
                  </a:cubicBezTo>
                  <a:cubicBezTo>
                    <a:pt x="157163" y="21336"/>
                    <a:pt x="157163" y="22860"/>
                    <a:pt x="157163" y="24384"/>
                  </a:cubicBezTo>
                  <a:cubicBezTo>
                    <a:pt x="157163" y="24384"/>
                    <a:pt x="157163" y="25908"/>
                    <a:pt x="157163" y="28956"/>
                  </a:cubicBezTo>
                  <a:cubicBezTo>
                    <a:pt x="158686" y="30480"/>
                    <a:pt x="158686" y="32004"/>
                    <a:pt x="158686" y="35052"/>
                  </a:cubicBezTo>
                  <a:cubicBezTo>
                    <a:pt x="158686" y="38100"/>
                    <a:pt x="158686" y="39624"/>
                    <a:pt x="157163" y="42767"/>
                  </a:cubicBezTo>
                  <a:cubicBezTo>
                    <a:pt x="157163" y="44291"/>
                    <a:pt x="157163" y="45815"/>
                    <a:pt x="157163" y="47339"/>
                  </a:cubicBezTo>
                  <a:cubicBezTo>
                    <a:pt x="155639" y="48863"/>
                    <a:pt x="155639" y="50387"/>
                    <a:pt x="155639" y="50387"/>
                  </a:cubicBezTo>
                  <a:cubicBezTo>
                    <a:pt x="154115" y="50387"/>
                    <a:pt x="152591" y="51911"/>
                    <a:pt x="152591" y="51911"/>
                  </a:cubicBezTo>
                  <a:cubicBezTo>
                    <a:pt x="151067" y="51911"/>
                    <a:pt x="148018" y="50387"/>
                    <a:pt x="144971" y="48863"/>
                  </a:cubicBezTo>
                  <a:cubicBezTo>
                    <a:pt x="141923" y="45815"/>
                    <a:pt x="137351" y="44291"/>
                    <a:pt x="132683" y="41243"/>
                  </a:cubicBezTo>
                  <a:cubicBezTo>
                    <a:pt x="126587" y="38100"/>
                    <a:pt x="120491" y="36576"/>
                    <a:pt x="114395" y="33528"/>
                  </a:cubicBezTo>
                  <a:cubicBezTo>
                    <a:pt x="108299" y="32004"/>
                    <a:pt x="100680" y="30480"/>
                    <a:pt x="91536" y="30480"/>
                  </a:cubicBezTo>
                  <a:cubicBezTo>
                    <a:pt x="83915" y="30480"/>
                    <a:pt x="76295" y="32004"/>
                    <a:pt x="71724" y="33528"/>
                  </a:cubicBezTo>
                  <a:cubicBezTo>
                    <a:pt x="65627" y="36576"/>
                    <a:pt x="61055" y="39624"/>
                    <a:pt x="56483" y="42767"/>
                  </a:cubicBezTo>
                  <a:cubicBezTo>
                    <a:pt x="53436" y="45815"/>
                    <a:pt x="50387" y="50387"/>
                    <a:pt x="47339" y="54959"/>
                  </a:cubicBezTo>
                  <a:cubicBezTo>
                    <a:pt x="45720" y="59531"/>
                    <a:pt x="45720" y="65627"/>
                    <a:pt x="45720" y="70199"/>
                  </a:cubicBezTo>
                  <a:cubicBezTo>
                    <a:pt x="45720" y="77819"/>
                    <a:pt x="47339" y="85439"/>
                    <a:pt x="50387" y="91535"/>
                  </a:cubicBezTo>
                  <a:cubicBezTo>
                    <a:pt x="54959" y="96107"/>
                    <a:pt x="59531" y="102203"/>
                    <a:pt x="65627" y="105251"/>
                  </a:cubicBezTo>
                  <a:cubicBezTo>
                    <a:pt x="71724" y="109918"/>
                    <a:pt x="77819" y="114490"/>
                    <a:pt x="85439" y="117539"/>
                  </a:cubicBezTo>
                  <a:cubicBezTo>
                    <a:pt x="93059" y="122111"/>
                    <a:pt x="100680" y="125158"/>
                    <a:pt x="109824" y="129730"/>
                  </a:cubicBezTo>
                  <a:cubicBezTo>
                    <a:pt x="117443" y="132779"/>
                    <a:pt x="125063" y="137351"/>
                    <a:pt x="132683" y="141923"/>
                  </a:cubicBezTo>
                  <a:cubicBezTo>
                    <a:pt x="140398" y="144970"/>
                    <a:pt x="148018" y="151067"/>
                    <a:pt x="154115" y="157163"/>
                  </a:cubicBezTo>
                  <a:cubicBezTo>
                    <a:pt x="160211" y="163258"/>
                    <a:pt x="164783" y="170879"/>
                    <a:pt x="167830" y="178594"/>
                  </a:cubicBezTo>
                  <a:cubicBezTo>
                    <a:pt x="172403" y="186214"/>
                    <a:pt x="173927" y="196882"/>
                    <a:pt x="173927" y="20755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21" name="Path121"/>
            <p:cNvSpPr/>
            <p:nvPr/>
          </p:nvSpPr>
          <p:spPr>
            <a:xfrm>
              <a:off x="5254467" y="2086166"/>
              <a:ext cx="129635" cy="265557"/>
            </a:xfrm>
            <a:custGeom>
              <a:avLst/>
              <a:gdLst/>
              <a:ahLst/>
              <a:cxnLst/>
              <a:rect l="l" t="t" r="r" b="b"/>
              <a:pathLst>
                <a:path w="129635" h="265557">
                  <a:moveTo>
                    <a:pt x="129635" y="241173"/>
                  </a:moveTo>
                  <a:cubicBezTo>
                    <a:pt x="129635" y="245745"/>
                    <a:pt x="128111" y="248793"/>
                    <a:pt x="128111" y="251841"/>
                  </a:cubicBezTo>
                  <a:cubicBezTo>
                    <a:pt x="128111" y="253365"/>
                    <a:pt x="126587" y="256413"/>
                    <a:pt x="125063" y="256413"/>
                  </a:cubicBezTo>
                  <a:cubicBezTo>
                    <a:pt x="125063" y="257937"/>
                    <a:pt x="122015" y="259461"/>
                    <a:pt x="120491" y="259461"/>
                  </a:cubicBezTo>
                  <a:cubicBezTo>
                    <a:pt x="117443" y="260985"/>
                    <a:pt x="115919" y="262509"/>
                    <a:pt x="112871" y="262509"/>
                  </a:cubicBezTo>
                  <a:cubicBezTo>
                    <a:pt x="109823" y="264033"/>
                    <a:pt x="106775" y="264033"/>
                    <a:pt x="102203" y="264033"/>
                  </a:cubicBezTo>
                  <a:cubicBezTo>
                    <a:pt x="99155" y="264033"/>
                    <a:pt x="96107" y="265557"/>
                    <a:pt x="93059" y="265557"/>
                  </a:cubicBezTo>
                  <a:cubicBezTo>
                    <a:pt x="82391" y="265557"/>
                    <a:pt x="73247" y="264033"/>
                    <a:pt x="67151" y="260985"/>
                  </a:cubicBezTo>
                  <a:cubicBezTo>
                    <a:pt x="59436" y="257937"/>
                    <a:pt x="53340" y="254889"/>
                    <a:pt x="48768" y="248793"/>
                  </a:cubicBezTo>
                  <a:cubicBezTo>
                    <a:pt x="44196" y="242697"/>
                    <a:pt x="41148" y="236601"/>
                    <a:pt x="38100" y="227457"/>
                  </a:cubicBezTo>
                  <a:cubicBezTo>
                    <a:pt x="36576" y="219742"/>
                    <a:pt x="35052" y="209074"/>
                    <a:pt x="35052" y="198406"/>
                  </a:cubicBezTo>
                  <a:lnTo>
                    <a:pt x="35052" y="82391"/>
                  </a:lnTo>
                  <a:lnTo>
                    <a:pt x="7620" y="82391"/>
                  </a:lnTo>
                  <a:cubicBezTo>
                    <a:pt x="6096" y="82391"/>
                    <a:pt x="3048" y="82391"/>
                    <a:pt x="3048" y="79343"/>
                  </a:cubicBezTo>
                  <a:cubicBezTo>
                    <a:pt x="1524" y="77819"/>
                    <a:pt x="0" y="73247"/>
                    <a:pt x="0" y="68675"/>
                  </a:cubicBezTo>
                  <a:cubicBezTo>
                    <a:pt x="0" y="65627"/>
                    <a:pt x="0" y="62579"/>
                    <a:pt x="1524" y="61055"/>
                  </a:cubicBezTo>
                  <a:cubicBezTo>
                    <a:pt x="1524" y="59531"/>
                    <a:pt x="1524" y="58007"/>
                    <a:pt x="3048" y="56483"/>
                  </a:cubicBezTo>
                  <a:cubicBezTo>
                    <a:pt x="3048" y="54959"/>
                    <a:pt x="3048" y="54959"/>
                    <a:pt x="4572" y="53435"/>
                  </a:cubicBezTo>
                  <a:cubicBezTo>
                    <a:pt x="6096" y="53435"/>
                    <a:pt x="6096" y="53435"/>
                    <a:pt x="7620" y="53435"/>
                  </a:cubicBezTo>
                  <a:lnTo>
                    <a:pt x="35052" y="53435"/>
                  </a:lnTo>
                  <a:lnTo>
                    <a:pt x="35052" y="6096"/>
                  </a:lnTo>
                  <a:cubicBezTo>
                    <a:pt x="35052" y="4572"/>
                    <a:pt x="35052" y="4572"/>
                    <a:pt x="36576" y="3048"/>
                  </a:cubicBezTo>
                  <a:cubicBezTo>
                    <a:pt x="36576" y="3048"/>
                    <a:pt x="36576" y="1524"/>
                    <a:pt x="38100" y="1524"/>
                  </a:cubicBezTo>
                  <a:cubicBezTo>
                    <a:pt x="39624" y="0"/>
                    <a:pt x="42672" y="0"/>
                    <a:pt x="44196" y="0"/>
                  </a:cubicBezTo>
                  <a:cubicBezTo>
                    <a:pt x="47244" y="0"/>
                    <a:pt x="50292" y="0"/>
                    <a:pt x="53340" y="0"/>
                  </a:cubicBezTo>
                  <a:cubicBezTo>
                    <a:pt x="56388" y="0"/>
                    <a:pt x="59436" y="0"/>
                    <a:pt x="62484" y="0"/>
                  </a:cubicBezTo>
                  <a:cubicBezTo>
                    <a:pt x="64008" y="0"/>
                    <a:pt x="65532" y="0"/>
                    <a:pt x="67151" y="1524"/>
                  </a:cubicBezTo>
                  <a:cubicBezTo>
                    <a:pt x="68675" y="1524"/>
                    <a:pt x="70199" y="3048"/>
                    <a:pt x="70199" y="3048"/>
                  </a:cubicBezTo>
                  <a:cubicBezTo>
                    <a:pt x="71723" y="4572"/>
                    <a:pt x="71723" y="4572"/>
                    <a:pt x="71723" y="6096"/>
                  </a:cubicBezTo>
                  <a:lnTo>
                    <a:pt x="71723" y="53435"/>
                  </a:lnTo>
                  <a:lnTo>
                    <a:pt x="122015" y="53435"/>
                  </a:lnTo>
                  <a:cubicBezTo>
                    <a:pt x="123539" y="53435"/>
                    <a:pt x="123539" y="53435"/>
                    <a:pt x="125063" y="53435"/>
                  </a:cubicBezTo>
                  <a:cubicBezTo>
                    <a:pt x="125063" y="54959"/>
                    <a:pt x="126587" y="54959"/>
                    <a:pt x="126587" y="56483"/>
                  </a:cubicBezTo>
                  <a:cubicBezTo>
                    <a:pt x="128111" y="58007"/>
                    <a:pt x="128111" y="59531"/>
                    <a:pt x="128111" y="61055"/>
                  </a:cubicBezTo>
                  <a:cubicBezTo>
                    <a:pt x="128111" y="62579"/>
                    <a:pt x="129635" y="65627"/>
                    <a:pt x="129635" y="68675"/>
                  </a:cubicBezTo>
                  <a:cubicBezTo>
                    <a:pt x="129635" y="73247"/>
                    <a:pt x="128111" y="77819"/>
                    <a:pt x="126587" y="79343"/>
                  </a:cubicBezTo>
                  <a:cubicBezTo>
                    <a:pt x="125063" y="82391"/>
                    <a:pt x="123539" y="82391"/>
                    <a:pt x="122015" y="82391"/>
                  </a:cubicBezTo>
                  <a:lnTo>
                    <a:pt x="71723" y="82391"/>
                  </a:lnTo>
                  <a:lnTo>
                    <a:pt x="71723" y="192310"/>
                  </a:lnTo>
                  <a:cubicBezTo>
                    <a:pt x="71723" y="206026"/>
                    <a:pt x="73247" y="216694"/>
                    <a:pt x="77819" y="224409"/>
                  </a:cubicBezTo>
                  <a:cubicBezTo>
                    <a:pt x="80867" y="230505"/>
                    <a:pt x="88487" y="233553"/>
                    <a:pt x="99155" y="233553"/>
                  </a:cubicBezTo>
                  <a:cubicBezTo>
                    <a:pt x="102203" y="233553"/>
                    <a:pt x="105251" y="233553"/>
                    <a:pt x="108299" y="233553"/>
                  </a:cubicBezTo>
                  <a:cubicBezTo>
                    <a:pt x="109823" y="232029"/>
                    <a:pt x="112871" y="232029"/>
                    <a:pt x="114395" y="230505"/>
                  </a:cubicBezTo>
                  <a:cubicBezTo>
                    <a:pt x="117443" y="230505"/>
                    <a:pt x="118967" y="228981"/>
                    <a:pt x="120491" y="228981"/>
                  </a:cubicBezTo>
                  <a:cubicBezTo>
                    <a:pt x="122015" y="228981"/>
                    <a:pt x="122015" y="227457"/>
                    <a:pt x="123539" y="227457"/>
                  </a:cubicBezTo>
                  <a:cubicBezTo>
                    <a:pt x="125063" y="227457"/>
                    <a:pt x="125063" y="227457"/>
                    <a:pt x="126587" y="228981"/>
                  </a:cubicBezTo>
                  <a:cubicBezTo>
                    <a:pt x="126587" y="228981"/>
                    <a:pt x="126587" y="228981"/>
                    <a:pt x="128111" y="230505"/>
                  </a:cubicBezTo>
                  <a:cubicBezTo>
                    <a:pt x="128111" y="232029"/>
                    <a:pt x="128111" y="233553"/>
                    <a:pt x="128111" y="235077"/>
                  </a:cubicBezTo>
                  <a:cubicBezTo>
                    <a:pt x="128111" y="236601"/>
                    <a:pt x="129635" y="238125"/>
                    <a:pt x="129635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22" name="Path122"/>
            <p:cNvSpPr/>
            <p:nvPr/>
          </p:nvSpPr>
          <p:spPr>
            <a:xfrm>
              <a:off x="5413058" y="2135029"/>
              <a:ext cx="161735" cy="216693"/>
            </a:xfrm>
            <a:custGeom>
              <a:avLst/>
              <a:gdLst/>
              <a:ahLst/>
              <a:cxnLst/>
              <a:rect l="l" t="t" r="r" b="b"/>
              <a:pathLst>
                <a:path w="161735" h="216693">
                  <a:moveTo>
                    <a:pt x="161734" y="207550"/>
                  </a:moveTo>
                  <a:cubicBezTo>
                    <a:pt x="161734" y="209074"/>
                    <a:pt x="160210" y="210598"/>
                    <a:pt x="160210" y="210598"/>
                  </a:cubicBezTo>
                  <a:cubicBezTo>
                    <a:pt x="158686" y="212122"/>
                    <a:pt x="157163" y="212122"/>
                    <a:pt x="155638" y="213646"/>
                  </a:cubicBezTo>
                  <a:cubicBezTo>
                    <a:pt x="152590" y="213646"/>
                    <a:pt x="149542" y="213646"/>
                    <a:pt x="146494" y="213646"/>
                  </a:cubicBezTo>
                  <a:cubicBezTo>
                    <a:pt x="141922" y="213646"/>
                    <a:pt x="138874" y="213646"/>
                    <a:pt x="137350" y="213646"/>
                  </a:cubicBezTo>
                  <a:cubicBezTo>
                    <a:pt x="134302" y="212122"/>
                    <a:pt x="132778" y="212122"/>
                    <a:pt x="131254" y="210598"/>
                  </a:cubicBezTo>
                  <a:cubicBezTo>
                    <a:pt x="131254" y="210598"/>
                    <a:pt x="129730" y="209074"/>
                    <a:pt x="129730" y="207550"/>
                  </a:cubicBezTo>
                  <a:lnTo>
                    <a:pt x="129730" y="187738"/>
                  </a:lnTo>
                  <a:cubicBezTo>
                    <a:pt x="122015" y="196882"/>
                    <a:pt x="112871" y="204502"/>
                    <a:pt x="102203" y="209074"/>
                  </a:cubicBezTo>
                  <a:cubicBezTo>
                    <a:pt x="91535" y="213646"/>
                    <a:pt x="79343" y="216694"/>
                    <a:pt x="68675" y="216694"/>
                  </a:cubicBezTo>
                  <a:cubicBezTo>
                    <a:pt x="58007" y="216694"/>
                    <a:pt x="48863" y="215170"/>
                    <a:pt x="39624" y="212122"/>
                  </a:cubicBezTo>
                  <a:cubicBezTo>
                    <a:pt x="32004" y="210598"/>
                    <a:pt x="24384" y="206026"/>
                    <a:pt x="18288" y="201454"/>
                  </a:cubicBezTo>
                  <a:cubicBezTo>
                    <a:pt x="12192" y="195358"/>
                    <a:pt x="7620" y="189262"/>
                    <a:pt x="4572" y="181642"/>
                  </a:cubicBezTo>
                  <a:cubicBezTo>
                    <a:pt x="1524" y="174022"/>
                    <a:pt x="0" y="166307"/>
                    <a:pt x="0" y="157163"/>
                  </a:cubicBezTo>
                  <a:cubicBezTo>
                    <a:pt x="0" y="144970"/>
                    <a:pt x="1524" y="135826"/>
                    <a:pt x="6096" y="128207"/>
                  </a:cubicBezTo>
                  <a:cubicBezTo>
                    <a:pt x="10668" y="119063"/>
                    <a:pt x="16764" y="112967"/>
                    <a:pt x="25908" y="106870"/>
                  </a:cubicBezTo>
                  <a:cubicBezTo>
                    <a:pt x="35052" y="102203"/>
                    <a:pt x="44291" y="97631"/>
                    <a:pt x="56483" y="94583"/>
                  </a:cubicBezTo>
                  <a:cubicBezTo>
                    <a:pt x="68675" y="93059"/>
                    <a:pt x="83915" y="91535"/>
                    <a:pt x="99155" y="91535"/>
                  </a:cubicBezTo>
                  <a:lnTo>
                    <a:pt x="125063" y="91535"/>
                  </a:lnTo>
                  <a:lnTo>
                    <a:pt x="125063" y="76295"/>
                  </a:lnTo>
                  <a:cubicBezTo>
                    <a:pt x="125063" y="68675"/>
                    <a:pt x="125063" y="61055"/>
                    <a:pt x="123539" y="56483"/>
                  </a:cubicBezTo>
                  <a:cubicBezTo>
                    <a:pt x="122015" y="50387"/>
                    <a:pt x="118967" y="45815"/>
                    <a:pt x="115919" y="41243"/>
                  </a:cubicBezTo>
                  <a:cubicBezTo>
                    <a:pt x="111347" y="36671"/>
                    <a:pt x="106775" y="35147"/>
                    <a:pt x="102203" y="32004"/>
                  </a:cubicBezTo>
                  <a:cubicBezTo>
                    <a:pt x="96107" y="30480"/>
                    <a:pt x="88487" y="28956"/>
                    <a:pt x="80867" y="28956"/>
                  </a:cubicBezTo>
                  <a:cubicBezTo>
                    <a:pt x="71723" y="28956"/>
                    <a:pt x="64103" y="30480"/>
                    <a:pt x="56483" y="32004"/>
                  </a:cubicBezTo>
                  <a:cubicBezTo>
                    <a:pt x="50387" y="35147"/>
                    <a:pt x="42767" y="36671"/>
                    <a:pt x="38100" y="39719"/>
                  </a:cubicBezTo>
                  <a:cubicBezTo>
                    <a:pt x="32004" y="42767"/>
                    <a:pt x="28956" y="44291"/>
                    <a:pt x="24384" y="47339"/>
                  </a:cubicBezTo>
                  <a:cubicBezTo>
                    <a:pt x="21336" y="48863"/>
                    <a:pt x="18288" y="50387"/>
                    <a:pt x="16764" y="50387"/>
                  </a:cubicBezTo>
                  <a:cubicBezTo>
                    <a:pt x="15240" y="50387"/>
                    <a:pt x="13716" y="48863"/>
                    <a:pt x="13716" y="48863"/>
                  </a:cubicBezTo>
                  <a:cubicBezTo>
                    <a:pt x="12192" y="48863"/>
                    <a:pt x="12192" y="47339"/>
                    <a:pt x="10668" y="45815"/>
                  </a:cubicBezTo>
                  <a:cubicBezTo>
                    <a:pt x="10668" y="45815"/>
                    <a:pt x="10668" y="44291"/>
                    <a:pt x="9144" y="41243"/>
                  </a:cubicBezTo>
                  <a:cubicBezTo>
                    <a:pt x="9144" y="39719"/>
                    <a:pt x="9144" y="38195"/>
                    <a:pt x="9144" y="35147"/>
                  </a:cubicBezTo>
                  <a:cubicBezTo>
                    <a:pt x="9144" y="32004"/>
                    <a:pt x="9144" y="28956"/>
                    <a:pt x="10668" y="27432"/>
                  </a:cubicBezTo>
                  <a:cubicBezTo>
                    <a:pt x="10668" y="24384"/>
                    <a:pt x="12192" y="22860"/>
                    <a:pt x="13716" y="21336"/>
                  </a:cubicBezTo>
                  <a:cubicBezTo>
                    <a:pt x="15240" y="19812"/>
                    <a:pt x="19812" y="16764"/>
                    <a:pt x="24384" y="13716"/>
                  </a:cubicBezTo>
                  <a:cubicBezTo>
                    <a:pt x="28956" y="12192"/>
                    <a:pt x="35052" y="9144"/>
                    <a:pt x="41243" y="7620"/>
                  </a:cubicBezTo>
                  <a:cubicBezTo>
                    <a:pt x="47339" y="6096"/>
                    <a:pt x="53435" y="3048"/>
                    <a:pt x="61055" y="1524"/>
                  </a:cubicBezTo>
                  <a:cubicBezTo>
                    <a:pt x="68675" y="1524"/>
                    <a:pt x="76295" y="0"/>
                    <a:pt x="83915" y="0"/>
                  </a:cubicBezTo>
                  <a:cubicBezTo>
                    <a:pt x="97631" y="0"/>
                    <a:pt x="109823" y="1524"/>
                    <a:pt x="120491" y="4572"/>
                  </a:cubicBezTo>
                  <a:cubicBezTo>
                    <a:pt x="129730" y="7620"/>
                    <a:pt x="137350" y="12192"/>
                    <a:pt x="143446" y="18288"/>
                  </a:cubicBezTo>
                  <a:cubicBezTo>
                    <a:pt x="149542" y="24384"/>
                    <a:pt x="154114" y="33528"/>
                    <a:pt x="157163" y="42767"/>
                  </a:cubicBezTo>
                  <a:cubicBezTo>
                    <a:pt x="160210" y="51911"/>
                    <a:pt x="161734" y="62579"/>
                    <a:pt x="161734" y="74771"/>
                  </a:cubicBezTo>
                  <a:lnTo>
                    <a:pt x="161734" y="207550"/>
                  </a:lnTo>
                  <a:close/>
                  <a:moveTo>
                    <a:pt x="125063" y="117539"/>
                  </a:moveTo>
                  <a:lnTo>
                    <a:pt x="94583" y="117539"/>
                  </a:lnTo>
                  <a:cubicBezTo>
                    <a:pt x="85439" y="117539"/>
                    <a:pt x="76295" y="117539"/>
                    <a:pt x="68675" y="119063"/>
                  </a:cubicBezTo>
                  <a:cubicBezTo>
                    <a:pt x="61055" y="122111"/>
                    <a:pt x="54959" y="123635"/>
                    <a:pt x="50387" y="126683"/>
                  </a:cubicBezTo>
                  <a:cubicBezTo>
                    <a:pt x="45815" y="129730"/>
                    <a:pt x="42767" y="134302"/>
                    <a:pt x="39624" y="138874"/>
                  </a:cubicBezTo>
                  <a:cubicBezTo>
                    <a:pt x="38100" y="143446"/>
                    <a:pt x="36576" y="149542"/>
                    <a:pt x="36576" y="154114"/>
                  </a:cubicBezTo>
                  <a:cubicBezTo>
                    <a:pt x="36576" y="164783"/>
                    <a:pt x="39624" y="172498"/>
                    <a:pt x="45815" y="178594"/>
                  </a:cubicBezTo>
                  <a:cubicBezTo>
                    <a:pt x="53435" y="184690"/>
                    <a:pt x="62579" y="187738"/>
                    <a:pt x="73247" y="187738"/>
                  </a:cubicBezTo>
                  <a:cubicBezTo>
                    <a:pt x="83915" y="187738"/>
                    <a:pt x="91535" y="186214"/>
                    <a:pt x="100679" y="181642"/>
                  </a:cubicBezTo>
                  <a:cubicBezTo>
                    <a:pt x="108299" y="177070"/>
                    <a:pt x="115919" y="169354"/>
                    <a:pt x="125063" y="158686"/>
                  </a:cubicBezTo>
                  <a:lnTo>
                    <a:pt x="125063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23" name="Path123"/>
            <p:cNvSpPr/>
            <p:nvPr/>
          </p:nvSpPr>
          <p:spPr>
            <a:xfrm>
              <a:off x="5611368" y="2086166"/>
              <a:ext cx="128207" cy="265557"/>
            </a:xfrm>
            <a:custGeom>
              <a:avLst/>
              <a:gdLst/>
              <a:ahLst/>
              <a:cxnLst/>
              <a:rect l="l" t="t" r="r" b="b"/>
              <a:pathLst>
                <a:path w="128207" h="265557">
                  <a:moveTo>
                    <a:pt x="128207" y="241173"/>
                  </a:moveTo>
                  <a:cubicBezTo>
                    <a:pt x="128207" y="245745"/>
                    <a:pt x="128207" y="248793"/>
                    <a:pt x="128207" y="251841"/>
                  </a:cubicBezTo>
                  <a:cubicBezTo>
                    <a:pt x="126683" y="253365"/>
                    <a:pt x="126683" y="256413"/>
                    <a:pt x="125159" y="256413"/>
                  </a:cubicBezTo>
                  <a:cubicBezTo>
                    <a:pt x="123635" y="257937"/>
                    <a:pt x="122110" y="259461"/>
                    <a:pt x="120586" y="259461"/>
                  </a:cubicBezTo>
                  <a:cubicBezTo>
                    <a:pt x="117539" y="260985"/>
                    <a:pt x="114491" y="262509"/>
                    <a:pt x="111442" y="262509"/>
                  </a:cubicBezTo>
                  <a:cubicBezTo>
                    <a:pt x="108395" y="264033"/>
                    <a:pt x="105347" y="264033"/>
                    <a:pt x="102203" y="264033"/>
                  </a:cubicBezTo>
                  <a:cubicBezTo>
                    <a:pt x="99155" y="264033"/>
                    <a:pt x="96107" y="265557"/>
                    <a:pt x="93059" y="265557"/>
                  </a:cubicBezTo>
                  <a:cubicBezTo>
                    <a:pt x="82391" y="265557"/>
                    <a:pt x="73247" y="264033"/>
                    <a:pt x="65627" y="260985"/>
                  </a:cubicBezTo>
                  <a:cubicBezTo>
                    <a:pt x="59531" y="257937"/>
                    <a:pt x="53435" y="254889"/>
                    <a:pt x="48863" y="248793"/>
                  </a:cubicBezTo>
                  <a:cubicBezTo>
                    <a:pt x="44291" y="242697"/>
                    <a:pt x="39719" y="236601"/>
                    <a:pt x="38195" y="227457"/>
                  </a:cubicBezTo>
                  <a:cubicBezTo>
                    <a:pt x="36671" y="219742"/>
                    <a:pt x="35147" y="209074"/>
                    <a:pt x="35147" y="198406"/>
                  </a:cubicBezTo>
                  <a:lnTo>
                    <a:pt x="35147" y="82391"/>
                  </a:lnTo>
                  <a:lnTo>
                    <a:pt x="7620" y="82391"/>
                  </a:lnTo>
                  <a:cubicBezTo>
                    <a:pt x="4572" y="82391"/>
                    <a:pt x="3048" y="82391"/>
                    <a:pt x="1524" y="79343"/>
                  </a:cubicBezTo>
                  <a:cubicBezTo>
                    <a:pt x="0" y="77819"/>
                    <a:pt x="0" y="73247"/>
                    <a:pt x="0" y="68675"/>
                  </a:cubicBezTo>
                  <a:cubicBezTo>
                    <a:pt x="0" y="65627"/>
                    <a:pt x="0" y="62579"/>
                    <a:pt x="0" y="61055"/>
                  </a:cubicBezTo>
                  <a:cubicBezTo>
                    <a:pt x="1524" y="59531"/>
                    <a:pt x="1524" y="58007"/>
                    <a:pt x="1524" y="56483"/>
                  </a:cubicBezTo>
                  <a:cubicBezTo>
                    <a:pt x="3048" y="54959"/>
                    <a:pt x="3048" y="54959"/>
                    <a:pt x="4572" y="53435"/>
                  </a:cubicBezTo>
                  <a:cubicBezTo>
                    <a:pt x="4572" y="53435"/>
                    <a:pt x="6096" y="53435"/>
                    <a:pt x="7620" y="53435"/>
                  </a:cubicBezTo>
                  <a:lnTo>
                    <a:pt x="35147" y="53435"/>
                  </a:lnTo>
                  <a:lnTo>
                    <a:pt x="35147" y="6096"/>
                  </a:lnTo>
                  <a:cubicBezTo>
                    <a:pt x="35147" y="4572"/>
                    <a:pt x="35147" y="4572"/>
                    <a:pt x="35147" y="3048"/>
                  </a:cubicBezTo>
                  <a:cubicBezTo>
                    <a:pt x="36671" y="3048"/>
                    <a:pt x="36671" y="1524"/>
                    <a:pt x="38195" y="1524"/>
                  </a:cubicBezTo>
                  <a:cubicBezTo>
                    <a:pt x="39719" y="0"/>
                    <a:pt x="41243" y="0"/>
                    <a:pt x="44291" y="0"/>
                  </a:cubicBezTo>
                  <a:cubicBezTo>
                    <a:pt x="45815" y="0"/>
                    <a:pt x="48863" y="0"/>
                    <a:pt x="53435" y="0"/>
                  </a:cubicBezTo>
                  <a:cubicBezTo>
                    <a:pt x="56483" y="0"/>
                    <a:pt x="59531" y="0"/>
                    <a:pt x="61055" y="0"/>
                  </a:cubicBezTo>
                  <a:cubicBezTo>
                    <a:pt x="64103" y="0"/>
                    <a:pt x="65627" y="0"/>
                    <a:pt x="67151" y="1524"/>
                  </a:cubicBezTo>
                  <a:cubicBezTo>
                    <a:pt x="68675" y="1524"/>
                    <a:pt x="70199" y="3048"/>
                    <a:pt x="70199" y="3048"/>
                  </a:cubicBezTo>
                  <a:cubicBezTo>
                    <a:pt x="70199" y="4572"/>
                    <a:pt x="71723" y="4572"/>
                    <a:pt x="71723" y="6096"/>
                  </a:cubicBezTo>
                  <a:lnTo>
                    <a:pt x="71723" y="53435"/>
                  </a:lnTo>
                  <a:lnTo>
                    <a:pt x="122110" y="53435"/>
                  </a:lnTo>
                  <a:cubicBezTo>
                    <a:pt x="122110" y="53435"/>
                    <a:pt x="123635" y="53435"/>
                    <a:pt x="125159" y="53435"/>
                  </a:cubicBezTo>
                  <a:cubicBezTo>
                    <a:pt x="125159" y="54959"/>
                    <a:pt x="126683" y="54959"/>
                    <a:pt x="126683" y="56483"/>
                  </a:cubicBezTo>
                  <a:cubicBezTo>
                    <a:pt x="128207" y="58007"/>
                    <a:pt x="128207" y="59531"/>
                    <a:pt x="128207" y="61055"/>
                  </a:cubicBezTo>
                  <a:cubicBezTo>
                    <a:pt x="128207" y="62579"/>
                    <a:pt x="128207" y="65627"/>
                    <a:pt x="128207" y="68675"/>
                  </a:cubicBezTo>
                  <a:cubicBezTo>
                    <a:pt x="128207" y="73247"/>
                    <a:pt x="128207" y="77819"/>
                    <a:pt x="126683" y="79343"/>
                  </a:cubicBezTo>
                  <a:cubicBezTo>
                    <a:pt x="125159" y="82391"/>
                    <a:pt x="123635" y="82391"/>
                    <a:pt x="122110" y="82391"/>
                  </a:cubicBezTo>
                  <a:lnTo>
                    <a:pt x="71723" y="82391"/>
                  </a:lnTo>
                  <a:lnTo>
                    <a:pt x="71723" y="192310"/>
                  </a:lnTo>
                  <a:cubicBezTo>
                    <a:pt x="71723" y="206026"/>
                    <a:pt x="73247" y="216694"/>
                    <a:pt x="76295" y="224409"/>
                  </a:cubicBezTo>
                  <a:cubicBezTo>
                    <a:pt x="80867" y="230505"/>
                    <a:pt x="88487" y="233553"/>
                    <a:pt x="99155" y="233553"/>
                  </a:cubicBezTo>
                  <a:cubicBezTo>
                    <a:pt x="102203" y="233553"/>
                    <a:pt x="105347" y="233553"/>
                    <a:pt x="106871" y="233553"/>
                  </a:cubicBezTo>
                  <a:cubicBezTo>
                    <a:pt x="109918" y="232029"/>
                    <a:pt x="112966" y="232029"/>
                    <a:pt x="114491" y="230505"/>
                  </a:cubicBezTo>
                  <a:cubicBezTo>
                    <a:pt x="116015" y="230505"/>
                    <a:pt x="117539" y="228981"/>
                    <a:pt x="119063" y="228981"/>
                  </a:cubicBezTo>
                  <a:cubicBezTo>
                    <a:pt x="120586" y="228981"/>
                    <a:pt x="122110" y="227457"/>
                    <a:pt x="123635" y="227457"/>
                  </a:cubicBezTo>
                  <a:cubicBezTo>
                    <a:pt x="123635" y="227457"/>
                    <a:pt x="125159" y="227457"/>
                    <a:pt x="125159" y="228981"/>
                  </a:cubicBezTo>
                  <a:cubicBezTo>
                    <a:pt x="126683" y="228981"/>
                    <a:pt x="126683" y="228981"/>
                    <a:pt x="126683" y="230505"/>
                  </a:cubicBezTo>
                  <a:cubicBezTo>
                    <a:pt x="128207" y="232029"/>
                    <a:pt x="128207" y="233553"/>
                    <a:pt x="128207" y="235077"/>
                  </a:cubicBezTo>
                  <a:cubicBezTo>
                    <a:pt x="128207" y="236601"/>
                    <a:pt x="128207" y="238125"/>
                    <a:pt x="128207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24" name="Path124"/>
            <p:cNvSpPr/>
            <p:nvPr/>
          </p:nvSpPr>
          <p:spPr>
            <a:xfrm>
              <a:off x="5768530" y="2135029"/>
              <a:ext cx="181547" cy="216694"/>
            </a:xfrm>
            <a:custGeom>
              <a:avLst/>
              <a:gdLst/>
              <a:ahLst/>
              <a:cxnLst/>
              <a:rect l="l" t="t" r="r" b="b"/>
              <a:pathLst>
                <a:path w="181547" h="216694">
                  <a:moveTo>
                    <a:pt x="181547" y="99155"/>
                  </a:moveTo>
                  <a:cubicBezTo>
                    <a:pt x="181547" y="105346"/>
                    <a:pt x="180023" y="109918"/>
                    <a:pt x="176975" y="111442"/>
                  </a:cubicBezTo>
                  <a:cubicBezTo>
                    <a:pt x="173927" y="114490"/>
                    <a:pt x="170879" y="116014"/>
                    <a:pt x="167831" y="116014"/>
                  </a:cubicBezTo>
                  <a:lnTo>
                    <a:pt x="38195" y="116014"/>
                  </a:lnTo>
                  <a:cubicBezTo>
                    <a:pt x="38195" y="126682"/>
                    <a:pt x="39719" y="135826"/>
                    <a:pt x="41244" y="144970"/>
                  </a:cubicBezTo>
                  <a:cubicBezTo>
                    <a:pt x="44291" y="154114"/>
                    <a:pt x="47339" y="161735"/>
                    <a:pt x="51912" y="167830"/>
                  </a:cubicBezTo>
                  <a:cubicBezTo>
                    <a:pt x="58007" y="174022"/>
                    <a:pt x="64103" y="178594"/>
                    <a:pt x="73247" y="181642"/>
                  </a:cubicBezTo>
                  <a:cubicBezTo>
                    <a:pt x="80868" y="186214"/>
                    <a:pt x="90012" y="187738"/>
                    <a:pt x="102203" y="187738"/>
                  </a:cubicBezTo>
                  <a:cubicBezTo>
                    <a:pt x="111347" y="187738"/>
                    <a:pt x="120587" y="186214"/>
                    <a:pt x="128207" y="184690"/>
                  </a:cubicBezTo>
                  <a:cubicBezTo>
                    <a:pt x="134303" y="183166"/>
                    <a:pt x="140399" y="181642"/>
                    <a:pt x="146495" y="180118"/>
                  </a:cubicBezTo>
                  <a:cubicBezTo>
                    <a:pt x="151067" y="178594"/>
                    <a:pt x="155639" y="175546"/>
                    <a:pt x="160211" y="174022"/>
                  </a:cubicBezTo>
                  <a:cubicBezTo>
                    <a:pt x="163259" y="172498"/>
                    <a:pt x="164783" y="172498"/>
                    <a:pt x="167831" y="172498"/>
                  </a:cubicBezTo>
                  <a:cubicBezTo>
                    <a:pt x="167831" y="172498"/>
                    <a:pt x="169355" y="172498"/>
                    <a:pt x="169355" y="172498"/>
                  </a:cubicBezTo>
                  <a:cubicBezTo>
                    <a:pt x="170879" y="174022"/>
                    <a:pt x="170879" y="174022"/>
                    <a:pt x="172403" y="175546"/>
                  </a:cubicBezTo>
                  <a:cubicBezTo>
                    <a:pt x="172403" y="177070"/>
                    <a:pt x="172403" y="178594"/>
                    <a:pt x="172403" y="180118"/>
                  </a:cubicBezTo>
                  <a:cubicBezTo>
                    <a:pt x="172403" y="181642"/>
                    <a:pt x="173927" y="183166"/>
                    <a:pt x="173927" y="186214"/>
                  </a:cubicBezTo>
                  <a:cubicBezTo>
                    <a:pt x="173927" y="187738"/>
                    <a:pt x="173927" y="189262"/>
                    <a:pt x="172403" y="190786"/>
                  </a:cubicBezTo>
                  <a:cubicBezTo>
                    <a:pt x="172403" y="192310"/>
                    <a:pt x="172403" y="193834"/>
                    <a:pt x="172403" y="195358"/>
                  </a:cubicBezTo>
                  <a:cubicBezTo>
                    <a:pt x="172403" y="195358"/>
                    <a:pt x="172403" y="196882"/>
                    <a:pt x="170879" y="198406"/>
                  </a:cubicBezTo>
                  <a:cubicBezTo>
                    <a:pt x="170879" y="198406"/>
                    <a:pt x="170879" y="199930"/>
                    <a:pt x="169355" y="199930"/>
                  </a:cubicBezTo>
                  <a:cubicBezTo>
                    <a:pt x="167831" y="201454"/>
                    <a:pt x="166307" y="202978"/>
                    <a:pt x="161735" y="204502"/>
                  </a:cubicBezTo>
                  <a:cubicBezTo>
                    <a:pt x="158687" y="206026"/>
                    <a:pt x="152591" y="207550"/>
                    <a:pt x="146495" y="209074"/>
                  </a:cubicBezTo>
                  <a:cubicBezTo>
                    <a:pt x="140399" y="212122"/>
                    <a:pt x="132779" y="213646"/>
                    <a:pt x="125159" y="215170"/>
                  </a:cubicBezTo>
                  <a:cubicBezTo>
                    <a:pt x="117444" y="215170"/>
                    <a:pt x="108300" y="216694"/>
                    <a:pt x="99156" y="216694"/>
                  </a:cubicBezTo>
                  <a:cubicBezTo>
                    <a:pt x="82391" y="216694"/>
                    <a:pt x="68675" y="213646"/>
                    <a:pt x="56483" y="209074"/>
                  </a:cubicBezTo>
                  <a:cubicBezTo>
                    <a:pt x="44291" y="206026"/>
                    <a:pt x="33624" y="198406"/>
                    <a:pt x="25908" y="189262"/>
                  </a:cubicBezTo>
                  <a:cubicBezTo>
                    <a:pt x="16764" y="180118"/>
                    <a:pt x="10668" y="169354"/>
                    <a:pt x="6096" y="155638"/>
                  </a:cubicBezTo>
                  <a:cubicBezTo>
                    <a:pt x="3048" y="143446"/>
                    <a:pt x="0" y="126682"/>
                    <a:pt x="0" y="109918"/>
                  </a:cubicBezTo>
                  <a:cubicBezTo>
                    <a:pt x="0" y="93059"/>
                    <a:pt x="3048" y="77819"/>
                    <a:pt x="7620" y="64103"/>
                  </a:cubicBezTo>
                  <a:cubicBezTo>
                    <a:pt x="10668" y="50387"/>
                    <a:pt x="16764" y="38195"/>
                    <a:pt x="25908" y="28956"/>
                  </a:cubicBezTo>
                  <a:cubicBezTo>
                    <a:pt x="33624" y="19812"/>
                    <a:pt x="44291" y="12192"/>
                    <a:pt x="54959" y="7620"/>
                  </a:cubicBezTo>
                  <a:cubicBezTo>
                    <a:pt x="67151" y="3048"/>
                    <a:pt x="80868" y="0"/>
                    <a:pt x="94583" y="0"/>
                  </a:cubicBezTo>
                  <a:cubicBezTo>
                    <a:pt x="109824" y="0"/>
                    <a:pt x="123635" y="3048"/>
                    <a:pt x="134303" y="7620"/>
                  </a:cubicBezTo>
                  <a:cubicBezTo>
                    <a:pt x="144971" y="12192"/>
                    <a:pt x="154115" y="19812"/>
                    <a:pt x="161735" y="27432"/>
                  </a:cubicBezTo>
                  <a:cubicBezTo>
                    <a:pt x="167831" y="36671"/>
                    <a:pt x="173927" y="45815"/>
                    <a:pt x="176975" y="56483"/>
                  </a:cubicBezTo>
                  <a:cubicBezTo>
                    <a:pt x="180023" y="68675"/>
                    <a:pt x="181547" y="80867"/>
                    <a:pt x="181547" y="93059"/>
                  </a:cubicBezTo>
                  <a:lnTo>
                    <a:pt x="181547" y="99155"/>
                  </a:lnTo>
                  <a:close/>
                  <a:moveTo>
                    <a:pt x="144971" y="88487"/>
                  </a:moveTo>
                  <a:cubicBezTo>
                    <a:pt x="144971" y="70199"/>
                    <a:pt x="141923" y="54959"/>
                    <a:pt x="132779" y="44291"/>
                  </a:cubicBezTo>
                  <a:cubicBezTo>
                    <a:pt x="123635" y="33528"/>
                    <a:pt x="111347" y="28956"/>
                    <a:pt x="93059" y="28956"/>
                  </a:cubicBezTo>
                  <a:cubicBezTo>
                    <a:pt x="83915" y="28956"/>
                    <a:pt x="76295" y="30480"/>
                    <a:pt x="70200" y="33528"/>
                  </a:cubicBezTo>
                  <a:cubicBezTo>
                    <a:pt x="62580" y="36671"/>
                    <a:pt x="58007" y="41243"/>
                    <a:pt x="53436" y="47339"/>
                  </a:cubicBezTo>
                  <a:cubicBezTo>
                    <a:pt x="48863" y="51911"/>
                    <a:pt x="45815" y="58007"/>
                    <a:pt x="42768" y="65627"/>
                  </a:cubicBezTo>
                  <a:cubicBezTo>
                    <a:pt x="39719" y="73247"/>
                    <a:pt x="38195" y="80867"/>
                    <a:pt x="38195" y="88487"/>
                  </a:cubicBezTo>
                  <a:lnTo>
                    <a:pt x="144971" y="884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pic>
        <p:nvPicPr>
          <p:cNvPr id="125" name="Image1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667" y="2040446"/>
            <a:ext cx="2084071" cy="311277"/>
          </a:xfrm>
          <a:prstGeom prst="rect">
            <a:avLst/>
          </a:prstGeom>
          <a:noFill/>
        </p:spPr>
      </p:pic>
      <p:grpSp>
        <p:nvGrpSpPr>
          <p:cNvPr id="126" name="Group126"/>
          <p:cNvGrpSpPr/>
          <p:nvPr/>
        </p:nvGrpSpPr>
        <p:grpSpPr>
          <a:xfrm>
            <a:off x="1014603" y="2672239"/>
            <a:ext cx="544639" cy="292989"/>
            <a:chOff x="1014603" y="2672239"/>
            <a:chExt cx="544639" cy="292989"/>
          </a:xfrm>
        </p:grpSpPr>
        <p:sp>
          <p:nvSpPr>
            <p:cNvPr id="127" name="Path127"/>
            <p:cNvSpPr/>
            <p:nvPr/>
          </p:nvSpPr>
          <p:spPr>
            <a:xfrm>
              <a:off x="1014603" y="2672239"/>
              <a:ext cx="115919" cy="213645"/>
            </a:xfrm>
            <a:custGeom>
              <a:avLst/>
              <a:gdLst/>
              <a:ahLst/>
              <a:cxnLst/>
              <a:rect l="l" t="t" r="r" b="b"/>
              <a:pathLst>
                <a:path w="115919" h="213645">
                  <a:moveTo>
                    <a:pt x="115919" y="22860"/>
                  </a:moveTo>
                  <a:cubicBezTo>
                    <a:pt x="115919" y="25908"/>
                    <a:pt x="115919" y="28956"/>
                    <a:pt x="115919" y="30480"/>
                  </a:cubicBezTo>
                  <a:cubicBezTo>
                    <a:pt x="115919" y="33528"/>
                    <a:pt x="115919" y="35052"/>
                    <a:pt x="114395" y="36576"/>
                  </a:cubicBezTo>
                  <a:cubicBezTo>
                    <a:pt x="114395" y="38100"/>
                    <a:pt x="114395" y="38100"/>
                    <a:pt x="112871" y="39624"/>
                  </a:cubicBezTo>
                  <a:cubicBezTo>
                    <a:pt x="112871" y="39624"/>
                    <a:pt x="111347" y="39624"/>
                    <a:pt x="109823" y="39624"/>
                  </a:cubicBezTo>
                  <a:cubicBezTo>
                    <a:pt x="109823" y="39624"/>
                    <a:pt x="108299" y="39624"/>
                    <a:pt x="106775" y="39624"/>
                  </a:cubicBezTo>
                  <a:cubicBezTo>
                    <a:pt x="103727" y="38100"/>
                    <a:pt x="102203" y="38100"/>
                    <a:pt x="100679" y="36576"/>
                  </a:cubicBezTo>
                  <a:cubicBezTo>
                    <a:pt x="97631" y="36576"/>
                    <a:pt x="96107" y="36576"/>
                    <a:pt x="93059" y="35052"/>
                  </a:cubicBezTo>
                  <a:cubicBezTo>
                    <a:pt x="90011" y="35052"/>
                    <a:pt x="88487" y="35052"/>
                    <a:pt x="85439" y="35052"/>
                  </a:cubicBezTo>
                  <a:cubicBezTo>
                    <a:pt x="80867" y="35052"/>
                    <a:pt x="77819" y="35052"/>
                    <a:pt x="74676" y="36576"/>
                  </a:cubicBezTo>
                  <a:cubicBezTo>
                    <a:pt x="70104" y="38100"/>
                    <a:pt x="67056" y="41148"/>
                    <a:pt x="62484" y="44196"/>
                  </a:cubicBezTo>
                  <a:cubicBezTo>
                    <a:pt x="59436" y="47244"/>
                    <a:pt x="54864" y="51911"/>
                    <a:pt x="50292" y="58007"/>
                  </a:cubicBezTo>
                  <a:cubicBezTo>
                    <a:pt x="47244" y="62579"/>
                    <a:pt x="42672" y="70199"/>
                    <a:pt x="36576" y="77819"/>
                  </a:cubicBezTo>
                  <a:lnTo>
                    <a:pt x="36576" y="207550"/>
                  </a:lnTo>
                  <a:cubicBezTo>
                    <a:pt x="36576" y="209074"/>
                    <a:pt x="36576" y="209074"/>
                    <a:pt x="36576" y="210598"/>
                  </a:cubicBezTo>
                  <a:cubicBezTo>
                    <a:pt x="35052" y="210598"/>
                    <a:pt x="35052" y="212122"/>
                    <a:pt x="33528" y="212122"/>
                  </a:cubicBezTo>
                  <a:cubicBezTo>
                    <a:pt x="32004" y="213646"/>
                    <a:pt x="30480" y="213646"/>
                    <a:pt x="27432" y="213646"/>
                  </a:cubicBezTo>
                  <a:cubicBezTo>
                    <a:pt x="25908" y="213646"/>
                    <a:pt x="22860" y="213646"/>
                    <a:pt x="18288" y="213646"/>
                  </a:cubicBezTo>
                  <a:cubicBezTo>
                    <a:pt x="15240" y="213646"/>
                    <a:pt x="12192" y="213646"/>
                    <a:pt x="9144" y="213646"/>
                  </a:cubicBezTo>
                  <a:cubicBezTo>
                    <a:pt x="7620" y="213646"/>
                    <a:pt x="6096" y="213646"/>
                    <a:pt x="4572" y="212122"/>
                  </a:cubicBezTo>
                  <a:cubicBezTo>
                    <a:pt x="3048" y="212122"/>
                    <a:pt x="1524" y="210598"/>
                    <a:pt x="1524" y="210598"/>
                  </a:cubicBezTo>
                  <a:cubicBezTo>
                    <a:pt x="1524" y="209074"/>
                    <a:pt x="0" y="209074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1524" y="7620"/>
                    <a:pt x="1524" y="7620"/>
                  </a:cubicBezTo>
                  <a:cubicBezTo>
                    <a:pt x="1524" y="6096"/>
                    <a:pt x="3048" y="6096"/>
                    <a:pt x="4572" y="4572"/>
                  </a:cubicBezTo>
                  <a:cubicBezTo>
                    <a:pt x="4572" y="4572"/>
                    <a:pt x="7620" y="4572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860" y="3048"/>
                    <a:pt x="24384" y="3048"/>
                  </a:cubicBezTo>
                  <a:cubicBezTo>
                    <a:pt x="27432" y="4572"/>
                    <a:pt x="28956" y="4572"/>
                    <a:pt x="30480" y="4572"/>
                  </a:cubicBezTo>
                  <a:cubicBezTo>
                    <a:pt x="30480" y="6096"/>
                    <a:pt x="32004" y="6096"/>
                    <a:pt x="32004" y="7620"/>
                  </a:cubicBezTo>
                  <a:cubicBezTo>
                    <a:pt x="33528" y="7620"/>
                    <a:pt x="33528" y="9144"/>
                    <a:pt x="33528" y="10668"/>
                  </a:cubicBezTo>
                  <a:lnTo>
                    <a:pt x="33528" y="39624"/>
                  </a:lnTo>
                  <a:cubicBezTo>
                    <a:pt x="38100" y="30480"/>
                    <a:pt x="44196" y="24384"/>
                    <a:pt x="48768" y="19812"/>
                  </a:cubicBezTo>
                  <a:cubicBezTo>
                    <a:pt x="53340" y="15240"/>
                    <a:pt x="57912" y="10668"/>
                    <a:pt x="62484" y="7620"/>
                  </a:cubicBezTo>
                  <a:cubicBezTo>
                    <a:pt x="65532" y="4572"/>
                    <a:pt x="70104" y="3048"/>
                    <a:pt x="74676" y="1524"/>
                  </a:cubicBezTo>
                  <a:cubicBezTo>
                    <a:pt x="79343" y="1524"/>
                    <a:pt x="82391" y="0"/>
                    <a:pt x="86963" y="0"/>
                  </a:cubicBezTo>
                  <a:cubicBezTo>
                    <a:pt x="88487" y="0"/>
                    <a:pt x="91535" y="0"/>
                    <a:pt x="93059" y="0"/>
                  </a:cubicBezTo>
                  <a:cubicBezTo>
                    <a:pt x="96107" y="1524"/>
                    <a:pt x="99155" y="1524"/>
                    <a:pt x="100679" y="1524"/>
                  </a:cubicBezTo>
                  <a:cubicBezTo>
                    <a:pt x="103727" y="3048"/>
                    <a:pt x="106775" y="3048"/>
                    <a:pt x="108299" y="4572"/>
                  </a:cubicBezTo>
                  <a:cubicBezTo>
                    <a:pt x="109823" y="4572"/>
                    <a:pt x="111347" y="4572"/>
                    <a:pt x="112871" y="6096"/>
                  </a:cubicBezTo>
                  <a:cubicBezTo>
                    <a:pt x="114395" y="6096"/>
                    <a:pt x="114395" y="7620"/>
                    <a:pt x="114395" y="7620"/>
                  </a:cubicBezTo>
                  <a:cubicBezTo>
                    <a:pt x="114395" y="9144"/>
                    <a:pt x="114395" y="9144"/>
                    <a:pt x="115919" y="10668"/>
                  </a:cubicBezTo>
                  <a:cubicBezTo>
                    <a:pt x="115919" y="12192"/>
                    <a:pt x="115919" y="13716"/>
                    <a:pt x="115919" y="15240"/>
                  </a:cubicBezTo>
                  <a:cubicBezTo>
                    <a:pt x="115919" y="16764"/>
                    <a:pt x="115919" y="19812"/>
                    <a:pt x="115919" y="2286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28" name="Path128"/>
            <p:cNvSpPr/>
            <p:nvPr/>
          </p:nvSpPr>
          <p:spPr>
            <a:xfrm>
              <a:off x="1153382" y="2672239"/>
              <a:ext cx="181547" cy="216694"/>
            </a:xfrm>
            <a:custGeom>
              <a:avLst/>
              <a:gdLst/>
              <a:ahLst/>
              <a:cxnLst/>
              <a:rect l="l" t="t" r="r" b="b"/>
              <a:pathLst>
                <a:path w="181547" h="216694">
                  <a:moveTo>
                    <a:pt x="181546" y="100679"/>
                  </a:moveTo>
                  <a:cubicBezTo>
                    <a:pt x="181546" y="105251"/>
                    <a:pt x="180022" y="109823"/>
                    <a:pt x="176974" y="112871"/>
                  </a:cubicBezTo>
                  <a:cubicBezTo>
                    <a:pt x="173927" y="114395"/>
                    <a:pt x="170879" y="115919"/>
                    <a:pt x="167830" y="115919"/>
                  </a:cubicBezTo>
                  <a:lnTo>
                    <a:pt x="38195" y="115919"/>
                  </a:lnTo>
                  <a:cubicBezTo>
                    <a:pt x="38195" y="126682"/>
                    <a:pt x="39719" y="137350"/>
                    <a:pt x="41243" y="144970"/>
                  </a:cubicBezTo>
                  <a:cubicBezTo>
                    <a:pt x="42767" y="154114"/>
                    <a:pt x="47339" y="161734"/>
                    <a:pt x="51911" y="167830"/>
                  </a:cubicBezTo>
                  <a:cubicBezTo>
                    <a:pt x="56483" y="173926"/>
                    <a:pt x="64103" y="178498"/>
                    <a:pt x="71723" y="183070"/>
                  </a:cubicBezTo>
                  <a:cubicBezTo>
                    <a:pt x="80867" y="186214"/>
                    <a:pt x="90011" y="187738"/>
                    <a:pt x="102203" y="187738"/>
                  </a:cubicBezTo>
                  <a:cubicBezTo>
                    <a:pt x="111347" y="187738"/>
                    <a:pt x="119063" y="186214"/>
                    <a:pt x="126682" y="184594"/>
                  </a:cubicBezTo>
                  <a:cubicBezTo>
                    <a:pt x="134302" y="183070"/>
                    <a:pt x="140399" y="181546"/>
                    <a:pt x="146494" y="180022"/>
                  </a:cubicBezTo>
                  <a:cubicBezTo>
                    <a:pt x="151066" y="178498"/>
                    <a:pt x="155638" y="176974"/>
                    <a:pt x="158686" y="175450"/>
                  </a:cubicBezTo>
                  <a:cubicBezTo>
                    <a:pt x="163258" y="173926"/>
                    <a:pt x="164782" y="172402"/>
                    <a:pt x="166307" y="172402"/>
                  </a:cubicBezTo>
                  <a:cubicBezTo>
                    <a:pt x="167830" y="172402"/>
                    <a:pt x="169354" y="172402"/>
                    <a:pt x="169354" y="173926"/>
                  </a:cubicBezTo>
                  <a:cubicBezTo>
                    <a:pt x="170879" y="173926"/>
                    <a:pt x="170879" y="173926"/>
                    <a:pt x="170879" y="175450"/>
                  </a:cubicBezTo>
                  <a:cubicBezTo>
                    <a:pt x="172402" y="176974"/>
                    <a:pt x="172402" y="178498"/>
                    <a:pt x="172402" y="180022"/>
                  </a:cubicBezTo>
                  <a:cubicBezTo>
                    <a:pt x="172402" y="181546"/>
                    <a:pt x="172402" y="184594"/>
                    <a:pt x="172402" y="186214"/>
                  </a:cubicBezTo>
                  <a:cubicBezTo>
                    <a:pt x="172402" y="189262"/>
                    <a:pt x="172402" y="190786"/>
                    <a:pt x="172402" y="192310"/>
                  </a:cubicBezTo>
                  <a:cubicBezTo>
                    <a:pt x="172402" y="192310"/>
                    <a:pt x="172402" y="193834"/>
                    <a:pt x="172402" y="195358"/>
                  </a:cubicBezTo>
                  <a:cubicBezTo>
                    <a:pt x="172402" y="196882"/>
                    <a:pt x="170879" y="196882"/>
                    <a:pt x="170879" y="198406"/>
                  </a:cubicBezTo>
                  <a:cubicBezTo>
                    <a:pt x="170879" y="199930"/>
                    <a:pt x="169354" y="199930"/>
                    <a:pt x="169354" y="201454"/>
                  </a:cubicBezTo>
                  <a:cubicBezTo>
                    <a:pt x="167830" y="201454"/>
                    <a:pt x="166307" y="202978"/>
                    <a:pt x="161735" y="204502"/>
                  </a:cubicBezTo>
                  <a:cubicBezTo>
                    <a:pt x="158686" y="206026"/>
                    <a:pt x="152591" y="209074"/>
                    <a:pt x="146494" y="210598"/>
                  </a:cubicBezTo>
                  <a:cubicBezTo>
                    <a:pt x="140399" y="212122"/>
                    <a:pt x="132779" y="213646"/>
                    <a:pt x="125158" y="215170"/>
                  </a:cubicBezTo>
                  <a:cubicBezTo>
                    <a:pt x="116015" y="216694"/>
                    <a:pt x="108299" y="216694"/>
                    <a:pt x="97631" y="216694"/>
                  </a:cubicBezTo>
                  <a:cubicBezTo>
                    <a:pt x="82391" y="216694"/>
                    <a:pt x="68675" y="215170"/>
                    <a:pt x="56483" y="210598"/>
                  </a:cubicBezTo>
                  <a:cubicBezTo>
                    <a:pt x="44291" y="206026"/>
                    <a:pt x="33623" y="198406"/>
                    <a:pt x="24479" y="190786"/>
                  </a:cubicBezTo>
                  <a:cubicBezTo>
                    <a:pt x="16764" y="181546"/>
                    <a:pt x="10668" y="169354"/>
                    <a:pt x="6096" y="157162"/>
                  </a:cubicBezTo>
                  <a:cubicBezTo>
                    <a:pt x="1524" y="143446"/>
                    <a:pt x="0" y="128206"/>
                    <a:pt x="0" y="109823"/>
                  </a:cubicBezTo>
                  <a:cubicBezTo>
                    <a:pt x="0" y="93059"/>
                    <a:pt x="1524" y="77819"/>
                    <a:pt x="6096" y="64103"/>
                  </a:cubicBezTo>
                  <a:cubicBezTo>
                    <a:pt x="10668" y="50387"/>
                    <a:pt x="16764" y="39624"/>
                    <a:pt x="26003" y="28956"/>
                  </a:cubicBezTo>
                  <a:cubicBezTo>
                    <a:pt x="33623" y="19812"/>
                    <a:pt x="44291" y="13716"/>
                    <a:pt x="54959" y="7620"/>
                  </a:cubicBezTo>
                  <a:cubicBezTo>
                    <a:pt x="67151" y="3048"/>
                    <a:pt x="79343" y="0"/>
                    <a:pt x="94583" y="0"/>
                  </a:cubicBezTo>
                  <a:cubicBezTo>
                    <a:pt x="109823" y="0"/>
                    <a:pt x="123635" y="3048"/>
                    <a:pt x="134302" y="7620"/>
                  </a:cubicBezTo>
                  <a:cubicBezTo>
                    <a:pt x="144971" y="12192"/>
                    <a:pt x="154115" y="19812"/>
                    <a:pt x="160210" y="27432"/>
                  </a:cubicBezTo>
                  <a:cubicBezTo>
                    <a:pt x="167830" y="36576"/>
                    <a:pt x="172402" y="45720"/>
                    <a:pt x="175450" y="58007"/>
                  </a:cubicBezTo>
                  <a:cubicBezTo>
                    <a:pt x="180022" y="68675"/>
                    <a:pt x="181546" y="80867"/>
                    <a:pt x="181546" y="93059"/>
                  </a:cubicBezTo>
                  <a:lnTo>
                    <a:pt x="181546" y="100679"/>
                  </a:lnTo>
                  <a:close/>
                  <a:moveTo>
                    <a:pt x="144971" y="90011"/>
                  </a:moveTo>
                  <a:cubicBezTo>
                    <a:pt x="144971" y="70199"/>
                    <a:pt x="140399" y="54959"/>
                    <a:pt x="132779" y="44196"/>
                  </a:cubicBezTo>
                  <a:cubicBezTo>
                    <a:pt x="123635" y="33528"/>
                    <a:pt x="109823" y="28956"/>
                    <a:pt x="93059" y="28956"/>
                  </a:cubicBezTo>
                  <a:cubicBezTo>
                    <a:pt x="83915" y="28956"/>
                    <a:pt x="76295" y="30480"/>
                    <a:pt x="70199" y="33528"/>
                  </a:cubicBezTo>
                  <a:cubicBezTo>
                    <a:pt x="62579" y="36576"/>
                    <a:pt x="56483" y="41148"/>
                    <a:pt x="51911" y="47244"/>
                  </a:cubicBezTo>
                  <a:cubicBezTo>
                    <a:pt x="48863" y="51911"/>
                    <a:pt x="44291" y="59531"/>
                    <a:pt x="42767" y="67151"/>
                  </a:cubicBezTo>
                  <a:cubicBezTo>
                    <a:pt x="39719" y="73247"/>
                    <a:pt x="38195" y="80867"/>
                    <a:pt x="38195" y="90011"/>
                  </a:cubicBezTo>
                  <a:lnTo>
                    <a:pt x="144971" y="90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29" name="Path129"/>
            <p:cNvSpPr/>
            <p:nvPr/>
          </p:nvSpPr>
          <p:spPr>
            <a:xfrm>
              <a:off x="1377696" y="2672239"/>
              <a:ext cx="181546" cy="292989"/>
            </a:xfrm>
            <a:custGeom>
              <a:avLst/>
              <a:gdLst/>
              <a:ahLst/>
              <a:cxnLst/>
              <a:rect l="l" t="t" r="r" b="b"/>
              <a:pathLst>
                <a:path w="181546" h="292989">
                  <a:moveTo>
                    <a:pt x="181546" y="285369"/>
                  </a:moveTo>
                  <a:cubicBezTo>
                    <a:pt x="181546" y="286893"/>
                    <a:pt x="180022" y="288417"/>
                    <a:pt x="180022" y="288417"/>
                  </a:cubicBezTo>
                  <a:cubicBezTo>
                    <a:pt x="178499" y="289941"/>
                    <a:pt x="178499" y="289941"/>
                    <a:pt x="176974" y="291465"/>
                  </a:cubicBezTo>
                  <a:cubicBezTo>
                    <a:pt x="175450" y="291465"/>
                    <a:pt x="173927" y="291465"/>
                    <a:pt x="170879" y="291465"/>
                  </a:cubicBezTo>
                  <a:cubicBezTo>
                    <a:pt x="169354" y="292989"/>
                    <a:pt x="166307" y="292989"/>
                    <a:pt x="163258" y="292989"/>
                  </a:cubicBezTo>
                  <a:cubicBezTo>
                    <a:pt x="158686" y="292989"/>
                    <a:pt x="155638" y="292989"/>
                    <a:pt x="154114" y="291465"/>
                  </a:cubicBezTo>
                  <a:cubicBezTo>
                    <a:pt x="151066" y="291465"/>
                    <a:pt x="149543" y="291465"/>
                    <a:pt x="147923" y="291465"/>
                  </a:cubicBezTo>
                  <a:cubicBezTo>
                    <a:pt x="146399" y="289941"/>
                    <a:pt x="146399" y="289941"/>
                    <a:pt x="144875" y="288417"/>
                  </a:cubicBezTo>
                  <a:cubicBezTo>
                    <a:pt x="144875" y="288417"/>
                    <a:pt x="144875" y="286893"/>
                    <a:pt x="144875" y="285369"/>
                  </a:cubicBezTo>
                  <a:lnTo>
                    <a:pt x="144875" y="184595"/>
                  </a:lnTo>
                  <a:cubicBezTo>
                    <a:pt x="138779" y="190786"/>
                    <a:pt x="132683" y="195358"/>
                    <a:pt x="128111" y="199930"/>
                  </a:cubicBezTo>
                  <a:cubicBezTo>
                    <a:pt x="122015" y="204502"/>
                    <a:pt x="115919" y="207550"/>
                    <a:pt x="111347" y="210598"/>
                  </a:cubicBezTo>
                  <a:cubicBezTo>
                    <a:pt x="106775" y="212122"/>
                    <a:pt x="100679" y="213646"/>
                    <a:pt x="96107" y="215170"/>
                  </a:cubicBezTo>
                  <a:cubicBezTo>
                    <a:pt x="90011" y="216694"/>
                    <a:pt x="85439" y="216694"/>
                    <a:pt x="79343" y="216694"/>
                  </a:cubicBezTo>
                  <a:cubicBezTo>
                    <a:pt x="64103" y="216694"/>
                    <a:pt x="51816" y="213646"/>
                    <a:pt x="42672" y="209074"/>
                  </a:cubicBezTo>
                  <a:cubicBezTo>
                    <a:pt x="32004" y="202978"/>
                    <a:pt x="24384" y="195358"/>
                    <a:pt x="18288" y="186214"/>
                  </a:cubicBezTo>
                  <a:cubicBezTo>
                    <a:pt x="12192" y="175451"/>
                    <a:pt x="7620" y="164783"/>
                    <a:pt x="4572" y="152591"/>
                  </a:cubicBezTo>
                  <a:cubicBezTo>
                    <a:pt x="1524" y="138874"/>
                    <a:pt x="0" y="125158"/>
                    <a:pt x="0" y="111347"/>
                  </a:cubicBezTo>
                  <a:cubicBezTo>
                    <a:pt x="0" y="94583"/>
                    <a:pt x="1524" y="79343"/>
                    <a:pt x="4572" y="65627"/>
                  </a:cubicBezTo>
                  <a:cubicBezTo>
                    <a:pt x="9144" y="51911"/>
                    <a:pt x="13716" y="39624"/>
                    <a:pt x="21336" y="30480"/>
                  </a:cubicBezTo>
                  <a:cubicBezTo>
                    <a:pt x="28956" y="21336"/>
                    <a:pt x="38100" y="13716"/>
                    <a:pt x="47244" y="7620"/>
                  </a:cubicBezTo>
                  <a:cubicBezTo>
                    <a:pt x="57912" y="3048"/>
                    <a:pt x="70199" y="0"/>
                    <a:pt x="85439" y="0"/>
                  </a:cubicBezTo>
                  <a:cubicBezTo>
                    <a:pt x="90011" y="0"/>
                    <a:pt x="96107" y="1524"/>
                    <a:pt x="100679" y="1524"/>
                  </a:cubicBezTo>
                  <a:cubicBezTo>
                    <a:pt x="106775" y="3048"/>
                    <a:pt x="111347" y="6096"/>
                    <a:pt x="115919" y="7620"/>
                  </a:cubicBezTo>
                  <a:cubicBezTo>
                    <a:pt x="122015" y="10668"/>
                    <a:pt x="126587" y="13716"/>
                    <a:pt x="131159" y="18288"/>
                  </a:cubicBezTo>
                  <a:cubicBezTo>
                    <a:pt x="137255" y="22860"/>
                    <a:pt x="141827" y="27432"/>
                    <a:pt x="147923" y="33528"/>
                  </a:cubicBezTo>
                  <a:lnTo>
                    <a:pt x="147923" y="10668"/>
                  </a:lnTo>
                  <a:cubicBezTo>
                    <a:pt x="147923" y="9144"/>
                    <a:pt x="149543" y="7620"/>
                    <a:pt x="149543" y="7620"/>
                  </a:cubicBezTo>
                  <a:cubicBezTo>
                    <a:pt x="149543" y="6096"/>
                    <a:pt x="151066" y="6096"/>
                    <a:pt x="152591" y="4572"/>
                  </a:cubicBezTo>
                  <a:cubicBezTo>
                    <a:pt x="154114" y="4572"/>
                    <a:pt x="155638" y="4572"/>
                    <a:pt x="157163" y="3048"/>
                  </a:cubicBezTo>
                  <a:cubicBezTo>
                    <a:pt x="158686" y="3048"/>
                    <a:pt x="161735" y="3048"/>
                    <a:pt x="164782" y="3048"/>
                  </a:cubicBezTo>
                  <a:cubicBezTo>
                    <a:pt x="167830" y="3048"/>
                    <a:pt x="170879" y="3048"/>
                    <a:pt x="172402" y="3048"/>
                  </a:cubicBezTo>
                  <a:cubicBezTo>
                    <a:pt x="173927" y="4572"/>
                    <a:pt x="175450" y="4572"/>
                    <a:pt x="176974" y="4572"/>
                  </a:cubicBezTo>
                  <a:cubicBezTo>
                    <a:pt x="178499" y="6096"/>
                    <a:pt x="180022" y="6096"/>
                    <a:pt x="180022" y="7620"/>
                  </a:cubicBezTo>
                  <a:cubicBezTo>
                    <a:pt x="180022" y="7620"/>
                    <a:pt x="181546" y="9144"/>
                    <a:pt x="181546" y="10668"/>
                  </a:cubicBezTo>
                  <a:lnTo>
                    <a:pt x="181546" y="285369"/>
                  </a:lnTo>
                  <a:close/>
                  <a:moveTo>
                    <a:pt x="144875" y="68675"/>
                  </a:moveTo>
                  <a:cubicBezTo>
                    <a:pt x="134207" y="56483"/>
                    <a:pt x="125063" y="47244"/>
                    <a:pt x="115919" y="41148"/>
                  </a:cubicBezTo>
                  <a:cubicBezTo>
                    <a:pt x="106775" y="35052"/>
                    <a:pt x="97631" y="32004"/>
                    <a:pt x="86963" y="32004"/>
                  </a:cubicBezTo>
                  <a:cubicBezTo>
                    <a:pt x="77819" y="32004"/>
                    <a:pt x="70199" y="33528"/>
                    <a:pt x="64103" y="38100"/>
                  </a:cubicBezTo>
                  <a:cubicBezTo>
                    <a:pt x="57912" y="42672"/>
                    <a:pt x="51816" y="48863"/>
                    <a:pt x="48768" y="54959"/>
                  </a:cubicBezTo>
                  <a:cubicBezTo>
                    <a:pt x="44196" y="62579"/>
                    <a:pt x="41148" y="70199"/>
                    <a:pt x="39624" y="79343"/>
                  </a:cubicBezTo>
                  <a:cubicBezTo>
                    <a:pt x="38100" y="88487"/>
                    <a:pt x="36576" y="97631"/>
                    <a:pt x="36576" y="106775"/>
                  </a:cubicBezTo>
                  <a:cubicBezTo>
                    <a:pt x="36576" y="117539"/>
                    <a:pt x="38100" y="126683"/>
                    <a:pt x="39624" y="137351"/>
                  </a:cubicBezTo>
                  <a:cubicBezTo>
                    <a:pt x="41148" y="146495"/>
                    <a:pt x="42672" y="154114"/>
                    <a:pt x="47244" y="161735"/>
                  </a:cubicBezTo>
                  <a:cubicBezTo>
                    <a:pt x="50292" y="169355"/>
                    <a:pt x="56388" y="175451"/>
                    <a:pt x="62579" y="180023"/>
                  </a:cubicBezTo>
                  <a:cubicBezTo>
                    <a:pt x="68675" y="183071"/>
                    <a:pt x="76295" y="186214"/>
                    <a:pt x="85439" y="186214"/>
                  </a:cubicBezTo>
                  <a:cubicBezTo>
                    <a:pt x="91535" y="186214"/>
                    <a:pt x="96107" y="186214"/>
                    <a:pt x="100679" y="184595"/>
                  </a:cubicBezTo>
                  <a:cubicBezTo>
                    <a:pt x="103727" y="183071"/>
                    <a:pt x="108299" y="180023"/>
                    <a:pt x="112871" y="176974"/>
                  </a:cubicBezTo>
                  <a:cubicBezTo>
                    <a:pt x="117443" y="173927"/>
                    <a:pt x="123539" y="170879"/>
                    <a:pt x="128111" y="166307"/>
                  </a:cubicBezTo>
                  <a:cubicBezTo>
                    <a:pt x="132683" y="160211"/>
                    <a:pt x="138779" y="154114"/>
                    <a:pt x="144875" y="148018"/>
                  </a:cubicBezTo>
                  <a:lnTo>
                    <a:pt x="144875" y="6867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130" name="Group130"/>
          <p:cNvGrpSpPr/>
          <p:nvPr/>
        </p:nvGrpSpPr>
        <p:grpSpPr>
          <a:xfrm>
            <a:off x="1623346" y="2594419"/>
            <a:ext cx="836009" cy="294514"/>
            <a:chOff x="1623346" y="2594419"/>
            <a:chExt cx="836009" cy="294514"/>
          </a:xfrm>
        </p:grpSpPr>
        <p:sp>
          <p:nvSpPr>
            <p:cNvPr id="131" name="Path131"/>
            <p:cNvSpPr/>
            <p:nvPr/>
          </p:nvSpPr>
          <p:spPr>
            <a:xfrm>
              <a:off x="1623346" y="2675286"/>
              <a:ext cx="170878" cy="213646"/>
            </a:xfrm>
            <a:custGeom>
              <a:avLst/>
              <a:gdLst/>
              <a:ahLst/>
              <a:cxnLst/>
              <a:rect l="l" t="t" r="r" b="b"/>
              <a:pathLst>
                <a:path w="170878" h="213646">
                  <a:moveTo>
                    <a:pt x="170879" y="204502"/>
                  </a:moveTo>
                  <a:cubicBezTo>
                    <a:pt x="170879" y="206026"/>
                    <a:pt x="170879" y="206026"/>
                    <a:pt x="169355" y="207550"/>
                  </a:cubicBezTo>
                  <a:cubicBezTo>
                    <a:pt x="169355" y="207550"/>
                    <a:pt x="167830" y="209074"/>
                    <a:pt x="167830" y="209074"/>
                  </a:cubicBezTo>
                  <a:cubicBezTo>
                    <a:pt x="166307" y="210598"/>
                    <a:pt x="164687" y="210598"/>
                    <a:pt x="161639" y="210598"/>
                  </a:cubicBezTo>
                  <a:cubicBezTo>
                    <a:pt x="160115" y="210598"/>
                    <a:pt x="157067" y="210598"/>
                    <a:pt x="154019" y="210598"/>
                  </a:cubicBezTo>
                  <a:cubicBezTo>
                    <a:pt x="150971" y="210598"/>
                    <a:pt x="147923" y="210598"/>
                    <a:pt x="146399" y="210598"/>
                  </a:cubicBezTo>
                  <a:cubicBezTo>
                    <a:pt x="143351" y="210598"/>
                    <a:pt x="141827" y="210598"/>
                    <a:pt x="140303" y="209074"/>
                  </a:cubicBezTo>
                  <a:cubicBezTo>
                    <a:pt x="140303" y="209074"/>
                    <a:pt x="138779" y="207550"/>
                    <a:pt x="138779" y="207550"/>
                  </a:cubicBezTo>
                  <a:cubicBezTo>
                    <a:pt x="137255" y="206026"/>
                    <a:pt x="137255" y="206026"/>
                    <a:pt x="137255" y="204502"/>
                  </a:cubicBezTo>
                  <a:lnTo>
                    <a:pt x="137255" y="178499"/>
                  </a:lnTo>
                  <a:cubicBezTo>
                    <a:pt x="126587" y="190786"/>
                    <a:pt x="115919" y="199930"/>
                    <a:pt x="103727" y="206026"/>
                  </a:cubicBezTo>
                  <a:cubicBezTo>
                    <a:pt x="93059" y="210598"/>
                    <a:pt x="82391" y="213646"/>
                    <a:pt x="71628" y="213646"/>
                  </a:cubicBezTo>
                  <a:cubicBezTo>
                    <a:pt x="57912" y="213646"/>
                    <a:pt x="47244" y="212122"/>
                    <a:pt x="38100" y="207550"/>
                  </a:cubicBezTo>
                  <a:cubicBezTo>
                    <a:pt x="28956" y="202978"/>
                    <a:pt x="21336" y="196882"/>
                    <a:pt x="16764" y="189262"/>
                  </a:cubicBezTo>
                  <a:cubicBezTo>
                    <a:pt x="10668" y="181547"/>
                    <a:pt x="6096" y="173927"/>
                    <a:pt x="4572" y="163259"/>
                  </a:cubicBezTo>
                  <a:cubicBezTo>
                    <a:pt x="1524" y="152591"/>
                    <a:pt x="0" y="140399"/>
                    <a:pt x="0" y="126683"/>
                  </a:cubicBezTo>
                  <a:lnTo>
                    <a:pt x="0" y="7620"/>
                  </a:lnTo>
                  <a:cubicBezTo>
                    <a:pt x="0" y="6096"/>
                    <a:pt x="1524" y="4572"/>
                    <a:pt x="1524" y="4572"/>
                  </a:cubicBezTo>
                  <a:cubicBezTo>
                    <a:pt x="1524" y="3048"/>
                    <a:pt x="3048" y="3048"/>
                    <a:pt x="4572" y="1524"/>
                  </a:cubicBezTo>
                  <a:cubicBezTo>
                    <a:pt x="6096" y="1524"/>
                    <a:pt x="7620" y="1524"/>
                    <a:pt x="10668" y="0"/>
                  </a:cubicBezTo>
                  <a:cubicBezTo>
                    <a:pt x="12192" y="0"/>
                    <a:pt x="15240" y="0"/>
                    <a:pt x="18288" y="0"/>
                  </a:cubicBezTo>
                  <a:cubicBezTo>
                    <a:pt x="22860" y="0"/>
                    <a:pt x="25908" y="0"/>
                    <a:pt x="27432" y="0"/>
                  </a:cubicBezTo>
                  <a:cubicBezTo>
                    <a:pt x="30480" y="1524"/>
                    <a:pt x="32004" y="1524"/>
                    <a:pt x="33528" y="1524"/>
                  </a:cubicBezTo>
                  <a:cubicBezTo>
                    <a:pt x="35052" y="3048"/>
                    <a:pt x="35052" y="3048"/>
                    <a:pt x="36576" y="4572"/>
                  </a:cubicBezTo>
                  <a:cubicBezTo>
                    <a:pt x="36576" y="4572"/>
                    <a:pt x="36576" y="6096"/>
                    <a:pt x="36576" y="7620"/>
                  </a:cubicBezTo>
                  <a:lnTo>
                    <a:pt x="36576" y="122111"/>
                  </a:lnTo>
                  <a:cubicBezTo>
                    <a:pt x="36576" y="132779"/>
                    <a:pt x="38100" y="141923"/>
                    <a:pt x="39624" y="149543"/>
                  </a:cubicBezTo>
                  <a:cubicBezTo>
                    <a:pt x="41148" y="157163"/>
                    <a:pt x="44196" y="161735"/>
                    <a:pt x="47244" y="167831"/>
                  </a:cubicBezTo>
                  <a:cubicBezTo>
                    <a:pt x="50292" y="172403"/>
                    <a:pt x="54864" y="175451"/>
                    <a:pt x="60960" y="178499"/>
                  </a:cubicBezTo>
                  <a:cubicBezTo>
                    <a:pt x="65532" y="181547"/>
                    <a:pt x="71628" y="183166"/>
                    <a:pt x="79343" y="183166"/>
                  </a:cubicBezTo>
                  <a:cubicBezTo>
                    <a:pt x="86963" y="183166"/>
                    <a:pt x="96107" y="180023"/>
                    <a:pt x="105251" y="172403"/>
                  </a:cubicBezTo>
                  <a:cubicBezTo>
                    <a:pt x="114395" y="166307"/>
                    <a:pt x="123539" y="157163"/>
                    <a:pt x="134207" y="144971"/>
                  </a:cubicBezTo>
                  <a:lnTo>
                    <a:pt x="134207" y="7620"/>
                  </a:lnTo>
                  <a:cubicBezTo>
                    <a:pt x="134207" y="6096"/>
                    <a:pt x="134207" y="4572"/>
                    <a:pt x="135731" y="4572"/>
                  </a:cubicBezTo>
                  <a:cubicBezTo>
                    <a:pt x="135731" y="3048"/>
                    <a:pt x="135731" y="3048"/>
                    <a:pt x="137255" y="1524"/>
                  </a:cubicBezTo>
                  <a:cubicBezTo>
                    <a:pt x="138779" y="1524"/>
                    <a:pt x="141827" y="1524"/>
                    <a:pt x="143351" y="0"/>
                  </a:cubicBezTo>
                  <a:cubicBezTo>
                    <a:pt x="146399" y="0"/>
                    <a:pt x="147923" y="0"/>
                    <a:pt x="152495" y="0"/>
                  </a:cubicBezTo>
                  <a:cubicBezTo>
                    <a:pt x="155543" y="0"/>
                    <a:pt x="158591" y="0"/>
                    <a:pt x="161639" y="0"/>
                  </a:cubicBezTo>
                  <a:cubicBezTo>
                    <a:pt x="163163" y="1524"/>
                    <a:pt x="164687" y="1524"/>
                    <a:pt x="166307" y="1524"/>
                  </a:cubicBezTo>
                  <a:cubicBezTo>
                    <a:pt x="167830" y="3048"/>
                    <a:pt x="169355" y="3048"/>
                    <a:pt x="169355" y="4572"/>
                  </a:cubicBezTo>
                  <a:cubicBezTo>
                    <a:pt x="170879" y="4572"/>
                    <a:pt x="170879" y="6096"/>
                    <a:pt x="170879" y="7620"/>
                  </a:cubicBezTo>
                  <a:lnTo>
                    <a:pt x="170879" y="2045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32" name="Path132"/>
            <p:cNvSpPr/>
            <p:nvPr/>
          </p:nvSpPr>
          <p:spPr>
            <a:xfrm>
              <a:off x="1856708" y="2594419"/>
              <a:ext cx="44292" cy="291465"/>
            </a:xfrm>
            <a:custGeom>
              <a:avLst/>
              <a:gdLst/>
              <a:ahLst/>
              <a:cxnLst/>
              <a:rect l="l" t="t" r="r" b="b"/>
              <a:pathLst>
                <a:path w="44292" h="291465">
                  <a:moveTo>
                    <a:pt x="39719" y="285369"/>
                  </a:moveTo>
                  <a:cubicBezTo>
                    <a:pt x="39719" y="286893"/>
                    <a:pt x="39719" y="286893"/>
                    <a:pt x="39719" y="288417"/>
                  </a:cubicBezTo>
                  <a:cubicBezTo>
                    <a:pt x="38195" y="288417"/>
                    <a:pt x="38195" y="289941"/>
                    <a:pt x="36671" y="289941"/>
                  </a:cubicBezTo>
                  <a:cubicBezTo>
                    <a:pt x="35147" y="291465"/>
                    <a:pt x="33623" y="291465"/>
                    <a:pt x="30575" y="291465"/>
                  </a:cubicBezTo>
                  <a:cubicBezTo>
                    <a:pt x="29051" y="291465"/>
                    <a:pt x="26003" y="291465"/>
                    <a:pt x="21431" y="291465"/>
                  </a:cubicBezTo>
                  <a:cubicBezTo>
                    <a:pt x="18288" y="291465"/>
                    <a:pt x="15240" y="291465"/>
                    <a:pt x="13716" y="291465"/>
                  </a:cubicBezTo>
                  <a:cubicBezTo>
                    <a:pt x="10668" y="291465"/>
                    <a:pt x="9144" y="291465"/>
                    <a:pt x="7620" y="289941"/>
                  </a:cubicBezTo>
                  <a:cubicBezTo>
                    <a:pt x="6096" y="289941"/>
                    <a:pt x="4572" y="288417"/>
                    <a:pt x="4572" y="288417"/>
                  </a:cubicBezTo>
                  <a:cubicBezTo>
                    <a:pt x="4572" y="286893"/>
                    <a:pt x="3048" y="286893"/>
                    <a:pt x="3048" y="285369"/>
                  </a:cubicBezTo>
                  <a:lnTo>
                    <a:pt x="3048" y="88487"/>
                  </a:lnTo>
                  <a:cubicBezTo>
                    <a:pt x="3048" y="86963"/>
                    <a:pt x="4572" y="85439"/>
                    <a:pt x="4572" y="85439"/>
                  </a:cubicBezTo>
                  <a:cubicBezTo>
                    <a:pt x="4572" y="83915"/>
                    <a:pt x="6096" y="83915"/>
                    <a:pt x="7620" y="82391"/>
                  </a:cubicBezTo>
                  <a:cubicBezTo>
                    <a:pt x="9144" y="82391"/>
                    <a:pt x="10668" y="82391"/>
                    <a:pt x="13716" y="82391"/>
                  </a:cubicBezTo>
                  <a:cubicBezTo>
                    <a:pt x="15240" y="80867"/>
                    <a:pt x="18288" y="80867"/>
                    <a:pt x="21431" y="80867"/>
                  </a:cubicBezTo>
                  <a:cubicBezTo>
                    <a:pt x="26003" y="80867"/>
                    <a:pt x="29051" y="80867"/>
                    <a:pt x="30575" y="82391"/>
                  </a:cubicBezTo>
                  <a:cubicBezTo>
                    <a:pt x="33623" y="82391"/>
                    <a:pt x="35147" y="82391"/>
                    <a:pt x="36671" y="82391"/>
                  </a:cubicBezTo>
                  <a:cubicBezTo>
                    <a:pt x="38195" y="83915"/>
                    <a:pt x="38195" y="83915"/>
                    <a:pt x="39719" y="85439"/>
                  </a:cubicBezTo>
                  <a:cubicBezTo>
                    <a:pt x="39719" y="85439"/>
                    <a:pt x="39719" y="86963"/>
                    <a:pt x="39719" y="88487"/>
                  </a:cubicBezTo>
                  <a:lnTo>
                    <a:pt x="39719" y="285369"/>
                  </a:lnTo>
                  <a:close/>
                  <a:moveTo>
                    <a:pt x="44291" y="21336"/>
                  </a:moveTo>
                  <a:cubicBezTo>
                    <a:pt x="44291" y="30480"/>
                    <a:pt x="42767" y="35052"/>
                    <a:pt x="39719" y="38100"/>
                  </a:cubicBezTo>
                  <a:cubicBezTo>
                    <a:pt x="36671" y="41148"/>
                    <a:pt x="30575" y="42672"/>
                    <a:pt x="21431" y="42672"/>
                  </a:cubicBezTo>
                  <a:cubicBezTo>
                    <a:pt x="13716" y="42672"/>
                    <a:pt x="7620" y="41148"/>
                    <a:pt x="4572" y="38100"/>
                  </a:cubicBezTo>
                  <a:cubicBezTo>
                    <a:pt x="1524" y="36576"/>
                    <a:pt x="0" y="30480"/>
                    <a:pt x="0" y="21336"/>
                  </a:cubicBezTo>
                  <a:cubicBezTo>
                    <a:pt x="0" y="13716"/>
                    <a:pt x="1524" y="7620"/>
                    <a:pt x="4572" y="4572"/>
                  </a:cubicBezTo>
                  <a:cubicBezTo>
                    <a:pt x="7620" y="1524"/>
                    <a:pt x="13716" y="0"/>
                    <a:pt x="21431" y="0"/>
                  </a:cubicBezTo>
                  <a:cubicBezTo>
                    <a:pt x="30575" y="0"/>
                    <a:pt x="36671" y="1524"/>
                    <a:pt x="39719" y="4572"/>
                  </a:cubicBezTo>
                  <a:cubicBezTo>
                    <a:pt x="42767" y="7620"/>
                    <a:pt x="44291" y="13716"/>
                    <a:pt x="44291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33" name="Path133"/>
            <p:cNvSpPr/>
            <p:nvPr/>
          </p:nvSpPr>
          <p:spPr>
            <a:xfrm>
              <a:off x="1961960" y="2672239"/>
              <a:ext cx="114490" cy="213645"/>
            </a:xfrm>
            <a:custGeom>
              <a:avLst/>
              <a:gdLst/>
              <a:ahLst/>
              <a:cxnLst/>
              <a:rect l="l" t="t" r="r" b="b"/>
              <a:pathLst>
                <a:path w="114490" h="213645">
                  <a:moveTo>
                    <a:pt x="114490" y="22860"/>
                  </a:moveTo>
                  <a:cubicBezTo>
                    <a:pt x="114490" y="25908"/>
                    <a:pt x="114490" y="28956"/>
                    <a:pt x="114490" y="30480"/>
                  </a:cubicBezTo>
                  <a:cubicBezTo>
                    <a:pt x="114490" y="33528"/>
                    <a:pt x="114490" y="35052"/>
                    <a:pt x="114490" y="36576"/>
                  </a:cubicBezTo>
                  <a:cubicBezTo>
                    <a:pt x="112967" y="38100"/>
                    <a:pt x="112967" y="38100"/>
                    <a:pt x="112967" y="39624"/>
                  </a:cubicBezTo>
                  <a:cubicBezTo>
                    <a:pt x="111442" y="39624"/>
                    <a:pt x="111442" y="39624"/>
                    <a:pt x="109918" y="39624"/>
                  </a:cubicBezTo>
                  <a:cubicBezTo>
                    <a:pt x="108395" y="39624"/>
                    <a:pt x="106870" y="39624"/>
                    <a:pt x="105346" y="39624"/>
                  </a:cubicBezTo>
                  <a:cubicBezTo>
                    <a:pt x="103823" y="38100"/>
                    <a:pt x="102298" y="38100"/>
                    <a:pt x="99251" y="36576"/>
                  </a:cubicBezTo>
                  <a:cubicBezTo>
                    <a:pt x="97726" y="36576"/>
                    <a:pt x="94679" y="36576"/>
                    <a:pt x="93155" y="35052"/>
                  </a:cubicBezTo>
                  <a:cubicBezTo>
                    <a:pt x="90107" y="35052"/>
                    <a:pt x="86963" y="35052"/>
                    <a:pt x="83915" y="35052"/>
                  </a:cubicBezTo>
                  <a:cubicBezTo>
                    <a:pt x="80867" y="35052"/>
                    <a:pt x="76295" y="35052"/>
                    <a:pt x="73247" y="36576"/>
                  </a:cubicBezTo>
                  <a:cubicBezTo>
                    <a:pt x="70199" y="38100"/>
                    <a:pt x="65627" y="41148"/>
                    <a:pt x="62579" y="44196"/>
                  </a:cubicBezTo>
                  <a:cubicBezTo>
                    <a:pt x="58007" y="47244"/>
                    <a:pt x="54959" y="51911"/>
                    <a:pt x="50387" y="58007"/>
                  </a:cubicBezTo>
                  <a:cubicBezTo>
                    <a:pt x="45815" y="62579"/>
                    <a:pt x="41243" y="70199"/>
                    <a:pt x="36671" y="77819"/>
                  </a:cubicBezTo>
                  <a:lnTo>
                    <a:pt x="36671" y="207550"/>
                  </a:lnTo>
                  <a:cubicBezTo>
                    <a:pt x="36671" y="209074"/>
                    <a:pt x="35147" y="209074"/>
                    <a:pt x="35147" y="210598"/>
                  </a:cubicBezTo>
                  <a:cubicBezTo>
                    <a:pt x="35147" y="210598"/>
                    <a:pt x="33623" y="212122"/>
                    <a:pt x="32099" y="212122"/>
                  </a:cubicBezTo>
                  <a:cubicBezTo>
                    <a:pt x="30575" y="213646"/>
                    <a:pt x="29051" y="213646"/>
                    <a:pt x="27527" y="213646"/>
                  </a:cubicBezTo>
                  <a:cubicBezTo>
                    <a:pt x="24479" y="213646"/>
                    <a:pt x="21431" y="213646"/>
                    <a:pt x="18383" y="213646"/>
                  </a:cubicBezTo>
                  <a:cubicBezTo>
                    <a:pt x="13811" y="213646"/>
                    <a:pt x="12287" y="213646"/>
                    <a:pt x="9239" y="213646"/>
                  </a:cubicBezTo>
                  <a:cubicBezTo>
                    <a:pt x="6191" y="213646"/>
                    <a:pt x="4667" y="213646"/>
                    <a:pt x="3143" y="212122"/>
                  </a:cubicBezTo>
                  <a:cubicBezTo>
                    <a:pt x="1619" y="212122"/>
                    <a:pt x="1619" y="210598"/>
                    <a:pt x="0" y="210598"/>
                  </a:cubicBezTo>
                  <a:cubicBezTo>
                    <a:pt x="0" y="209074"/>
                    <a:pt x="0" y="209074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0" y="7620"/>
                  </a:cubicBezTo>
                  <a:cubicBezTo>
                    <a:pt x="1619" y="6096"/>
                    <a:pt x="1619" y="6096"/>
                    <a:pt x="3143" y="4572"/>
                  </a:cubicBezTo>
                  <a:cubicBezTo>
                    <a:pt x="4667" y="4572"/>
                    <a:pt x="6191" y="4572"/>
                    <a:pt x="7715" y="3048"/>
                  </a:cubicBezTo>
                  <a:cubicBezTo>
                    <a:pt x="10763" y="3048"/>
                    <a:pt x="12287" y="3048"/>
                    <a:pt x="16859" y="3048"/>
                  </a:cubicBezTo>
                  <a:cubicBezTo>
                    <a:pt x="19907" y="3048"/>
                    <a:pt x="21431" y="3048"/>
                    <a:pt x="24479" y="3048"/>
                  </a:cubicBezTo>
                  <a:cubicBezTo>
                    <a:pt x="26003" y="4572"/>
                    <a:pt x="27527" y="4572"/>
                    <a:pt x="29051" y="4572"/>
                  </a:cubicBezTo>
                  <a:cubicBezTo>
                    <a:pt x="30575" y="6096"/>
                    <a:pt x="30575" y="6096"/>
                    <a:pt x="32099" y="7620"/>
                  </a:cubicBezTo>
                  <a:cubicBezTo>
                    <a:pt x="32099" y="7620"/>
                    <a:pt x="32099" y="9144"/>
                    <a:pt x="32099" y="10668"/>
                  </a:cubicBezTo>
                  <a:lnTo>
                    <a:pt x="32099" y="39624"/>
                  </a:lnTo>
                  <a:cubicBezTo>
                    <a:pt x="38195" y="30480"/>
                    <a:pt x="42767" y="24384"/>
                    <a:pt x="47339" y="19812"/>
                  </a:cubicBezTo>
                  <a:cubicBezTo>
                    <a:pt x="51911" y="15240"/>
                    <a:pt x="56483" y="10668"/>
                    <a:pt x="61055" y="7620"/>
                  </a:cubicBezTo>
                  <a:cubicBezTo>
                    <a:pt x="65627" y="4572"/>
                    <a:pt x="70199" y="3048"/>
                    <a:pt x="73247" y="1524"/>
                  </a:cubicBezTo>
                  <a:cubicBezTo>
                    <a:pt x="77819" y="1524"/>
                    <a:pt x="82391" y="0"/>
                    <a:pt x="86963" y="0"/>
                  </a:cubicBezTo>
                  <a:cubicBezTo>
                    <a:pt x="88583" y="0"/>
                    <a:pt x="90107" y="0"/>
                    <a:pt x="93155" y="0"/>
                  </a:cubicBezTo>
                  <a:cubicBezTo>
                    <a:pt x="94679" y="1524"/>
                    <a:pt x="97726" y="1524"/>
                    <a:pt x="100774" y="1524"/>
                  </a:cubicBezTo>
                  <a:cubicBezTo>
                    <a:pt x="103823" y="3048"/>
                    <a:pt x="105346" y="3048"/>
                    <a:pt x="106870" y="4572"/>
                  </a:cubicBezTo>
                  <a:cubicBezTo>
                    <a:pt x="109918" y="4572"/>
                    <a:pt x="111442" y="4572"/>
                    <a:pt x="111442" y="6096"/>
                  </a:cubicBezTo>
                  <a:cubicBezTo>
                    <a:pt x="112967" y="6096"/>
                    <a:pt x="112967" y="7620"/>
                    <a:pt x="114490" y="7620"/>
                  </a:cubicBezTo>
                  <a:cubicBezTo>
                    <a:pt x="114490" y="9144"/>
                    <a:pt x="114490" y="9144"/>
                    <a:pt x="114490" y="10668"/>
                  </a:cubicBezTo>
                  <a:cubicBezTo>
                    <a:pt x="114490" y="12192"/>
                    <a:pt x="114490" y="13716"/>
                    <a:pt x="114490" y="15240"/>
                  </a:cubicBezTo>
                  <a:cubicBezTo>
                    <a:pt x="114490" y="16764"/>
                    <a:pt x="114490" y="19812"/>
                    <a:pt x="114490" y="2286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34" name="Path134"/>
            <p:cNvSpPr/>
            <p:nvPr/>
          </p:nvSpPr>
          <p:spPr>
            <a:xfrm>
              <a:off x="2099310" y="2672239"/>
              <a:ext cx="181547" cy="216694"/>
            </a:xfrm>
            <a:custGeom>
              <a:avLst/>
              <a:gdLst/>
              <a:ahLst/>
              <a:cxnLst/>
              <a:rect l="l" t="t" r="r" b="b"/>
              <a:pathLst>
                <a:path w="181547" h="216694">
                  <a:moveTo>
                    <a:pt x="181546" y="100679"/>
                  </a:moveTo>
                  <a:cubicBezTo>
                    <a:pt x="181546" y="105251"/>
                    <a:pt x="180023" y="109823"/>
                    <a:pt x="176974" y="112871"/>
                  </a:cubicBezTo>
                  <a:cubicBezTo>
                    <a:pt x="175451" y="114395"/>
                    <a:pt x="170879" y="115919"/>
                    <a:pt x="167830" y="115919"/>
                  </a:cubicBezTo>
                  <a:lnTo>
                    <a:pt x="38100" y="115919"/>
                  </a:lnTo>
                  <a:cubicBezTo>
                    <a:pt x="38100" y="126682"/>
                    <a:pt x="39719" y="137350"/>
                    <a:pt x="41243" y="144970"/>
                  </a:cubicBezTo>
                  <a:cubicBezTo>
                    <a:pt x="44291" y="154114"/>
                    <a:pt x="47339" y="161734"/>
                    <a:pt x="53435" y="167830"/>
                  </a:cubicBezTo>
                  <a:cubicBezTo>
                    <a:pt x="58007" y="173926"/>
                    <a:pt x="64103" y="178498"/>
                    <a:pt x="73247" y="183070"/>
                  </a:cubicBezTo>
                  <a:cubicBezTo>
                    <a:pt x="80867" y="186214"/>
                    <a:pt x="91535" y="187738"/>
                    <a:pt x="102203" y="187738"/>
                  </a:cubicBezTo>
                  <a:cubicBezTo>
                    <a:pt x="111347" y="187738"/>
                    <a:pt x="120491" y="186214"/>
                    <a:pt x="128207" y="184594"/>
                  </a:cubicBezTo>
                  <a:cubicBezTo>
                    <a:pt x="134302" y="183070"/>
                    <a:pt x="141923" y="181546"/>
                    <a:pt x="146495" y="180022"/>
                  </a:cubicBezTo>
                  <a:cubicBezTo>
                    <a:pt x="152591" y="178498"/>
                    <a:pt x="155639" y="176974"/>
                    <a:pt x="160211" y="175450"/>
                  </a:cubicBezTo>
                  <a:cubicBezTo>
                    <a:pt x="163258" y="173926"/>
                    <a:pt x="166307" y="172402"/>
                    <a:pt x="167830" y="172402"/>
                  </a:cubicBezTo>
                  <a:cubicBezTo>
                    <a:pt x="169354" y="172402"/>
                    <a:pt x="169354" y="172402"/>
                    <a:pt x="170879" y="173926"/>
                  </a:cubicBezTo>
                  <a:cubicBezTo>
                    <a:pt x="170879" y="173926"/>
                    <a:pt x="172402" y="173926"/>
                    <a:pt x="172402" y="175450"/>
                  </a:cubicBezTo>
                  <a:cubicBezTo>
                    <a:pt x="172402" y="176974"/>
                    <a:pt x="172402" y="178498"/>
                    <a:pt x="173926" y="180022"/>
                  </a:cubicBezTo>
                  <a:cubicBezTo>
                    <a:pt x="173926" y="181546"/>
                    <a:pt x="173926" y="184594"/>
                    <a:pt x="173926" y="186214"/>
                  </a:cubicBezTo>
                  <a:cubicBezTo>
                    <a:pt x="173926" y="189262"/>
                    <a:pt x="173926" y="190786"/>
                    <a:pt x="173926" y="192310"/>
                  </a:cubicBezTo>
                  <a:cubicBezTo>
                    <a:pt x="173926" y="192310"/>
                    <a:pt x="172402" y="193834"/>
                    <a:pt x="172402" y="195358"/>
                  </a:cubicBezTo>
                  <a:cubicBezTo>
                    <a:pt x="172402" y="196882"/>
                    <a:pt x="172402" y="196882"/>
                    <a:pt x="172402" y="198406"/>
                  </a:cubicBezTo>
                  <a:cubicBezTo>
                    <a:pt x="170879" y="199930"/>
                    <a:pt x="170879" y="199930"/>
                    <a:pt x="169354" y="201454"/>
                  </a:cubicBezTo>
                  <a:cubicBezTo>
                    <a:pt x="169354" y="201454"/>
                    <a:pt x="166307" y="202978"/>
                    <a:pt x="163258" y="204502"/>
                  </a:cubicBezTo>
                  <a:cubicBezTo>
                    <a:pt x="158686" y="206026"/>
                    <a:pt x="154114" y="209074"/>
                    <a:pt x="148018" y="210598"/>
                  </a:cubicBezTo>
                  <a:cubicBezTo>
                    <a:pt x="140398" y="212122"/>
                    <a:pt x="134302" y="213646"/>
                    <a:pt x="125063" y="215170"/>
                  </a:cubicBezTo>
                  <a:cubicBezTo>
                    <a:pt x="117443" y="216694"/>
                    <a:pt x="108299" y="216694"/>
                    <a:pt x="99155" y="216694"/>
                  </a:cubicBezTo>
                  <a:cubicBezTo>
                    <a:pt x="82391" y="216694"/>
                    <a:pt x="68675" y="215170"/>
                    <a:pt x="56483" y="210598"/>
                  </a:cubicBezTo>
                  <a:cubicBezTo>
                    <a:pt x="44291" y="206026"/>
                    <a:pt x="33528" y="198406"/>
                    <a:pt x="25908" y="190786"/>
                  </a:cubicBezTo>
                  <a:cubicBezTo>
                    <a:pt x="16764" y="181546"/>
                    <a:pt x="10668" y="169354"/>
                    <a:pt x="7620" y="157162"/>
                  </a:cubicBezTo>
                  <a:cubicBezTo>
                    <a:pt x="3048" y="143446"/>
                    <a:pt x="0" y="128206"/>
                    <a:pt x="0" y="109823"/>
                  </a:cubicBezTo>
                  <a:cubicBezTo>
                    <a:pt x="0" y="93059"/>
                    <a:pt x="3048" y="77819"/>
                    <a:pt x="7620" y="64103"/>
                  </a:cubicBezTo>
                  <a:cubicBezTo>
                    <a:pt x="12192" y="50387"/>
                    <a:pt x="18288" y="39624"/>
                    <a:pt x="25908" y="28956"/>
                  </a:cubicBezTo>
                  <a:cubicBezTo>
                    <a:pt x="33528" y="19812"/>
                    <a:pt x="44291" y="13716"/>
                    <a:pt x="56483" y="7620"/>
                  </a:cubicBezTo>
                  <a:cubicBezTo>
                    <a:pt x="67151" y="3048"/>
                    <a:pt x="80867" y="0"/>
                    <a:pt x="94583" y="0"/>
                  </a:cubicBezTo>
                  <a:cubicBezTo>
                    <a:pt x="109823" y="0"/>
                    <a:pt x="123539" y="3048"/>
                    <a:pt x="134302" y="7620"/>
                  </a:cubicBezTo>
                  <a:cubicBezTo>
                    <a:pt x="144970" y="12192"/>
                    <a:pt x="154114" y="19812"/>
                    <a:pt x="161735" y="27432"/>
                  </a:cubicBezTo>
                  <a:cubicBezTo>
                    <a:pt x="167830" y="36576"/>
                    <a:pt x="173926" y="45720"/>
                    <a:pt x="176974" y="58007"/>
                  </a:cubicBezTo>
                  <a:cubicBezTo>
                    <a:pt x="180023" y="68675"/>
                    <a:pt x="181546" y="80867"/>
                    <a:pt x="181546" y="93059"/>
                  </a:cubicBezTo>
                  <a:lnTo>
                    <a:pt x="181546" y="100679"/>
                  </a:lnTo>
                  <a:close/>
                  <a:moveTo>
                    <a:pt x="144970" y="90011"/>
                  </a:moveTo>
                  <a:cubicBezTo>
                    <a:pt x="146495" y="70199"/>
                    <a:pt x="141923" y="54959"/>
                    <a:pt x="132779" y="44196"/>
                  </a:cubicBezTo>
                  <a:cubicBezTo>
                    <a:pt x="123539" y="33528"/>
                    <a:pt x="111347" y="28956"/>
                    <a:pt x="93059" y="28956"/>
                  </a:cubicBezTo>
                  <a:cubicBezTo>
                    <a:pt x="85439" y="28956"/>
                    <a:pt x="76295" y="30480"/>
                    <a:pt x="70199" y="33528"/>
                  </a:cubicBezTo>
                  <a:cubicBezTo>
                    <a:pt x="64103" y="36576"/>
                    <a:pt x="58007" y="41148"/>
                    <a:pt x="53435" y="47244"/>
                  </a:cubicBezTo>
                  <a:cubicBezTo>
                    <a:pt x="48863" y="51911"/>
                    <a:pt x="45815" y="59531"/>
                    <a:pt x="42767" y="67151"/>
                  </a:cubicBezTo>
                  <a:cubicBezTo>
                    <a:pt x="39719" y="73247"/>
                    <a:pt x="39719" y="80867"/>
                    <a:pt x="38100" y="90011"/>
                  </a:cubicBezTo>
                  <a:lnTo>
                    <a:pt x="144970" y="90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35" name="Path135"/>
            <p:cNvSpPr/>
            <p:nvPr/>
          </p:nvSpPr>
          <p:spPr>
            <a:xfrm>
              <a:off x="2320576" y="2672239"/>
              <a:ext cx="138779" cy="216694"/>
            </a:xfrm>
            <a:custGeom>
              <a:avLst/>
              <a:gdLst/>
              <a:ahLst/>
              <a:cxnLst/>
              <a:rect l="l" t="t" r="r" b="b"/>
              <a:pathLst>
                <a:path w="138779" h="216694">
                  <a:moveTo>
                    <a:pt x="138779" y="154115"/>
                  </a:moveTo>
                  <a:cubicBezTo>
                    <a:pt x="138779" y="163259"/>
                    <a:pt x="137255" y="172403"/>
                    <a:pt x="134207" y="180023"/>
                  </a:cubicBezTo>
                  <a:cubicBezTo>
                    <a:pt x="129635" y="189262"/>
                    <a:pt x="125063" y="195358"/>
                    <a:pt x="117443" y="199930"/>
                  </a:cubicBezTo>
                  <a:cubicBezTo>
                    <a:pt x="111347" y="206026"/>
                    <a:pt x="103727" y="210598"/>
                    <a:pt x="93059" y="212122"/>
                  </a:cubicBezTo>
                  <a:cubicBezTo>
                    <a:pt x="83915" y="215170"/>
                    <a:pt x="73152" y="216694"/>
                    <a:pt x="62484" y="216694"/>
                  </a:cubicBezTo>
                  <a:cubicBezTo>
                    <a:pt x="54864" y="216694"/>
                    <a:pt x="48768" y="216694"/>
                    <a:pt x="42672" y="215170"/>
                  </a:cubicBezTo>
                  <a:cubicBezTo>
                    <a:pt x="35052" y="213646"/>
                    <a:pt x="30480" y="213646"/>
                    <a:pt x="24384" y="210598"/>
                  </a:cubicBezTo>
                  <a:cubicBezTo>
                    <a:pt x="19812" y="209074"/>
                    <a:pt x="15240" y="207550"/>
                    <a:pt x="12192" y="206026"/>
                  </a:cubicBezTo>
                  <a:cubicBezTo>
                    <a:pt x="9144" y="204502"/>
                    <a:pt x="6096" y="202978"/>
                    <a:pt x="4572" y="201454"/>
                  </a:cubicBezTo>
                  <a:cubicBezTo>
                    <a:pt x="3048" y="199930"/>
                    <a:pt x="1524" y="196882"/>
                    <a:pt x="1524" y="195358"/>
                  </a:cubicBezTo>
                  <a:cubicBezTo>
                    <a:pt x="0" y="192310"/>
                    <a:pt x="0" y="189262"/>
                    <a:pt x="0" y="184595"/>
                  </a:cubicBezTo>
                  <a:cubicBezTo>
                    <a:pt x="0" y="181547"/>
                    <a:pt x="0" y="178499"/>
                    <a:pt x="0" y="176975"/>
                  </a:cubicBezTo>
                  <a:cubicBezTo>
                    <a:pt x="0" y="175451"/>
                    <a:pt x="1524" y="173927"/>
                    <a:pt x="1524" y="172403"/>
                  </a:cubicBezTo>
                  <a:cubicBezTo>
                    <a:pt x="1524" y="170879"/>
                    <a:pt x="3048" y="170879"/>
                    <a:pt x="3048" y="169355"/>
                  </a:cubicBezTo>
                  <a:cubicBezTo>
                    <a:pt x="4572" y="169355"/>
                    <a:pt x="4572" y="169355"/>
                    <a:pt x="6096" y="169355"/>
                  </a:cubicBezTo>
                  <a:cubicBezTo>
                    <a:pt x="7620" y="169355"/>
                    <a:pt x="10668" y="170879"/>
                    <a:pt x="13716" y="172403"/>
                  </a:cubicBezTo>
                  <a:cubicBezTo>
                    <a:pt x="16764" y="173927"/>
                    <a:pt x="19812" y="175451"/>
                    <a:pt x="24384" y="178499"/>
                  </a:cubicBezTo>
                  <a:cubicBezTo>
                    <a:pt x="28956" y="181547"/>
                    <a:pt x="35052" y="183071"/>
                    <a:pt x="41148" y="184595"/>
                  </a:cubicBezTo>
                  <a:cubicBezTo>
                    <a:pt x="47244" y="187738"/>
                    <a:pt x="54864" y="187738"/>
                    <a:pt x="62484" y="187738"/>
                  </a:cubicBezTo>
                  <a:cubicBezTo>
                    <a:pt x="68580" y="187738"/>
                    <a:pt x="74676" y="187738"/>
                    <a:pt x="79343" y="186214"/>
                  </a:cubicBezTo>
                  <a:cubicBezTo>
                    <a:pt x="83915" y="184595"/>
                    <a:pt x="88487" y="183071"/>
                    <a:pt x="93059" y="180023"/>
                  </a:cubicBezTo>
                  <a:cubicBezTo>
                    <a:pt x="96107" y="176975"/>
                    <a:pt x="99155" y="173927"/>
                    <a:pt x="100679" y="170879"/>
                  </a:cubicBezTo>
                  <a:cubicBezTo>
                    <a:pt x="102203" y="166307"/>
                    <a:pt x="103727" y="161735"/>
                    <a:pt x="103727" y="157163"/>
                  </a:cubicBezTo>
                  <a:cubicBezTo>
                    <a:pt x="103727" y="151067"/>
                    <a:pt x="102203" y="146495"/>
                    <a:pt x="99155" y="141923"/>
                  </a:cubicBezTo>
                  <a:cubicBezTo>
                    <a:pt x="96107" y="138875"/>
                    <a:pt x="93059" y="135827"/>
                    <a:pt x="88487" y="132779"/>
                  </a:cubicBezTo>
                  <a:cubicBezTo>
                    <a:pt x="83915" y="129731"/>
                    <a:pt x="77724" y="126683"/>
                    <a:pt x="73152" y="125159"/>
                  </a:cubicBezTo>
                  <a:cubicBezTo>
                    <a:pt x="67056" y="122111"/>
                    <a:pt x="60960" y="120587"/>
                    <a:pt x="54864" y="117539"/>
                  </a:cubicBezTo>
                  <a:cubicBezTo>
                    <a:pt x="48768" y="114395"/>
                    <a:pt x="42672" y="112871"/>
                    <a:pt x="36576" y="109823"/>
                  </a:cubicBezTo>
                  <a:cubicBezTo>
                    <a:pt x="30480" y="105251"/>
                    <a:pt x="24384" y="102203"/>
                    <a:pt x="19812" y="97631"/>
                  </a:cubicBezTo>
                  <a:cubicBezTo>
                    <a:pt x="15240" y="93059"/>
                    <a:pt x="12192" y="88487"/>
                    <a:pt x="9144" y="80867"/>
                  </a:cubicBezTo>
                  <a:cubicBezTo>
                    <a:pt x="6096" y="74771"/>
                    <a:pt x="4572" y="67151"/>
                    <a:pt x="4572" y="59531"/>
                  </a:cubicBezTo>
                  <a:cubicBezTo>
                    <a:pt x="4572" y="51911"/>
                    <a:pt x="6096" y="44196"/>
                    <a:pt x="9144" y="36576"/>
                  </a:cubicBezTo>
                  <a:cubicBezTo>
                    <a:pt x="12192" y="28956"/>
                    <a:pt x="16764" y="22860"/>
                    <a:pt x="22860" y="18288"/>
                  </a:cubicBezTo>
                  <a:cubicBezTo>
                    <a:pt x="28956" y="12192"/>
                    <a:pt x="36576" y="9144"/>
                    <a:pt x="45720" y="4572"/>
                  </a:cubicBezTo>
                  <a:cubicBezTo>
                    <a:pt x="54864" y="1524"/>
                    <a:pt x="64008" y="0"/>
                    <a:pt x="76200" y="0"/>
                  </a:cubicBezTo>
                  <a:cubicBezTo>
                    <a:pt x="82391" y="0"/>
                    <a:pt x="86963" y="1524"/>
                    <a:pt x="93059" y="1524"/>
                  </a:cubicBezTo>
                  <a:cubicBezTo>
                    <a:pt x="97631" y="3048"/>
                    <a:pt x="102203" y="3048"/>
                    <a:pt x="106775" y="4572"/>
                  </a:cubicBezTo>
                  <a:cubicBezTo>
                    <a:pt x="111347" y="6096"/>
                    <a:pt x="114395" y="7620"/>
                    <a:pt x="117443" y="9144"/>
                  </a:cubicBezTo>
                  <a:cubicBezTo>
                    <a:pt x="120491" y="10668"/>
                    <a:pt x="122015" y="12192"/>
                    <a:pt x="123539" y="13716"/>
                  </a:cubicBezTo>
                  <a:cubicBezTo>
                    <a:pt x="125063" y="13716"/>
                    <a:pt x="126587" y="15240"/>
                    <a:pt x="126587" y="16764"/>
                  </a:cubicBezTo>
                  <a:cubicBezTo>
                    <a:pt x="128111" y="16764"/>
                    <a:pt x="128111" y="18288"/>
                    <a:pt x="128111" y="19812"/>
                  </a:cubicBezTo>
                  <a:cubicBezTo>
                    <a:pt x="128111" y="19812"/>
                    <a:pt x="128111" y="21336"/>
                    <a:pt x="129635" y="22860"/>
                  </a:cubicBezTo>
                  <a:cubicBezTo>
                    <a:pt x="129635" y="24384"/>
                    <a:pt x="129635" y="27432"/>
                    <a:pt x="129635" y="28956"/>
                  </a:cubicBezTo>
                  <a:cubicBezTo>
                    <a:pt x="129635" y="32004"/>
                    <a:pt x="129635" y="33528"/>
                    <a:pt x="129635" y="35052"/>
                  </a:cubicBezTo>
                  <a:cubicBezTo>
                    <a:pt x="128111" y="38100"/>
                    <a:pt x="128111" y="39624"/>
                    <a:pt x="128111" y="39624"/>
                  </a:cubicBezTo>
                  <a:cubicBezTo>
                    <a:pt x="128111" y="41148"/>
                    <a:pt x="126587" y="42672"/>
                    <a:pt x="126587" y="42672"/>
                  </a:cubicBezTo>
                  <a:cubicBezTo>
                    <a:pt x="125063" y="42672"/>
                    <a:pt x="125063" y="44196"/>
                    <a:pt x="123539" y="44196"/>
                  </a:cubicBezTo>
                  <a:cubicBezTo>
                    <a:pt x="122015" y="44196"/>
                    <a:pt x="120491" y="42672"/>
                    <a:pt x="117443" y="41148"/>
                  </a:cubicBezTo>
                  <a:cubicBezTo>
                    <a:pt x="115919" y="39624"/>
                    <a:pt x="112871" y="38100"/>
                    <a:pt x="108299" y="36576"/>
                  </a:cubicBezTo>
                  <a:cubicBezTo>
                    <a:pt x="103727" y="33528"/>
                    <a:pt x="99155" y="32004"/>
                    <a:pt x="94583" y="30480"/>
                  </a:cubicBezTo>
                  <a:cubicBezTo>
                    <a:pt x="88487" y="28956"/>
                    <a:pt x="82391" y="28956"/>
                    <a:pt x="76200" y="28956"/>
                  </a:cubicBezTo>
                  <a:cubicBezTo>
                    <a:pt x="70104" y="28956"/>
                    <a:pt x="64008" y="28956"/>
                    <a:pt x="59436" y="30480"/>
                  </a:cubicBezTo>
                  <a:cubicBezTo>
                    <a:pt x="54864" y="32004"/>
                    <a:pt x="51816" y="33528"/>
                    <a:pt x="48768" y="36576"/>
                  </a:cubicBezTo>
                  <a:cubicBezTo>
                    <a:pt x="45720" y="39624"/>
                    <a:pt x="42672" y="42672"/>
                    <a:pt x="41148" y="45720"/>
                  </a:cubicBezTo>
                  <a:cubicBezTo>
                    <a:pt x="39624" y="48863"/>
                    <a:pt x="39624" y="53435"/>
                    <a:pt x="39624" y="56483"/>
                  </a:cubicBezTo>
                  <a:cubicBezTo>
                    <a:pt x="39624" y="62579"/>
                    <a:pt x="41148" y="67151"/>
                    <a:pt x="44196" y="71723"/>
                  </a:cubicBezTo>
                  <a:cubicBezTo>
                    <a:pt x="47244" y="74771"/>
                    <a:pt x="50292" y="77819"/>
                    <a:pt x="54864" y="80867"/>
                  </a:cubicBezTo>
                  <a:cubicBezTo>
                    <a:pt x="59436" y="83915"/>
                    <a:pt x="65532" y="86963"/>
                    <a:pt x="71628" y="90011"/>
                  </a:cubicBezTo>
                  <a:cubicBezTo>
                    <a:pt x="77724" y="91535"/>
                    <a:pt x="83915" y="94583"/>
                    <a:pt x="90011" y="96107"/>
                  </a:cubicBezTo>
                  <a:cubicBezTo>
                    <a:pt x="96107" y="99155"/>
                    <a:pt x="102203" y="102203"/>
                    <a:pt x="108299" y="105251"/>
                  </a:cubicBezTo>
                  <a:cubicBezTo>
                    <a:pt x="114395" y="108299"/>
                    <a:pt x="118967" y="111347"/>
                    <a:pt x="123539" y="115919"/>
                  </a:cubicBezTo>
                  <a:cubicBezTo>
                    <a:pt x="128111" y="120587"/>
                    <a:pt x="132683" y="125159"/>
                    <a:pt x="135731" y="131255"/>
                  </a:cubicBezTo>
                  <a:cubicBezTo>
                    <a:pt x="137255" y="137351"/>
                    <a:pt x="138779" y="144971"/>
                    <a:pt x="138779" y="15411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136" name="Group136"/>
          <p:cNvGrpSpPr/>
          <p:nvPr/>
        </p:nvGrpSpPr>
        <p:grpSpPr>
          <a:xfrm>
            <a:off x="2582990" y="2623376"/>
            <a:ext cx="675798" cy="265557"/>
            <a:chOff x="2582990" y="2623376"/>
            <a:chExt cx="675798" cy="265557"/>
          </a:xfrm>
        </p:grpSpPr>
        <p:sp>
          <p:nvSpPr>
            <p:cNvPr id="137" name="Path137"/>
            <p:cNvSpPr/>
            <p:nvPr/>
          </p:nvSpPr>
          <p:spPr>
            <a:xfrm>
              <a:off x="2582990" y="2623376"/>
              <a:ext cx="129635" cy="265557"/>
            </a:xfrm>
            <a:custGeom>
              <a:avLst/>
              <a:gdLst/>
              <a:ahLst/>
              <a:cxnLst/>
              <a:rect l="l" t="t" r="r" b="b"/>
              <a:pathLst>
                <a:path w="129635" h="265557">
                  <a:moveTo>
                    <a:pt x="129635" y="241173"/>
                  </a:moveTo>
                  <a:cubicBezTo>
                    <a:pt x="129635" y="245745"/>
                    <a:pt x="129635" y="248793"/>
                    <a:pt x="128111" y="251841"/>
                  </a:cubicBezTo>
                  <a:cubicBezTo>
                    <a:pt x="128111" y="254889"/>
                    <a:pt x="126587" y="256413"/>
                    <a:pt x="126587" y="257937"/>
                  </a:cubicBezTo>
                  <a:cubicBezTo>
                    <a:pt x="125063" y="257937"/>
                    <a:pt x="123539" y="259461"/>
                    <a:pt x="120491" y="260985"/>
                  </a:cubicBezTo>
                  <a:cubicBezTo>
                    <a:pt x="118967" y="260985"/>
                    <a:pt x="115919" y="262509"/>
                    <a:pt x="112871" y="262509"/>
                  </a:cubicBezTo>
                  <a:cubicBezTo>
                    <a:pt x="109823" y="264033"/>
                    <a:pt x="106775" y="264033"/>
                    <a:pt x="103727" y="264033"/>
                  </a:cubicBezTo>
                  <a:cubicBezTo>
                    <a:pt x="99155" y="265557"/>
                    <a:pt x="96107" y="265557"/>
                    <a:pt x="93059" y="265557"/>
                  </a:cubicBezTo>
                  <a:cubicBezTo>
                    <a:pt x="82391" y="265557"/>
                    <a:pt x="74676" y="264033"/>
                    <a:pt x="67056" y="260985"/>
                  </a:cubicBezTo>
                  <a:cubicBezTo>
                    <a:pt x="59436" y="259461"/>
                    <a:pt x="53340" y="254889"/>
                    <a:pt x="48768" y="248793"/>
                  </a:cubicBezTo>
                  <a:cubicBezTo>
                    <a:pt x="44196" y="244221"/>
                    <a:pt x="41148" y="236601"/>
                    <a:pt x="38100" y="228886"/>
                  </a:cubicBezTo>
                  <a:cubicBezTo>
                    <a:pt x="36576" y="219742"/>
                    <a:pt x="35052" y="210598"/>
                    <a:pt x="35052" y="198406"/>
                  </a:cubicBezTo>
                  <a:lnTo>
                    <a:pt x="35052" y="83915"/>
                  </a:lnTo>
                  <a:lnTo>
                    <a:pt x="7620" y="83915"/>
                  </a:lnTo>
                  <a:cubicBezTo>
                    <a:pt x="6096" y="83915"/>
                    <a:pt x="4572" y="82391"/>
                    <a:pt x="3048" y="79343"/>
                  </a:cubicBezTo>
                  <a:cubicBezTo>
                    <a:pt x="1524" y="77819"/>
                    <a:pt x="0" y="73247"/>
                    <a:pt x="0" y="68675"/>
                  </a:cubicBezTo>
                  <a:cubicBezTo>
                    <a:pt x="0" y="65627"/>
                    <a:pt x="0" y="64103"/>
                    <a:pt x="1524" y="61055"/>
                  </a:cubicBezTo>
                  <a:cubicBezTo>
                    <a:pt x="1524" y="59531"/>
                    <a:pt x="1524" y="58007"/>
                    <a:pt x="3048" y="56483"/>
                  </a:cubicBezTo>
                  <a:cubicBezTo>
                    <a:pt x="3048" y="54959"/>
                    <a:pt x="4572" y="54959"/>
                    <a:pt x="4572" y="53435"/>
                  </a:cubicBezTo>
                  <a:cubicBezTo>
                    <a:pt x="6096" y="53435"/>
                    <a:pt x="7620" y="53435"/>
                    <a:pt x="7620" y="53435"/>
                  </a:cubicBezTo>
                  <a:lnTo>
                    <a:pt x="35052" y="53435"/>
                  </a:lnTo>
                  <a:lnTo>
                    <a:pt x="35052" y="6096"/>
                  </a:lnTo>
                  <a:cubicBezTo>
                    <a:pt x="35052" y="6096"/>
                    <a:pt x="35052" y="4572"/>
                    <a:pt x="36576" y="3048"/>
                  </a:cubicBezTo>
                  <a:cubicBezTo>
                    <a:pt x="36576" y="3048"/>
                    <a:pt x="38100" y="1524"/>
                    <a:pt x="39624" y="1524"/>
                  </a:cubicBezTo>
                  <a:cubicBezTo>
                    <a:pt x="39624" y="0"/>
                    <a:pt x="42672" y="0"/>
                    <a:pt x="44196" y="0"/>
                  </a:cubicBezTo>
                  <a:cubicBezTo>
                    <a:pt x="47244" y="0"/>
                    <a:pt x="50292" y="0"/>
                    <a:pt x="53340" y="0"/>
                  </a:cubicBezTo>
                  <a:cubicBezTo>
                    <a:pt x="56388" y="0"/>
                    <a:pt x="59436" y="0"/>
                    <a:pt x="62484" y="0"/>
                  </a:cubicBezTo>
                  <a:cubicBezTo>
                    <a:pt x="64008" y="0"/>
                    <a:pt x="67056" y="0"/>
                    <a:pt x="67056" y="1524"/>
                  </a:cubicBezTo>
                  <a:cubicBezTo>
                    <a:pt x="68580" y="1524"/>
                    <a:pt x="70104" y="3048"/>
                    <a:pt x="70104" y="3048"/>
                  </a:cubicBezTo>
                  <a:cubicBezTo>
                    <a:pt x="71628" y="4572"/>
                    <a:pt x="71628" y="6096"/>
                    <a:pt x="71628" y="6096"/>
                  </a:cubicBezTo>
                  <a:lnTo>
                    <a:pt x="71628" y="53435"/>
                  </a:lnTo>
                  <a:lnTo>
                    <a:pt x="122015" y="53435"/>
                  </a:lnTo>
                  <a:cubicBezTo>
                    <a:pt x="123539" y="53435"/>
                    <a:pt x="125063" y="53435"/>
                    <a:pt x="125063" y="53435"/>
                  </a:cubicBezTo>
                  <a:cubicBezTo>
                    <a:pt x="126587" y="54959"/>
                    <a:pt x="126587" y="54959"/>
                    <a:pt x="128111" y="56483"/>
                  </a:cubicBezTo>
                  <a:cubicBezTo>
                    <a:pt x="128111" y="58007"/>
                    <a:pt x="128111" y="59531"/>
                    <a:pt x="129635" y="61055"/>
                  </a:cubicBezTo>
                  <a:cubicBezTo>
                    <a:pt x="129635" y="64103"/>
                    <a:pt x="129635" y="65627"/>
                    <a:pt x="129635" y="68675"/>
                  </a:cubicBezTo>
                  <a:cubicBezTo>
                    <a:pt x="129635" y="73247"/>
                    <a:pt x="128111" y="77819"/>
                    <a:pt x="128111" y="79343"/>
                  </a:cubicBezTo>
                  <a:cubicBezTo>
                    <a:pt x="126587" y="82391"/>
                    <a:pt x="125063" y="83915"/>
                    <a:pt x="122015" y="83915"/>
                  </a:cubicBezTo>
                  <a:lnTo>
                    <a:pt x="71628" y="83915"/>
                  </a:lnTo>
                  <a:lnTo>
                    <a:pt x="71628" y="193834"/>
                  </a:lnTo>
                  <a:cubicBezTo>
                    <a:pt x="71628" y="207550"/>
                    <a:pt x="73152" y="216694"/>
                    <a:pt x="77724" y="224314"/>
                  </a:cubicBezTo>
                  <a:cubicBezTo>
                    <a:pt x="80867" y="230410"/>
                    <a:pt x="88487" y="235077"/>
                    <a:pt x="99155" y="235077"/>
                  </a:cubicBezTo>
                  <a:cubicBezTo>
                    <a:pt x="102203" y="235077"/>
                    <a:pt x="105251" y="233458"/>
                    <a:pt x="108299" y="233458"/>
                  </a:cubicBezTo>
                  <a:cubicBezTo>
                    <a:pt x="111347" y="233458"/>
                    <a:pt x="112871" y="231934"/>
                    <a:pt x="114395" y="231934"/>
                  </a:cubicBezTo>
                  <a:cubicBezTo>
                    <a:pt x="117443" y="230410"/>
                    <a:pt x="118967" y="230410"/>
                    <a:pt x="120491" y="228886"/>
                  </a:cubicBezTo>
                  <a:cubicBezTo>
                    <a:pt x="122015" y="228886"/>
                    <a:pt x="123539" y="228886"/>
                    <a:pt x="125063" y="228886"/>
                  </a:cubicBezTo>
                  <a:cubicBezTo>
                    <a:pt x="125063" y="228886"/>
                    <a:pt x="125063" y="228886"/>
                    <a:pt x="126587" y="228886"/>
                  </a:cubicBezTo>
                  <a:cubicBezTo>
                    <a:pt x="126587" y="228886"/>
                    <a:pt x="128111" y="230410"/>
                    <a:pt x="128111" y="230410"/>
                  </a:cubicBezTo>
                  <a:cubicBezTo>
                    <a:pt x="128111" y="231934"/>
                    <a:pt x="128111" y="233458"/>
                    <a:pt x="129635" y="235077"/>
                  </a:cubicBezTo>
                  <a:cubicBezTo>
                    <a:pt x="129635" y="236601"/>
                    <a:pt x="129635" y="239649"/>
                    <a:pt x="129635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38" name="Path138"/>
            <p:cNvSpPr/>
            <p:nvPr/>
          </p:nvSpPr>
          <p:spPr>
            <a:xfrm>
              <a:off x="2738533" y="2675287"/>
              <a:ext cx="297561" cy="210598"/>
            </a:xfrm>
            <a:custGeom>
              <a:avLst/>
              <a:gdLst/>
              <a:ahLst/>
              <a:cxnLst/>
              <a:rect l="l" t="t" r="r" b="b"/>
              <a:pathLst>
                <a:path w="297561" h="210598">
                  <a:moveTo>
                    <a:pt x="297561" y="6096"/>
                  </a:moveTo>
                  <a:cubicBezTo>
                    <a:pt x="297561" y="7620"/>
                    <a:pt x="297561" y="9144"/>
                    <a:pt x="296037" y="10668"/>
                  </a:cubicBezTo>
                  <a:cubicBezTo>
                    <a:pt x="296037" y="12192"/>
                    <a:pt x="296037" y="13716"/>
                    <a:pt x="294513" y="15240"/>
                  </a:cubicBezTo>
                  <a:lnTo>
                    <a:pt x="236506" y="202978"/>
                  </a:lnTo>
                  <a:cubicBezTo>
                    <a:pt x="236506" y="204502"/>
                    <a:pt x="236506" y="206026"/>
                    <a:pt x="234982" y="207550"/>
                  </a:cubicBezTo>
                  <a:cubicBezTo>
                    <a:pt x="234982" y="207550"/>
                    <a:pt x="233458" y="209074"/>
                    <a:pt x="231934" y="209074"/>
                  </a:cubicBezTo>
                  <a:cubicBezTo>
                    <a:pt x="228886" y="210598"/>
                    <a:pt x="227362" y="210598"/>
                    <a:pt x="224314" y="210598"/>
                  </a:cubicBezTo>
                  <a:cubicBezTo>
                    <a:pt x="221266" y="210598"/>
                    <a:pt x="218218" y="210598"/>
                    <a:pt x="213646" y="210598"/>
                  </a:cubicBezTo>
                  <a:cubicBezTo>
                    <a:pt x="209074" y="210598"/>
                    <a:pt x="204502" y="210598"/>
                    <a:pt x="201454" y="210598"/>
                  </a:cubicBezTo>
                  <a:cubicBezTo>
                    <a:pt x="198406" y="210598"/>
                    <a:pt x="196882" y="210598"/>
                    <a:pt x="195358" y="209074"/>
                  </a:cubicBezTo>
                  <a:cubicBezTo>
                    <a:pt x="192310" y="209074"/>
                    <a:pt x="190786" y="207550"/>
                    <a:pt x="190786" y="207550"/>
                  </a:cubicBezTo>
                  <a:cubicBezTo>
                    <a:pt x="189262" y="206026"/>
                    <a:pt x="189262" y="204502"/>
                    <a:pt x="189262" y="202978"/>
                  </a:cubicBezTo>
                  <a:lnTo>
                    <a:pt x="146494" y="59531"/>
                  </a:lnTo>
                  <a:lnTo>
                    <a:pt x="146494" y="58007"/>
                  </a:lnTo>
                  <a:lnTo>
                    <a:pt x="146494" y="59531"/>
                  </a:lnTo>
                  <a:lnTo>
                    <a:pt x="108394" y="202978"/>
                  </a:lnTo>
                  <a:cubicBezTo>
                    <a:pt x="108394" y="204502"/>
                    <a:pt x="106870" y="206026"/>
                    <a:pt x="105346" y="207550"/>
                  </a:cubicBezTo>
                  <a:cubicBezTo>
                    <a:pt x="105346" y="207550"/>
                    <a:pt x="103822" y="209074"/>
                    <a:pt x="102298" y="209074"/>
                  </a:cubicBezTo>
                  <a:cubicBezTo>
                    <a:pt x="99250" y="210598"/>
                    <a:pt x="97726" y="210598"/>
                    <a:pt x="94583" y="210598"/>
                  </a:cubicBezTo>
                  <a:cubicBezTo>
                    <a:pt x="91535" y="210598"/>
                    <a:pt x="86963" y="210598"/>
                    <a:pt x="83915" y="210598"/>
                  </a:cubicBezTo>
                  <a:cubicBezTo>
                    <a:pt x="79343" y="210598"/>
                    <a:pt x="74771" y="210598"/>
                    <a:pt x="71723" y="210598"/>
                  </a:cubicBezTo>
                  <a:cubicBezTo>
                    <a:pt x="68675" y="210598"/>
                    <a:pt x="67151" y="210598"/>
                    <a:pt x="65627" y="209074"/>
                  </a:cubicBezTo>
                  <a:cubicBezTo>
                    <a:pt x="64103" y="209074"/>
                    <a:pt x="62579" y="207550"/>
                    <a:pt x="61055" y="207550"/>
                  </a:cubicBezTo>
                  <a:cubicBezTo>
                    <a:pt x="61055" y="206026"/>
                    <a:pt x="59531" y="204502"/>
                    <a:pt x="59531" y="202978"/>
                  </a:cubicBezTo>
                  <a:lnTo>
                    <a:pt x="1524" y="15240"/>
                  </a:lnTo>
                  <a:cubicBezTo>
                    <a:pt x="1524" y="13716"/>
                    <a:pt x="0" y="12192"/>
                    <a:pt x="0" y="10668"/>
                  </a:cubicBezTo>
                  <a:cubicBezTo>
                    <a:pt x="0" y="9144"/>
                    <a:pt x="0" y="7620"/>
                    <a:pt x="0" y="6096"/>
                  </a:cubicBezTo>
                  <a:cubicBezTo>
                    <a:pt x="0" y="6096"/>
                    <a:pt x="0" y="4572"/>
                    <a:pt x="0" y="3048"/>
                  </a:cubicBezTo>
                  <a:cubicBezTo>
                    <a:pt x="1524" y="3048"/>
                    <a:pt x="1524" y="1524"/>
                    <a:pt x="3048" y="1524"/>
                  </a:cubicBezTo>
                  <a:cubicBezTo>
                    <a:pt x="4572" y="1524"/>
                    <a:pt x="6096" y="1524"/>
                    <a:pt x="9144" y="0"/>
                  </a:cubicBezTo>
                  <a:cubicBezTo>
                    <a:pt x="10763" y="0"/>
                    <a:pt x="13811" y="0"/>
                    <a:pt x="18383" y="0"/>
                  </a:cubicBezTo>
                  <a:cubicBezTo>
                    <a:pt x="21431" y="0"/>
                    <a:pt x="24479" y="0"/>
                    <a:pt x="27527" y="0"/>
                  </a:cubicBezTo>
                  <a:cubicBezTo>
                    <a:pt x="30575" y="1524"/>
                    <a:pt x="32099" y="1524"/>
                    <a:pt x="33623" y="1524"/>
                  </a:cubicBezTo>
                  <a:cubicBezTo>
                    <a:pt x="35147" y="1524"/>
                    <a:pt x="35147" y="3048"/>
                    <a:pt x="36671" y="4572"/>
                  </a:cubicBezTo>
                  <a:cubicBezTo>
                    <a:pt x="36671" y="4572"/>
                    <a:pt x="36671" y="6096"/>
                    <a:pt x="38195" y="7620"/>
                  </a:cubicBezTo>
                  <a:lnTo>
                    <a:pt x="85439" y="169355"/>
                  </a:lnTo>
                  <a:lnTo>
                    <a:pt x="85439" y="172403"/>
                  </a:lnTo>
                  <a:lnTo>
                    <a:pt x="85439" y="169355"/>
                  </a:lnTo>
                  <a:lnTo>
                    <a:pt x="129730" y="7620"/>
                  </a:lnTo>
                  <a:cubicBezTo>
                    <a:pt x="129730" y="6096"/>
                    <a:pt x="129730" y="4572"/>
                    <a:pt x="131254" y="4572"/>
                  </a:cubicBezTo>
                  <a:cubicBezTo>
                    <a:pt x="131254" y="3048"/>
                    <a:pt x="132778" y="3048"/>
                    <a:pt x="134302" y="1524"/>
                  </a:cubicBezTo>
                  <a:cubicBezTo>
                    <a:pt x="135826" y="1524"/>
                    <a:pt x="137350" y="1524"/>
                    <a:pt x="138874" y="0"/>
                  </a:cubicBezTo>
                  <a:cubicBezTo>
                    <a:pt x="141922" y="0"/>
                    <a:pt x="144970" y="0"/>
                    <a:pt x="148018" y="0"/>
                  </a:cubicBezTo>
                  <a:cubicBezTo>
                    <a:pt x="151066" y="0"/>
                    <a:pt x="154114" y="0"/>
                    <a:pt x="157163" y="0"/>
                  </a:cubicBezTo>
                  <a:cubicBezTo>
                    <a:pt x="158686" y="1524"/>
                    <a:pt x="160210" y="1524"/>
                    <a:pt x="161734" y="1524"/>
                  </a:cubicBezTo>
                  <a:cubicBezTo>
                    <a:pt x="163258" y="1524"/>
                    <a:pt x="164782" y="3048"/>
                    <a:pt x="164782" y="4572"/>
                  </a:cubicBezTo>
                  <a:cubicBezTo>
                    <a:pt x="164782" y="4572"/>
                    <a:pt x="166306" y="6096"/>
                    <a:pt x="166306" y="7620"/>
                  </a:cubicBezTo>
                  <a:lnTo>
                    <a:pt x="213646" y="169355"/>
                  </a:lnTo>
                  <a:lnTo>
                    <a:pt x="213646" y="172403"/>
                  </a:lnTo>
                  <a:lnTo>
                    <a:pt x="213646" y="169355"/>
                  </a:lnTo>
                  <a:lnTo>
                    <a:pt x="260890" y="7620"/>
                  </a:lnTo>
                  <a:cubicBezTo>
                    <a:pt x="260890" y="6096"/>
                    <a:pt x="260890" y="4572"/>
                    <a:pt x="262414" y="4572"/>
                  </a:cubicBezTo>
                  <a:cubicBezTo>
                    <a:pt x="262414" y="3048"/>
                    <a:pt x="263938" y="3048"/>
                    <a:pt x="265462" y="1524"/>
                  </a:cubicBezTo>
                  <a:cubicBezTo>
                    <a:pt x="266986" y="1524"/>
                    <a:pt x="268510" y="1524"/>
                    <a:pt x="271653" y="0"/>
                  </a:cubicBezTo>
                  <a:cubicBezTo>
                    <a:pt x="273177" y="0"/>
                    <a:pt x="276225" y="0"/>
                    <a:pt x="280797" y="0"/>
                  </a:cubicBezTo>
                  <a:cubicBezTo>
                    <a:pt x="283845" y="0"/>
                    <a:pt x="286893" y="0"/>
                    <a:pt x="288417" y="0"/>
                  </a:cubicBezTo>
                  <a:cubicBezTo>
                    <a:pt x="291465" y="0"/>
                    <a:pt x="292989" y="1524"/>
                    <a:pt x="294513" y="1524"/>
                  </a:cubicBezTo>
                  <a:cubicBezTo>
                    <a:pt x="294513" y="1524"/>
                    <a:pt x="296037" y="3048"/>
                    <a:pt x="296037" y="3048"/>
                  </a:cubicBezTo>
                  <a:cubicBezTo>
                    <a:pt x="297561" y="4572"/>
                    <a:pt x="297561" y="6096"/>
                    <a:pt x="297561" y="609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39" name="Path139"/>
            <p:cNvSpPr/>
            <p:nvPr/>
          </p:nvSpPr>
          <p:spPr>
            <a:xfrm>
              <a:off x="3062002" y="2672239"/>
              <a:ext cx="196786" cy="216694"/>
            </a:xfrm>
            <a:custGeom>
              <a:avLst/>
              <a:gdLst/>
              <a:ahLst/>
              <a:cxnLst/>
              <a:rect l="l" t="t" r="r" b="b"/>
              <a:pathLst>
                <a:path w="196786" h="216694">
                  <a:moveTo>
                    <a:pt x="196786" y="106775"/>
                  </a:moveTo>
                  <a:cubicBezTo>
                    <a:pt x="196786" y="122111"/>
                    <a:pt x="195263" y="137351"/>
                    <a:pt x="190690" y="151067"/>
                  </a:cubicBezTo>
                  <a:cubicBezTo>
                    <a:pt x="187642" y="164783"/>
                    <a:pt x="180022" y="175451"/>
                    <a:pt x="172402" y="186214"/>
                  </a:cubicBezTo>
                  <a:cubicBezTo>
                    <a:pt x="163258" y="195358"/>
                    <a:pt x="154114" y="202978"/>
                    <a:pt x="140398" y="209074"/>
                  </a:cubicBezTo>
                  <a:cubicBezTo>
                    <a:pt x="128207" y="213646"/>
                    <a:pt x="112871" y="216694"/>
                    <a:pt x="96107" y="216694"/>
                  </a:cubicBezTo>
                  <a:cubicBezTo>
                    <a:pt x="80867" y="216694"/>
                    <a:pt x="67151" y="215170"/>
                    <a:pt x="54959" y="209074"/>
                  </a:cubicBezTo>
                  <a:cubicBezTo>
                    <a:pt x="42767" y="204502"/>
                    <a:pt x="32004" y="198406"/>
                    <a:pt x="24384" y="189262"/>
                  </a:cubicBezTo>
                  <a:cubicBezTo>
                    <a:pt x="16764" y="180023"/>
                    <a:pt x="10668" y="167830"/>
                    <a:pt x="6096" y="155639"/>
                  </a:cubicBezTo>
                  <a:cubicBezTo>
                    <a:pt x="3048" y="141923"/>
                    <a:pt x="0" y="126683"/>
                    <a:pt x="0" y="109823"/>
                  </a:cubicBezTo>
                  <a:cubicBezTo>
                    <a:pt x="0" y="94583"/>
                    <a:pt x="3048" y="79343"/>
                    <a:pt x="6096" y="65627"/>
                  </a:cubicBezTo>
                  <a:cubicBezTo>
                    <a:pt x="10668" y="53435"/>
                    <a:pt x="16764" y="41148"/>
                    <a:pt x="25908" y="30480"/>
                  </a:cubicBezTo>
                  <a:cubicBezTo>
                    <a:pt x="33528" y="21336"/>
                    <a:pt x="44291" y="13716"/>
                    <a:pt x="56483" y="9144"/>
                  </a:cubicBezTo>
                  <a:cubicBezTo>
                    <a:pt x="68675" y="3048"/>
                    <a:pt x="83915" y="0"/>
                    <a:pt x="100679" y="0"/>
                  </a:cubicBezTo>
                  <a:cubicBezTo>
                    <a:pt x="117443" y="0"/>
                    <a:pt x="131254" y="3048"/>
                    <a:pt x="143446" y="7620"/>
                  </a:cubicBezTo>
                  <a:cubicBezTo>
                    <a:pt x="155638" y="12192"/>
                    <a:pt x="164782" y="19812"/>
                    <a:pt x="173926" y="28956"/>
                  </a:cubicBezTo>
                  <a:cubicBezTo>
                    <a:pt x="181546" y="38100"/>
                    <a:pt x="187642" y="48863"/>
                    <a:pt x="190690" y="62579"/>
                  </a:cubicBezTo>
                  <a:cubicBezTo>
                    <a:pt x="195263" y="74771"/>
                    <a:pt x="196786" y="90011"/>
                    <a:pt x="196786" y="106775"/>
                  </a:cubicBezTo>
                  <a:close/>
                  <a:moveTo>
                    <a:pt x="158686" y="108299"/>
                  </a:moveTo>
                  <a:cubicBezTo>
                    <a:pt x="158686" y="97631"/>
                    <a:pt x="158686" y="88487"/>
                    <a:pt x="157163" y="79343"/>
                  </a:cubicBezTo>
                  <a:cubicBezTo>
                    <a:pt x="154114" y="68675"/>
                    <a:pt x="151066" y="61055"/>
                    <a:pt x="146494" y="53435"/>
                  </a:cubicBezTo>
                  <a:cubicBezTo>
                    <a:pt x="141922" y="47244"/>
                    <a:pt x="135826" y="41148"/>
                    <a:pt x="128207" y="36576"/>
                  </a:cubicBezTo>
                  <a:cubicBezTo>
                    <a:pt x="120491" y="32004"/>
                    <a:pt x="111347" y="30480"/>
                    <a:pt x="99155" y="30480"/>
                  </a:cubicBezTo>
                  <a:cubicBezTo>
                    <a:pt x="88487" y="30480"/>
                    <a:pt x="79343" y="32004"/>
                    <a:pt x="71723" y="36576"/>
                  </a:cubicBezTo>
                  <a:cubicBezTo>
                    <a:pt x="64103" y="39624"/>
                    <a:pt x="58007" y="45720"/>
                    <a:pt x="53435" y="51911"/>
                  </a:cubicBezTo>
                  <a:cubicBezTo>
                    <a:pt x="47339" y="59531"/>
                    <a:pt x="44291" y="67151"/>
                    <a:pt x="41243" y="76295"/>
                  </a:cubicBezTo>
                  <a:cubicBezTo>
                    <a:pt x="39719" y="86963"/>
                    <a:pt x="38195" y="96107"/>
                    <a:pt x="38195" y="108299"/>
                  </a:cubicBezTo>
                  <a:cubicBezTo>
                    <a:pt x="38195" y="119063"/>
                    <a:pt x="39719" y="129730"/>
                    <a:pt x="41243" y="138874"/>
                  </a:cubicBezTo>
                  <a:cubicBezTo>
                    <a:pt x="42767" y="148018"/>
                    <a:pt x="45815" y="155639"/>
                    <a:pt x="50387" y="163258"/>
                  </a:cubicBezTo>
                  <a:cubicBezTo>
                    <a:pt x="56483" y="170879"/>
                    <a:pt x="62579" y="175451"/>
                    <a:pt x="70199" y="180023"/>
                  </a:cubicBezTo>
                  <a:cubicBezTo>
                    <a:pt x="77819" y="184595"/>
                    <a:pt x="86963" y="186214"/>
                    <a:pt x="99155" y="186214"/>
                  </a:cubicBezTo>
                  <a:cubicBezTo>
                    <a:pt x="108299" y="186214"/>
                    <a:pt x="117443" y="184595"/>
                    <a:pt x="126682" y="181546"/>
                  </a:cubicBezTo>
                  <a:cubicBezTo>
                    <a:pt x="134302" y="176974"/>
                    <a:pt x="140398" y="172402"/>
                    <a:pt x="144970" y="164783"/>
                  </a:cubicBezTo>
                  <a:cubicBezTo>
                    <a:pt x="149542" y="158686"/>
                    <a:pt x="154114" y="149542"/>
                    <a:pt x="155638" y="140399"/>
                  </a:cubicBezTo>
                  <a:cubicBezTo>
                    <a:pt x="158686" y="131255"/>
                    <a:pt x="158686" y="120586"/>
                    <a:pt x="158686" y="10829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140" name="Group140"/>
          <p:cNvGrpSpPr/>
          <p:nvPr/>
        </p:nvGrpSpPr>
        <p:grpSpPr>
          <a:xfrm>
            <a:off x="3414427" y="2580608"/>
            <a:ext cx="898588" cy="308325"/>
            <a:chOff x="3414427" y="2580608"/>
            <a:chExt cx="898588" cy="308325"/>
          </a:xfrm>
        </p:grpSpPr>
        <p:sp>
          <p:nvSpPr>
            <p:cNvPr id="141" name="Path141"/>
            <p:cNvSpPr/>
            <p:nvPr/>
          </p:nvSpPr>
          <p:spPr>
            <a:xfrm>
              <a:off x="3414427" y="2580608"/>
              <a:ext cx="161734" cy="305276"/>
            </a:xfrm>
            <a:custGeom>
              <a:avLst/>
              <a:gdLst/>
              <a:ahLst/>
              <a:cxnLst/>
              <a:rect l="l" t="t" r="r" b="b"/>
              <a:pathLst>
                <a:path w="161734" h="305276">
                  <a:moveTo>
                    <a:pt x="161734" y="299180"/>
                  </a:moveTo>
                  <a:cubicBezTo>
                    <a:pt x="161734" y="299180"/>
                    <a:pt x="161734" y="300704"/>
                    <a:pt x="160210" y="302228"/>
                  </a:cubicBezTo>
                  <a:cubicBezTo>
                    <a:pt x="160210" y="302228"/>
                    <a:pt x="158686" y="303752"/>
                    <a:pt x="157163" y="303752"/>
                  </a:cubicBezTo>
                  <a:cubicBezTo>
                    <a:pt x="155638" y="305276"/>
                    <a:pt x="154114" y="305276"/>
                    <a:pt x="151066" y="305276"/>
                  </a:cubicBezTo>
                  <a:cubicBezTo>
                    <a:pt x="149542" y="305276"/>
                    <a:pt x="146494" y="305276"/>
                    <a:pt x="141922" y="305276"/>
                  </a:cubicBezTo>
                  <a:cubicBezTo>
                    <a:pt x="138874" y="305276"/>
                    <a:pt x="135826" y="305276"/>
                    <a:pt x="132778" y="305276"/>
                  </a:cubicBezTo>
                  <a:cubicBezTo>
                    <a:pt x="129730" y="305276"/>
                    <a:pt x="128206" y="305276"/>
                    <a:pt x="126682" y="303752"/>
                  </a:cubicBezTo>
                  <a:cubicBezTo>
                    <a:pt x="123634" y="303752"/>
                    <a:pt x="123634" y="303752"/>
                    <a:pt x="122110" y="302228"/>
                  </a:cubicBezTo>
                  <a:cubicBezTo>
                    <a:pt x="120586" y="300704"/>
                    <a:pt x="119063" y="300704"/>
                    <a:pt x="119063" y="299180"/>
                  </a:cubicBezTo>
                  <a:lnTo>
                    <a:pt x="35147" y="189262"/>
                  </a:lnTo>
                  <a:lnTo>
                    <a:pt x="35147" y="299180"/>
                  </a:lnTo>
                  <a:cubicBezTo>
                    <a:pt x="35147" y="300704"/>
                    <a:pt x="35147" y="300704"/>
                    <a:pt x="35147" y="302228"/>
                  </a:cubicBezTo>
                  <a:cubicBezTo>
                    <a:pt x="33623" y="302228"/>
                    <a:pt x="33623" y="303752"/>
                    <a:pt x="32099" y="303752"/>
                  </a:cubicBezTo>
                  <a:cubicBezTo>
                    <a:pt x="30480" y="305276"/>
                    <a:pt x="28956" y="305276"/>
                    <a:pt x="25908" y="305276"/>
                  </a:cubicBezTo>
                  <a:cubicBezTo>
                    <a:pt x="24384" y="305276"/>
                    <a:pt x="21336" y="305276"/>
                    <a:pt x="16764" y="305276"/>
                  </a:cubicBezTo>
                  <a:cubicBezTo>
                    <a:pt x="13716" y="305276"/>
                    <a:pt x="10668" y="305276"/>
                    <a:pt x="9144" y="305276"/>
                  </a:cubicBezTo>
                  <a:cubicBezTo>
                    <a:pt x="6096" y="305276"/>
                    <a:pt x="4572" y="305276"/>
                    <a:pt x="3048" y="303752"/>
                  </a:cubicBezTo>
                  <a:cubicBezTo>
                    <a:pt x="1524" y="303752"/>
                    <a:pt x="0" y="302228"/>
                    <a:pt x="0" y="302228"/>
                  </a:cubicBezTo>
                  <a:cubicBezTo>
                    <a:pt x="0" y="300704"/>
                    <a:pt x="0" y="300704"/>
                    <a:pt x="0" y="299180"/>
                  </a:cubicBezTo>
                  <a:lnTo>
                    <a:pt x="0" y="6191"/>
                  </a:lnTo>
                  <a:cubicBezTo>
                    <a:pt x="0" y="4667"/>
                    <a:pt x="0" y="4667"/>
                    <a:pt x="0" y="3143"/>
                  </a:cubicBezTo>
                  <a:cubicBezTo>
                    <a:pt x="0" y="3143"/>
                    <a:pt x="1524" y="1524"/>
                    <a:pt x="3048" y="1524"/>
                  </a:cubicBezTo>
                  <a:cubicBezTo>
                    <a:pt x="4572" y="0"/>
                    <a:pt x="6096" y="0"/>
                    <a:pt x="9144" y="0"/>
                  </a:cubicBezTo>
                  <a:cubicBezTo>
                    <a:pt x="10668" y="0"/>
                    <a:pt x="13716" y="0"/>
                    <a:pt x="16764" y="0"/>
                  </a:cubicBezTo>
                  <a:cubicBezTo>
                    <a:pt x="21336" y="0"/>
                    <a:pt x="24384" y="0"/>
                    <a:pt x="25908" y="0"/>
                  </a:cubicBezTo>
                  <a:cubicBezTo>
                    <a:pt x="28956" y="0"/>
                    <a:pt x="30480" y="0"/>
                    <a:pt x="32099" y="1524"/>
                  </a:cubicBezTo>
                  <a:cubicBezTo>
                    <a:pt x="33623" y="1524"/>
                    <a:pt x="33623" y="3143"/>
                    <a:pt x="35147" y="3143"/>
                  </a:cubicBezTo>
                  <a:cubicBezTo>
                    <a:pt x="35147" y="4667"/>
                    <a:pt x="35147" y="4667"/>
                    <a:pt x="35147" y="6191"/>
                  </a:cubicBezTo>
                  <a:lnTo>
                    <a:pt x="35147" y="184690"/>
                  </a:lnTo>
                  <a:lnTo>
                    <a:pt x="109823" y="102298"/>
                  </a:lnTo>
                  <a:cubicBezTo>
                    <a:pt x="111347" y="100774"/>
                    <a:pt x="112871" y="100774"/>
                    <a:pt x="114395" y="99251"/>
                  </a:cubicBezTo>
                  <a:cubicBezTo>
                    <a:pt x="114395" y="97726"/>
                    <a:pt x="115919" y="97726"/>
                    <a:pt x="119063" y="96202"/>
                  </a:cubicBezTo>
                  <a:cubicBezTo>
                    <a:pt x="120586" y="96202"/>
                    <a:pt x="122110" y="96202"/>
                    <a:pt x="125158" y="94679"/>
                  </a:cubicBezTo>
                  <a:cubicBezTo>
                    <a:pt x="126682" y="94679"/>
                    <a:pt x="129730" y="94679"/>
                    <a:pt x="134302" y="94679"/>
                  </a:cubicBezTo>
                  <a:cubicBezTo>
                    <a:pt x="137350" y="94679"/>
                    <a:pt x="140398" y="94679"/>
                    <a:pt x="143446" y="94679"/>
                  </a:cubicBezTo>
                  <a:cubicBezTo>
                    <a:pt x="144970" y="96202"/>
                    <a:pt x="148018" y="96202"/>
                    <a:pt x="149542" y="96202"/>
                  </a:cubicBezTo>
                  <a:cubicBezTo>
                    <a:pt x="151066" y="96202"/>
                    <a:pt x="151066" y="97726"/>
                    <a:pt x="152590" y="97726"/>
                  </a:cubicBezTo>
                  <a:cubicBezTo>
                    <a:pt x="152590" y="99251"/>
                    <a:pt x="154114" y="100774"/>
                    <a:pt x="154114" y="102298"/>
                  </a:cubicBezTo>
                  <a:cubicBezTo>
                    <a:pt x="154114" y="103822"/>
                    <a:pt x="152590" y="105346"/>
                    <a:pt x="152590" y="106870"/>
                  </a:cubicBezTo>
                  <a:cubicBezTo>
                    <a:pt x="151066" y="108394"/>
                    <a:pt x="149542" y="109918"/>
                    <a:pt x="148018" y="112966"/>
                  </a:cubicBezTo>
                  <a:lnTo>
                    <a:pt x="76295" y="184690"/>
                  </a:lnTo>
                  <a:lnTo>
                    <a:pt x="155638" y="288512"/>
                  </a:lnTo>
                  <a:cubicBezTo>
                    <a:pt x="157163" y="291560"/>
                    <a:pt x="158686" y="293084"/>
                    <a:pt x="160210" y="294608"/>
                  </a:cubicBezTo>
                  <a:cubicBezTo>
                    <a:pt x="160210" y="296132"/>
                    <a:pt x="161734" y="297656"/>
                    <a:pt x="161734" y="29918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42" name="Path142"/>
            <p:cNvSpPr/>
            <p:nvPr/>
          </p:nvSpPr>
          <p:spPr>
            <a:xfrm>
              <a:off x="3612737" y="2594419"/>
              <a:ext cx="45815" cy="291465"/>
            </a:xfrm>
            <a:custGeom>
              <a:avLst/>
              <a:gdLst/>
              <a:ahLst/>
              <a:cxnLst/>
              <a:rect l="l" t="t" r="r" b="b"/>
              <a:pathLst>
                <a:path w="45815" h="291465">
                  <a:moveTo>
                    <a:pt x="41243" y="285369"/>
                  </a:moveTo>
                  <a:cubicBezTo>
                    <a:pt x="41243" y="286893"/>
                    <a:pt x="41243" y="286893"/>
                    <a:pt x="39719" y="288417"/>
                  </a:cubicBezTo>
                  <a:cubicBezTo>
                    <a:pt x="39719" y="288417"/>
                    <a:pt x="38195" y="289941"/>
                    <a:pt x="38195" y="289941"/>
                  </a:cubicBezTo>
                  <a:cubicBezTo>
                    <a:pt x="36671" y="291465"/>
                    <a:pt x="35147" y="291465"/>
                    <a:pt x="32099" y="291465"/>
                  </a:cubicBezTo>
                  <a:cubicBezTo>
                    <a:pt x="30575" y="291465"/>
                    <a:pt x="27527" y="291465"/>
                    <a:pt x="22955" y="291465"/>
                  </a:cubicBezTo>
                  <a:cubicBezTo>
                    <a:pt x="19907" y="291465"/>
                    <a:pt x="16859" y="291465"/>
                    <a:pt x="13811" y="291465"/>
                  </a:cubicBezTo>
                  <a:cubicBezTo>
                    <a:pt x="12287" y="291465"/>
                    <a:pt x="10763" y="291465"/>
                    <a:pt x="9239" y="289941"/>
                  </a:cubicBezTo>
                  <a:cubicBezTo>
                    <a:pt x="7620" y="289941"/>
                    <a:pt x="6096" y="288417"/>
                    <a:pt x="6096" y="288417"/>
                  </a:cubicBezTo>
                  <a:cubicBezTo>
                    <a:pt x="6096" y="286893"/>
                    <a:pt x="4572" y="286893"/>
                    <a:pt x="4572" y="285369"/>
                  </a:cubicBezTo>
                  <a:lnTo>
                    <a:pt x="4572" y="88487"/>
                  </a:lnTo>
                  <a:cubicBezTo>
                    <a:pt x="4572" y="86963"/>
                    <a:pt x="6096" y="85439"/>
                    <a:pt x="6096" y="85439"/>
                  </a:cubicBezTo>
                  <a:cubicBezTo>
                    <a:pt x="6096" y="83915"/>
                    <a:pt x="7620" y="83915"/>
                    <a:pt x="9239" y="82391"/>
                  </a:cubicBezTo>
                  <a:cubicBezTo>
                    <a:pt x="10763" y="82391"/>
                    <a:pt x="12287" y="82391"/>
                    <a:pt x="13811" y="82391"/>
                  </a:cubicBezTo>
                  <a:cubicBezTo>
                    <a:pt x="16859" y="80867"/>
                    <a:pt x="19907" y="80867"/>
                    <a:pt x="22955" y="80867"/>
                  </a:cubicBezTo>
                  <a:cubicBezTo>
                    <a:pt x="27527" y="80867"/>
                    <a:pt x="29051" y="80867"/>
                    <a:pt x="32099" y="82391"/>
                  </a:cubicBezTo>
                  <a:cubicBezTo>
                    <a:pt x="35147" y="82391"/>
                    <a:pt x="36671" y="82391"/>
                    <a:pt x="38195" y="82391"/>
                  </a:cubicBezTo>
                  <a:cubicBezTo>
                    <a:pt x="38195" y="83915"/>
                    <a:pt x="39719" y="83915"/>
                    <a:pt x="39719" y="85439"/>
                  </a:cubicBezTo>
                  <a:cubicBezTo>
                    <a:pt x="41243" y="85439"/>
                    <a:pt x="41243" y="86963"/>
                    <a:pt x="41243" y="88487"/>
                  </a:cubicBezTo>
                  <a:lnTo>
                    <a:pt x="41243" y="285369"/>
                  </a:lnTo>
                  <a:close/>
                  <a:moveTo>
                    <a:pt x="45815" y="21336"/>
                  </a:moveTo>
                  <a:cubicBezTo>
                    <a:pt x="45815" y="30480"/>
                    <a:pt x="44291" y="35052"/>
                    <a:pt x="41243" y="38100"/>
                  </a:cubicBezTo>
                  <a:cubicBezTo>
                    <a:pt x="38195" y="41148"/>
                    <a:pt x="32099" y="42672"/>
                    <a:pt x="22955" y="42672"/>
                  </a:cubicBezTo>
                  <a:cubicBezTo>
                    <a:pt x="13811" y="42672"/>
                    <a:pt x="9239" y="41148"/>
                    <a:pt x="6096" y="38100"/>
                  </a:cubicBezTo>
                  <a:cubicBezTo>
                    <a:pt x="3048" y="36576"/>
                    <a:pt x="0" y="30480"/>
                    <a:pt x="0" y="21336"/>
                  </a:cubicBezTo>
                  <a:cubicBezTo>
                    <a:pt x="0" y="13716"/>
                    <a:pt x="3048" y="7620"/>
                    <a:pt x="6096" y="4572"/>
                  </a:cubicBezTo>
                  <a:cubicBezTo>
                    <a:pt x="9239" y="1524"/>
                    <a:pt x="15335" y="0"/>
                    <a:pt x="22955" y="0"/>
                  </a:cubicBezTo>
                  <a:cubicBezTo>
                    <a:pt x="32099" y="0"/>
                    <a:pt x="38195" y="1524"/>
                    <a:pt x="41243" y="4572"/>
                  </a:cubicBezTo>
                  <a:cubicBezTo>
                    <a:pt x="44291" y="7620"/>
                    <a:pt x="45815" y="13716"/>
                    <a:pt x="45815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43" name="Path143"/>
            <p:cNvSpPr/>
            <p:nvPr/>
          </p:nvSpPr>
          <p:spPr>
            <a:xfrm>
              <a:off x="3719608" y="2672239"/>
              <a:ext cx="169354" cy="213645"/>
            </a:xfrm>
            <a:custGeom>
              <a:avLst/>
              <a:gdLst/>
              <a:ahLst/>
              <a:cxnLst/>
              <a:rect l="l" t="t" r="r" b="b"/>
              <a:pathLst>
                <a:path w="169354" h="213645">
                  <a:moveTo>
                    <a:pt x="169354" y="207550"/>
                  </a:moveTo>
                  <a:cubicBezTo>
                    <a:pt x="169354" y="209074"/>
                    <a:pt x="169354" y="209074"/>
                    <a:pt x="167830" y="210598"/>
                  </a:cubicBezTo>
                  <a:cubicBezTo>
                    <a:pt x="167830" y="210598"/>
                    <a:pt x="166307" y="212122"/>
                    <a:pt x="164783" y="212122"/>
                  </a:cubicBezTo>
                  <a:cubicBezTo>
                    <a:pt x="163258" y="213646"/>
                    <a:pt x="161639" y="213646"/>
                    <a:pt x="160115" y="213646"/>
                  </a:cubicBezTo>
                  <a:cubicBezTo>
                    <a:pt x="157067" y="213646"/>
                    <a:pt x="154019" y="213646"/>
                    <a:pt x="150971" y="213646"/>
                  </a:cubicBezTo>
                  <a:cubicBezTo>
                    <a:pt x="147923" y="213646"/>
                    <a:pt x="144875" y="213646"/>
                    <a:pt x="141827" y="213646"/>
                  </a:cubicBezTo>
                  <a:cubicBezTo>
                    <a:pt x="140303" y="213646"/>
                    <a:pt x="137255" y="213646"/>
                    <a:pt x="135731" y="212122"/>
                  </a:cubicBezTo>
                  <a:cubicBezTo>
                    <a:pt x="135731" y="212122"/>
                    <a:pt x="134207" y="210598"/>
                    <a:pt x="134207" y="210598"/>
                  </a:cubicBezTo>
                  <a:cubicBezTo>
                    <a:pt x="132683" y="209074"/>
                    <a:pt x="132683" y="209074"/>
                    <a:pt x="132683" y="207550"/>
                  </a:cubicBezTo>
                  <a:lnTo>
                    <a:pt x="132683" y="91535"/>
                  </a:lnTo>
                  <a:cubicBezTo>
                    <a:pt x="132683" y="80867"/>
                    <a:pt x="131159" y="71723"/>
                    <a:pt x="129635" y="64103"/>
                  </a:cubicBezTo>
                  <a:cubicBezTo>
                    <a:pt x="128111" y="58007"/>
                    <a:pt x="126587" y="51911"/>
                    <a:pt x="122015" y="47244"/>
                  </a:cubicBezTo>
                  <a:cubicBezTo>
                    <a:pt x="118967" y="42672"/>
                    <a:pt x="114395" y="38100"/>
                    <a:pt x="109823" y="35052"/>
                  </a:cubicBezTo>
                  <a:cubicBezTo>
                    <a:pt x="103727" y="33528"/>
                    <a:pt x="97631" y="32004"/>
                    <a:pt x="91535" y="32004"/>
                  </a:cubicBezTo>
                  <a:cubicBezTo>
                    <a:pt x="82391" y="32004"/>
                    <a:pt x="73152" y="35052"/>
                    <a:pt x="64008" y="41148"/>
                  </a:cubicBezTo>
                  <a:cubicBezTo>
                    <a:pt x="54864" y="47244"/>
                    <a:pt x="45720" y="56483"/>
                    <a:pt x="35052" y="70199"/>
                  </a:cubicBezTo>
                  <a:lnTo>
                    <a:pt x="35052" y="207550"/>
                  </a:lnTo>
                  <a:cubicBezTo>
                    <a:pt x="35052" y="209074"/>
                    <a:pt x="35052" y="209074"/>
                    <a:pt x="35052" y="210598"/>
                  </a:cubicBezTo>
                  <a:cubicBezTo>
                    <a:pt x="33528" y="210598"/>
                    <a:pt x="33528" y="212122"/>
                    <a:pt x="32004" y="212122"/>
                  </a:cubicBezTo>
                  <a:cubicBezTo>
                    <a:pt x="30480" y="213646"/>
                    <a:pt x="28956" y="213646"/>
                    <a:pt x="25908" y="213646"/>
                  </a:cubicBezTo>
                  <a:cubicBezTo>
                    <a:pt x="24384" y="213646"/>
                    <a:pt x="21336" y="213646"/>
                    <a:pt x="16764" y="213646"/>
                  </a:cubicBezTo>
                  <a:cubicBezTo>
                    <a:pt x="13716" y="213646"/>
                    <a:pt x="10668" y="213646"/>
                    <a:pt x="9144" y="213646"/>
                  </a:cubicBezTo>
                  <a:cubicBezTo>
                    <a:pt x="6096" y="213646"/>
                    <a:pt x="4572" y="213646"/>
                    <a:pt x="3048" y="212122"/>
                  </a:cubicBezTo>
                  <a:cubicBezTo>
                    <a:pt x="1524" y="212122"/>
                    <a:pt x="0" y="210598"/>
                    <a:pt x="0" y="210598"/>
                  </a:cubicBezTo>
                  <a:cubicBezTo>
                    <a:pt x="0" y="209074"/>
                    <a:pt x="0" y="209074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0" y="7620"/>
                  </a:cubicBezTo>
                  <a:cubicBezTo>
                    <a:pt x="0" y="6096"/>
                    <a:pt x="1524" y="6096"/>
                    <a:pt x="3048" y="4572"/>
                  </a:cubicBezTo>
                  <a:cubicBezTo>
                    <a:pt x="4572" y="4572"/>
                    <a:pt x="6096" y="4572"/>
                    <a:pt x="7620" y="3048"/>
                  </a:cubicBezTo>
                  <a:cubicBezTo>
                    <a:pt x="9144" y="3048"/>
                    <a:pt x="12192" y="3048"/>
                    <a:pt x="15240" y="3048"/>
                  </a:cubicBezTo>
                  <a:cubicBezTo>
                    <a:pt x="18288" y="3048"/>
                    <a:pt x="21336" y="3048"/>
                    <a:pt x="24384" y="3048"/>
                  </a:cubicBezTo>
                  <a:cubicBezTo>
                    <a:pt x="25908" y="4572"/>
                    <a:pt x="27432" y="4572"/>
                    <a:pt x="28956" y="4572"/>
                  </a:cubicBezTo>
                  <a:cubicBezTo>
                    <a:pt x="28956" y="6096"/>
                    <a:pt x="30480" y="6096"/>
                    <a:pt x="30480" y="7620"/>
                  </a:cubicBezTo>
                  <a:cubicBezTo>
                    <a:pt x="32004" y="7620"/>
                    <a:pt x="32004" y="9144"/>
                    <a:pt x="32004" y="10668"/>
                  </a:cubicBezTo>
                  <a:lnTo>
                    <a:pt x="32004" y="36576"/>
                  </a:lnTo>
                  <a:cubicBezTo>
                    <a:pt x="42672" y="24384"/>
                    <a:pt x="53340" y="15240"/>
                    <a:pt x="65532" y="9144"/>
                  </a:cubicBezTo>
                  <a:cubicBezTo>
                    <a:pt x="76295" y="3048"/>
                    <a:pt x="86963" y="0"/>
                    <a:pt x="99155" y="0"/>
                  </a:cubicBezTo>
                  <a:cubicBezTo>
                    <a:pt x="111347" y="0"/>
                    <a:pt x="122015" y="3048"/>
                    <a:pt x="131159" y="7620"/>
                  </a:cubicBezTo>
                  <a:cubicBezTo>
                    <a:pt x="140303" y="10668"/>
                    <a:pt x="147923" y="16764"/>
                    <a:pt x="154019" y="24384"/>
                  </a:cubicBezTo>
                  <a:cubicBezTo>
                    <a:pt x="158591" y="32004"/>
                    <a:pt x="163258" y="41148"/>
                    <a:pt x="164783" y="50387"/>
                  </a:cubicBezTo>
                  <a:cubicBezTo>
                    <a:pt x="167830" y="61055"/>
                    <a:pt x="169354" y="73247"/>
                    <a:pt x="169354" y="86963"/>
                  </a:cubicBezTo>
                  <a:lnTo>
                    <a:pt x="169354" y="2075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44" name="Path144"/>
            <p:cNvSpPr/>
            <p:nvPr/>
          </p:nvSpPr>
          <p:spPr>
            <a:xfrm>
              <a:off x="3942303" y="2580608"/>
              <a:ext cx="180022" cy="308324"/>
            </a:xfrm>
            <a:custGeom>
              <a:avLst/>
              <a:gdLst/>
              <a:ahLst/>
              <a:cxnLst/>
              <a:rect l="l" t="t" r="r" b="b"/>
              <a:pathLst>
                <a:path w="180022" h="308324">
                  <a:moveTo>
                    <a:pt x="180022" y="299180"/>
                  </a:moveTo>
                  <a:cubicBezTo>
                    <a:pt x="180022" y="300704"/>
                    <a:pt x="180022" y="300704"/>
                    <a:pt x="180022" y="302228"/>
                  </a:cubicBezTo>
                  <a:cubicBezTo>
                    <a:pt x="180022" y="302228"/>
                    <a:pt x="178498" y="303752"/>
                    <a:pt x="176974" y="303752"/>
                  </a:cubicBezTo>
                  <a:cubicBezTo>
                    <a:pt x="175451" y="305276"/>
                    <a:pt x="173926" y="305276"/>
                    <a:pt x="172402" y="305276"/>
                  </a:cubicBezTo>
                  <a:cubicBezTo>
                    <a:pt x="170878" y="305276"/>
                    <a:pt x="167830" y="305276"/>
                    <a:pt x="164782" y="305276"/>
                  </a:cubicBezTo>
                  <a:cubicBezTo>
                    <a:pt x="161734" y="305276"/>
                    <a:pt x="158686" y="305276"/>
                    <a:pt x="157163" y="305276"/>
                  </a:cubicBezTo>
                  <a:cubicBezTo>
                    <a:pt x="155638" y="305276"/>
                    <a:pt x="154114" y="305276"/>
                    <a:pt x="152590" y="303752"/>
                  </a:cubicBezTo>
                  <a:cubicBezTo>
                    <a:pt x="151066" y="303752"/>
                    <a:pt x="149542" y="302228"/>
                    <a:pt x="149542" y="302228"/>
                  </a:cubicBezTo>
                  <a:cubicBezTo>
                    <a:pt x="149542" y="300704"/>
                    <a:pt x="148018" y="300704"/>
                    <a:pt x="148018" y="299180"/>
                  </a:cubicBezTo>
                  <a:lnTo>
                    <a:pt x="148018" y="273177"/>
                  </a:lnTo>
                  <a:cubicBezTo>
                    <a:pt x="138874" y="283940"/>
                    <a:pt x="128207" y="293084"/>
                    <a:pt x="116014" y="299180"/>
                  </a:cubicBezTo>
                  <a:cubicBezTo>
                    <a:pt x="105251" y="305276"/>
                    <a:pt x="93059" y="308324"/>
                    <a:pt x="79343" y="308324"/>
                  </a:cubicBezTo>
                  <a:cubicBezTo>
                    <a:pt x="65627" y="308324"/>
                    <a:pt x="53435" y="305276"/>
                    <a:pt x="42767" y="300704"/>
                  </a:cubicBezTo>
                  <a:cubicBezTo>
                    <a:pt x="32099" y="294608"/>
                    <a:pt x="24384" y="286988"/>
                    <a:pt x="18288" y="277844"/>
                  </a:cubicBezTo>
                  <a:cubicBezTo>
                    <a:pt x="10668" y="267081"/>
                    <a:pt x="6096" y="256413"/>
                    <a:pt x="3048" y="244221"/>
                  </a:cubicBezTo>
                  <a:cubicBezTo>
                    <a:pt x="1524" y="230505"/>
                    <a:pt x="0" y="216789"/>
                    <a:pt x="0" y="202978"/>
                  </a:cubicBezTo>
                  <a:cubicBezTo>
                    <a:pt x="0" y="186214"/>
                    <a:pt x="1524" y="170974"/>
                    <a:pt x="4572" y="157258"/>
                  </a:cubicBezTo>
                  <a:cubicBezTo>
                    <a:pt x="9144" y="143542"/>
                    <a:pt x="13716" y="131254"/>
                    <a:pt x="21336" y="122110"/>
                  </a:cubicBezTo>
                  <a:cubicBezTo>
                    <a:pt x="29051" y="112966"/>
                    <a:pt x="36671" y="105346"/>
                    <a:pt x="47339" y="99251"/>
                  </a:cubicBezTo>
                  <a:cubicBezTo>
                    <a:pt x="58007" y="94679"/>
                    <a:pt x="70199" y="91630"/>
                    <a:pt x="83915" y="91630"/>
                  </a:cubicBezTo>
                  <a:cubicBezTo>
                    <a:pt x="96107" y="91630"/>
                    <a:pt x="106775" y="94679"/>
                    <a:pt x="116014" y="99251"/>
                  </a:cubicBezTo>
                  <a:cubicBezTo>
                    <a:pt x="125158" y="105346"/>
                    <a:pt x="134302" y="111442"/>
                    <a:pt x="144970" y="122110"/>
                  </a:cubicBezTo>
                  <a:lnTo>
                    <a:pt x="144970" y="7715"/>
                  </a:lnTo>
                  <a:cubicBezTo>
                    <a:pt x="144970" y="6191"/>
                    <a:pt x="144970" y="4667"/>
                    <a:pt x="144970" y="4667"/>
                  </a:cubicBezTo>
                  <a:cubicBezTo>
                    <a:pt x="144970" y="3143"/>
                    <a:pt x="146494" y="3143"/>
                    <a:pt x="148018" y="1524"/>
                  </a:cubicBezTo>
                  <a:cubicBezTo>
                    <a:pt x="149542" y="1524"/>
                    <a:pt x="151066" y="1524"/>
                    <a:pt x="154114" y="0"/>
                  </a:cubicBezTo>
                  <a:cubicBezTo>
                    <a:pt x="155638" y="0"/>
                    <a:pt x="158686" y="0"/>
                    <a:pt x="161734" y="0"/>
                  </a:cubicBezTo>
                  <a:cubicBezTo>
                    <a:pt x="166307" y="0"/>
                    <a:pt x="169354" y="0"/>
                    <a:pt x="170878" y="0"/>
                  </a:cubicBezTo>
                  <a:cubicBezTo>
                    <a:pt x="173926" y="1524"/>
                    <a:pt x="175451" y="1524"/>
                    <a:pt x="176974" y="1524"/>
                  </a:cubicBezTo>
                  <a:cubicBezTo>
                    <a:pt x="178498" y="3143"/>
                    <a:pt x="178498" y="3143"/>
                    <a:pt x="180022" y="4667"/>
                  </a:cubicBezTo>
                  <a:cubicBezTo>
                    <a:pt x="180022" y="4667"/>
                    <a:pt x="180022" y="6191"/>
                    <a:pt x="180022" y="7715"/>
                  </a:cubicBezTo>
                  <a:lnTo>
                    <a:pt x="180022" y="299180"/>
                  </a:lnTo>
                  <a:close/>
                  <a:moveTo>
                    <a:pt x="144970" y="160306"/>
                  </a:moveTo>
                  <a:cubicBezTo>
                    <a:pt x="134302" y="148114"/>
                    <a:pt x="125158" y="138874"/>
                    <a:pt x="116014" y="132779"/>
                  </a:cubicBezTo>
                  <a:cubicBezTo>
                    <a:pt x="106775" y="126682"/>
                    <a:pt x="97631" y="123635"/>
                    <a:pt x="86963" y="123635"/>
                  </a:cubicBezTo>
                  <a:cubicBezTo>
                    <a:pt x="77819" y="123635"/>
                    <a:pt x="70199" y="125158"/>
                    <a:pt x="64103" y="129730"/>
                  </a:cubicBezTo>
                  <a:cubicBezTo>
                    <a:pt x="58007" y="134302"/>
                    <a:pt x="51911" y="140494"/>
                    <a:pt x="48863" y="146590"/>
                  </a:cubicBezTo>
                  <a:cubicBezTo>
                    <a:pt x="44291" y="154210"/>
                    <a:pt x="41243" y="161830"/>
                    <a:pt x="39719" y="170974"/>
                  </a:cubicBezTo>
                  <a:cubicBezTo>
                    <a:pt x="38195" y="180118"/>
                    <a:pt x="36671" y="189262"/>
                    <a:pt x="36671" y="198406"/>
                  </a:cubicBezTo>
                  <a:cubicBezTo>
                    <a:pt x="36671" y="209169"/>
                    <a:pt x="38195" y="218313"/>
                    <a:pt x="39719" y="227457"/>
                  </a:cubicBezTo>
                  <a:cubicBezTo>
                    <a:pt x="41243" y="238125"/>
                    <a:pt x="42767" y="245745"/>
                    <a:pt x="47339" y="253365"/>
                  </a:cubicBezTo>
                  <a:cubicBezTo>
                    <a:pt x="50387" y="260985"/>
                    <a:pt x="56483" y="267081"/>
                    <a:pt x="62579" y="271653"/>
                  </a:cubicBezTo>
                  <a:cubicBezTo>
                    <a:pt x="68675" y="274701"/>
                    <a:pt x="76295" y="277844"/>
                    <a:pt x="85439" y="277844"/>
                  </a:cubicBezTo>
                  <a:cubicBezTo>
                    <a:pt x="90011" y="277844"/>
                    <a:pt x="94583" y="277844"/>
                    <a:pt x="99155" y="276225"/>
                  </a:cubicBezTo>
                  <a:cubicBezTo>
                    <a:pt x="103727" y="274701"/>
                    <a:pt x="108299" y="271653"/>
                    <a:pt x="112871" y="268605"/>
                  </a:cubicBezTo>
                  <a:cubicBezTo>
                    <a:pt x="117538" y="265557"/>
                    <a:pt x="123634" y="262509"/>
                    <a:pt x="128207" y="257937"/>
                  </a:cubicBezTo>
                  <a:cubicBezTo>
                    <a:pt x="132778" y="251841"/>
                    <a:pt x="138874" y="245745"/>
                    <a:pt x="144970" y="239649"/>
                  </a:cubicBezTo>
                  <a:lnTo>
                    <a:pt x="144970" y="16030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45" name="Path145"/>
            <p:cNvSpPr/>
            <p:nvPr/>
          </p:nvSpPr>
          <p:spPr>
            <a:xfrm>
              <a:off x="4174236" y="2672239"/>
              <a:ext cx="138779" cy="216694"/>
            </a:xfrm>
            <a:custGeom>
              <a:avLst/>
              <a:gdLst/>
              <a:ahLst/>
              <a:cxnLst/>
              <a:rect l="l" t="t" r="r" b="b"/>
              <a:pathLst>
                <a:path w="138779" h="216694">
                  <a:moveTo>
                    <a:pt x="138779" y="154115"/>
                  </a:moveTo>
                  <a:cubicBezTo>
                    <a:pt x="138779" y="163259"/>
                    <a:pt x="137255" y="172403"/>
                    <a:pt x="134207" y="180023"/>
                  </a:cubicBezTo>
                  <a:cubicBezTo>
                    <a:pt x="129635" y="189262"/>
                    <a:pt x="125063" y="195358"/>
                    <a:pt x="117443" y="199930"/>
                  </a:cubicBezTo>
                  <a:cubicBezTo>
                    <a:pt x="111347" y="206026"/>
                    <a:pt x="102203" y="210598"/>
                    <a:pt x="93059" y="212122"/>
                  </a:cubicBezTo>
                  <a:cubicBezTo>
                    <a:pt x="83915" y="215170"/>
                    <a:pt x="73247" y="216694"/>
                    <a:pt x="62579" y="216694"/>
                  </a:cubicBezTo>
                  <a:cubicBezTo>
                    <a:pt x="54864" y="216694"/>
                    <a:pt x="48768" y="216694"/>
                    <a:pt x="41148" y="215170"/>
                  </a:cubicBezTo>
                  <a:cubicBezTo>
                    <a:pt x="35052" y="213646"/>
                    <a:pt x="30480" y="213646"/>
                    <a:pt x="24384" y="210598"/>
                  </a:cubicBezTo>
                  <a:cubicBezTo>
                    <a:pt x="19812" y="209074"/>
                    <a:pt x="15240" y="207550"/>
                    <a:pt x="12192" y="206026"/>
                  </a:cubicBezTo>
                  <a:cubicBezTo>
                    <a:pt x="9144" y="204502"/>
                    <a:pt x="6096" y="202978"/>
                    <a:pt x="4572" y="201454"/>
                  </a:cubicBezTo>
                  <a:cubicBezTo>
                    <a:pt x="3048" y="199930"/>
                    <a:pt x="1524" y="196882"/>
                    <a:pt x="1524" y="195358"/>
                  </a:cubicBezTo>
                  <a:cubicBezTo>
                    <a:pt x="0" y="192310"/>
                    <a:pt x="0" y="189262"/>
                    <a:pt x="0" y="184595"/>
                  </a:cubicBezTo>
                  <a:cubicBezTo>
                    <a:pt x="0" y="181547"/>
                    <a:pt x="0" y="178499"/>
                    <a:pt x="0" y="176975"/>
                  </a:cubicBezTo>
                  <a:cubicBezTo>
                    <a:pt x="0" y="175451"/>
                    <a:pt x="1524" y="173927"/>
                    <a:pt x="1524" y="172403"/>
                  </a:cubicBezTo>
                  <a:cubicBezTo>
                    <a:pt x="1524" y="170879"/>
                    <a:pt x="1524" y="170879"/>
                    <a:pt x="3048" y="169355"/>
                  </a:cubicBezTo>
                  <a:cubicBezTo>
                    <a:pt x="4572" y="169355"/>
                    <a:pt x="4572" y="169355"/>
                    <a:pt x="6096" y="169355"/>
                  </a:cubicBezTo>
                  <a:cubicBezTo>
                    <a:pt x="7620" y="169355"/>
                    <a:pt x="9144" y="170879"/>
                    <a:pt x="12192" y="172403"/>
                  </a:cubicBezTo>
                  <a:cubicBezTo>
                    <a:pt x="15240" y="173927"/>
                    <a:pt x="19812" y="175451"/>
                    <a:pt x="24384" y="178499"/>
                  </a:cubicBezTo>
                  <a:cubicBezTo>
                    <a:pt x="28956" y="181547"/>
                    <a:pt x="35052" y="183071"/>
                    <a:pt x="41148" y="184595"/>
                  </a:cubicBezTo>
                  <a:cubicBezTo>
                    <a:pt x="47244" y="187738"/>
                    <a:pt x="54864" y="187738"/>
                    <a:pt x="62579" y="187738"/>
                  </a:cubicBezTo>
                  <a:cubicBezTo>
                    <a:pt x="68675" y="187738"/>
                    <a:pt x="74771" y="187738"/>
                    <a:pt x="79343" y="186214"/>
                  </a:cubicBezTo>
                  <a:cubicBezTo>
                    <a:pt x="83915" y="184595"/>
                    <a:pt x="88487" y="183071"/>
                    <a:pt x="91535" y="180023"/>
                  </a:cubicBezTo>
                  <a:cubicBezTo>
                    <a:pt x="96107" y="176975"/>
                    <a:pt x="99155" y="173927"/>
                    <a:pt x="100679" y="170879"/>
                  </a:cubicBezTo>
                  <a:cubicBezTo>
                    <a:pt x="102203" y="166307"/>
                    <a:pt x="103727" y="161735"/>
                    <a:pt x="103727" y="157163"/>
                  </a:cubicBezTo>
                  <a:cubicBezTo>
                    <a:pt x="103727" y="151067"/>
                    <a:pt x="102203" y="146495"/>
                    <a:pt x="99155" y="141923"/>
                  </a:cubicBezTo>
                  <a:cubicBezTo>
                    <a:pt x="96107" y="138875"/>
                    <a:pt x="93059" y="135827"/>
                    <a:pt x="88487" y="132779"/>
                  </a:cubicBezTo>
                  <a:cubicBezTo>
                    <a:pt x="83915" y="129731"/>
                    <a:pt x="77819" y="126683"/>
                    <a:pt x="71723" y="125159"/>
                  </a:cubicBezTo>
                  <a:cubicBezTo>
                    <a:pt x="65627" y="122111"/>
                    <a:pt x="61055" y="120587"/>
                    <a:pt x="53340" y="117539"/>
                  </a:cubicBezTo>
                  <a:cubicBezTo>
                    <a:pt x="47244" y="114395"/>
                    <a:pt x="41148" y="112871"/>
                    <a:pt x="36576" y="109823"/>
                  </a:cubicBezTo>
                  <a:cubicBezTo>
                    <a:pt x="30480" y="105251"/>
                    <a:pt x="24384" y="102203"/>
                    <a:pt x="19812" y="97631"/>
                  </a:cubicBezTo>
                  <a:cubicBezTo>
                    <a:pt x="15240" y="93059"/>
                    <a:pt x="12192" y="88487"/>
                    <a:pt x="9144" y="80867"/>
                  </a:cubicBezTo>
                  <a:cubicBezTo>
                    <a:pt x="6096" y="74771"/>
                    <a:pt x="4572" y="67151"/>
                    <a:pt x="4572" y="59531"/>
                  </a:cubicBezTo>
                  <a:cubicBezTo>
                    <a:pt x="4572" y="51911"/>
                    <a:pt x="6096" y="44196"/>
                    <a:pt x="9144" y="36576"/>
                  </a:cubicBezTo>
                  <a:cubicBezTo>
                    <a:pt x="12192" y="28956"/>
                    <a:pt x="16764" y="22860"/>
                    <a:pt x="22860" y="18288"/>
                  </a:cubicBezTo>
                  <a:cubicBezTo>
                    <a:pt x="28956" y="12192"/>
                    <a:pt x="36576" y="9144"/>
                    <a:pt x="44196" y="4572"/>
                  </a:cubicBezTo>
                  <a:cubicBezTo>
                    <a:pt x="53340" y="1524"/>
                    <a:pt x="64103" y="0"/>
                    <a:pt x="76295" y="0"/>
                  </a:cubicBezTo>
                  <a:cubicBezTo>
                    <a:pt x="80867" y="0"/>
                    <a:pt x="86963" y="1524"/>
                    <a:pt x="91535" y="1524"/>
                  </a:cubicBezTo>
                  <a:cubicBezTo>
                    <a:pt x="97631" y="3048"/>
                    <a:pt x="102203" y="3048"/>
                    <a:pt x="106775" y="4572"/>
                  </a:cubicBezTo>
                  <a:cubicBezTo>
                    <a:pt x="109823" y="6096"/>
                    <a:pt x="114395" y="7620"/>
                    <a:pt x="117443" y="9144"/>
                  </a:cubicBezTo>
                  <a:cubicBezTo>
                    <a:pt x="120491" y="10668"/>
                    <a:pt x="122015" y="12192"/>
                    <a:pt x="123539" y="13716"/>
                  </a:cubicBezTo>
                  <a:cubicBezTo>
                    <a:pt x="125063" y="13716"/>
                    <a:pt x="126587" y="15240"/>
                    <a:pt x="126587" y="16764"/>
                  </a:cubicBezTo>
                  <a:cubicBezTo>
                    <a:pt x="128111" y="16764"/>
                    <a:pt x="128111" y="18288"/>
                    <a:pt x="128111" y="19812"/>
                  </a:cubicBezTo>
                  <a:cubicBezTo>
                    <a:pt x="128111" y="19812"/>
                    <a:pt x="128111" y="21336"/>
                    <a:pt x="128111" y="22860"/>
                  </a:cubicBezTo>
                  <a:cubicBezTo>
                    <a:pt x="129635" y="24384"/>
                    <a:pt x="129635" y="27432"/>
                    <a:pt x="129635" y="28956"/>
                  </a:cubicBezTo>
                  <a:cubicBezTo>
                    <a:pt x="129635" y="32004"/>
                    <a:pt x="129635" y="33528"/>
                    <a:pt x="128111" y="35052"/>
                  </a:cubicBezTo>
                  <a:cubicBezTo>
                    <a:pt x="128111" y="38100"/>
                    <a:pt x="128111" y="39624"/>
                    <a:pt x="128111" y="39624"/>
                  </a:cubicBezTo>
                  <a:cubicBezTo>
                    <a:pt x="126587" y="41148"/>
                    <a:pt x="126587" y="42672"/>
                    <a:pt x="125063" y="42672"/>
                  </a:cubicBezTo>
                  <a:cubicBezTo>
                    <a:pt x="125063" y="42672"/>
                    <a:pt x="123539" y="44196"/>
                    <a:pt x="123539" y="44196"/>
                  </a:cubicBezTo>
                  <a:cubicBezTo>
                    <a:pt x="122015" y="44196"/>
                    <a:pt x="120491" y="42672"/>
                    <a:pt x="117443" y="41148"/>
                  </a:cubicBezTo>
                  <a:cubicBezTo>
                    <a:pt x="115919" y="39624"/>
                    <a:pt x="111347" y="38100"/>
                    <a:pt x="108299" y="36576"/>
                  </a:cubicBezTo>
                  <a:cubicBezTo>
                    <a:pt x="103727" y="33528"/>
                    <a:pt x="99155" y="32004"/>
                    <a:pt x="94583" y="30480"/>
                  </a:cubicBezTo>
                  <a:cubicBezTo>
                    <a:pt x="88487" y="28956"/>
                    <a:pt x="82391" y="28956"/>
                    <a:pt x="76295" y="28956"/>
                  </a:cubicBezTo>
                  <a:cubicBezTo>
                    <a:pt x="70199" y="28956"/>
                    <a:pt x="64103" y="28956"/>
                    <a:pt x="59531" y="30480"/>
                  </a:cubicBezTo>
                  <a:cubicBezTo>
                    <a:pt x="54864" y="32004"/>
                    <a:pt x="51816" y="33528"/>
                    <a:pt x="48768" y="36576"/>
                  </a:cubicBezTo>
                  <a:cubicBezTo>
                    <a:pt x="45720" y="39624"/>
                    <a:pt x="42672" y="42672"/>
                    <a:pt x="41148" y="45720"/>
                  </a:cubicBezTo>
                  <a:cubicBezTo>
                    <a:pt x="39624" y="48863"/>
                    <a:pt x="39624" y="53435"/>
                    <a:pt x="39624" y="56483"/>
                  </a:cubicBezTo>
                  <a:cubicBezTo>
                    <a:pt x="39624" y="62579"/>
                    <a:pt x="41148" y="67151"/>
                    <a:pt x="42672" y="71723"/>
                  </a:cubicBezTo>
                  <a:cubicBezTo>
                    <a:pt x="45720" y="74771"/>
                    <a:pt x="50292" y="77819"/>
                    <a:pt x="54864" y="80867"/>
                  </a:cubicBezTo>
                  <a:cubicBezTo>
                    <a:pt x="59531" y="83915"/>
                    <a:pt x="64103" y="86963"/>
                    <a:pt x="70199" y="90011"/>
                  </a:cubicBezTo>
                  <a:cubicBezTo>
                    <a:pt x="76295" y="91535"/>
                    <a:pt x="82391" y="94583"/>
                    <a:pt x="88487" y="96107"/>
                  </a:cubicBezTo>
                  <a:cubicBezTo>
                    <a:pt x="94583" y="99155"/>
                    <a:pt x="100679" y="102203"/>
                    <a:pt x="106775" y="105251"/>
                  </a:cubicBezTo>
                  <a:cubicBezTo>
                    <a:pt x="112871" y="108299"/>
                    <a:pt x="118967" y="111347"/>
                    <a:pt x="123539" y="115919"/>
                  </a:cubicBezTo>
                  <a:cubicBezTo>
                    <a:pt x="128111" y="120587"/>
                    <a:pt x="132683" y="125159"/>
                    <a:pt x="134207" y="131255"/>
                  </a:cubicBezTo>
                  <a:cubicBezTo>
                    <a:pt x="137255" y="137351"/>
                    <a:pt x="138779" y="144971"/>
                    <a:pt x="138779" y="15411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146" name="Group146"/>
          <p:cNvGrpSpPr/>
          <p:nvPr/>
        </p:nvGrpSpPr>
        <p:grpSpPr>
          <a:xfrm>
            <a:off x="4453414" y="2579085"/>
            <a:ext cx="356997" cy="309848"/>
            <a:chOff x="4453414" y="2579085"/>
            <a:chExt cx="356997" cy="309848"/>
          </a:xfrm>
        </p:grpSpPr>
        <p:sp>
          <p:nvSpPr>
            <p:cNvPr id="147" name="Path147"/>
            <p:cNvSpPr/>
            <p:nvPr/>
          </p:nvSpPr>
          <p:spPr>
            <a:xfrm>
              <a:off x="4453414" y="2672239"/>
              <a:ext cx="196787" cy="216694"/>
            </a:xfrm>
            <a:custGeom>
              <a:avLst/>
              <a:gdLst/>
              <a:ahLst/>
              <a:cxnLst/>
              <a:rect l="l" t="t" r="r" b="b"/>
              <a:pathLst>
                <a:path w="196787" h="216694">
                  <a:moveTo>
                    <a:pt x="196786" y="106775"/>
                  </a:moveTo>
                  <a:cubicBezTo>
                    <a:pt x="196786" y="122111"/>
                    <a:pt x="195263" y="137351"/>
                    <a:pt x="190690" y="151067"/>
                  </a:cubicBezTo>
                  <a:cubicBezTo>
                    <a:pt x="186118" y="164783"/>
                    <a:pt x="180022" y="175451"/>
                    <a:pt x="170878" y="186214"/>
                  </a:cubicBezTo>
                  <a:cubicBezTo>
                    <a:pt x="163258" y="195358"/>
                    <a:pt x="152590" y="202978"/>
                    <a:pt x="140398" y="209074"/>
                  </a:cubicBezTo>
                  <a:cubicBezTo>
                    <a:pt x="126587" y="213646"/>
                    <a:pt x="112871" y="216694"/>
                    <a:pt x="96107" y="216694"/>
                  </a:cubicBezTo>
                  <a:cubicBezTo>
                    <a:pt x="79343" y="216694"/>
                    <a:pt x="65627" y="215170"/>
                    <a:pt x="53435" y="209074"/>
                  </a:cubicBezTo>
                  <a:cubicBezTo>
                    <a:pt x="41243" y="204502"/>
                    <a:pt x="32004" y="198406"/>
                    <a:pt x="22860" y="189262"/>
                  </a:cubicBezTo>
                  <a:cubicBezTo>
                    <a:pt x="15240" y="180023"/>
                    <a:pt x="9144" y="167830"/>
                    <a:pt x="6096" y="155639"/>
                  </a:cubicBezTo>
                  <a:cubicBezTo>
                    <a:pt x="1524" y="141923"/>
                    <a:pt x="0" y="126683"/>
                    <a:pt x="0" y="109823"/>
                  </a:cubicBezTo>
                  <a:cubicBezTo>
                    <a:pt x="0" y="94583"/>
                    <a:pt x="1524" y="79343"/>
                    <a:pt x="6096" y="65627"/>
                  </a:cubicBezTo>
                  <a:cubicBezTo>
                    <a:pt x="10668" y="53435"/>
                    <a:pt x="16764" y="41148"/>
                    <a:pt x="24384" y="30480"/>
                  </a:cubicBezTo>
                  <a:cubicBezTo>
                    <a:pt x="33528" y="21336"/>
                    <a:pt x="42767" y="13716"/>
                    <a:pt x="56483" y="9144"/>
                  </a:cubicBezTo>
                  <a:cubicBezTo>
                    <a:pt x="68675" y="3048"/>
                    <a:pt x="83915" y="0"/>
                    <a:pt x="100679" y="0"/>
                  </a:cubicBezTo>
                  <a:cubicBezTo>
                    <a:pt x="115919" y="0"/>
                    <a:pt x="129730" y="3048"/>
                    <a:pt x="141922" y="7620"/>
                  </a:cubicBezTo>
                  <a:cubicBezTo>
                    <a:pt x="154115" y="12192"/>
                    <a:pt x="164783" y="19812"/>
                    <a:pt x="172402" y="28956"/>
                  </a:cubicBezTo>
                  <a:cubicBezTo>
                    <a:pt x="180022" y="38100"/>
                    <a:pt x="186118" y="48863"/>
                    <a:pt x="190690" y="62579"/>
                  </a:cubicBezTo>
                  <a:cubicBezTo>
                    <a:pt x="195263" y="74771"/>
                    <a:pt x="196786" y="90011"/>
                    <a:pt x="196786" y="106775"/>
                  </a:cubicBezTo>
                  <a:close/>
                  <a:moveTo>
                    <a:pt x="158686" y="108299"/>
                  </a:moveTo>
                  <a:cubicBezTo>
                    <a:pt x="158686" y="97631"/>
                    <a:pt x="157163" y="88487"/>
                    <a:pt x="155639" y="79343"/>
                  </a:cubicBezTo>
                  <a:cubicBezTo>
                    <a:pt x="154115" y="68675"/>
                    <a:pt x="151066" y="61055"/>
                    <a:pt x="146495" y="53435"/>
                  </a:cubicBezTo>
                  <a:cubicBezTo>
                    <a:pt x="141922" y="47244"/>
                    <a:pt x="135827" y="41148"/>
                    <a:pt x="128207" y="36576"/>
                  </a:cubicBezTo>
                  <a:cubicBezTo>
                    <a:pt x="120491" y="32004"/>
                    <a:pt x="109823" y="30480"/>
                    <a:pt x="99155" y="30480"/>
                  </a:cubicBezTo>
                  <a:cubicBezTo>
                    <a:pt x="88487" y="30480"/>
                    <a:pt x="79343" y="32004"/>
                    <a:pt x="71723" y="36576"/>
                  </a:cubicBezTo>
                  <a:cubicBezTo>
                    <a:pt x="64103" y="39624"/>
                    <a:pt x="56483" y="45720"/>
                    <a:pt x="51911" y="51911"/>
                  </a:cubicBezTo>
                  <a:cubicBezTo>
                    <a:pt x="47339" y="59531"/>
                    <a:pt x="42767" y="67151"/>
                    <a:pt x="41243" y="76295"/>
                  </a:cubicBezTo>
                  <a:cubicBezTo>
                    <a:pt x="38100" y="86963"/>
                    <a:pt x="38100" y="96107"/>
                    <a:pt x="38100" y="108299"/>
                  </a:cubicBezTo>
                  <a:cubicBezTo>
                    <a:pt x="38100" y="119063"/>
                    <a:pt x="38100" y="129730"/>
                    <a:pt x="39624" y="138874"/>
                  </a:cubicBezTo>
                  <a:cubicBezTo>
                    <a:pt x="42767" y="148018"/>
                    <a:pt x="45815" y="155639"/>
                    <a:pt x="50387" y="163258"/>
                  </a:cubicBezTo>
                  <a:cubicBezTo>
                    <a:pt x="54959" y="170879"/>
                    <a:pt x="61055" y="175451"/>
                    <a:pt x="68675" y="180023"/>
                  </a:cubicBezTo>
                  <a:cubicBezTo>
                    <a:pt x="76295" y="184595"/>
                    <a:pt x="85439" y="186214"/>
                    <a:pt x="97631" y="186214"/>
                  </a:cubicBezTo>
                  <a:cubicBezTo>
                    <a:pt x="108299" y="186214"/>
                    <a:pt x="117443" y="184595"/>
                    <a:pt x="125063" y="181546"/>
                  </a:cubicBezTo>
                  <a:cubicBezTo>
                    <a:pt x="132778" y="176974"/>
                    <a:pt x="138874" y="172402"/>
                    <a:pt x="143446" y="164783"/>
                  </a:cubicBezTo>
                  <a:cubicBezTo>
                    <a:pt x="149542" y="158686"/>
                    <a:pt x="152590" y="149542"/>
                    <a:pt x="155639" y="140399"/>
                  </a:cubicBezTo>
                  <a:cubicBezTo>
                    <a:pt x="157163" y="131255"/>
                    <a:pt x="158686" y="120586"/>
                    <a:pt x="158686" y="10829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148" name="Path148"/>
            <p:cNvSpPr/>
            <p:nvPr/>
          </p:nvSpPr>
          <p:spPr>
            <a:xfrm>
              <a:off x="4677727" y="2579085"/>
              <a:ext cx="132684" cy="306800"/>
            </a:xfrm>
            <a:custGeom>
              <a:avLst/>
              <a:gdLst/>
              <a:ahLst/>
              <a:cxnLst/>
              <a:rect l="l" t="t" r="r" b="b"/>
              <a:pathLst>
                <a:path w="132684" h="306800">
                  <a:moveTo>
                    <a:pt x="132683" y="22955"/>
                  </a:moveTo>
                  <a:cubicBezTo>
                    <a:pt x="132683" y="24479"/>
                    <a:pt x="132683" y="27527"/>
                    <a:pt x="132683" y="29051"/>
                  </a:cubicBezTo>
                  <a:cubicBezTo>
                    <a:pt x="132683" y="30575"/>
                    <a:pt x="132683" y="32099"/>
                    <a:pt x="131159" y="33623"/>
                  </a:cubicBezTo>
                  <a:cubicBezTo>
                    <a:pt x="131159" y="33623"/>
                    <a:pt x="131159" y="35147"/>
                    <a:pt x="131159" y="35147"/>
                  </a:cubicBezTo>
                  <a:cubicBezTo>
                    <a:pt x="129636" y="35147"/>
                    <a:pt x="129636" y="35147"/>
                    <a:pt x="128112" y="35147"/>
                  </a:cubicBezTo>
                  <a:cubicBezTo>
                    <a:pt x="126587" y="35147"/>
                    <a:pt x="126587" y="35147"/>
                    <a:pt x="125063" y="35147"/>
                  </a:cubicBezTo>
                  <a:cubicBezTo>
                    <a:pt x="123539" y="33623"/>
                    <a:pt x="120491" y="33623"/>
                    <a:pt x="118968" y="32099"/>
                  </a:cubicBezTo>
                  <a:cubicBezTo>
                    <a:pt x="117443" y="32099"/>
                    <a:pt x="114395" y="30575"/>
                    <a:pt x="111347" y="30575"/>
                  </a:cubicBezTo>
                  <a:cubicBezTo>
                    <a:pt x="108299" y="29051"/>
                    <a:pt x="105251" y="29051"/>
                    <a:pt x="100680" y="29051"/>
                  </a:cubicBezTo>
                  <a:cubicBezTo>
                    <a:pt x="96107" y="29051"/>
                    <a:pt x="90012" y="30575"/>
                    <a:pt x="86963" y="32099"/>
                  </a:cubicBezTo>
                  <a:cubicBezTo>
                    <a:pt x="83915" y="33623"/>
                    <a:pt x="80868" y="36671"/>
                    <a:pt x="77819" y="39719"/>
                  </a:cubicBezTo>
                  <a:cubicBezTo>
                    <a:pt x="74676" y="44291"/>
                    <a:pt x="73152" y="48863"/>
                    <a:pt x="73152" y="54959"/>
                  </a:cubicBezTo>
                  <a:cubicBezTo>
                    <a:pt x="71628" y="61055"/>
                    <a:pt x="71628" y="67151"/>
                    <a:pt x="71628" y="76390"/>
                  </a:cubicBezTo>
                  <a:lnTo>
                    <a:pt x="71628" y="97726"/>
                  </a:lnTo>
                  <a:lnTo>
                    <a:pt x="114395" y="97726"/>
                  </a:lnTo>
                  <a:cubicBezTo>
                    <a:pt x="115919" y="97726"/>
                    <a:pt x="117443" y="97726"/>
                    <a:pt x="117443" y="97726"/>
                  </a:cubicBezTo>
                  <a:cubicBezTo>
                    <a:pt x="118968" y="99251"/>
                    <a:pt x="118968" y="99251"/>
                    <a:pt x="120491" y="100774"/>
                  </a:cubicBezTo>
                  <a:cubicBezTo>
                    <a:pt x="120491" y="102298"/>
                    <a:pt x="122015" y="103822"/>
                    <a:pt x="122015" y="105346"/>
                  </a:cubicBezTo>
                  <a:cubicBezTo>
                    <a:pt x="122015" y="108394"/>
                    <a:pt x="122015" y="109918"/>
                    <a:pt x="122015" y="112966"/>
                  </a:cubicBezTo>
                  <a:cubicBezTo>
                    <a:pt x="122015" y="117538"/>
                    <a:pt x="122015" y="122110"/>
                    <a:pt x="120491" y="123635"/>
                  </a:cubicBezTo>
                  <a:cubicBezTo>
                    <a:pt x="118968" y="126682"/>
                    <a:pt x="117443" y="128207"/>
                    <a:pt x="114395" y="128207"/>
                  </a:cubicBezTo>
                  <a:lnTo>
                    <a:pt x="71628" y="128207"/>
                  </a:lnTo>
                  <a:lnTo>
                    <a:pt x="71628" y="300704"/>
                  </a:lnTo>
                  <a:cubicBezTo>
                    <a:pt x="71628" y="302228"/>
                    <a:pt x="71628" y="302228"/>
                    <a:pt x="70104" y="303752"/>
                  </a:cubicBezTo>
                  <a:cubicBezTo>
                    <a:pt x="70104" y="303752"/>
                    <a:pt x="68580" y="305276"/>
                    <a:pt x="67056" y="305276"/>
                  </a:cubicBezTo>
                  <a:cubicBezTo>
                    <a:pt x="65532" y="306800"/>
                    <a:pt x="64008" y="306800"/>
                    <a:pt x="60960" y="306800"/>
                  </a:cubicBezTo>
                  <a:cubicBezTo>
                    <a:pt x="59436" y="306800"/>
                    <a:pt x="56388" y="306800"/>
                    <a:pt x="53340" y="306800"/>
                  </a:cubicBezTo>
                  <a:cubicBezTo>
                    <a:pt x="48768" y="306800"/>
                    <a:pt x="47244" y="306800"/>
                    <a:pt x="44196" y="306800"/>
                  </a:cubicBezTo>
                  <a:cubicBezTo>
                    <a:pt x="41148" y="306800"/>
                    <a:pt x="39624" y="306800"/>
                    <a:pt x="38100" y="305276"/>
                  </a:cubicBezTo>
                  <a:cubicBezTo>
                    <a:pt x="36576" y="305276"/>
                    <a:pt x="36576" y="303752"/>
                    <a:pt x="35052" y="303752"/>
                  </a:cubicBezTo>
                  <a:cubicBezTo>
                    <a:pt x="35052" y="302228"/>
                    <a:pt x="35052" y="302228"/>
                    <a:pt x="35052" y="300704"/>
                  </a:cubicBezTo>
                  <a:lnTo>
                    <a:pt x="35052" y="128207"/>
                  </a:lnTo>
                  <a:lnTo>
                    <a:pt x="7620" y="128207"/>
                  </a:lnTo>
                  <a:cubicBezTo>
                    <a:pt x="4572" y="128207"/>
                    <a:pt x="3048" y="126682"/>
                    <a:pt x="1524" y="123635"/>
                  </a:cubicBezTo>
                  <a:cubicBezTo>
                    <a:pt x="0" y="122110"/>
                    <a:pt x="0" y="117538"/>
                    <a:pt x="0" y="112966"/>
                  </a:cubicBezTo>
                  <a:cubicBezTo>
                    <a:pt x="0" y="109918"/>
                    <a:pt x="0" y="108394"/>
                    <a:pt x="0" y="105346"/>
                  </a:cubicBezTo>
                  <a:cubicBezTo>
                    <a:pt x="0" y="103822"/>
                    <a:pt x="1524" y="102298"/>
                    <a:pt x="1524" y="100774"/>
                  </a:cubicBezTo>
                  <a:cubicBezTo>
                    <a:pt x="3048" y="99251"/>
                    <a:pt x="3048" y="99251"/>
                    <a:pt x="4572" y="97726"/>
                  </a:cubicBezTo>
                  <a:cubicBezTo>
                    <a:pt x="4572" y="97726"/>
                    <a:pt x="6096" y="97726"/>
                    <a:pt x="7620" y="97726"/>
                  </a:cubicBezTo>
                  <a:lnTo>
                    <a:pt x="35052" y="97726"/>
                  </a:lnTo>
                  <a:lnTo>
                    <a:pt x="35052" y="77914"/>
                  </a:lnTo>
                  <a:cubicBezTo>
                    <a:pt x="35052" y="64103"/>
                    <a:pt x="36576" y="51911"/>
                    <a:pt x="38100" y="41243"/>
                  </a:cubicBezTo>
                  <a:cubicBezTo>
                    <a:pt x="41148" y="32099"/>
                    <a:pt x="45720" y="24479"/>
                    <a:pt x="50292" y="18383"/>
                  </a:cubicBezTo>
                  <a:cubicBezTo>
                    <a:pt x="54864" y="12287"/>
                    <a:pt x="62484" y="6191"/>
                    <a:pt x="70104" y="3048"/>
                  </a:cubicBezTo>
                  <a:cubicBezTo>
                    <a:pt x="77819" y="1524"/>
                    <a:pt x="86963" y="0"/>
                    <a:pt x="97631" y="0"/>
                  </a:cubicBezTo>
                  <a:cubicBezTo>
                    <a:pt x="103727" y="0"/>
                    <a:pt x="108299" y="0"/>
                    <a:pt x="112871" y="0"/>
                  </a:cubicBezTo>
                  <a:cubicBezTo>
                    <a:pt x="117443" y="1524"/>
                    <a:pt x="122015" y="3048"/>
                    <a:pt x="125063" y="3048"/>
                  </a:cubicBezTo>
                  <a:cubicBezTo>
                    <a:pt x="126587" y="4667"/>
                    <a:pt x="128112" y="6191"/>
                    <a:pt x="129636" y="6191"/>
                  </a:cubicBezTo>
                  <a:cubicBezTo>
                    <a:pt x="131159" y="7715"/>
                    <a:pt x="131159" y="9239"/>
                    <a:pt x="131159" y="10763"/>
                  </a:cubicBezTo>
                  <a:cubicBezTo>
                    <a:pt x="132683" y="12287"/>
                    <a:pt x="132683" y="13811"/>
                    <a:pt x="132683" y="15335"/>
                  </a:cubicBezTo>
                  <a:cubicBezTo>
                    <a:pt x="132683" y="16859"/>
                    <a:pt x="132683" y="19907"/>
                    <a:pt x="132683" y="2295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pic>
        <p:nvPicPr>
          <p:cNvPr id="149" name="Image1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1666" y="2580608"/>
            <a:ext cx="2039779" cy="3846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Image2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0058400" cy="7554468"/>
          </a:xfrm>
          <a:prstGeom prst="rect">
            <a:avLst/>
          </a:prstGeom>
          <a:noFill/>
        </p:spPr>
      </p:pic>
      <p:pic>
        <p:nvPicPr>
          <p:cNvPr id="233" name="Image2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2" y="393192"/>
            <a:ext cx="9160764" cy="1513332"/>
          </a:xfrm>
          <a:prstGeom prst="rect">
            <a:avLst/>
          </a:prstGeom>
          <a:noFill/>
        </p:spPr>
      </p:pic>
      <p:sp>
        <p:nvSpPr>
          <p:cNvPr id="234" name="Path234"/>
          <p:cNvSpPr/>
          <p:nvPr/>
        </p:nvSpPr>
        <p:spPr>
          <a:xfrm>
            <a:off x="628555" y="2081594"/>
            <a:ext cx="109823" cy="109918"/>
          </a:xfrm>
          <a:custGeom>
            <a:avLst/>
            <a:gdLst/>
            <a:ahLst/>
            <a:cxnLst/>
            <a:rect l="l" t="t" r="r" b="b"/>
            <a:pathLst>
              <a:path w="109823" h="109918">
                <a:moveTo>
                  <a:pt x="0" y="54959"/>
                </a:moveTo>
                <a:cubicBezTo>
                  <a:pt x="0" y="39719"/>
                  <a:pt x="4572" y="26003"/>
                  <a:pt x="15240" y="15240"/>
                </a:cubicBezTo>
                <a:cubicBezTo>
                  <a:pt x="26003" y="4572"/>
                  <a:pt x="39719" y="0"/>
                  <a:pt x="54959" y="0"/>
                </a:cubicBezTo>
                <a:cubicBezTo>
                  <a:pt x="70199" y="0"/>
                  <a:pt x="82391" y="4572"/>
                  <a:pt x="94583" y="15240"/>
                </a:cubicBezTo>
                <a:cubicBezTo>
                  <a:pt x="105251" y="26003"/>
                  <a:pt x="109823" y="39719"/>
                  <a:pt x="109823" y="54959"/>
                </a:cubicBezTo>
                <a:cubicBezTo>
                  <a:pt x="109823" y="70199"/>
                  <a:pt x="105251" y="83915"/>
                  <a:pt x="94583" y="94679"/>
                </a:cubicBezTo>
                <a:cubicBezTo>
                  <a:pt x="83915" y="105347"/>
                  <a:pt x="70199" y="109919"/>
                  <a:pt x="54959" y="109919"/>
                </a:cubicBezTo>
                <a:cubicBezTo>
                  <a:pt x="39719" y="109919"/>
                  <a:pt x="26003" y="105347"/>
                  <a:pt x="15240" y="94679"/>
                </a:cubicBezTo>
                <a:cubicBezTo>
                  <a:pt x="4572" y="83915"/>
                  <a:pt x="0" y="70199"/>
                  <a:pt x="0" y="5495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235" name="Group235"/>
          <p:cNvGrpSpPr/>
          <p:nvPr/>
        </p:nvGrpSpPr>
        <p:grpSpPr>
          <a:xfrm>
            <a:off x="997744" y="2003774"/>
            <a:ext cx="617982" cy="294513"/>
            <a:chOff x="997744" y="2003774"/>
            <a:chExt cx="617982" cy="294513"/>
          </a:xfrm>
        </p:grpSpPr>
        <p:sp>
          <p:nvSpPr>
            <p:cNvPr id="236" name="Path236"/>
            <p:cNvSpPr/>
            <p:nvPr/>
          </p:nvSpPr>
          <p:spPr>
            <a:xfrm>
              <a:off x="997744" y="2006822"/>
              <a:ext cx="173926" cy="291465"/>
            </a:xfrm>
            <a:custGeom>
              <a:avLst/>
              <a:gdLst/>
              <a:ahLst/>
              <a:cxnLst/>
              <a:rect l="l" t="t" r="r" b="b"/>
              <a:pathLst>
                <a:path w="173926" h="291465">
                  <a:moveTo>
                    <a:pt x="173927" y="207550"/>
                  </a:moveTo>
                  <a:cubicBezTo>
                    <a:pt x="173927" y="221266"/>
                    <a:pt x="170879" y="232029"/>
                    <a:pt x="166307" y="242697"/>
                  </a:cubicBezTo>
                  <a:cubicBezTo>
                    <a:pt x="161735" y="253365"/>
                    <a:pt x="154115" y="262509"/>
                    <a:pt x="146495" y="268605"/>
                  </a:cubicBezTo>
                  <a:cubicBezTo>
                    <a:pt x="137351" y="276225"/>
                    <a:pt x="126682" y="282321"/>
                    <a:pt x="116015" y="285369"/>
                  </a:cubicBezTo>
                  <a:cubicBezTo>
                    <a:pt x="103823" y="288417"/>
                    <a:pt x="91535" y="291465"/>
                    <a:pt x="77819" y="291465"/>
                  </a:cubicBezTo>
                  <a:cubicBezTo>
                    <a:pt x="68675" y="291465"/>
                    <a:pt x="59531" y="289941"/>
                    <a:pt x="50387" y="288417"/>
                  </a:cubicBezTo>
                  <a:cubicBezTo>
                    <a:pt x="42767" y="286893"/>
                    <a:pt x="35147" y="285369"/>
                    <a:pt x="29051" y="282321"/>
                  </a:cubicBezTo>
                  <a:cubicBezTo>
                    <a:pt x="22955" y="280797"/>
                    <a:pt x="18383" y="277749"/>
                    <a:pt x="13811" y="276225"/>
                  </a:cubicBezTo>
                  <a:cubicBezTo>
                    <a:pt x="9239" y="273177"/>
                    <a:pt x="6191" y="271653"/>
                    <a:pt x="4572" y="268605"/>
                  </a:cubicBezTo>
                  <a:cubicBezTo>
                    <a:pt x="3048" y="267081"/>
                    <a:pt x="1524" y="265557"/>
                    <a:pt x="0" y="262509"/>
                  </a:cubicBezTo>
                  <a:cubicBezTo>
                    <a:pt x="0" y="259461"/>
                    <a:pt x="0" y="256413"/>
                    <a:pt x="0" y="251841"/>
                  </a:cubicBezTo>
                  <a:cubicBezTo>
                    <a:pt x="0" y="248793"/>
                    <a:pt x="0" y="245745"/>
                    <a:pt x="0" y="244221"/>
                  </a:cubicBezTo>
                  <a:cubicBezTo>
                    <a:pt x="0" y="241173"/>
                    <a:pt x="0" y="239649"/>
                    <a:pt x="1524" y="238125"/>
                  </a:cubicBezTo>
                  <a:cubicBezTo>
                    <a:pt x="1524" y="236601"/>
                    <a:pt x="3048" y="236601"/>
                    <a:pt x="3048" y="235077"/>
                  </a:cubicBezTo>
                  <a:cubicBezTo>
                    <a:pt x="4572" y="235077"/>
                    <a:pt x="4572" y="235077"/>
                    <a:pt x="6191" y="235077"/>
                  </a:cubicBezTo>
                  <a:cubicBezTo>
                    <a:pt x="9239" y="235077"/>
                    <a:pt x="10763" y="236601"/>
                    <a:pt x="15335" y="238125"/>
                  </a:cubicBezTo>
                  <a:cubicBezTo>
                    <a:pt x="18383" y="241173"/>
                    <a:pt x="22955" y="244221"/>
                    <a:pt x="29051" y="247269"/>
                  </a:cubicBezTo>
                  <a:cubicBezTo>
                    <a:pt x="35147" y="250317"/>
                    <a:pt x="42767" y="251841"/>
                    <a:pt x="50387" y="254889"/>
                  </a:cubicBezTo>
                  <a:cubicBezTo>
                    <a:pt x="59531" y="257937"/>
                    <a:pt x="68675" y="259461"/>
                    <a:pt x="79343" y="259461"/>
                  </a:cubicBezTo>
                  <a:cubicBezTo>
                    <a:pt x="86963" y="259461"/>
                    <a:pt x="94679" y="257937"/>
                    <a:pt x="102299" y="254889"/>
                  </a:cubicBezTo>
                  <a:cubicBezTo>
                    <a:pt x="108395" y="253365"/>
                    <a:pt x="114490" y="250317"/>
                    <a:pt x="119063" y="245745"/>
                  </a:cubicBezTo>
                  <a:cubicBezTo>
                    <a:pt x="123635" y="242697"/>
                    <a:pt x="128207" y="238125"/>
                    <a:pt x="129730" y="232029"/>
                  </a:cubicBezTo>
                  <a:cubicBezTo>
                    <a:pt x="132779" y="225838"/>
                    <a:pt x="134302" y="219742"/>
                    <a:pt x="134302" y="212122"/>
                  </a:cubicBezTo>
                  <a:cubicBezTo>
                    <a:pt x="134302" y="202978"/>
                    <a:pt x="132779" y="196882"/>
                    <a:pt x="128207" y="190786"/>
                  </a:cubicBezTo>
                  <a:cubicBezTo>
                    <a:pt x="125159" y="184690"/>
                    <a:pt x="120587" y="180118"/>
                    <a:pt x="114490" y="175546"/>
                  </a:cubicBezTo>
                  <a:cubicBezTo>
                    <a:pt x="108395" y="172498"/>
                    <a:pt x="102299" y="167926"/>
                    <a:pt x="94679" y="164878"/>
                  </a:cubicBezTo>
                  <a:cubicBezTo>
                    <a:pt x="86963" y="160211"/>
                    <a:pt x="77819" y="157163"/>
                    <a:pt x="70199" y="152591"/>
                  </a:cubicBezTo>
                  <a:cubicBezTo>
                    <a:pt x="62579" y="149542"/>
                    <a:pt x="54959" y="144970"/>
                    <a:pt x="47339" y="140398"/>
                  </a:cubicBezTo>
                  <a:cubicBezTo>
                    <a:pt x="39719" y="135826"/>
                    <a:pt x="32099" y="131254"/>
                    <a:pt x="26003" y="125158"/>
                  </a:cubicBezTo>
                  <a:cubicBezTo>
                    <a:pt x="21431" y="119063"/>
                    <a:pt x="15335" y="111442"/>
                    <a:pt x="12287" y="103823"/>
                  </a:cubicBezTo>
                  <a:cubicBezTo>
                    <a:pt x="7715" y="94679"/>
                    <a:pt x="6191" y="85439"/>
                    <a:pt x="6191" y="73247"/>
                  </a:cubicBezTo>
                  <a:cubicBezTo>
                    <a:pt x="6191" y="62579"/>
                    <a:pt x="9239" y="51911"/>
                    <a:pt x="13811" y="42767"/>
                  </a:cubicBezTo>
                  <a:cubicBezTo>
                    <a:pt x="16859" y="33623"/>
                    <a:pt x="22955" y="24384"/>
                    <a:pt x="30575" y="18288"/>
                  </a:cubicBezTo>
                  <a:cubicBezTo>
                    <a:pt x="38195" y="12192"/>
                    <a:pt x="47339" y="7620"/>
                    <a:pt x="58007" y="4572"/>
                  </a:cubicBezTo>
                  <a:cubicBezTo>
                    <a:pt x="68675" y="1524"/>
                    <a:pt x="80867" y="0"/>
                    <a:pt x="93154" y="0"/>
                  </a:cubicBezTo>
                  <a:cubicBezTo>
                    <a:pt x="99251" y="0"/>
                    <a:pt x="105346" y="0"/>
                    <a:pt x="111443" y="1524"/>
                  </a:cubicBezTo>
                  <a:cubicBezTo>
                    <a:pt x="117538" y="1524"/>
                    <a:pt x="123635" y="3048"/>
                    <a:pt x="129730" y="6096"/>
                  </a:cubicBezTo>
                  <a:cubicBezTo>
                    <a:pt x="134302" y="7620"/>
                    <a:pt x="140399" y="9144"/>
                    <a:pt x="144971" y="12192"/>
                  </a:cubicBezTo>
                  <a:cubicBezTo>
                    <a:pt x="148018" y="13716"/>
                    <a:pt x="151066" y="15240"/>
                    <a:pt x="152591" y="16764"/>
                  </a:cubicBezTo>
                  <a:cubicBezTo>
                    <a:pt x="154115" y="18288"/>
                    <a:pt x="155638" y="19812"/>
                    <a:pt x="155638" y="19812"/>
                  </a:cubicBezTo>
                  <a:cubicBezTo>
                    <a:pt x="155638" y="21336"/>
                    <a:pt x="157163" y="22860"/>
                    <a:pt x="157163" y="22860"/>
                  </a:cubicBezTo>
                  <a:cubicBezTo>
                    <a:pt x="157163" y="24384"/>
                    <a:pt x="157163" y="26003"/>
                    <a:pt x="157163" y="27527"/>
                  </a:cubicBezTo>
                  <a:cubicBezTo>
                    <a:pt x="157163" y="29051"/>
                    <a:pt x="157163" y="32099"/>
                    <a:pt x="157163" y="35147"/>
                  </a:cubicBezTo>
                  <a:cubicBezTo>
                    <a:pt x="157163" y="36671"/>
                    <a:pt x="157163" y="39719"/>
                    <a:pt x="157163" y="41243"/>
                  </a:cubicBezTo>
                  <a:cubicBezTo>
                    <a:pt x="157163" y="44291"/>
                    <a:pt x="157163" y="45815"/>
                    <a:pt x="157163" y="47339"/>
                  </a:cubicBezTo>
                  <a:cubicBezTo>
                    <a:pt x="155638" y="48863"/>
                    <a:pt x="155638" y="48863"/>
                    <a:pt x="154115" y="50387"/>
                  </a:cubicBezTo>
                  <a:cubicBezTo>
                    <a:pt x="154115" y="50387"/>
                    <a:pt x="152591" y="50387"/>
                    <a:pt x="151066" y="50387"/>
                  </a:cubicBezTo>
                  <a:cubicBezTo>
                    <a:pt x="149543" y="50387"/>
                    <a:pt x="148018" y="50387"/>
                    <a:pt x="144971" y="47339"/>
                  </a:cubicBezTo>
                  <a:cubicBezTo>
                    <a:pt x="140399" y="45815"/>
                    <a:pt x="137351" y="44291"/>
                    <a:pt x="131254" y="41243"/>
                  </a:cubicBezTo>
                  <a:cubicBezTo>
                    <a:pt x="126682" y="38195"/>
                    <a:pt x="120587" y="36671"/>
                    <a:pt x="114490" y="33623"/>
                  </a:cubicBezTo>
                  <a:cubicBezTo>
                    <a:pt x="106871" y="32099"/>
                    <a:pt x="99251" y="30575"/>
                    <a:pt x="91535" y="30575"/>
                  </a:cubicBezTo>
                  <a:cubicBezTo>
                    <a:pt x="83915" y="30575"/>
                    <a:pt x="76295" y="32099"/>
                    <a:pt x="70199" y="33623"/>
                  </a:cubicBezTo>
                  <a:cubicBezTo>
                    <a:pt x="64103" y="36671"/>
                    <a:pt x="59531" y="39719"/>
                    <a:pt x="56483" y="42767"/>
                  </a:cubicBezTo>
                  <a:cubicBezTo>
                    <a:pt x="51911" y="45815"/>
                    <a:pt x="50387" y="50387"/>
                    <a:pt x="47339" y="54959"/>
                  </a:cubicBezTo>
                  <a:cubicBezTo>
                    <a:pt x="45815" y="59531"/>
                    <a:pt x="44291" y="64103"/>
                    <a:pt x="44291" y="70199"/>
                  </a:cubicBezTo>
                  <a:cubicBezTo>
                    <a:pt x="44291" y="77819"/>
                    <a:pt x="47339" y="85439"/>
                    <a:pt x="50387" y="90011"/>
                  </a:cubicBezTo>
                  <a:cubicBezTo>
                    <a:pt x="53435" y="96202"/>
                    <a:pt x="58007" y="100774"/>
                    <a:pt x="64103" y="105346"/>
                  </a:cubicBezTo>
                  <a:cubicBezTo>
                    <a:pt x="70199" y="109918"/>
                    <a:pt x="77819" y="114490"/>
                    <a:pt x="85439" y="117539"/>
                  </a:cubicBezTo>
                  <a:cubicBezTo>
                    <a:pt x="93154" y="120586"/>
                    <a:pt x="100774" y="125158"/>
                    <a:pt x="109918" y="128207"/>
                  </a:cubicBezTo>
                  <a:cubicBezTo>
                    <a:pt x="117538" y="132779"/>
                    <a:pt x="125159" y="135826"/>
                    <a:pt x="132779" y="140398"/>
                  </a:cubicBezTo>
                  <a:cubicBezTo>
                    <a:pt x="140399" y="144970"/>
                    <a:pt x="148018" y="151067"/>
                    <a:pt x="154115" y="157163"/>
                  </a:cubicBezTo>
                  <a:cubicBezTo>
                    <a:pt x="160210" y="163354"/>
                    <a:pt x="164782" y="169450"/>
                    <a:pt x="167830" y="178594"/>
                  </a:cubicBezTo>
                  <a:cubicBezTo>
                    <a:pt x="172402" y="186214"/>
                    <a:pt x="173927" y="196882"/>
                    <a:pt x="173927" y="20755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37" name="Path237"/>
            <p:cNvSpPr/>
            <p:nvPr/>
          </p:nvSpPr>
          <p:spPr>
            <a:xfrm>
              <a:off x="1215962" y="2003774"/>
              <a:ext cx="45720" cy="291465"/>
            </a:xfrm>
            <a:custGeom>
              <a:avLst/>
              <a:gdLst/>
              <a:ahLst/>
              <a:cxnLst/>
              <a:rect l="l" t="t" r="r" b="b"/>
              <a:pathLst>
                <a:path w="45720" h="291465">
                  <a:moveTo>
                    <a:pt x="41148" y="283845"/>
                  </a:moveTo>
                  <a:cubicBezTo>
                    <a:pt x="41148" y="285369"/>
                    <a:pt x="41148" y="286893"/>
                    <a:pt x="39624" y="286893"/>
                  </a:cubicBezTo>
                  <a:cubicBezTo>
                    <a:pt x="39624" y="288417"/>
                    <a:pt x="38100" y="288417"/>
                    <a:pt x="36576" y="289941"/>
                  </a:cubicBezTo>
                  <a:cubicBezTo>
                    <a:pt x="36576" y="289941"/>
                    <a:pt x="33528" y="289941"/>
                    <a:pt x="32004" y="291465"/>
                  </a:cubicBezTo>
                  <a:cubicBezTo>
                    <a:pt x="28956" y="291465"/>
                    <a:pt x="25908" y="291465"/>
                    <a:pt x="22860" y="291465"/>
                  </a:cubicBezTo>
                  <a:cubicBezTo>
                    <a:pt x="19812" y="291465"/>
                    <a:pt x="16764" y="291465"/>
                    <a:pt x="13716" y="291465"/>
                  </a:cubicBezTo>
                  <a:cubicBezTo>
                    <a:pt x="12192" y="289941"/>
                    <a:pt x="10668" y="289941"/>
                    <a:pt x="9144" y="289941"/>
                  </a:cubicBezTo>
                  <a:cubicBezTo>
                    <a:pt x="7620" y="288417"/>
                    <a:pt x="6096" y="288417"/>
                    <a:pt x="6096" y="286893"/>
                  </a:cubicBezTo>
                  <a:cubicBezTo>
                    <a:pt x="4572" y="286893"/>
                    <a:pt x="4572" y="285369"/>
                    <a:pt x="4572" y="283845"/>
                  </a:cubicBezTo>
                  <a:lnTo>
                    <a:pt x="4572" y="86963"/>
                  </a:lnTo>
                  <a:cubicBezTo>
                    <a:pt x="4572" y="86963"/>
                    <a:pt x="4572" y="85439"/>
                    <a:pt x="6096" y="83915"/>
                  </a:cubicBezTo>
                  <a:cubicBezTo>
                    <a:pt x="6096" y="83915"/>
                    <a:pt x="7620" y="82391"/>
                    <a:pt x="9144" y="82391"/>
                  </a:cubicBezTo>
                  <a:cubicBezTo>
                    <a:pt x="9144" y="82391"/>
                    <a:pt x="12192" y="80867"/>
                    <a:pt x="13716" y="80867"/>
                  </a:cubicBezTo>
                  <a:cubicBezTo>
                    <a:pt x="16764" y="80867"/>
                    <a:pt x="19812" y="80867"/>
                    <a:pt x="22860" y="80867"/>
                  </a:cubicBezTo>
                  <a:cubicBezTo>
                    <a:pt x="25908" y="80867"/>
                    <a:pt x="28956" y="80867"/>
                    <a:pt x="32004" y="80867"/>
                  </a:cubicBezTo>
                  <a:cubicBezTo>
                    <a:pt x="33528" y="80867"/>
                    <a:pt x="36576" y="82391"/>
                    <a:pt x="36576" y="82391"/>
                  </a:cubicBezTo>
                  <a:cubicBezTo>
                    <a:pt x="38100" y="82391"/>
                    <a:pt x="39624" y="83915"/>
                    <a:pt x="39624" y="83915"/>
                  </a:cubicBezTo>
                  <a:cubicBezTo>
                    <a:pt x="41148" y="85439"/>
                    <a:pt x="41148" y="86963"/>
                    <a:pt x="41148" y="86963"/>
                  </a:cubicBezTo>
                  <a:lnTo>
                    <a:pt x="41148" y="283845"/>
                  </a:lnTo>
                  <a:close/>
                  <a:moveTo>
                    <a:pt x="45720" y="21336"/>
                  </a:moveTo>
                  <a:cubicBezTo>
                    <a:pt x="45720" y="29051"/>
                    <a:pt x="44196" y="35147"/>
                    <a:pt x="39624" y="38195"/>
                  </a:cubicBezTo>
                  <a:cubicBezTo>
                    <a:pt x="36576" y="41243"/>
                    <a:pt x="32004" y="42767"/>
                    <a:pt x="22860" y="42767"/>
                  </a:cubicBezTo>
                  <a:cubicBezTo>
                    <a:pt x="13716" y="42767"/>
                    <a:pt x="9144" y="41243"/>
                    <a:pt x="4572" y="38195"/>
                  </a:cubicBezTo>
                  <a:cubicBezTo>
                    <a:pt x="1524" y="35147"/>
                    <a:pt x="0" y="29051"/>
                    <a:pt x="0" y="21336"/>
                  </a:cubicBezTo>
                  <a:cubicBezTo>
                    <a:pt x="0" y="13716"/>
                    <a:pt x="1524" y="7620"/>
                    <a:pt x="6096" y="4572"/>
                  </a:cubicBezTo>
                  <a:cubicBezTo>
                    <a:pt x="9144" y="1524"/>
                    <a:pt x="13716" y="0"/>
                    <a:pt x="22860" y="0"/>
                  </a:cubicBezTo>
                  <a:cubicBezTo>
                    <a:pt x="32004" y="0"/>
                    <a:pt x="36576" y="1524"/>
                    <a:pt x="41148" y="4572"/>
                  </a:cubicBezTo>
                  <a:cubicBezTo>
                    <a:pt x="44196" y="7620"/>
                    <a:pt x="45720" y="12192"/>
                    <a:pt x="45720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38" name="Path238"/>
            <p:cNvSpPr/>
            <p:nvPr/>
          </p:nvSpPr>
          <p:spPr>
            <a:xfrm>
              <a:off x="1324261" y="2081594"/>
              <a:ext cx="291465" cy="213645"/>
            </a:xfrm>
            <a:custGeom>
              <a:avLst/>
              <a:gdLst/>
              <a:ahLst/>
              <a:cxnLst/>
              <a:rect l="l" t="t" r="r" b="b"/>
              <a:pathLst>
                <a:path w="291465" h="213645">
                  <a:moveTo>
                    <a:pt x="291465" y="206026"/>
                  </a:moveTo>
                  <a:cubicBezTo>
                    <a:pt x="291465" y="207550"/>
                    <a:pt x="291465" y="209074"/>
                    <a:pt x="291465" y="209074"/>
                  </a:cubicBezTo>
                  <a:cubicBezTo>
                    <a:pt x="289941" y="210598"/>
                    <a:pt x="289941" y="210598"/>
                    <a:pt x="288322" y="212122"/>
                  </a:cubicBezTo>
                  <a:cubicBezTo>
                    <a:pt x="286798" y="212122"/>
                    <a:pt x="285274" y="212122"/>
                    <a:pt x="282226" y="213646"/>
                  </a:cubicBezTo>
                  <a:cubicBezTo>
                    <a:pt x="280702" y="213646"/>
                    <a:pt x="277654" y="213646"/>
                    <a:pt x="273082" y="213646"/>
                  </a:cubicBezTo>
                  <a:cubicBezTo>
                    <a:pt x="270034" y="213646"/>
                    <a:pt x="266986" y="213646"/>
                    <a:pt x="265462" y="213646"/>
                  </a:cubicBezTo>
                  <a:cubicBezTo>
                    <a:pt x="262414" y="212122"/>
                    <a:pt x="260890" y="212122"/>
                    <a:pt x="259366" y="212122"/>
                  </a:cubicBezTo>
                  <a:cubicBezTo>
                    <a:pt x="257842" y="210598"/>
                    <a:pt x="256318" y="210598"/>
                    <a:pt x="256318" y="209074"/>
                  </a:cubicBezTo>
                  <a:cubicBezTo>
                    <a:pt x="256318" y="209074"/>
                    <a:pt x="254794" y="207550"/>
                    <a:pt x="254794" y="206026"/>
                  </a:cubicBezTo>
                  <a:lnTo>
                    <a:pt x="254794" y="86963"/>
                  </a:lnTo>
                  <a:cubicBezTo>
                    <a:pt x="254794" y="79343"/>
                    <a:pt x="254794" y="71723"/>
                    <a:pt x="253270" y="64103"/>
                  </a:cubicBezTo>
                  <a:cubicBezTo>
                    <a:pt x="251746" y="58007"/>
                    <a:pt x="250222" y="51911"/>
                    <a:pt x="245650" y="45815"/>
                  </a:cubicBezTo>
                  <a:cubicBezTo>
                    <a:pt x="242602" y="41243"/>
                    <a:pt x="239554" y="38195"/>
                    <a:pt x="233458" y="35147"/>
                  </a:cubicBezTo>
                  <a:cubicBezTo>
                    <a:pt x="228886" y="32099"/>
                    <a:pt x="222790" y="30575"/>
                    <a:pt x="216694" y="30575"/>
                  </a:cubicBezTo>
                  <a:cubicBezTo>
                    <a:pt x="207550" y="30575"/>
                    <a:pt x="199834" y="33623"/>
                    <a:pt x="190691" y="41243"/>
                  </a:cubicBezTo>
                  <a:cubicBezTo>
                    <a:pt x="183070" y="47339"/>
                    <a:pt x="173927" y="56483"/>
                    <a:pt x="163258" y="68675"/>
                  </a:cubicBezTo>
                  <a:lnTo>
                    <a:pt x="163258" y="206026"/>
                  </a:lnTo>
                  <a:cubicBezTo>
                    <a:pt x="163258" y="207550"/>
                    <a:pt x="163258" y="209074"/>
                    <a:pt x="163258" y="209074"/>
                  </a:cubicBezTo>
                  <a:cubicBezTo>
                    <a:pt x="161735" y="210598"/>
                    <a:pt x="161735" y="210598"/>
                    <a:pt x="160210" y="212122"/>
                  </a:cubicBezTo>
                  <a:cubicBezTo>
                    <a:pt x="158686" y="212122"/>
                    <a:pt x="157163" y="212122"/>
                    <a:pt x="154114" y="213646"/>
                  </a:cubicBezTo>
                  <a:cubicBezTo>
                    <a:pt x="152591" y="213646"/>
                    <a:pt x="149542" y="213646"/>
                    <a:pt x="144970" y="213646"/>
                  </a:cubicBezTo>
                  <a:cubicBezTo>
                    <a:pt x="141922" y="213646"/>
                    <a:pt x="138874" y="213646"/>
                    <a:pt x="137350" y="213646"/>
                  </a:cubicBezTo>
                  <a:cubicBezTo>
                    <a:pt x="134302" y="212122"/>
                    <a:pt x="132778" y="212122"/>
                    <a:pt x="131254" y="212122"/>
                  </a:cubicBezTo>
                  <a:cubicBezTo>
                    <a:pt x="129730" y="210598"/>
                    <a:pt x="129730" y="210598"/>
                    <a:pt x="128206" y="209074"/>
                  </a:cubicBezTo>
                  <a:cubicBezTo>
                    <a:pt x="128206" y="209074"/>
                    <a:pt x="128206" y="207550"/>
                    <a:pt x="128206" y="206026"/>
                  </a:cubicBezTo>
                  <a:lnTo>
                    <a:pt x="128206" y="86963"/>
                  </a:lnTo>
                  <a:cubicBezTo>
                    <a:pt x="128206" y="79343"/>
                    <a:pt x="126682" y="71723"/>
                    <a:pt x="125158" y="64103"/>
                  </a:cubicBezTo>
                  <a:cubicBezTo>
                    <a:pt x="123634" y="58007"/>
                    <a:pt x="122110" y="51911"/>
                    <a:pt x="117538" y="45815"/>
                  </a:cubicBezTo>
                  <a:cubicBezTo>
                    <a:pt x="114395" y="41243"/>
                    <a:pt x="111347" y="38195"/>
                    <a:pt x="105251" y="35147"/>
                  </a:cubicBezTo>
                  <a:cubicBezTo>
                    <a:pt x="100679" y="32099"/>
                    <a:pt x="94583" y="30575"/>
                    <a:pt x="88487" y="30575"/>
                  </a:cubicBezTo>
                  <a:cubicBezTo>
                    <a:pt x="80867" y="30575"/>
                    <a:pt x="71723" y="33623"/>
                    <a:pt x="64103" y="41243"/>
                  </a:cubicBezTo>
                  <a:cubicBezTo>
                    <a:pt x="54959" y="47339"/>
                    <a:pt x="45815" y="56483"/>
                    <a:pt x="35147" y="68675"/>
                  </a:cubicBezTo>
                  <a:lnTo>
                    <a:pt x="35147" y="206026"/>
                  </a:lnTo>
                  <a:cubicBezTo>
                    <a:pt x="35147" y="207550"/>
                    <a:pt x="35147" y="209074"/>
                    <a:pt x="35147" y="209074"/>
                  </a:cubicBezTo>
                  <a:cubicBezTo>
                    <a:pt x="35147" y="210598"/>
                    <a:pt x="33623" y="210598"/>
                    <a:pt x="32099" y="212122"/>
                  </a:cubicBezTo>
                  <a:cubicBezTo>
                    <a:pt x="30575" y="212122"/>
                    <a:pt x="29051" y="212122"/>
                    <a:pt x="25908" y="213646"/>
                  </a:cubicBezTo>
                  <a:cubicBezTo>
                    <a:pt x="24384" y="213646"/>
                    <a:pt x="21336" y="213646"/>
                    <a:pt x="18288" y="213646"/>
                  </a:cubicBezTo>
                  <a:cubicBezTo>
                    <a:pt x="13716" y="213646"/>
                    <a:pt x="10668" y="213646"/>
                    <a:pt x="9144" y="213646"/>
                  </a:cubicBezTo>
                  <a:cubicBezTo>
                    <a:pt x="6096" y="212122"/>
                    <a:pt x="4572" y="212122"/>
                    <a:pt x="3048" y="212122"/>
                  </a:cubicBezTo>
                  <a:cubicBezTo>
                    <a:pt x="1524" y="210598"/>
                    <a:pt x="1524" y="210598"/>
                    <a:pt x="0" y="209074"/>
                  </a:cubicBezTo>
                  <a:cubicBezTo>
                    <a:pt x="0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0" y="6096"/>
                  </a:cubicBezTo>
                  <a:cubicBezTo>
                    <a:pt x="1524" y="6096"/>
                    <a:pt x="1524" y="4572"/>
                    <a:pt x="3048" y="4572"/>
                  </a:cubicBezTo>
                  <a:cubicBezTo>
                    <a:pt x="4572" y="4572"/>
                    <a:pt x="6096" y="3048"/>
                    <a:pt x="7620" y="3048"/>
                  </a:cubicBezTo>
                  <a:cubicBezTo>
                    <a:pt x="10668" y="3048"/>
                    <a:pt x="12192" y="3048"/>
                    <a:pt x="16764" y="3048"/>
                  </a:cubicBezTo>
                  <a:cubicBezTo>
                    <a:pt x="19812" y="3048"/>
                    <a:pt x="21336" y="3048"/>
                    <a:pt x="24384" y="3048"/>
                  </a:cubicBezTo>
                  <a:cubicBezTo>
                    <a:pt x="25908" y="3048"/>
                    <a:pt x="27432" y="4572"/>
                    <a:pt x="29051" y="4572"/>
                  </a:cubicBezTo>
                  <a:cubicBezTo>
                    <a:pt x="30575" y="4572"/>
                    <a:pt x="30575" y="6096"/>
                    <a:pt x="32099" y="6096"/>
                  </a:cubicBezTo>
                  <a:cubicBezTo>
                    <a:pt x="32099" y="7620"/>
                    <a:pt x="32099" y="9144"/>
                    <a:pt x="32099" y="9144"/>
                  </a:cubicBezTo>
                  <a:lnTo>
                    <a:pt x="32099" y="35147"/>
                  </a:lnTo>
                  <a:cubicBezTo>
                    <a:pt x="42767" y="22955"/>
                    <a:pt x="53435" y="13716"/>
                    <a:pt x="64103" y="9144"/>
                  </a:cubicBezTo>
                  <a:cubicBezTo>
                    <a:pt x="74771" y="3048"/>
                    <a:pt x="85439" y="0"/>
                    <a:pt x="96107" y="0"/>
                  </a:cubicBezTo>
                  <a:cubicBezTo>
                    <a:pt x="103727" y="0"/>
                    <a:pt x="111347" y="0"/>
                    <a:pt x="117538" y="3048"/>
                  </a:cubicBezTo>
                  <a:cubicBezTo>
                    <a:pt x="125158" y="4572"/>
                    <a:pt x="129730" y="7620"/>
                    <a:pt x="135827" y="10668"/>
                  </a:cubicBezTo>
                  <a:cubicBezTo>
                    <a:pt x="140398" y="13716"/>
                    <a:pt x="144970" y="18288"/>
                    <a:pt x="148018" y="22955"/>
                  </a:cubicBezTo>
                  <a:cubicBezTo>
                    <a:pt x="151066" y="27527"/>
                    <a:pt x="154114" y="33623"/>
                    <a:pt x="157163" y="38195"/>
                  </a:cubicBezTo>
                  <a:cubicBezTo>
                    <a:pt x="163258" y="32099"/>
                    <a:pt x="169354" y="26003"/>
                    <a:pt x="175450" y="21431"/>
                  </a:cubicBezTo>
                  <a:cubicBezTo>
                    <a:pt x="181546" y="15240"/>
                    <a:pt x="187642" y="12192"/>
                    <a:pt x="192214" y="9144"/>
                  </a:cubicBezTo>
                  <a:cubicBezTo>
                    <a:pt x="198310" y="6096"/>
                    <a:pt x="202978" y="3048"/>
                    <a:pt x="209074" y="1524"/>
                  </a:cubicBezTo>
                  <a:cubicBezTo>
                    <a:pt x="213646" y="0"/>
                    <a:pt x="218218" y="0"/>
                    <a:pt x="224314" y="0"/>
                  </a:cubicBezTo>
                  <a:cubicBezTo>
                    <a:pt x="236506" y="0"/>
                    <a:pt x="247174" y="1524"/>
                    <a:pt x="256318" y="6096"/>
                  </a:cubicBezTo>
                  <a:cubicBezTo>
                    <a:pt x="263938" y="10668"/>
                    <a:pt x="271558" y="16764"/>
                    <a:pt x="277654" y="24479"/>
                  </a:cubicBezTo>
                  <a:cubicBezTo>
                    <a:pt x="282226" y="32099"/>
                    <a:pt x="286798" y="39719"/>
                    <a:pt x="288322" y="50387"/>
                  </a:cubicBezTo>
                  <a:cubicBezTo>
                    <a:pt x="289941" y="61055"/>
                    <a:pt x="291465" y="70199"/>
                    <a:pt x="291465" y="82391"/>
                  </a:cubicBezTo>
                  <a:lnTo>
                    <a:pt x="291465" y="2060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239" name="Group239"/>
          <p:cNvGrpSpPr/>
          <p:nvPr/>
        </p:nvGrpSpPr>
        <p:grpSpPr>
          <a:xfrm>
            <a:off x="1681258" y="1988534"/>
            <a:ext cx="505015" cy="384525"/>
            <a:chOff x="1681258" y="1988534"/>
            <a:chExt cx="505015" cy="384525"/>
          </a:xfrm>
        </p:grpSpPr>
        <p:sp>
          <p:nvSpPr>
            <p:cNvPr id="240" name="Path240"/>
            <p:cNvSpPr/>
            <p:nvPr/>
          </p:nvSpPr>
          <p:spPr>
            <a:xfrm>
              <a:off x="1681258" y="2081594"/>
              <a:ext cx="181546" cy="291465"/>
            </a:xfrm>
            <a:custGeom>
              <a:avLst/>
              <a:gdLst/>
              <a:ahLst/>
              <a:cxnLst/>
              <a:rect l="l" t="t" r="r" b="b"/>
              <a:pathLst>
                <a:path w="181546" h="291465">
                  <a:moveTo>
                    <a:pt x="181546" y="105347"/>
                  </a:moveTo>
                  <a:cubicBezTo>
                    <a:pt x="181546" y="122111"/>
                    <a:pt x="180023" y="137351"/>
                    <a:pt x="176974" y="151067"/>
                  </a:cubicBezTo>
                  <a:cubicBezTo>
                    <a:pt x="172402" y="164878"/>
                    <a:pt x="167830" y="177070"/>
                    <a:pt x="160211" y="186214"/>
                  </a:cubicBezTo>
                  <a:cubicBezTo>
                    <a:pt x="152591" y="195358"/>
                    <a:pt x="143446" y="202978"/>
                    <a:pt x="132779" y="209074"/>
                  </a:cubicBezTo>
                  <a:cubicBezTo>
                    <a:pt x="122111" y="213646"/>
                    <a:pt x="109918" y="216694"/>
                    <a:pt x="96107" y="216694"/>
                  </a:cubicBezTo>
                  <a:cubicBezTo>
                    <a:pt x="90011" y="216694"/>
                    <a:pt x="85439" y="215170"/>
                    <a:pt x="80867" y="215170"/>
                  </a:cubicBezTo>
                  <a:cubicBezTo>
                    <a:pt x="74771" y="213646"/>
                    <a:pt x="70199" y="212122"/>
                    <a:pt x="65627" y="209074"/>
                  </a:cubicBezTo>
                  <a:cubicBezTo>
                    <a:pt x="61055" y="206026"/>
                    <a:pt x="56483" y="202978"/>
                    <a:pt x="51911" y="199930"/>
                  </a:cubicBezTo>
                  <a:cubicBezTo>
                    <a:pt x="47339" y="195358"/>
                    <a:pt x="42767" y="190786"/>
                    <a:pt x="36671" y="186214"/>
                  </a:cubicBezTo>
                  <a:lnTo>
                    <a:pt x="36671" y="285369"/>
                  </a:lnTo>
                  <a:cubicBezTo>
                    <a:pt x="36671" y="285369"/>
                    <a:pt x="36671" y="286893"/>
                    <a:pt x="36671" y="288417"/>
                  </a:cubicBezTo>
                  <a:cubicBezTo>
                    <a:pt x="35147" y="288417"/>
                    <a:pt x="35147" y="289941"/>
                    <a:pt x="33623" y="289941"/>
                  </a:cubicBezTo>
                  <a:cubicBezTo>
                    <a:pt x="32099" y="289941"/>
                    <a:pt x="30575" y="291465"/>
                    <a:pt x="27527" y="291465"/>
                  </a:cubicBezTo>
                  <a:cubicBezTo>
                    <a:pt x="26003" y="291465"/>
                    <a:pt x="22955" y="291465"/>
                    <a:pt x="18288" y="291465"/>
                  </a:cubicBezTo>
                  <a:cubicBezTo>
                    <a:pt x="15240" y="291465"/>
                    <a:pt x="12192" y="291465"/>
                    <a:pt x="9144" y="291465"/>
                  </a:cubicBezTo>
                  <a:cubicBezTo>
                    <a:pt x="7620" y="291465"/>
                    <a:pt x="6096" y="289941"/>
                    <a:pt x="4572" y="289941"/>
                  </a:cubicBezTo>
                  <a:cubicBezTo>
                    <a:pt x="3048" y="289941"/>
                    <a:pt x="1524" y="288417"/>
                    <a:pt x="1524" y="288417"/>
                  </a:cubicBezTo>
                  <a:cubicBezTo>
                    <a:pt x="1524" y="286893"/>
                    <a:pt x="0" y="285369"/>
                    <a:pt x="0" y="285369"/>
                  </a:cubicBezTo>
                  <a:lnTo>
                    <a:pt x="0" y="9144"/>
                  </a:lnTo>
                  <a:cubicBezTo>
                    <a:pt x="0" y="7620"/>
                    <a:pt x="1524" y="7620"/>
                    <a:pt x="1524" y="6096"/>
                  </a:cubicBezTo>
                  <a:cubicBezTo>
                    <a:pt x="1524" y="6096"/>
                    <a:pt x="3048" y="4572"/>
                    <a:pt x="4572" y="4572"/>
                  </a:cubicBezTo>
                  <a:cubicBezTo>
                    <a:pt x="4572" y="4572"/>
                    <a:pt x="7620" y="3048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1431" y="3048"/>
                    <a:pt x="24479" y="3048"/>
                  </a:cubicBezTo>
                  <a:cubicBezTo>
                    <a:pt x="26003" y="3048"/>
                    <a:pt x="27527" y="3048"/>
                    <a:pt x="29051" y="4572"/>
                  </a:cubicBezTo>
                  <a:cubicBezTo>
                    <a:pt x="30575" y="4572"/>
                    <a:pt x="30575" y="6096"/>
                    <a:pt x="32099" y="6096"/>
                  </a:cubicBezTo>
                  <a:cubicBezTo>
                    <a:pt x="32099" y="7620"/>
                    <a:pt x="32099" y="7620"/>
                    <a:pt x="32099" y="9144"/>
                  </a:cubicBezTo>
                  <a:lnTo>
                    <a:pt x="32099" y="36671"/>
                  </a:lnTo>
                  <a:cubicBezTo>
                    <a:pt x="38195" y="30575"/>
                    <a:pt x="44291" y="24480"/>
                    <a:pt x="50387" y="19908"/>
                  </a:cubicBezTo>
                  <a:cubicBezTo>
                    <a:pt x="54959" y="15240"/>
                    <a:pt x="61055" y="12192"/>
                    <a:pt x="67151" y="9144"/>
                  </a:cubicBezTo>
                  <a:cubicBezTo>
                    <a:pt x="71723" y="6096"/>
                    <a:pt x="77819" y="3048"/>
                    <a:pt x="83915" y="1524"/>
                  </a:cubicBezTo>
                  <a:cubicBezTo>
                    <a:pt x="90011" y="0"/>
                    <a:pt x="96107" y="0"/>
                    <a:pt x="102203" y="0"/>
                  </a:cubicBezTo>
                  <a:cubicBezTo>
                    <a:pt x="116014" y="0"/>
                    <a:pt x="129730" y="3048"/>
                    <a:pt x="138874" y="7620"/>
                  </a:cubicBezTo>
                  <a:cubicBezTo>
                    <a:pt x="149542" y="13716"/>
                    <a:pt x="157163" y="21431"/>
                    <a:pt x="163258" y="30575"/>
                  </a:cubicBezTo>
                  <a:cubicBezTo>
                    <a:pt x="169354" y="41243"/>
                    <a:pt x="173926" y="51911"/>
                    <a:pt x="176974" y="64103"/>
                  </a:cubicBezTo>
                  <a:cubicBezTo>
                    <a:pt x="180023" y="77819"/>
                    <a:pt x="181546" y="90107"/>
                    <a:pt x="181546" y="105347"/>
                  </a:cubicBezTo>
                  <a:close/>
                  <a:moveTo>
                    <a:pt x="143446" y="109919"/>
                  </a:moveTo>
                  <a:cubicBezTo>
                    <a:pt x="143446" y="99251"/>
                    <a:pt x="143446" y="90107"/>
                    <a:pt x="141923" y="79343"/>
                  </a:cubicBezTo>
                  <a:cubicBezTo>
                    <a:pt x="140398" y="70199"/>
                    <a:pt x="137351" y="62580"/>
                    <a:pt x="134302" y="54959"/>
                  </a:cubicBezTo>
                  <a:cubicBezTo>
                    <a:pt x="129730" y="47339"/>
                    <a:pt x="125158" y="41243"/>
                    <a:pt x="119063" y="38195"/>
                  </a:cubicBezTo>
                  <a:cubicBezTo>
                    <a:pt x="112967" y="33623"/>
                    <a:pt x="105251" y="30575"/>
                    <a:pt x="94583" y="30575"/>
                  </a:cubicBezTo>
                  <a:cubicBezTo>
                    <a:pt x="90011" y="30575"/>
                    <a:pt x="85439" y="32099"/>
                    <a:pt x="80867" y="33623"/>
                  </a:cubicBezTo>
                  <a:cubicBezTo>
                    <a:pt x="76295" y="33623"/>
                    <a:pt x="71723" y="36671"/>
                    <a:pt x="67151" y="39719"/>
                  </a:cubicBezTo>
                  <a:cubicBezTo>
                    <a:pt x="62579" y="42767"/>
                    <a:pt x="58007" y="45815"/>
                    <a:pt x="53435" y="51911"/>
                  </a:cubicBezTo>
                  <a:cubicBezTo>
                    <a:pt x="47339" y="56483"/>
                    <a:pt x="42767" y="62580"/>
                    <a:pt x="36671" y="68675"/>
                  </a:cubicBezTo>
                  <a:lnTo>
                    <a:pt x="36671" y="148019"/>
                  </a:lnTo>
                  <a:cubicBezTo>
                    <a:pt x="47339" y="160306"/>
                    <a:pt x="56483" y="169450"/>
                    <a:pt x="65627" y="175546"/>
                  </a:cubicBezTo>
                  <a:cubicBezTo>
                    <a:pt x="73247" y="181642"/>
                    <a:pt x="83915" y="184690"/>
                    <a:pt x="93059" y="184690"/>
                  </a:cubicBezTo>
                  <a:cubicBezTo>
                    <a:pt x="102203" y="184690"/>
                    <a:pt x="109918" y="183166"/>
                    <a:pt x="116014" y="178594"/>
                  </a:cubicBezTo>
                  <a:cubicBezTo>
                    <a:pt x="122111" y="174022"/>
                    <a:pt x="128207" y="167926"/>
                    <a:pt x="132779" y="161830"/>
                  </a:cubicBezTo>
                  <a:cubicBezTo>
                    <a:pt x="135826" y="154115"/>
                    <a:pt x="138874" y="144971"/>
                    <a:pt x="140398" y="137351"/>
                  </a:cubicBezTo>
                  <a:cubicBezTo>
                    <a:pt x="143446" y="128207"/>
                    <a:pt x="143446" y="119063"/>
                    <a:pt x="143446" y="10991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41" name="Path241"/>
            <p:cNvSpPr/>
            <p:nvPr/>
          </p:nvSpPr>
          <p:spPr>
            <a:xfrm>
              <a:off x="1917764" y="1988534"/>
              <a:ext cx="35052" cy="306705"/>
            </a:xfrm>
            <a:custGeom>
              <a:avLst/>
              <a:gdLst/>
              <a:ahLst/>
              <a:cxnLst/>
              <a:rect l="l" t="t" r="r" b="b"/>
              <a:pathLst>
                <a:path w="35052" h="306705">
                  <a:moveTo>
                    <a:pt x="35052" y="299085"/>
                  </a:moveTo>
                  <a:cubicBezTo>
                    <a:pt x="35052" y="300609"/>
                    <a:pt x="35052" y="302133"/>
                    <a:pt x="35052" y="302133"/>
                  </a:cubicBezTo>
                  <a:cubicBezTo>
                    <a:pt x="33528" y="303657"/>
                    <a:pt x="33528" y="303657"/>
                    <a:pt x="32004" y="305181"/>
                  </a:cubicBezTo>
                  <a:cubicBezTo>
                    <a:pt x="30480" y="305181"/>
                    <a:pt x="28956" y="305181"/>
                    <a:pt x="25908" y="306705"/>
                  </a:cubicBezTo>
                  <a:cubicBezTo>
                    <a:pt x="24384" y="306705"/>
                    <a:pt x="21336" y="306705"/>
                    <a:pt x="16764" y="306705"/>
                  </a:cubicBezTo>
                  <a:cubicBezTo>
                    <a:pt x="13716" y="306705"/>
                    <a:pt x="10668" y="306705"/>
                    <a:pt x="9144" y="306705"/>
                  </a:cubicBezTo>
                  <a:cubicBezTo>
                    <a:pt x="6096" y="305181"/>
                    <a:pt x="4572" y="305181"/>
                    <a:pt x="3048" y="305181"/>
                  </a:cubicBezTo>
                  <a:cubicBezTo>
                    <a:pt x="1524" y="303657"/>
                    <a:pt x="1524" y="303657"/>
                    <a:pt x="0" y="302133"/>
                  </a:cubicBezTo>
                  <a:cubicBezTo>
                    <a:pt x="0" y="302133"/>
                    <a:pt x="0" y="300609"/>
                    <a:pt x="0" y="299085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0" y="4572"/>
                  </a:cubicBezTo>
                  <a:cubicBezTo>
                    <a:pt x="0" y="3048"/>
                    <a:pt x="1524" y="3048"/>
                    <a:pt x="3048" y="1524"/>
                  </a:cubicBezTo>
                  <a:cubicBezTo>
                    <a:pt x="4572" y="1524"/>
                    <a:pt x="6096" y="1524"/>
                    <a:pt x="9144" y="1524"/>
                  </a:cubicBezTo>
                  <a:cubicBezTo>
                    <a:pt x="10668" y="0"/>
                    <a:pt x="13716" y="0"/>
                    <a:pt x="16764" y="0"/>
                  </a:cubicBezTo>
                  <a:cubicBezTo>
                    <a:pt x="21336" y="0"/>
                    <a:pt x="24384" y="0"/>
                    <a:pt x="25908" y="1524"/>
                  </a:cubicBezTo>
                  <a:cubicBezTo>
                    <a:pt x="28956" y="1524"/>
                    <a:pt x="30480" y="1524"/>
                    <a:pt x="32004" y="1524"/>
                  </a:cubicBezTo>
                  <a:cubicBezTo>
                    <a:pt x="33528" y="3048"/>
                    <a:pt x="33528" y="3048"/>
                    <a:pt x="35052" y="4572"/>
                  </a:cubicBezTo>
                  <a:cubicBezTo>
                    <a:pt x="35052" y="4572"/>
                    <a:pt x="35052" y="6096"/>
                    <a:pt x="35052" y="7620"/>
                  </a:cubicBezTo>
                  <a:lnTo>
                    <a:pt x="35052" y="2990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42" name="Path242"/>
            <p:cNvSpPr/>
            <p:nvPr/>
          </p:nvSpPr>
          <p:spPr>
            <a:xfrm>
              <a:off x="2006251" y="2081594"/>
              <a:ext cx="180022" cy="216693"/>
            </a:xfrm>
            <a:custGeom>
              <a:avLst/>
              <a:gdLst/>
              <a:ahLst/>
              <a:cxnLst/>
              <a:rect l="l" t="t" r="r" b="b"/>
              <a:pathLst>
                <a:path w="180022" h="216693">
                  <a:moveTo>
                    <a:pt x="180023" y="99251"/>
                  </a:moveTo>
                  <a:cubicBezTo>
                    <a:pt x="180023" y="105346"/>
                    <a:pt x="180023" y="109918"/>
                    <a:pt x="176974" y="111443"/>
                  </a:cubicBezTo>
                  <a:cubicBezTo>
                    <a:pt x="173927" y="114490"/>
                    <a:pt x="170879" y="116015"/>
                    <a:pt x="166307" y="116015"/>
                  </a:cubicBezTo>
                  <a:lnTo>
                    <a:pt x="38100" y="116015"/>
                  </a:lnTo>
                  <a:cubicBezTo>
                    <a:pt x="38100" y="126683"/>
                    <a:pt x="38100" y="135827"/>
                    <a:pt x="41148" y="144971"/>
                  </a:cubicBezTo>
                  <a:cubicBezTo>
                    <a:pt x="42672" y="154115"/>
                    <a:pt x="47339" y="161830"/>
                    <a:pt x="51911" y="167926"/>
                  </a:cubicBezTo>
                  <a:cubicBezTo>
                    <a:pt x="56483" y="174022"/>
                    <a:pt x="64103" y="178594"/>
                    <a:pt x="71723" y="181642"/>
                  </a:cubicBezTo>
                  <a:cubicBezTo>
                    <a:pt x="79343" y="184690"/>
                    <a:pt x="90011" y="186214"/>
                    <a:pt x="102203" y="186214"/>
                  </a:cubicBezTo>
                  <a:cubicBezTo>
                    <a:pt x="111347" y="186214"/>
                    <a:pt x="118967" y="186214"/>
                    <a:pt x="126587" y="184690"/>
                  </a:cubicBezTo>
                  <a:cubicBezTo>
                    <a:pt x="134302" y="183166"/>
                    <a:pt x="140399" y="181642"/>
                    <a:pt x="144971" y="180118"/>
                  </a:cubicBezTo>
                  <a:cubicBezTo>
                    <a:pt x="151067" y="177070"/>
                    <a:pt x="155639" y="175546"/>
                    <a:pt x="158687" y="174022"/>
                  </a:cubicBezTo>
                  <a:cubicBezTo>
                    <a:pt x="161735" y="172498"/>
                    <a:pt x="164783" y="172498"/>
                    <a:pt x="166307" y="172498"/>
                  </a:cubicBezTo>
                  <a:cubicBezTo>
                    <a:pt x="167830" y="172498"/>
                    <a:pt x="167830" y="172498"/>
                    <a:pt x="169355" y="172498"/>
                  </a:cubicBezTo>
                  <a:cubicBezTo>
                    <a:pt x="169355" y="174022"/>
                    <a:pt x="170879" y="174022"/>
                    <a:pt x="170879" y="175546"/>
                  </a:cubicBezTo>
                  <a:cubicBezTo>
                    <a:pt x="170879" y="175546"/>
                    <a:pt x="172402" y="177070"/>
                    <a:pt x="172402" y="180118"/>
                  </a:cubicBezTo>
                  <a:cubicBezTo>
                    <a:pt x="172402" y="181642"/>
                    <a:pt x="172402" y="183166"/>
                    <a:pt x="172402" y="186214"/>
                  </a:cubicBezTo>
                  <a:cubicBezTo>
                    <a:pt x="172402" y="187738"/>
                    <a:pt x="172402" y="189262"/>
                    <a:pt x="172402" y="190786"/>
                  </a:cubicBezTo>
                  <a:cubicBezTo>
                    <a:pt x="172402" y="192310"/>
                    <a:pt x="172402" y="193834"/>
                    <a:pt x="172402" y="195358"/>
                  </a:cubicBezTo>
                  <a:cubicBezTo>
                    <a:pt x="170879" y="195358"/>
                    <a:pt x="170879" y="196882"/>
                    <a:pt x="170879" y="198406"/>
                  </a:cubicBezTo>
                  <a:cubicBezTo>
                    <a:pt x="170879" y="198406"/>
                    <a:pt x="169355" y="199930"/>
                    <a:pt x="169355" y="199930"/>
                  </a:cubicBezTo>
                  <a:cubicBezTo>
                    <a:pt x="167830" y="201454"/>
                    <a:pt x="164783" y="202978"/>
                    <a:pt x="161735" y="204502"/>
                  </a:cubicBezTo>
                  <a:cubicBezTo>
                    <a:pt x="157163" y="206026"/>
                    <a:pt x="152591" y="207550"/>
                    <a:pt x="146495" y="209074"/>
                  </a:cubicBezTo>
                  <a:cubicBezTo>
                    <a:pt x="140399" y="210598"/>
                    <a:pt x="132779" y="212122"/>
                    <a:pt x="125063" y="213646"/>
                  </a:cubicBezTo>
                  <a:cubicBezTo>
                    <a:pt x="115919" y="215170"/>
                    <a:pt x="106775" y="216694"/>
                    <a:pt x="97631" y="216694"/>
                  </a:cubicBezTo>
                  <a:cubicBezTo>
                    <a:pt x="82391" y="216694"/>
                    <a:pt x="67151" y="213646"/>
                    <a:pt x="54959" y="209074"/>
                  </a:cubicBezTo>
                  <a:cubicBezTo>
                    <a:pt x="42672" y="204502"/>
                    <a:pt x="33528" y="198406"/>
                    <a:pt x="24384" y="189262"/>
                  </a:cubicBezTo>
                  <a:cubicBezTo>
                    <a:pt x="16764" y="180118"/>
                    <a:pt x="10668" y="169450"/>
                    <a:pt x="6096" y="155639"/>
                  </a:cubicBezTo>
                  <a:cubicBezTo>
                    <a:pt x="1524" y="141923"/>
                    <a:pt x="0" y="126683"/>
                    <a:pt x="0" y="108395"/>
                  </a:cubicBezTo>
                  <a:cubicBezTo>
                    <a:pt x="0" y="91630"/>
                    <a:pt x="1524" y="76295"/>
                    <a:pt x="6096" y="64103"/>
                  </a:cubicBezTo>
                  <a:cubicBezTo>
                    <a:pt x="10668" y="50387"/>
                    <a:pt x="16764" y="38195"/>
                    <a:pt x="24384" y="29051"/>
                  </a:cubicBezTo>
                  <a:cubicBezTo>
                    <a:pt x="33528" y="19907"/>
                    <a:pt x="42672" y="12192"/>
                    <a:pt x="54959" y="7620"/>
                  </a:cubicBezTo>
                  <a:cubicBezTo>
                    <a:pt x="67151" y="3048"/>
                    <a:pt x="79343" y="0"/>
                    <a:pt x="94583" y="0"/>
                  </a:cubicBezTo>
                  <a:cubicBezTo>
                    <a:pt x="109823" y="0"/>
                    <a:pt x="122015" y="1524"/>
                    <a:pt x="134302" y="7620"/>
                  </a:cubicBezTo>
                  <a:cubicBezTo>
                    <a:pt x="144971" y="12192"/>
                    <a:pt x="154115" y="18288"/>
                    <a:pt x="160211" y="27527"/>
                  </a:cubicBezTo>
                  <a:cubicBezTo>
                    <a:pt x="167830" y="35147"/>
                    <a:pt x="172402" y="45815"/>
                    <a:pt x="175451" y="56483"/>
                  </a:cubicBezTo>
                  <a:cubicBezTo>
                    <a:pt x="178499" y="68675"/>
                    <a:pt x="180023" y="80867"/>
                    <a:pt x="180023" y="93155"/>
                  </a:cubicBezTo>
                  <a:lnTo>
                    <a:pt x="180023" y="99251"/>
                  </a:lnTo>
                  <a:close/>
                  <a:moveTo>
                    <a:pt x="144971" y="88583"/>
                  </a:moveTo>
                  <a:cubicBezTo>
                    <a:pt x="144971" y="70199"/>
                    <a:pt x="140399" y="54959"/>
                    <a:pt x="131159" y="44291"/>
                  </a:cubicBezTo>
                  <a:cubicBezTo>
                    <a:pt x="123539" y="33623"/>
                    <a:pt x="109823" y="27527"/>
                    <a:pt x="93059" y="27527"/>
                  </a:cubicBezTo>
                  <a:cubicBezTo>
                    <a:pt x="83915" y="27527"/>
                    <a:pt x="76295" y="29051"/>
                    <a:pt x="68675" y="33623"/>
                  </a:cubicBezTo>
                  <a:cubicBezTo>
                    <a:pt x="62579" y="36671"/>
                    <a:pt x="56483" y="41243"/>
                    <a:pt x="51911" y="45815"/>
                  </a:cubicBezTo>
                  <a:cubicBezTo>
                    <a:pt x="47339" y="51911"/>
                    <a:pt x="44291" y="58007"/>
                    <a:pt x="41148" y="65627"/>
                  </a:cubicBezTo>
                  <a:cubicBezTo>
                    <a:pt x="39624" y="73247"/>
                    <a:pt x="38100" y="80867"/>
                    <a:pt x="38100" y="88583"/>
                  </a:cubicBezTo>
                  <a:lnTo>
                    <a:pt x="144971" y="8858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243" name="Group243"/>
          <p:cNvGrpSpPr/>
          <p:nvPr/>
        </p:nvGrpSpPr>
        <p:grpSpPr>
          <a:xfrm>
            <a:off x="2349532" y="1987011"/>
            <a:ext cx="1057275" cy="311276"/>
            <a:chOff x="2349532" y="1987011"/>
            <a:chExt cx="1057275" cy="311276"/>
          </a:xfrm>
        </p:grpSpPr>
        <p:sp>
          <p:nvSpPr>
            <p:cNvPr id="244" name="Path244"/>
            <p:cNvSpPr/>
            <p:nvPr/>
          </p:nvSpPr>
          <p:spPr>
            <a:xfrm>
              <a:off x="2349532" y="2009870"/>
              <a:ext cx="189166" cy="285369"/>
            </a:xfrm>
            <a:custGeom>
              <a:avLst/>
              <a:gdLst/>
              <a:ahLst/>
              <a:cxnLst/>
              <a:rect l="l" t="t" r="r" b="b"/>
              <a:pathLst>
                <a:path w="189166" h="285369">
                  <a:moveTo>
                    <a:pt x="189167" y="277749"/>
                  </a:moveTo>
                  <a:cubicBezTo>
                    <a:pt x="189167" y="279273"/>
                    <a:pt x="189167" y="280797"/>
                    <a:pt x="187643" y="280797"/>
                  </a:cubicBezTo>
                  <a:cubicBezTo>
                    <a:pt x="187643" y="282321"/>
                    <a:pt x="187643" y="282321"/>
                    <a:pt x="186118" y="283845"/>
                  </a:cubicBezTo>
                  <a:cubicBezTo>
                    <a:pt x="184595" y="283845"/>
                    <a:pt x="181546" y="283845"/>
                    <a:pt x="180023" y="285369"/>
                  </a:cubicBezTo>
                  <a:cubicBezTo>
                    <a:pt x="176974" y="285369"/>
                    <a:pt x="173927" y="285369"/>
                    <a:pt x="169355" y="285369"/>
                  </a:cubicBezTo>
                  <a:cubicBezTo>
                    <a:pt x="164783" y="285369"/>
                    <a:pt x="161735" y="285369"/>
                    <a:pt x="160211" y="285369"/>
                  </a:cubicBezTo>
                  <a:cubicBezTo>
                    <a:pt x="157163" y="283845"/>
                    <a:pt x="155639" y="283845"/>
                    <a:pt x="154115" y="283845"/>
                  </a:cubicBezTo>
                  <a:cubicBezTo>
                    <a:pt x="152591" y="282321"/>
                    <a:pt x="151067" y="282321"/>
                    <a:pt x="151067" y="280797"/>
                  </a:cubicBezTo>
                  <a:cubicBezTo>
                    <a:pt x="149543" y="279273"/>
                    <a:pt x="149543" y="277749"/>
                    <a:pt x="148018" y="276225"/>
                  </a:cubicBezTo>
                  <a:lnTo>
                    <a:pt x="122015" y="209074"/>
                  </a:lnTo>
                  <a:cubicBezTo>
                    <a:pt x="118967" y="201454"/>
                    <a:pt x="115919" y="195358"/>
                    <a:pt x="112871" y="189262"/>
                  </a:cubicBezTo>
                  <a:cubicBezTo>
                    <a:pt x="109823" y="181642"/>
                    <a:pt x="105251" y="177070"/>
                    <a:pt x="100679" y="172498"/>
                  </a:cubicBezTo>
                  <a:cubicBezTo>
                    <a:pt x="96107" y="167926"/>
                    <a:pt x="91535" y="163354"/>
                    <a:pt x="85439" y="161830"/>
                  </a:cubicBezTo>
                  <a:cubicBezTo>
                    <a:pt x="79343" y="158686"/>
                    <a:pt x="71723" y="157163"/>
                    <a:pt x="62579" y="157163"/>
                  </a:cubicBezTo>
                  <a:lnTo>
                    <a:pt x="38100" y="157163"/>
                  </a:lnTo>
                  <a:lnTo>
                    <a:pt x="38100" y="277749"/>
                  </a:lnTo>
                  <a:cubicBezTo>
                    <a:pt x="38100" y="279273"/>
                    <a:pt x="38100" y="280797"/>
                    <a:pt x="36576" y="280797"/>
                  </a:cubicBezTo>
                  <a:cubicBezTo>
                    <a:pt x="36576" y="282321"/>
                    <a:pt x="35052" y="282321"/>
                    <a:pt x="33528" y="283845"/>
                  </a:cubicBezTo>
                  <a:cubicBezTo>
                    <a:pt x="32004" y="283845"/>
                    <a:pt x="30480" y="283845"/>
                    <a:pt x="27432" y="283845"/>
                  </a:cubicBezTo>
                  <a:cubicBezTo>
                    <a:pt x="25908" y="285369"/>
                    <a:pt x="22860" y="285369"/>
                    <a:pt x="18288" y="285369"/>
                  </a:cubicBezTo>
                  <a:cubicBezTo>
                    <a:pt x="15240" y="285369"/>
                    <a:pt x="12192" y="285369"/>
                    <a:pt x="10668" y="283845"/>
                  </a:cubicBezTo>
                  <a:cubicBezTo>
                    <a:pt x="7620" y="283845"/>
                    <a:pt x="6096" y="283845"/>
                    <a:pt x="4572" y="283845"/>
                  </a:cubicBezTo>
                  <a:cubicBezTo>
                    <a:pt x="3048" y="282321"/>
                    <a:pt x="1524" y="282321"/>
                    <a:pt x="1524" y="280797"/>
                  </a:cubicBezTo>
                  <a:cubicBezTo>
                    <a:pt x="0" y="280797"/>
                    <a:pt x="0" y="279273"/>
                    <a:pt x="0" y="277749"/>
                  </a:cubicBezTo>
                  <a:lnTo>
                    <a:pt x="0" y="15240"/>
                  </a:lnTo>
                  <a:cubicBezTo>
                    <a:pt x="0" y="10668"/>
                    <a:pt x="1524" y="6096"/>
                    <a:pt x="4572" y="4572"/>
                  </a:cubicBezTo>
                  <a:cubicBezTo>
                    <a:pt x="7620" y="1524"/>
                    <a:pt x="10668" y="0"/>
                    <a:pt x="13716" y="0"/>
                  </a:cubicBezTo>
                  <a:lnTo>
                    <a:pt x="74771" y="0"/>
                  </a:lnTo>
                  <a:cubicBezTo>
                    <a:pt x="80867" y="0"/>
                    <a:pt x="86963" y="0"/>
                    <a:pt x="91535" y="1524"/>
                  </a:cubicBezTo>
                  <a:cubicBezTo>
                    <a:pt x="97631" y="1524"/>
                    <a:pt x="100679" y="1524"/>
                    <a:pt x="105251" y="3048"/>
                  </a:cubicBezTo>
                  <a:cubicBezTo>
                    <a:pt x="115919" y="4572"/>
                    <a:pt x="125063" y="7620"/>
                    <a:pt x="134207" y="10668"/>
                  </a:cubicBezTo>
                  <a:cubicBezTo>
                    <a:pt x="141923" y="15240"/>
                    <a:pt x="149543" y="19812"/>
                    <a:pt x="155639" y="27527"/>
                  </a:cubicBezTo>
                  <a:cubicBezTo>
                    <a:pt x="160211" y="33623"/>
                    <a:pt x="164783" y="39719"/>
                    <a:pt x="167831" y="48863"/>
                  </a:cubicBezTo>
                  <a:cubicBezTo>
                    <a:pt x="170879" y="56483"/>
                    <a:pt x="172402" y="65627"/>
                    <a:pt x="172402" y="74771"/>
                  </a:cubicBezTo>
                  <a:cubicBezTo>
                    <a:pt x="172402" y="83915"/>
                    <a:pt x="170879" y="93154"/>
                    <a:pt x="167831" y="100774"/>
                  </a:cubicBezTo>
                  <a:cubicBezTo>
                    <a:pt x="166307" y="108394"/>
                    <a:pt x="161735" y="114490"/>
                    <a:pt x="157163" y="120586"/>
                  </a:cubicBezTo>
                  <a:cubicBezTo>
                    <a:pt x="152591" y="126682"/>
                    <a:pt x="146495" y="131254"/>
                    <a:pt x="140399" y="135826"/>
                  </a:cubicBezTo>
                  <a:cubicBezTo>
                    <a:pt x="132683" y="140398"/>
                    <a:pt x="125063" y="143446"/>
                    <a:pt x="117443" y="146494"/>
                  </a:cubicBezTo>
                  <a:cubicBezTo>
                    <a:pt x="122015" y="148018"/>
                    <a:pt x="126587" y="151066"/>
                    <a:pt x="129635" y="154114"/>
                  </a:cubicBezTo>
                  <a:cubicBezTo>
                    <a:pt x="134207" y="157163"/>
                    <a:pt x="137351" y="161830"/>
                    <a:pt x="140399" y="164878"/>
                  </a:cubicBezTo>
                  <a:cubicBezTo>
                    <a:pt x="143446" y="169450"/>
                    <a:pt x="146495" y="175546"/>
                    <a:pt x="149543" y="180118"/>
                  </a:cubicBezTo>
                  <a:cubicBezTo>
                    <a:pt x="152591" y="186214"/>
                    <a:pt x="155639" y="192310"/>
                    <a:pt x="158687" y="199930"/>
                  </a:cubicBezTo>
                  <a:lnTo>
                    <a:pt x="184595" y="262509"/>
                  </a:lnTo>
                  <a:cubicBezTo>
                    <a:pt x="186118" y="267081"/>
                    <a:pt x="187643" y="271653"/>
                    <a:pt x="187643" y="273177"/>
                  </a:cubicBezTo>
                  <a:cubicBezTo>
                    <a:pt x="189167" y="274701"/>
                    <a:pt x="189167" y="276225"/>
                    <a:pt x="189167" y="277749"/>
                  </a:cubicBezTo>
                  <a:close/>
                  <a:moveTo>
                    <a:pt x="132683" y="79343"/>
                  </a:moveTo>
                  <a:cubicBezTo>
                    <a:pt x="132683" y="68675"/>
                    <a:pt x="129635" y="58007"/>
                    <a:pt x="125063" y="50387"/>
                  </a:cubicBezTo>
                  <a:cubicBezTo>
                    <a:pt x="120491" y="42767"/>
                    <a:pt x="111347" y="38195"/>
                    <a:pt x="100679" y="35147"/>
                  </a:cubicBezTo>
                  <a:cubicBezTo>
                    <a:pt x="96107" y="33623"/>
                    <a:pt x="91535" y="32099"/>
                    <a:pt x="86963" y="32099"/>
                  </a:cubicBezTo>
                  <a:cubicBezTo>
                    <a:pt x="82391" y="32099"/>
                    <a:pt x="76295" y="32099"/>
                    <a:pt x="70199" y="32099"/>
                  </a:cubicBezTo>
                  <a:lnTo>
                    <a:pt x="38100" y="32099"/>
                  </a:lnTo>
                  <a:lnTo>
                    <a:pt x="38100" y="126682"/>
                  </a:lnTo>
                  <a:lnTo>
                    <a:pt x="74771" y="126682"/>
                  </a:lnTo>
                  <a:cubicBezTo>
                    <a:pt x="83915" y="126682"/>
                    <a:pt x="93059" y="126682"/>
                    <a:pt x="100679" y="123635"/>
                  </a:cubicBezTo>
                  <a:cubicBezTo>
                    <a:pt x="108299" y="120586"/>
                    <a:pt x="112871" y="117538"/>
                    <a:pt x="118967" y="112966"/>
                  </a:cubicBezTo>
                  <a:cubicBezTo>
                    <a:pt x="123539" y="109918"/>
                    <a:pt x="126587" y="103822"/>
                    <a:pt x="129635" y="97726"/>
                  </a:cubicBezTo>
                  <a:cubicBezTo>
                    <a:pt x="131159" y="93154"/>
                    <a:pt x="132683" y="85439"/>
                    <a:pt x="132683" y="7934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45" name="Path245"/>
            <p:cNvSpPr/>
            <p:nvPr/>
          </p:nvSpPr>
          <p:spPr>
            <a:xfrm>
              <a:off x="2567654" y="2081594"/>
              <a:ext cx="180023" cy="216693"/>
            </a:xfrm>
            <a:custGeom>
              <a:avLst/>
              <a:gdLst/>
              <a:ahLst/>
              <a:cxnLst/>
              <a:rect l="l" t="t" r="r" b="b"/>
              <a:pathLst>
                <a:path w="180023" h="216693">
                  <a:moveTo>
                    <a:pt x="180023" y="99251"/>
                  </a:moveTo>
                  <a:cubicBezTo>
                    <a:pt x="180023" y="105346"/>
                    <a:pt x="180023" y="109918"/>
                    <a:pt x="176974" y="111443"/>
                  </a:cubicBezTo>
                  <a:cubicBezTo>
                    <a:pt x="173927" y="114490"/>
                    <a:pt x="170879" y="116015"/>
                    <a:pt x="166307" y="116015"/>
                  </a:cubicBezTo>
                  <a:lnTo>
                    <a:pt x="38100" y="116015"/>
                  </a:lnTo>
                  <a:cubicBezTo>
                    <a:pt x="38100" y="126683"/>
                    <a:pt x="38100" y="135827"/>
                    <a:pt x="41148" y="144971"/>
                  </a:cubicBezTo>
                  <a:cubicBezTo>
                    <a:pt x="42672" y="154115"/>
                    <a:pt x="47339" y="161830"/>
                    <a:pt x="51911" y="167926"/>
                  </a:cubicBezTo>
                  <a:cubicBezTo>
                    <a:pt x="56483" y="174022"/>
                    <a:pt x="64103" y="178594"/>
                    <a:pt x="71723" y="181642"/>
                  </a:cubicBezTo>
                  <a:cubicBezTo>
                    <a:pt x="79343" y="184690"/>
                    <a:pt x="90011" y="186214"/>
                    <a:pt x="102203" y="186214"/>
                  </a:cubicBezTo>
                  <a:cubicBezTo>
                    <a:pt x="111347" y="186214"/>
                    <a:pt x="118967" y="186214"/>
                    <a:pt x="126587" y="184690"/>
                  </a:cubicBezTo>
                  <a:cubicBezTo>
                    <a:pt x="134302" y="183166"/>
                    <a:pt x="140399" y="181642"/>
                    <a:pt x="144971" y="180118"/>
                  </a:cubicBezTo>
                  <a:cubicBezTo>
                    <a:pt x="151067" y="177070"/>
                    <a:pt x="155639" y="175546"/>
                    <a:pt x="158687" y="174022"/>
                  </a:cubicBezTo>
                  <a:cubicBezTo>
                    <a:pt x="161735" y="172498"/>
                    <a:pt x="164783" y="172498"/>
                    <a:pt x="166307" y="172498"/>
                  </a:cubicBezTo>
                  <a:cubicBezTo>
                    <a:pt x="167830" y="172498"/>
                    <a:pt x="167830" y="172498"/>
                    <a:pt x="169355" y="172498"/>
                  </a:cubicBezTo>
                  <a:cubicBezTo>
                    <a:pt x="169355" y="174022"/>
                    <a:pt x="170879" y="174022"/>
                    <a:pt x="170879" y="175546"/>
                  </a:cubicBezTo>
                  <a:cubicBezTo>
                    <a:pt x="170879" y="175546"/>
                    <a:pt x="172402" y="177070"/>
                    <a:pt x="172402" y="180118"/>
                  </a:cubicBezTo>
                  <a:cubicBezTo>
                    <a:pt x="172402" y="181642"/>
                    <a:pt x="172402" y="183166"/>
                    <a:pt x="172402" y="186214"/>
                  </a:cubicBezTo>
                  <a:cubicBezTo>
                    <a:pt x="172402" y="187738"/>
                    <a:pt x="172402" y="189262"/>
                    <a:pt x="172402" y="190786"/>
                  </a:cubicBezTo>
                  <a:cubicBezTo>
                    <a:pt x="172402" y="192310"/>
                    <a:pt x="172402" y="193834"/>
                    <a:pt x="172402" y="195358"/>
                  </a:cubicBezTo>
                  <a:cubicBezTo>
                    <a:pt x="170879" y="195358"/>
                    <a:pt x="170879" y="196882"/>
                    <a:pt x="170879" y="198406"/>
                  </a:cubicBezTo>
                  <a:cubicBezTo>
                    <a:pt x="170879" y="198406"/>
                    <a:pt x="169355" y="199930"/>
                    <a:pt x="169355" y="199930"/>
                  </a:cubicBezTo>
                  <a:cubicBezTo>
                    <a:pt x="167830" y="201454"/>
                    <a:pt x="164783" y="202978"/>
                    <a:pt x="161735" y="204502"/>
                  </a:cubicBezTo>
                  <a:cubicBezTo>
                    <a:pt x="157163" y="206026"/>
                    <a:pt x="152591" y="207550"/>
                    <a:pt x="146495" y="209074"/>
                  </a:cubicBezTo>
                  <a:cubicBezTo>
                    <a:pt x="140399" y="210598"/>
                    <a:pt x="132779" y="212122"/>
                    <a:pt x="125063" y="213646"/>
                  </a:cubicBezTo>
                  <a:cubicBezTo>
                    <a:pt x="115919" y="215170"/>
                    <a:pt x="106775" y="216694"/>
                    <a:pt x="97631" y="216694"/>
                  </a:cubicBezTo>
                  <a:cubicBezTo>
                    <a:pt x="82391" y="216694"/>
                    <a:pt x="67151" y="213646"/>
                    <a:pt x="54959" y="209074"/>
                  </a:cubicBezTo>
                  <a:cubicBezTo>
                    <a:pt x="42672" y="204502"/>
                    <a:pt x="33528" y="198406"/>
                    <a:pt x="24384" y="189262"/>
                  </a:cubicBezTo>
                  <a:cubicBezTo>
                    <a:pt x="16764" y="180118"/>
                    <a:pt x="10668" y="169450"/>
                    <a:pt x="6096" y="155639"/>
                  </a:cubicBezTo>
                  <a:cubicBezTo>
                    <a:pt x="1524" y="141923"/>
                    <a:pt x="0" y="126683"/>
                    <a:pt x="0" y="108395"/>
                  </a:cubicBezTo>
                  <a:cubicBezTo>
                    <a:pt x="0" y="91630"/>
                    <a:pt x="1524" y="76295"/>
                    <a:pt x="6096" y="64103"/>
                  </a:cubicBezTo>
                  <a:cubicBezTo>
                    <a:pt x="10668" y="50387"/>
                    <a:pt x="16764" y="38195"/>
                    <a:pt x="24384" y="29051"/>
                  </a:cubicBezTo>
                  <a:cubicBezTo>
                    <a:pt x="33528" y="19907"/>
                    <a:pt x="42672" y="12192"/>
                    <a:pt x="54959" y="7620"/>
                  </a:cubicBezTo>
                  <a:cubicBezTo>
                    <a:pt x="67151" y="3048"/>
                    <a:pt x="79343" y="0"/>
                    <a:pt x="94583" y="0"/>
                  </a:cubicBezTo>
                  <a:cubicBezTo>
                    <a:pt x="109823" y="0"/>
                    <a:pt x="122015" y="1524"/>
                    <a:pt x="134302" y="7620"/>
                  </a:cubicBezTo>
                  <a:cubicBezTo>
                    <a:pt x="144971" y="12192"/>
                    <a:pt x="154115" y="18288"/>
                    <a:pt x="160211" y="27527"/>
                  </a:cubicBezTo>
                  <a:cubicBezTo>
                    <a:pt x="167830" y="35147"/>
                    <a:pt x="172402" y="45815"/>
                    <a:pt x="175451" y="56483"/>
                  </a:cubicBezTo>
                  <a:cubicBezTo>
                    <a:pt x="178499" y="68675"/>
                    <a:pt x="180023" y="80867"/>
                    <a:pt x="180023" y="93155"/>
                  </a:cubicBezTo>
                  <a:lnTo>
                    <a:pt x="180023" y="99251"/>
                  </a:lnTo>
                  <a:close/>
                  <a:moveTo>
                    <a:pt x="144971" y="88583"/>
                  </a:moveTo>
                  <a:cubicBezTo>
                    <a:pt x="144971" y="70199"/>
                    <a:pt x="140399" y="54959"/>
                    <a:pt x="131159" y="44291"/>
                  </a:cubicBezTo>
                  <a:cubicBezTo>
                    <a:pt x="123539" y="33623"/>
                    <a:pt x="109823" y="27527"/>
                    <a:pt x="93059" y="27527"/>
                  </a:cubicBezTo>
                  <a:cubicBezTo>
                    <a:pt x="83915" y="27527"/>
                    <a:pt x="76295" y="29051"/>
                    <a:pt x="68675" y="33623"/>
                  </a:cubicBezTo>
                  <a:cubicBezTo>
                    <a:pt x="62579" y="36671"/>
                    <a:pt x="56483" y="41243"/>
                    <a:pt x="51911" y="45815"/>
                  </a:cubicBezTo>
                  <a:cubicBezTo>
                    <a:pt x="47339" y="51911"/>
                    <a:pt x="44291" y="58007"/>
                    <a:pt x="41148" y="65627"/>
                  </a:cubicBezTo>
                  <a:cubicBezTo>
                    <a:pt x="39624" y="73247"/>
                    <a:pt x="38100" y="80867"/>
                    <a:pt x="38100" y="88583"/>
                  </a:cubicBezTo>
                  <a:lnTo>
                    <a:pt x="144971" y="8858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46" name="Path246"/>
            <p:cNvSpPr/>
            <p:nvPr/>
          </p:nvSpPr>
          <p:spPr>
            <a:xfrm>
              <a:off x="2775204" y="1987011"/>
              <a:ext cx="132683" cy="308228"/>
            </a:xfrm>
            <a:custGeom>
              <a:avLst/>
              <a:gdLst/>
              <a:ahLst/>
              <a:cxnLst/>
              <a:rect l="l" t="t" r="r" b="b"/>
              <a:pathLst>
                <a:path w="132683" h="308228">
                  <a:moveTo>
                    <a:pt x="132683" y="22860"/>
                  </a:moveTo>
                  <a:cubicBezTo>
                    <a:pt x="132683" y="25908"/>
                    <a:pt x="132683" y="27432"/>
                    <a:pt x="132683" y="30480"/>
                  </a:cubicBezTo>
                  <a:cubicBezTo>
                    <a:pt x="132683" y="32004"/>
                    <a:pt x="132683" y="33528"/>
                    <a:pt x="131159" y="33528"/>
                  </a:cubicBezTo>
                  <a:cubicBezTo>
                    <a:pt x="131159" y="35052"/>
                    <a:pt x="131159" y="35052"/>
                    <a:pt x="129635" y="36576"/>
                  </a:cubicBezTo>
                  <a:cubicBezTo>
                    <a:pt x="129635" y="36576"/>
                    <a:pt x="129635" y="36576"/>
                    <a:pt x="128111" y="36576"/>
                  </a:cubicBezTo>
                  <a:cubicBezTo>
                    <a:pt x="126587" y="36576"/>
                    <a:pt x="125063" y="36576"/>
                    <a:pt x="123539" y="35052"/>
                  </a:cubicBezTo>
                  <a:cubicBezTo>
                    <a:pt x="122015" y="35052"/>
                    <a:pt x="120491" y="35052"/>
                    <a:pt x="118967" y="33528"/>
                  </a:cubicBezTo>
                  <a:cubicBezTo>
                    <a:pt x="115919" y="32004"/>
                    <a:pt x="114395" y="32004"/>
                    <a:pt x="111347" y="32004"/>
                  </a:cubicBezTo>
                  <a:cubicBezTo>
                    <a:pt x="108299" y="30480"/>
                    <a:pt x="103727" y="30480"/>
                    <a:pt x="100679" y="30480"/>
                  </a:cubicBezTo>
                  <a:cubicBezTo>
                    <a:pt x="94583" y="30480"/>
                    <a:pt x="90011" y="30480"/>
                    <a:pt x="86963" y="33528"/>
                  </a:cubicBezTo>
                  <a:cubicBezTo>
                    <a:pt x="82391" y="35052"/>
                    <a:pt x="79343" y="38100"/>
                    <a:pt x="77819" y="41148"/>
                  </a:cubicBezTo>
                  <a:cubicBezTo>
                    <a:pt x="74771" y="44196"/>
                    <a:pt x="73247" y="50387"/>
                    <a:pt x="73247" y="54959"/>
                  </a:cubicBezTo>
                  <a:cubicBezTo>
                    <a:pt x="71723" y="61055"/>
                    <a:pt x="71723" y="68675"/>
                    <a:pt x="71723" y="77819"/>
                  </a:cubicBezTo>
                  <a:lnTo>
                    <a:pt x="71723" y="99155"/>
                  </a:lnTo>
                  <a:lnTo>
                    <a:pt x="114395" y="99155"/>
                  </a:lnTo>
                  <a:cubicBezTo>
                    <a:pt x="115919" y="99155"/>
                    <a:pt x="117443" y="99155"/>
                    <a:pt x="117443" y="99155"/>
                  </a:cubicBezTo>
                  <a:cubicBezTo>
                    <a:pt x="118967" y="99155"/>
                    <a:pt x="118967" y="100679"/>
                    <a:pt x="120491" y="102203"/>
                  </a:cubicBezTo>
                  <a:cubicBezTo>
                    <a:pt x="120491" y="103727"/>
                    <a:pt x="120491" y="105251"/>
                    <a:pt x="122015" y="106775"/>
                  </a:cubicBezTo>
                  <a:cubicBezTo>
                    <a:pt x="122015" y="108299"/>
                    <a:pt x="122015" y="111347"/>
                    <a:pt x="122015" y="112871"/>
                  </a:cubicBezTo>
                  <a:cubicBezTo>
                    <a:pt x="122015" y="119062"/>
                    <a:pt x="122015" y="122110"/>
                    <a:pt x="120491" y="125158"/>
                  </a:cubicBezTo>
                  <a:cubicBezTo>
                    <a:pt x="118967" y="126682"/>
                    <a:pt x="117443" y="128206"/>
                    <a:pt x="114395" y="128206"/>
                  </a:cubicBezTo>
                  <a:lnTo>
                    <a:pt x="71723" y="128206"/>
                  </a:lnTo>
                  <a:lnTo>
                    <a:pt x="71723" y="300609"/>
                  </a:lnTo>
                  <a:cubicBezTo>
                    <a:pt x="71723" y="302133"/>
                    <a:pt x="70199" y="303657"/>
                    <a:pt x="70199" y="303657"/>
                  </a:cubicBezTo>
                  <a:cubicBezTo>
                    <a:pt x="70199" y="305181"/>
                    <a:pt x="68675" y="305181"/>
                    <a:pt x="67151" y="306705"/>
                  </a:cubicBezTo>
                  <a:cubicBezTo>
                    <a:pt x="65627" y="306705"/>
                    <a:pt x="64103" y="306705"/>
                    <a:pt x="61055" y="308229"/>
                  </a:cubicBezTo>
                  <a:cubicBezTo>
                    <a:pt x="59436" y="308229"/>
                    <a:pt x="56388" y="308229"/>
                    <a:pt x="53340" y="308229"/>
                  </a:cubicBezTo>
                  <a:cubicBezTo>
                    <a:pt x="48768" y="308229"/>
                    <a:pt x="45720" y="308229"/>
                    <a:pt x="44196" y="308229"/>
                  </a:cubicBezTo>
                  <a:cubicBezTo>
                    <a:pt x="41148" y="306705"/>
                    <a:pt x="39624" y="306705"/>
                    <a:pt x="38100" y="306705"/>
                  </a:cubicBezTo>
                  <a:cubicBezTo>
                    <a:pt x="36576" y="305181"/>
                    <a:pt x="36576" y="305181"/>
                    <a:pt x="35052" y="303657"/>
                  </a:cubicBezTo>
                  <a:cubicBezTo>
                    <a:pt x="35052" y="303657"/>
                    <a:pt x="35052" y="302133"/>
                    <a:pt x="35052" y="300609"/>
                  </a:cubicBezTo>
                  <a:lnTo>
                    <a:pt x="35052" y="128206"/>
                  </a:lnTo>
                  <a:lnTo>
                    <a:pt x="6096" y="128206"/>
                  </a:lnTo>
                  <a:cubicBezTo>
                    <a:pt x="4572" y="128206"/>
                    <a:pt x="3048" y="128206"/>
                    <a:pt x="1524" y="125158"/>
                  </a:cubicBezTo>
                  <a:cubicBezTo>
                    <a:pt x="0" y="122110"/>
                    <a:pt x="0" y="119062"/>
                    <a:pt x="0" y="112871"/>
                  </a:cubicBezTo>
                  <a:cubicBezTo>
                    <a:pt x="0" y="111347"/>
                    <a:pt x="0" y="108299"/>
                    <a:pt x="0" y="106775"/>
                  </a:cubicBezTo>
                  <a:cubicBezTo>
                    <a:pt x="0" y="105251"/>
                    <a:pt x="1524" y="103727"/>
                    <a:pt x="1524" y="102203"/>
                  </a:cubicBezTo>
                  <a:cubicBezTo>
                    <a:pt x="1524" y="100679"/>
                    <a:pt x="3048" y="99155"/>
                    <a:pt x="3048" y="99155"/>
                  </a:cubicBezTo>
                  <a:cubicBezTo>
                    <a:pt x="4572" y="99155"/>
                    <a:pt x="6096" y="99155"/>
                    <a:pt x="6096" y="99155"/>
                  </a:cubicBezTo>
                  <a:lnTo>
                    <a:pt x="35052" y="99155"/>
                  </a:lnTo>
                  <a:lnTo>
                    <a:pt x="35052" y="77819"/>
                  </a:lnTo>
                  <a:cubicBezTo>
                    <a:pt x="35052" y="64103"/>
                    <a:pt x="35052" y="53435"/>
                    <a:pt x="38100" y="42672"/>
                  </a:cubicBezTo>
                  <a:cubicBezTo>
                    <a:pt x="41148" y="33528"/>
                    <a:pt x="44196" y="24384"/>
                    <a:pt x="50292" y="18288"/>
                  </a:cubicBezTo>
                  <a:cubicBezTo>
                    <a:pt x="54864" y="12192"/>
                    <a:pt x="62579" y="7620"/>
                    <a:pt x="70199" y="4572"/>
                  </a:cubicBezTo>
                  <a:cubicBezTo>
                    <a:pt x="77819" y="1524"/>
                    <a:pt x="86963" y="0"/>
                    <a:pt x="97631" y="0"/>
                  </a:cubicBezTo>
                  <a:cubicBezTo>
                    <a:pt x="103727" y="0"/>
                    <a:pt x="108299" y="0"/>
                    <a:pt x="112871" y="1524"/>
                  </a:cubicBezTo>
                  <a:cubicBezTo>
                    <a:pt x="117443" y="3048"/>
                    <a:pt x="122015" y="3048"/>
                    <a:pt x="123539" y="4572"/>
                  </a:cubicBezTo>
                  <a:cubicBezTo>
                    <a:pt x="126587" y="6096"/>
                    <a:pt x="128111" y="7620"/>
                    <a:pt x="129635" y="7620"/>
                  </a:cubicBezTo>
                  <a:cubicBezTo>
                    <a:pt x="129635" y="9144"/>
                    <a:pt x="131159" y="9144"/>
                    <a:pt x="131159" y="10668"/>
                  </a:cubicBezTo>
                  <a:cubicBezTo>
                    <a:pt x="132683" y="12192"/>
                    <a:pt x="132683" y="13716"/>
                    <a:pt x="132683" y="16764"/>
                  </a:cubicBezTo>
                  <a:cubicBezTo>
                    <a:pt x="132683" y="18288"/>
                    <a:pt x="132683" y="19812"/>
                    <a:pt x="132683" y="2286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47" name="Path247"/>
            <p:cNvSpPr/>
            <p:nvPr/>
          </p:nvSpPr>
          <p:spPr>
            <a:xfrm>
              <a:off x="2936938" y="1988534"/>
              <a:ext cx="36577" cy="306705"/>
            </a:xfrm>
            <a:custGeom>
              <a:avLst/>
              <a:gdLst/>
              <a:ahLst/>
              <a:cxnLst/>
              <a:rect l="l" t="t" r="r" b="b"/>
              <a:pathLst>
                <a:path w="36577" h="306705">
                  <a:moveTo>
                    <a:pt x="36576" y="299085"/>
                  </a:moveTo>
                  <a:cubicBezTo>
                    <a:pt x="36576" y="300609"/>
                    <a:pt x="36576" y="302133"/>
                    <a:pt x="35052" y="302133"/>
                  </a:cubicBezTo>
                  <a:cubicBezTo>
                    <a:pt x="35052" y="303657"/>
                    <a:pt x="33528" y="303657"/>
                    <a:pt x="32004" y="305181"/>
                  </a:cubicBezTo>
                  <a:cubicBezTo>
                    <a:pt x="30480" y="305181"/>
                    <a:pt x="28956" y="305181"/>
                    <a:pt x="27432" y="306705"/>
                  </a:cubicBezTo>
                  <a:cubicBezTo>
                    <a:pt x="24384" y="306705"/>
                    <a:pt x="21336" y="306705"/>
                    <a:pt x="18288" y="306705"/>
                  </a:cubicBezTo>
                  <a:cubicBezTo>
                    <a:pt x="15240" y="306705"/>
                    <a:pt x="12192" y="306705"/>
                    <a:pt x="9144" y="306705"/>
                  </a:cubicBezTo>
                  <a:cubicBezTo>
                    <a:pt x="7620" y="305181"/>
                    <a:pt x="4572" y="305181"/>
                    <a:pt x="3048" y="305181"/>
                  </a:cubicBezTo>
                  <a:cubicBezTo>
                    <a:pt x="3048" y="303657"/>
                    <a:pt x="1524" y="303657"/>
                    <a:pt x="1524" y="302133"/>
                  </a:cubicBezTo>
                  <a:cubicBezTo>
                    <a:pt x="0" y="302133"/>
                    <a:pt x="0" y="300609"/>
                    <a:pt x="0" y="299085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1524" y="4572"/>
                  </a:cubicBezTo>
                  <a:cubicBezTo>
                    <a:pt x="1524" y="3048"/>
                    <a:pt x="3048" y="3048"/>
                    <a:pt x="3048" y="1524"/>
                  </a:cubicBezTo>
                  <a:cubicBezTo>
                    <a:pt x="4572" y="1524"/>
                    <a:pt x="7620" y="1524"/>
                    <a:pt x="9144" y="1524"/>
                  </a:cubicBezTo>
                  <a:cubicBezTo>
                    <a:pt x="12192" y="0"/>
                    <a:pt x="15240" y="0"/>
                    <a:pt x="18288" y="0"/>
                  </a:cubicBezTo>
                  <a:cubicBezTo>
                    <a:pt x="21336" y="0"/>
                    <a:pt x="24384" y="0"/>
                    <a:pt x="27432" y="1524"/>
                  </a:cubicBezTo>
                  <a:cubicBezTo>
                    <a:pt x="28956" y="1524"/>
                    <a:pt x="30480" y="1524"/>
                    <a:pt x="32004" y="1524"/>
                  </a:cubicBezTo>
                  <a:cubicBezTo>
                    <a:pt x="33528" y="3048"/>
                    <a:pt x="35052" y="3048"/>
                    <a:pt x="35052" y="4572"/>
                  </a:cubicBezTo>
                  <a:cubicBezTo>
                    <a:pt x="36576" y="4572"/>
                    <a:pt x="36576" y="6096"/>
                    <a:pt x="36576" y="7620"/>
                  </a:cubicBezTo>
                  <a:lnTo>
                    <a:pt x="36576" y="2990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48" name="Path248"/>
            <p:cNvSpPr/>
            <p:nvPr/>
          </p:nvSpPr>
          <p:spPr>
            <a:xfrm>
              <a:off x="3025426" y="2081594"/>
              <a:ext cx="181546" cy="216693"/>
            </a:xfrm>
            <a:custGeom>
              <a:avLst/>
              <a:gdLst/>
              <a:ahLst/>
              <a:cxnLst/>
              <a:rect l="l" t="t" r="r" b="b"/>
              <a:pathLst>
                <a:path w="181546" h="216693">
                  <a:moveTo>
                    <a:pt x="181546" y="99251"/>
                  </a:moveTo>
                  <a:cubicBezTo>
                    <a:pt x="181546" y="105346"/>
                    <a:pt x="180023" y="109918"/>
                    <a:pt x="176974" y="111443"/>
                  </a:cubicBezTo>
                  <a:cubicBezTo>
                    <a:pt x="173926" y="114490"/>
                    <a:pt x="170879" y="116015"/>
                    <a:pt x="167830" y="116015"/>
                  </a:cubicBezTo>
                  <a:lnTo>
                    <a:pt x="38100" y="116015"/>
                  </a:lnTo>
                  <a:cubicBezTo>
                    <a:pt x="38100" y="126683"/>
                    <a:pt x="39624" y="135827"/>
                    <a:pt x="41148" y="144971"/>
                  </a:cubicBezTo>
                  <a:cubicBezTo>
                    <a:pt x="44196" y="154115"/>
                    <a:pt x="47244" y="161830"/>
                    <a:pt x="51816" y="167926"/>
                  </a:cubicBezTo>
                  <a:cubicBezTo>
                    <a:pt x="57912" y="174022"/>
                    <a:pt x="64008" y="178594"/>
                    <a:pt x="73247" y="181642"/>
                  </a:cubicBezTo>
                  <a:cubicBezTo>
                    <a:pt x="80867" y="184690"/>
                    <a:pt x="90011" y="186214"/>
                    <a:pt x="102203" y="186214"/>
                  </a:cubicBezTo>
                  <a:cubicBezTo>
                    <a:pt x="111347" y="186214"/>
                    <a:pt x="120491" y="186214"/>
                    <a:pt x="128111" y="184690"/>
                  </a:cubicBezTo>
                  <a:cubicBezTo>
                    <a:pt x="134207" y="183166"/>
                    <a:pt x="140303" y="181642"/>
                    <a:pt x="146399" y="180118"/>
                  </a:cubicBezTo>
                  <a:cubicBezTo>
                    <a:pt x="150971" y="177070"/>
                    <a:pt x="155543" y="175546"/>
                    <a:pt x="160211" y="174022"/>
                  </a:cubicBezTo>
                  <a:cubicBezTo>
                    <a:pt x="163258" y="172498"/>
                    <a:pt x="164782" y="172498"/>
                    <a:pt x="167830" y="172498"/>
                  </a:cubicBezTo>
                  <a:cubicBezTo>
                    <a:pt x="167830" y="172498"/>
                    <a:pt x="169354" y="172498"/>
                    <a:pt x="169354" y="172498"/>
                  </a:cubicBezTo>
                  <a:cubicBezTo>
                    <a:pt x="170879" y="174022"/>
                    <a:pt x="170879" y="174022"/>
                    <a:pt x="172402" y="175546"/>
                  </a:cubicBezTo>
                  <a:cubicBezTo>
                    <a:pt x="172402" y="175546"/>
                    <a:pt x="172402" y="177070"/>
                    <a:pt x="172402" y="180118"/>
                  </a:cubicBezTo>
                  <a:cubicBezTo>
                    <a:pt x="172402" y="181642"/>
                    <a:pt x="172402" y="183166"/>
                    <a:pt x="172402" y="186214"/>
                  </a:cubicBezTo>
                  <a:cubicBezTo>
                    <a:pt x="172402" y="187738"/>
                    <a:pt x="172402" y="189262"/>
                    <a:pt x="172402" y="190786"/>
                  </a:cubicBezTo>
                  <a:cubicBezTo>
                    <a:pt x="172402" y="192310"/>
                    <a:pt x="172402" y="193834"/>
                    <a:pt x="172402" y="195358"/>
                  </a:cubicBezTo>
                  <a:cubicBezTo>
                    <a:pt x="172402" y="195358"/>
                    <a:pt x="172402" y="196882"/>
                    <a:pt x="170879" y="198406"/>
                  </a:cubicBezTo>
                  <a:cubicBezTo>
                    <a:pt x="170879" y="198406"/>
                    <a:pt x="170879" y="199930"/>
                    <a:pt x="169354" y="199930"/>
                  </a:cubicBezTo>
                  <a:cubicBezTo>
                    <a:pt x="167830" y="201454"/>
                    <a:pt x="166307" y="202978"/>
                    <a:pt x="161735" y="204502"/>
                  </a:cubicBezTo>
                  <a:cubicBezTo>
                    <a:pt x="158591" y="206026"/>
                    <a:pt x="152495" y="207550"/>
                    <a:pt x="146399" y="209074"/>
                  </a:cubicBezTo>
                  <a:cubicBezTo>
                    <a:pt x="140303" y="210598"/>
                    <a:pt x="132683" y="212122"/>
                    <a:pt x="125063" y="213646"/>
                  </a:cubicBezTo>
                  <a:cubicBezTo>
                    <a:pt x="117443" y="215170"/>
                    <a:pt x="108299" y="216694"/>
                    <a:pt x="99155" y="216694"/>
                  </a:cubicBezTo>
                  <a:cubicBezTo>
                    <a:pt x="82391" y="216694"/>
                    <a:pt x="68580" y="213646"/>
                    <a:pt x="56388" y="209074"/>
                  </a:cubicBezTo>
                  <a:cubicBezTo>
                    <a:pt x="44196" y="204502"/>
                    <a:pt x="33528" y="198406"/>
                    <a:pt x="25908" y="189262"/>
                  </a:cubicBezTo>
                  <a:cubicBezTo>
                    <a:pt x="16764" y="180118"/>
                    <a:pt x="10668" y="169450"/>
                    <a:pt x="6096" y="155639"/>
                  </a:cubicBezTo>
                  <a:cubicBezTo>
                    <a:pt x="3048" y="141923"/>
                    <a:pt x="0" y="126683"/>
                    <a:pt x="0" y="108395"/>
                  </a:cubicBezTo>
                  <a:cubicBezTo>
                    <a:pt x="0" y="91630"/>
                    <a:pt x="3048" y="76295"/>
                    <a:pt x="6096" y="64103"/>
                  </a:cubicBezTo>
                  <a:cubicBezTo>
                    <a:pt x="10668" y="50387"/>
                    <a:pt x="16764" y="38195"/>
                    <a:pt x="25908" y="29051"/>
                  </a:cubicBezTo>
                  <a:cubicBezTo>
                    <a:pt x="33528" y="19907"/>
                    <a:pt x="44196" y="12192"/>
                    <a:pt x="54864" y="7620"/>
                  </a:cubicBezTo>
                  <a:cubicBezTo>
                    <a:pt x="67056" y="3048"/>
                    <a:pt x="80867" y="0"/>
                    <a:pt x="94583" y="0"/>
                  </a:cubicBezTo>
                  <a:cubicBezTo>
                    <a:pt x="109823" y="0"/>
                    <a:pt x="123539" y="1524"/>
                    <a:pt x="134207" y="7620"/>
                  </a:cubicBezTo>
                  <a:cubicBezTo>
                    <a:pt x="144875" y="12192"/>
                    <a:pt x="154019" y="18288"/>
                    <a:pt x="161735" y="27527"/>
                  </a:cubicBezTo>
                  <a:cubicBezTo>
                    <a:pt x="167830" y="35147"/>
                    <a:pt x="173926" y="45815"/>
                    <a:pt x="176974" y="56483"/>
                  </a:cubicBezTo>
                  <a:cubicBezTo>
                    <a:pt x="180023" y="68675"/>
                    <a:pt x="181546" y="80867"/>
                    <a:pt x="181546" y="93155"/>
                  </a:cubicBezTo>
                  <a:lnTo>
                    <a:pt x="181546" y="99251"/>
                  </a:lnTo>
                  <a:close/>
                  <a:moveTo>
                    <a:pt x="144875" y="88583"/>
                  </a:moveTo>
                  <a:cubicBezTo>
                    <a:pt x="144875" y="70199"/>
                    <a:pt x="141827" y="54959"/>
                    <a:pt x="132683" y="44291"/>
                  </a:cubicBezTo>
                  <a:cubicBezTo>
                    <a:pt x="123539" y="33623"/>
                    <a:pt x="111347" y="27527"/>
                    <a:pt x="93059" y="27527"/>
                  </a:cubicBezTo>
                  <a:cubicBezTo>
                    <a:pt x="83915" y="27527"/>
                    <a:pt x="76295" y="29051"/>
                    <a:pt x="70104" y="33623"/>
                  </a:cubicBezTo>
                  <a:cubicBezTo>
                    <a:pt x="62484" y="36671"/>
                    <a:pt x="57912" y="41243"/>
                    <a:pt x="53340" y="45815"/>
                  </a:cubicBezTo>
                  <a:cubicBezTo>
                    <a:pt x="48768" y="51911"/>
                    <a:pt x="45720" y="58007"/>
                    <a:pt x="42672" y="65627"/>
                  </a:cubicBezTo>
                  <a:cubicBezTo>
                    <a:pt x="39624" y="73247"/>
                    <a:pt x="38100" y="80867"/>
                    <a:pt x="38100" y="88583"/>
                  </a:cubicBezTo>
                  <a:lnTo>
                    <a:pt x="144875" y="8858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49" name="Path249"/>
            <p:cNvSpPr/>
            <p:nvPr/>
          </p:nvSpPr>
          <p:spPr>
            <a:xfrm>
              <a:off x="3231356" y="2084642"/>
              <a:ext cx="175451" cy="210597"/>
            </a:xfrm>
            <a:custGeom>
              <a:avLst/>
              <a:gdLst/>
              <a:ahLst/>
              <a:cxnLst/>
              <a:rect l="l" t="t" r="r" b="b"/>
              <a:pathLst>
                <a:path w="175451" h="210597">
                  <a:moveTo>
                    <a:pt x="172402" y="199930"/>
                  </a:moveTo>
                  <a:cubicBezTo>
                    <a:pt x="173926" y="201454"/>
                    <a:pt x="175450" y="202978"/>
                    <a:pt x="175450" y="204502"/>
                  </a:cubicBezTo>
                  <a:cubicBezTo>
                    <a:pt x="175450" y="206026"/>
                    <a:pt x="173926" y="207550"/>
                    <a:pt x="172402" y="207550"/>
                  </a:cubicBezTo>
                  <a:cubicBezTo>
                    <a:pt x="170879" y="209074"/>
                    <a:pt x="169355" y="209074"/>
                    <a:pt x="166306" y="209074"/>
                  </a:cubicBezTo>
                  <a:cubicBezTo>
                    <a:pt x="163258" y="210598"/>
                    <a:pt x="160211" y="210598"/>
                    <a:pt x="155638" y="210598"/>
                  </a:cubicBezTo>
                  <a:cubicBezTo>
                    <a:pt x="151067" y="210598"/>
                    <a:pt x="148018" y="210598"/>
                    <a:pt x="144970" y="210598"/>
                  </a:cubicBezTo>
                  <a:cubicBezTo>
                    <a:pt x="141923" y="209074"/>
                    <a:pt x="140399" y="209074"/>
                    <a:pt x="138874" y="209074"/>
                  </a:cubicBezTo>
                  <a:cubicBezTo>
                    <a:pt x="137350" y="209074"/>
                    <a:pt x="135826" y="207550"/>
                    <a:pt x="135826" y="207550"/>
                  </a:cubicBezTo>
                  <a:cubicBezTo>
                    <a:pt x="134302" y="206026"/>
                    <a:pt x="134302" y="206026"/>
                    <a:pt x="132779" y="204502"/>
                  </a:cubicBezTo>
                  <a:lnTo>
                    <a:pt x="85439" y="126682"/>
                  </a:lnTo>
                  <a:lnTo>
                    <a:pt x="39624" y="204502"/>
                  </a:lnTo>
                  <a:cubicBezTo>
                    <a:pt x="38100" y="204502"/>
                    <a:pt x="38100" y="206026"/>
                    <a:pt x="36576" y="207550"/>
                  </a:cubicBezTo>
                  <a:cubicBezTo>
                    <a:pt x="36576" y="207550"/>
                    <a:pt x="35052" y="209074"/>
                    <a:pt x="33528" y="209074"/>
                  </a:cubicBezTo>
                  <a:cubicBezTo>
                    <a:pt x="32004" y="209074"/>
                    <a:pt x="30480" y="209074"/>
                    <a:pt x="27432" y="210598"/>
                  </a:cubicBezTo>
                  <a:cubicBezTo>
                    <a:pt x="24384" y="210598"/>
                    <a:pt x="21336" y="210598"/>
                    <a:pt x="16764" y="210598"/>
                  </a:cubicBezTo>
                  <a:cubicBezTo>
                    <a:pt x="13716" y="210598"/>
                    <a:pt x="9144" y="210598"/>
                    <a:pt x="7620" y="209074"/>
                  </a:cubicBezTo>
                  <a:cubicBezTo>
                    <a:pt x="4572" y="209074"/>
                    <a:pt x="3048" y="209074"/>
                    <a:pt x="1524" y="207550"/>
                  </a:cubicBezTo>
                  <a:cubicBezTo>
                    <a:pt x="0" y="207550"/>
                    <a:pt x="0" y="206026"/>
                    <a:pt x="0" y="204502"/>
                  </a:cubicBezTo>
                  <a:cubicBezTo>
                    <a:pt x="0" y="202978"/>
                    <a:pt x="0" y="201454"/>
                    <a:pt x="1524" y="199930"/>
                  </a:cubicBezTo>
                  <a:lnTo>
                    <a:pt x="62579" y="103822"/>
                  </a:lnTo>
                  <a:lnTo>
                    <a:pt x="4572" y="10668"/>
                  </a:lnTo>
                  <a:cubicBezTo>
                    <a:pt x="3048" y="9144"/>
                    <a:pt x="3048" y="7620"/>
                    <a:pt x="3048" y="6096"/>
                  </a:cubicBezTo>
                  <a:cubicBezTo>
                    <a:pt x="3048" y="4572"/>
                    <a:pt x="3048" y="3048"/>
                    <a:pt x="4572" y="1524"/>
                  </a:cubicBezTo>
                  <a:cubicBezTo>
                    <a:pt x="6096" y="1524"/>
                    <a:pt x="9144" y="0"/>
                    <a:pt x="10668" y="0"/>
                  </a:cubicBezTo>
                  <a:cubicBezTo>
                    <a:pt x="13716" y="0"/>
                    <a:pt x="18288" y="0"/>
                    <a:pt x="22860" y="0"/>
                  </a:cubicBezTo>
                  <a:cubicBezTo>
                    <a:pt x="27432" y="0"/>
                    <a:pt x="30480" y="0"/>
                    <a:pt x="32004" y="0"/>
                  </a:cubicBezTo>
                  <a:cubicBezTo>
                    <a:pt x="35052" y="0"/>
                    <a:pt x="36576" y="0"/>
                    <a:pt x="38100" y="1524"/>
                  </a:cubicBezTo>
                  <a:cubicBezTo>
                    <a:pt x="39624" y="1524"/>
                    <a:pt x="41243" y="1524"/>
                    <a:pt x="42767" y="3048"/>
                  </a:cubicBezTo>
                  <a:cubicBezTo>
                    <a:pt x="42767" y="3048"/>
                    <a:pt x="42767" y="4572"/>
                    <a:pt x="44291" y="6096"/>
                  </a:cubicBezTo>
                  <a:lnTo>
                    <a:pt x="88487" y="79343"/>
                  </a:lnTo>
                  <a:lnTo>
                    <a:pt x="134302" y="6096"/>
                  </a:lnTo>
                  <a:cubicBezTo>
                    <a:pt x="134302" y="4572"/>
                    <a:pt x="135826" y="4572"/>
                    <a:pt x="135826" y="3048"/>
                  </a:cubicBezTo>
                  <a:cubicBezTo>
                    <a:pt x="137350" y="3048"/>
                    <a:pt x="137350" y="1524"/>
                    <a:pt x="138874" y="1524"/>
                  </a:cubicBezTo>
                  <a:cubicBezTo>
                    <a:pt x="140399" y="1524"/>
                    <a:pt x="141923" y="0"/>
                    <a:pt x="144970" y="0"/>
                  </a:cubicBezTo>
                  <a:cubicBezTo>
                    <a:pt x="146494" y="0"/>
                    <a:pt x="149543" y="0"/>
                    <a:pt x="154114" y="0"/>
                  </a:cubicBezTo>
                  <a:cubicBezTo>
                    <a:pt x="158687" y="0"/>
                    <a:pt x="161735" y="0"/>
                    <a:pt x="164782" y="0"/>
                  </a:cubicBezTo>
                  <a:cubicBezTo>
                    <a:pt x="166306" y="0"/>
                    <a:pt x="169355" y="1524"/>
                    <a:pt x="170879" y="1524"/>
                  </a:cubicBezTo>
                  <a:cubicBezTo>
                    <a:pt x="170879" y="3048"/>
                    <a:pt x="172402" y="3048"/>
                    <a:pt x="172402" y="4572"/>
                  </a:cubicBezTo>
                  <a:cubicBezTo>
                    <a:pt x="172402" y="6096"/>
                    <a:pt x="170879" y="9144"/>
                    <a:pt x="169355" y="10668"/>
                  </a:cubicBezTo>
                  <a:lnTo>
                    <a:pt x="112871" y="102298"/>
                  </a:lnTo>
                  <a:lnTo>
                    <a:pt x="172402" y="1999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250" name="Group250"/>
          <p:cNvGrpSpPr/>
          <p:nvPr/>
        </p:nvGrpSpPr>
        <p:grpSpPr>
          <a:xfrm>
            <a:off x="3522726" y="2009870"/>
            <a:ext cx="1220534" cy="363189"/>
            <a:chOff x="3522726" y="2009870"/>
            <a:chExt cx="1220534" cy="363189"/>
          </a:xfrm>
        </p:grpSpPr>
        <p:sp>
          <p:nvSpPr>
            <p:cNvPr id="251" name="Path251"/>
            <p:cNvSpPr/>
            <p:nvPr/>
          </p:nvSpPr>
          <p:spPr>
            <a:xfrm>
              <a:off x="3522726" y="2009870"/>
              <a:ext cx="244126" cy="285369"/>
            </a:xfrm>
            <a:custGeom>
              <a:avLst/>
              <a:gdLst/>
              <a:ahLst/>
              <a:cxnLst/>
              <a:rect l="l" t="t" r="r" b="b"/>
              <a:pathLst>
                <a:path w="244126" h="285369">
                  <a:moveTo>
                    <a:pt x="242602" y="270129"/>
                  </a:moveTo>
                  <a:cubicBezTo>
                    <a:pt x="242602" y="273177"/>
                    <a:pt x="244126" y="276225"/>
                    <a:pt x="244126" y="277749"/>
                  </a:cubicBezTo>
                  <a:cubicBezTo>
                    <a:pt x="244126" y="280797"/>
                    <a:pt x="244126" y="282321"/>
                    <a:pt x="242602" y="282321"/>
                  </a:cubicBezTo>
                  <a:cubicBezTo>
                    <a:pt x="241078" y="283845"/>
                    <a:pt x="239554" y="283845"/>
                    <a:pt x="236506" y="285369"/>
                  </a:cubicBezTo>
                  <a:cubicBezTo>
                    <a:pt x="233458" y="285369"/>
                    <a:pt x="230410" y="285369"/>
                    <a:pt x="225838" y="285369"/>
                  </a:cubicBezTo>
                  <a:cubicBezTo>
                    <a:pt x="221266" y="285369"/>
                    <a:pt x="218218" y="285369"/>
                    <a:pt x="215170" y="285369"/>
                  </a:cubicBezTo>
                  <a:cubicBezTo>
                    <a:pt x="212122" y="283845"/>
                    <a:pt x="210598" y="283845"/>
                    <a:pt x="209074" y="283845"/>
                  </a:cubicBezTo>
                  <a:cubicBezTo>
                    <a:pt x="207550" y="283845"/>
                    <a:pt x="206026" y="282321"/>
                    <a:pt x="206026" y="282321"/>
                  </a:cubicBezTo>
                  <a:cubicBezTo>
                    <a:pt x="204502" y="280797"/>
                    <a:pt x="204502" y="279273"/>
                    <a:pt x="204502" y="277749"/>
                  </a:cubicBezTo>
                  <a:lnTo>
                    <a:pt x="180023" y="209074"/>
                  </a:lnTo>
                  <a:lnTo>
                    <a:pt x="62580" y="209074"/>
                  </a:lnTo>
                  <a:lnTo>
                    <a:pt x="38195" y="277749"/>
                  </a:lnTo>
                  <a:cubicBezTo>
                    <a:pt x="38195" y="279273"/>
                    <a:pt x="38195" y="279273"/>
                    <a:pt x="36671" y="280797"/>
                  </a:cubicBezTo>
                  <a:cubicBezTo>
                    <a:pt x="36671" y="282321"/>
                    <a:pt x="35147" y="282321"/>
                    <a:pt x="33623" y="283845"/>
                  </a:cubicBezTo>
                  <a:cubicBezTo>
                    <a:pt x="32099" y="283845"/>
                    <a:pt x="30575" y="283845"/>
                    <a:pt x="27527" y="285369"/>
                  </a:cubicBezTo>
                  <a:cubicBezTo>
                    <a:pt x="26003" y="285369"/>
                    <a:pt x="21431" y="285369"/>
                    <a:pt x="18383" y="285369"/>
                  </a:cubicBezTo>
                  <a:cubicBezTo>
                    <a:pt x="13811" y="285369"/>
                    <a:pt x="10763" y="285369"/>
                    <a:pt x="7620" y="283845"/>
                  </a:cubicBezTo>
                  <a:cubicBezTo>
                    <a:pt x="4572" y="283845"/>
                    <a:pt x="3048" y="283845"/>
                    <a:pt x="1524" y="282321"/>
                  </a:cubicBezTo>
                  <a:cubicBezTo>
                    <a:pt x="0" y="280797"/>
                    <a:pt x="0" y="279273"/>
                    <a:pt x="0" y="277749"/>
                  </a:cubicBezTo>
                  <a:cubicBezTo>
                    <a:pt x="0" y="276225"/>
                    <a:pt x="1524" y="273177"/>
                    <a:pt x="1524" y="270129"/>
                  </a:cubicBezTo>
                  <a:lnTo>
                    <a:pt x="97631" y="7620"/>
                  </a:lnTo>
                  <a:cubicBezTo>
                    <a:pt x="97631" y="6096"/>
                    <a:pt x="97631" y="4572"/>
                    <a:pt x="99251" y="3048"/>
                  </a:cubicBezTo>
                  <a:cubicBezTo>
                    <a:pt x="100774" y="1524"/>
                    <a:pt x="102299" y="1524"/>
                    <a:pt x="103823" y="1524"/>
                  </a:cubicBezTo>
                  <a:cubicBezTo>
                    <a:pt x="105347" y="0"/>
                    <a:pt x="108395" y="0"/>
                    <a:pt x="109918" y="0"/>
                  </a:cubicBezTo>
                  <a:cubicBezTo>
                    <a:pt x="112967" y="0"/>
                    <a:pt x="117539" y="0"/>
                    <a:pt x="122111" y="0"/>
                  </a:cubicBezTo>
                  <a:cubicBezTo>
                    <a:pt x="126683" y="0"/>
                    <a:pt x="129730" y="0"/>
                    <a:pt x="132779" y="0"/>
                  </a:cubicBezTo>
                  <a:cubicBezTo>
                    <a:pt x="135827" y="0"/>
                    <a:pt x="138874" y="0"/>
                    <a:pt x="140399" y="1524"/>
                  </a:cubicBezTo>
                  <a:cubicBezTo>
                    <a:pt x="141923" y="1524"/>
                    <a:pt x="143447" y="1524"/>
                    <a:pt x="144971" y="3048"/>
                  </a:cubicBezTo>
                  <a:cubicBezTo>
                    <a:pt x="146495" y="4572"/>
                    <a:pt x="146495" y="6096"/>
                    <a:pt x="146495" y="7620"/>
                  </a:cubicBezTo>
                  <a:lnTo>
                    <a:pt x="242602" y="270129"/>
                  </a:lnTo>
                  <a:close/>
                  <a:moveTo>
                    <a:pt x="120586" y="38195"/>
                  </a:moveTo>
                  <a:lnTo>
                    <a:pt x="120586" y="38195"/>
                  </a:lnTo>
                  <a:lnTo>
                    <a:pt x="71723" y="180118"/>
                  </a:lnTo>
                  <a:lnTo>
                    <a:pt x="169355" y="180118"/>
                  </a:lnTo>
                  <a:lnTo>
                    <a:pt x="120586" y="3819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52" name="Path252"/>
            <p:cNvSpPr/>
            <p:nvPr/>
          </p:nvSpPr>
          <p:spPr>
            <a:xfrm>
              <a:off x="3786664" y="2081594"/>
              <a:ext cx="186214" cy="291465"/>
            </a:xfrm>
            <a:custGeom>
              <a:avLst/>
              <a:gdLst/>
              <a:ahLst/>
              <a:cxnLst/>
              <a:rect l="l" t="t" r="r" b="b"/>
              <a:pathLst>
                <a:path w="186214" h="291465">
                  <a:moveTo>
                    <a:pt x="186214" y="18288"/>
                  </a:moveTo>
                  <a:cubicBezTo>
                    <a:pt x="186214" y="24479"/>
                    <a:pt x="184690" y="27527"/>
                    <a:pt x="184690" y="29051"/>
                  </a:cubicBezTo>
                  <a:cubicBezTo>
                    <a:pt x="183166" y="32099"/>
                    <a:pt x="180023" y="33623"/>
                    <a:pt x="178498" y="33623"/>
                  </a:cubicBezTo>
                  <a:lnTo>
                    <a:pt x="151067" y="33623"/>
                  </a:lnTo>
                  <a:cubicBezTo>
                    <a:pt x="155639" y="38195"/>
                    <a:pt x="158686" y="44291"/>
                    <a:pt x="161735" y="50387"/>
                  </a:cubicBezTo>
                  <a:cubicBezTo>
                    <a:pt x="163259" y="56483"/>
                    <a:pt x="164783" y="64103"/>
                    <a:pt x="164783" y="70199"/>
                  </a:cubicBezTo>
                  <a:cubicBezTo>
                    <a:pt x="164783" y="82391"/>
                    <a:pt x="161735" y="91630"/>
                    <a:pt x="158686" y="100774"/>
                  </a:cubicBezTo>
                  <a:cubicBezTo>
                    <a:pt x="155639" y="109918"/>
                    <a:pt x="149542" y="116015"/>
                    <a:pt x="143447" y="122111"/>
                  </a:cubicBezTo>
                  <a:cubicBezTo>
                    <a:pt x="135827" y="128207"/>
                    <a:pt x="128207" y="132779"/>
                    <a:pt x="119063" y="137351"/>
                  </a:cubicBezTo>
                  <a:cubicBezTo>
                    <a:pt x="109918" y="140399"/>
                    <a:pt x="99251" y="141923"/>
                    <a:pt x="88487" y="141923"/>
                  </a:cubicBezTo>
                  <a:cubicBezTo>
                    <a:pt x="79343" y="141923"/>
                    <a:pt x="71723" y="140399"/>
                    <a:pt x="65627" y="138874"/>
                  </a:cubicBezTo>
                  <a:cubicBezTo>
                    <a:pt x="58007" y="135827"/>
                    <a:pt x="51911" y="132779"/>
                    <a:pt x="48863" y="129730"/>
                  </a:cubicBezTo>
                  <a:cubicBezTo>
                    <a:pt x="45815" y="132779"/>
                    <a:pt x="42767" y="135827"/>
                    <a:pt x="41243" y="138874"/>
                  </a:cubicBezTo>
                  <a:cubicBezTo>
                    <a:pt x="39719" y="141923"/>
                    <a:pt x="39719" y="146495"/>
                    <a:pt x="39719" y="151067"/>
                  </a:cubicBezTo>
                  <a:cubicBezTo>
                    <a:pt x="39719" y="155639"/>
                    <a:pt x="41243" y="160306"/>
                    <a:pt x="45815" y="163354"/>
                  </a:cubicBezTo>
                  <a:cubicBezTo>
                    <a:pt x="50387" y="166402"/>
                    <a:pt x="58007" y="169450"/>
                    <a:pt x="65627" y="169450"/>
                  </a:cubicBezTo>
                  <a:lnTo>
                    <a:pt x="116015" y="170974"/>
                  </a:lnTo>
                  <a:cubicBezTo>
                    <a:pt x="126683" y="170974"/>
                    <a:pt x="135827" y="172498"/>
                    <a:pt x="143447" y="175546"/>
                  </a:cubicBezTo>
                  <a:cubicBezTo>
                    <a:pt x="151067" y="177070"/>
                    <a:pt x="158686" y="181642"/>
                    <a:pt x="164783" y="186214"/>
                  </a:cubicBezTo>
                  <a:cubicBezTo>
                    <a:pt x="170879" y="189262"/>
                    <a:pt x="175451" y="195358"/>
                    <a:pt x="178498" y="201454"/>
                  </a:cubicBezTo>
                  <a:cubicBezTo>
                    <a:pt x="181547" y="209074"/>
                    <a:pt x="183166" y="215170"/>
                    <a:pt x="183166" y="224314"/>
                  </a:cubicBezTo>
                  <a:cubicBezTo>
                    <a:pt x="183166" y="233553"/>
                    <a:pt x="181547" y="242697"/>
                    <a:pt x="178498" y="250317"/>
                  </a:cubicBezTo>
                  <a:cubicBezTo>
                    <a:pt x="173927" y="257937"/>
                    <a:pt x="169354" y="265557"/>
                    <a:pt x="160211" y="271653"/>
                  </a:cubicBezTo>
                  <a:cubicBezTo>
                    <a:pt x="152591" y="277749"/>
                    <a:pt x="143447" y="282321"/>
                    <a:pt x="131254" y="286893"/>
                  </a:cubicBezTo>
                  <a:cubicBezTo>
                    <a:pt x="119063" y="289941"/>
                    <a:pt x="103823" y="291465"/>
                    <a:pt x="88487" y="291465"/>
                  </a:cubicBezTo>
                  <a:cubicBezTo>
                    <a:pt x="71723" y="291465"/>
                    <a:pt x="58007" y="289941"/>
                    <a:pt x="47339" y="288417"/>
                  </a:cubicBezTo>
                  <a:cubicBezTo>
                    <a:pt x="36671" y="285369"/>
                    <a:pt x="27527" y="282321"/>
                    <a:pt x="19907" y="276225"/>
                  </a:cubicBezTo>
                  <a:cubicBezTo>
                    <a:pt x="12287" y="271653"/>
                    <a:pt x="7620" y="267081"/>
                    <a:pt x="4572" y="259461"/>
                  </a:cubicBezTo>
                  <a:cubicBezTo>
                    <a:pt x="1524" y="253365"/>
                    <a:pt x="0" y="247269"/>
                    <a:pt x="0" y="239649"/>
                  </a:cubicBezTo>
                  <a:cubicBezTo>
                    <a:pt x="0" y="233553"/>
                    <a:pt x="0" y="228981"/>
                    <a:pt x="1524" y="224314"/>
                  </a:cubicBezTo>
                  <a:cubicBezTo>
                    <a:pt x="3048" y="221266"/>
                    <a:pt x="4572" y="216694"/>
                    <a:pt x="6096" y="212122"/>
                  </a:cubicBezTo>
                  <a:cubicBezTo>
                    <a:pt x="9239" y="207550"/>
                    <a:pt x="12287" y="204502"/>
                    <a:pt x="15335" y="199930"/>
                  </a:cubicBezTo>
                  <a:cubicBezTo>
                    <a:pt x="19907" y="196882"/>
                    <a:pt x="22955" y="193834"/>
                    <a:pt x="27527" y="189262"/>
                  </a:cubicBezTo>
                  <a:cubicBezTo>
                    <a:pt x="21431" y="186214"/>
                    <a:pt x="15335" y="181642"/>
                    <a:pt x="12287" y="175546"/>
                  </a:cubicBezTo>
                  <a:cubicBezTo>
                    <a:pt x="9239" y="169450"/>
                    <a:pt x="7620" y="164878"/>
                    <a:pt x="7620" y="157258"/>
                  </a:cubicBezTo>
                  <a:cubicBezTo>
                    <a:pt x="7620" y="148018"/>
                    <a:pt x="9239" y="140399"/>
                    <a:pt x="12287" y="134302"/>
                  </a:cubicBezTo>
                  <a:cubicBezTo>
                    <a:pt x="16859" y="126683"/>
                    <a:pt x="21431" y="120586"/>
                    <a:pt x="26003" y="114490"/>
                  </a:cubicBezTo>
                  <a:cubicBezTo>
                    <a:pt x="21431" y="109918"/>
                    <a:pt x="18383" y="103823"/>
                    <a:pt x="15335" y="96202"/>
                  </a:cubicBezTo>
                  <a:cubicBezTo>
                    <a:pt x="12287" y="90107"/>
                    <a:pt x="10763" y="82391"/>
                    <a:pt x="10763" y="71723"/>
                  </a:cubicBezTo>
                  <a:cubicBezTo>
                    <a:pt x="10763" y="61055"/>
                    <a:pt x="13811" y="50387"/>
                    <a:pt x="16859" y="41243"/>
                  </a:cubicBezTo>
                  <a:cubicBezTo>
                    <a:pt x="21431" y="33623"/>
                    <a:pt x="26003" y="26003"/>
                    <a:pt x="33623" y="19907"/>
                  </a:cubicBezTo>
                  <a:cubicBezTo>
                    <a:pt x="39719" y="13716"/>
                    <a:pt x="47339" y="9144"/>
                    <a:pt x="56483" y="4572"/>
                  </a:cubicBezTo>
                  <a:cubicBezTo>
                    <a:pt x="67151" y="1524"/>
                    <a:pt x="76295" y="0"/>
                    <a:pt x="88487" y="0"/>
                  </a:cubicBezTo>
                  <a:cubicBezTo>
                    <a:pt x="93059" y="0"/>
                    <a:pt x="99251" y="0"/>
                    <a:pt x="103823" y="1524"/>
                  </a:cubicBezTo>
                  <a:cubicBezTo>
                    <a:pt x="109918" y="1524"/>
                    <a:pt x="114491" y="3048"/>
                    <a:pt x="119063" y="4572"/>
                  </a:cubicBezTo>
                  <a:lnTo>
                    <a:pt x="178498" y="4572"/>
                  </a:lnTo>
                  <a:cubicBezTo>
                    <a:pt x="181547" y="4572"/>
                    <a:pt x="183166" y="4572"/>
                    <a:pt x="184690" y="7620"/>
                  </a:cubicBezTo>
                  <a:cubicBezTo>
                    <a:pt x="184690" y="10668"/>
                    <a:pt x="186214" y="13716"/>
                    <a:pt x="186214" y="18288"/>
                  </a:cubicBezTo>
                  <a:close/>
                  <a:moveTo>
                    <a:pt x="129730" y="70199"/>
                  </a:moveTo>
                  <a:cubicBezTo>
                    <a:pt x="129730" y="56483"/>
                    <a:pt x="126683" y="47339"/>
                    <a:pt x="119063" y="39719"/>
                  </a:cubicBezTo>
                  <a:cubicBezTo>
                    <a:pt x="111442" y="32099"/>
                    <a:pt x="100774" y="27527"/>
                    <a:pt x="86963" y="27527"/>
                  </a:cubicBezTo>
                  <a:cubicBezTo>
                    <a:pt x="80867" y="27527"/>
                    <a:pt x="74771" y="29051"/>
                    <a:pt x="68675" y="32099"/>
                  </a:cubicBezTo>
                  <a:cubicBezTo>
                    <a:pt x="64103" y="33623"/>
                    <a:pt x="59531" y="36671"/>
                    <a:pt x="56483" y="41243"/>
                  </a:cubicBezTo>
                  <a:cubicBezTo>
                    <a:pt x="51911" y="44291"/>
                    <a:pt x="50387" y="50387"/>
                    <a:pt x="48863" y="54959"/>
                  </a:cubicBezTo>
                  <a:cubicBezTo>
                    <a:pt x="47339" y="61055"/>
                    <a:pt x="45815" y="65627"/>
                    <a:pt x="45815" y="71723"/>
                  </a:cubicBezTo>
                  <a:cubicBezTo>
                    <a:pt x="45815" y="85439"/>
                    <a:pt x="48863" y="94679"/>
                    <a:pt x="56483" y="102299"/>
                  </a:cubicBezTo>
                  <a:cubicBezTo>
                    <a:pt x="64103" y="109918"/>
                    <a:pt x="74771" y="112967"/>
                    <a:pt x="88487" y="112967"/>
                  </a:cubicBezTo>
                  <a:cubicBezTo>
                    <a:pt x="94583" y="112967"/>
                    <a:pt x="100774" y="112967"/>
                    <a:pt x="106871" y="109918"/>
                  </a:cubicBezTo>
                  <a:cubicBezTo>
                    <a:pt x="111442" y="108395"/>
                    <a:pt x="116015" y="105346"/>
                    <a:pt x="119063" y="100774"/>
                  </a:cubicBezTo>
                  <a:cubicBezTo>
                    <a:pt x="122111" y="96202"/>
                    <a:pt x="125159" y="91630"/>
                    <a:pt x="126683" y="86963"/>
                  </a:cubicBezTo>
                  <a:cubicBezTo>
                    <a:pt x="128207" y="82391"/>
                    <a:pt x="129730" y="76295"/>
                    <a:pt x="129730" y="70199"/>
                  </a:cubicBezTo>
                  <a:close/>
                  <a:moveTo>
                    <a:pt x="148018" y="225933"/>
                  </a:moveTo>
                  <a:cubicBezTo>
                    <a:pt x="148018" y="218218"/>
                    <a:pt x="144971" y="212122"/>
                    <a:pt x="137351" y="207550"/>
                  </a:cubicBezTo>
                  <a:cubicBezTo>
                    <a:pt x="129730" y="202978"/>
                    <a:pt x="120586" y="199930"/>
                    <a:pt x="109918" y="199930"/>
                  </a:cubicBezTo>
                  <a:lnTo>
                    <a:pt x="58007" y="198406"/>
                  </a:lnTo>
                  <a:cubicBezTo>
                    <a:pt x="53436" y="201454"/>
                    <a:pt x="50387" y="204502"/>
                    <a:pt x="47339" y="207550"/>
                  </a:cubicBezTo>
                  <a:cubicBezTo>
                    <a:pt x="44291" y="212122"/>
                    <a:pt x="41243" y="215170"/>
                    <a:pt x="39719" y="218218"/>
                  </a:cubicBezTo>
                  <a:cubicBezTo>
                    <a:pt x="38195" y="221266"/>
                    <a:pt x="36671" y="224314"/>
                    <a:pt x="36671" y="225933"/>
                  </a:cubicBezTo>
                  <a:cubicBezTo>
                    <a:pt x="35147" y="228981"/>
                    <a:pt x="35147" y="232029"/>
                    <a:pt x="35147" y="235077"/>
                  </a:cubicBezTo>
                  <a:cubicBezTo>
                    <a:pt x="35147" y="244221"/>
                    <a:pt x="39719" y="251841"/>
                    <a:pt x="48863" y="256413"/>
                  </a:cubicBezTo>
                  <a:cubicBezTo>
                    <a:pt x="59531" y="262509"/>
                    <a:pt x="71723" y="264033"/>
                    <a:pt x="90011" y="264033"/>
                  </a:cubicBezTo>
                  <a:cubicBezTo>
                    <a:pt x="100774" y="264033"/>
                    <a:pt x="109918" y="264033"/>
                    <a:pt x="117539" y="260985"/>
                  </a:cubicBezTo>
                  <a:cubicBezTo>
                    <a:pt x="125159" y="259461"/>
                    <a:pt x="129730" y="256413"/>
                    <a:pt x="135827" y="253365"/>
                  </a:cubicBezTo>
                  <a:cubicBezTo>
                    <a:pt x="138874" y="248793"/>
                    <a:pt x="143447" y="245745"/>
                    <a:pt x="144971" y="241173"/>
                  </a:cubicBezTo>
                  <a:cubicBezTo>
                    <a:pt x="146495" y="236601"/>
                    <a:pt x="148018" y="232029"/>
                    <a:pt x="148018" y="22593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53" name="Path253"/>
            <p:cNvSpPr/>
            <p:nvPr/>
          </p:nvSpPr>
          <p:spPr>
            <a:xfrm>
              <a:off x="4001834" y="2081594"/>
              <a:ext cx="181546" cy="216693"/>
            </a:xfrm>
            <a:custGeom>
              <a:avLst/>
              <a:gdLst/>
              <a:ahLst/>
              <a:cxnLst/>
              <a:rect l="l" t="t" r="r" b="b"/>
              <a:pathLst>
                <a:path w="181546" h="216693">
                  <a:moveTo>
                    <a:pt x="181547" y="99251"/>
                  </a:moveTo>
                  <a:cubicBezTo>
                    <a:pt x="181547" y="105346"/>
                    <a:pt x="180023" y="109918"/>
                    <a:pt x="176975" y="111443"/>
                  </a:cubicBezTo>
                  <a:cubicBezTo>
                    <a:pt x="173927" y="114490"/>
                    <a:pt x="170879" y="116015"/>
                    <a:pt x="167831" y="116015"/>
                  </a:cubicBezTo>
                  <a:lnTo>
                    <a:pt x="38100" y="116015"/>
                  </a:lnTo>
                  <a:cubicBezTo>
                    <a:pt x="38100" y="126683"/>
                    <a:pt x="39624" y="135827"/>
                    <a:pt x="41148" y="144971"/>
                  </a:cubicBezTo>
                  <a:cubicBezTo>
                    <a:pt x="44196" y="154115"/>
                    <a:pt x="47244" y="161830"/>
                    <a:pt x="51816" y="167926"/>
                  </a:cubicBezTo>
                  <a:cubicBezTo>
                    <a:pt x="58007" y="174022"/>
                    <a:pt x="64103" y="178594"/>
                    <a:pt x="71724" y="181642"/>
                  </a:cubicBezTo>
                  <a:cubicBezTo>
                    <a:pt x="80868" y="184690"/>
                    <a:pt x="90012" y="186214"/>
                    <a:pt x="102203" y="186214"/>
                  </a:cubicBezTo>
                  <a:cubicBezTo>
                    <a:pt x="111347" y="186214"/>
                    <a:pt x="120491" y="186214"/>
                    <a:pt x="126587" y="184690"/>
                  </a:cubicBezTo>
                  <a:cubicBezTo>
                    <a:pt x="134207" y="183166"/>
                    <a:pt x="140303" y="181642"/>
                    <a:pt x="146495" y="180118"/>
                  </a:cubicBezTo>
                  <a:cubicBezTo>
                    <a:pt x="151067" y="177070"/>
                    <a:pt x="155639" y="175546"/>
                    <a:pt x="158687" y="174022"/>
                  </a:cubicBezTo>
                  <a:cubicBezTo>
                    <a:pt x="163259" y="172498"/>
                    <a:pt x="164783" y="172498"/>
                    <a:pt x="167831" y="172498"/>
                  </a:cubicBezTo>
                  <a:cubicBezTo>
                    <a:pt x="167831" y="172498"/>
                    <a:pt x="169355" y="172498"/>
                    <a:pt x="169355" y="172498"/>
                  </a:cubicBezTo>
                  <a:cubicBezTo>
                    <a:pt x="170879" y="174022"/>
                    <a:pt x="170879" y="174022"/>
                    <a:pt x="172403" y="175546"/>
                  </a:cubicBezTo>
                  <a:cubicBezTo>
                    <a:pt x="172403" y="175546"/>
                    <a:pt x="172403" y="177070"/>
                    <a:pt x="172403" y="180118"/>
                  </a:cubicBezTo>
                  <a:cubicBezTo>
                    <a:pt x="172403" y="181642"/>
                    <a:pt x="172403" y="183166"/>
                    <a:pt x="172403" y="186214"/>
                  </a:cubicBezTo>
                  <a:cubicBezTo>
                    <a:pt x="172403" y="187738"/>
                    <a:pt x="172403" y="189262"/>
                    <a:pt x="172403" y="190786"/>
                  </a:cubicBezTo>
                  <a:cubicBezTo>
                    <a:pt x="172403" y="192310"/>
                    <a:pt x="172403" y="193834"/>
                    <a:pt x="172403" y="195358"/>
                  </a:cubicBezTo>
                  <a:cubicBezTo>
                    <a:pt x="172403" y="195358"/>
                    <a:pt x="172403" y="196882"/>
                    <a:pt x="170879" y="198406"/>
                  </a:cubicBezTo>
                  <a:cubicBezTo>
                    <a:pt x="170879" y="198406"/>
                    <a:pt x="170879" y="199930"/>
                    <a:pt x="169355" y="199930"/>
                  </a:cubicBezTo>
                  <a:cubicBezTo>
                    <a:pt x="167831" y="201454"/>
                    <a:pt x="166307" y="202978"/>
                    <a:pt x="161735" y="204502"/>
                  </a:cubicBezTo>
                  <a:cubicBezTo>
                    <a:pt x="158687" y="206026"/>
                    <a:pt x="152591" y="207550"/>
                    <a:pt x="146495" y="209074"/>
                  </a:cubicBezTo>
                  <a:cubicBezTo>
                    <a:pt x="140303" y="210598"/>
                    <a:pt x="132683" y="212122"/>
                    <a:pt x="125063" y="213646"/>
                  </a:cubicBezTo>
                  <a:cubicBezTo>
                    <a:pt x="117444" y="215170"/>
                    <a:pt x="108300" y="216694"/>
                    <a:pt x="99156" y="216694"/>
                  </a:cubicBezTo>
                  <a:cubicBezTo>
                    <a:pt x="82391" y="216694"/>
                    <a:pt x="68675" y="213646"/>
                    <a:pt x="56483" y="209074"/>
                  </a:cubicBezTo>
                  <a:cubicBezTo>
                    <a:pt x="44196" y="204502"/>
                    <a:pt x="33528" y="198406"/>
                    <a:pt x="25908" y="189262"/>
                  </a:cubicBezTo>
                  <a:cubicBezTo>
                    <a:pt x="16764" y="180118"/>
                    <a:pt x="10668" y="169450"/>
                    <a:pt x="6096" y="155639"/>
                  </a:cubicBezTo>
                  <a:cubicBezTo>
                    <a:pt x="3048" y="141923"/>
                    <a:pt x="0" y="126683"/>
                    <a:pt x="0" y="108395"/>
                  </a:cubicBezTo>
                  <a:cubicBezTo>
                    <a:pt x="0" y="91630"/>
                    <a:pt x="3048" y="76295"/>
                    <a:pt x="6096" y="64103"/>
                  </a:cubicBezTo>
                  <a:cubicBezTo>
                    <a:pt x="10668" y="50387"/>
                    <a:pt x="16764" y="38195"/>
                    <a:pt x="25908" y="29051"/>
                  </a:cubicBezTo>
                  <a:cubicBezTo>
                    <a:pt x="33528" y="19907"/>
                    <a:pt x="44196" y="12192"/>
                    <a:pt x="54864" y="7620"/>
                  </a:cubicBezTo>
                  <a:cubicBezTo>
                    <a:pt x="67151" y="3048"/>
                    <a:pt x="80868" y="0"/>
                    <a:pt x="94583" y="0"/>
                  </a:cubicBezTo>
                  <a:cubicBezTo>
                    <a:pt x="109824" y="0"/>
                    <a:pt x="123539" y="1524"/>
                    <a:pt x="134207" y="7620"/>
                  </a:cubicBezTo>
                  <a:cubicBezTo>
                    <a:pt x="144971" y="12192"/>
                    <a:pt x="154115" y="18288"/>
                    <a:pt x="161735" y="27527"/>
                  </a:cubicBezTo>
                  <a:cubicBezTo>
                    <a:pt x="167831" y="35147"/>
                    <a:pt x="173927" y="45815"/>
                    <a:pt x="176975" y="56483"/>
                  </a:cubicBezTo>
                  <a:cubicBezTo>
                    <a:pt x="180023" y="68675"/>
                    <a:pt x="181547" y="80867"/>
                    <a:pt x="181547" y="93155"/>
                  </a:cubicBezTo>
                  <a:lnTo>
                    <a:pt x="181547" y="99251"/>
                  </a:lnTo>
                  <a:close/>
                  <a:moveTo>
                    <a:pt x="144971" y="88583"/>
                  </a:moveTo>
                  <a:cubicBezTo>
                    <a:pt x="144971" y="70199"/>
                    <a:pt x="141827" y="54959"/>
                    <a:pt x="132683" y="44291"/>
                  </a:cubicBezTo>
                  <a:cubicBezTo>
                    <a:pt x="123539" y="33623"/>
                    <a:pt x="111347" y="27527"/>
                    <a:pt x="93059" y="27527"/>
                  </a:cubicBezTo>
                  <a:cubicBezTo>
                    <a:pt x="83915" y="27527"/>
                    <a:pt x="76295" y="29051"/>
                    <a:pt x="70200" y="33623"/>
                  </a:cubicBezTo>
                  <a:cubicBezTo>
                    <a:pt x="62580" y="36671"/>
                    <a:pt x="58007" y="41243"/>
                    <a:pt x="53340" y="45815"/>
                  </a:cubicBezTo>
                  <a:cubicBezTo>
                    <a:pt x="48768" y="51911"/>
                    <a:pt x="44196" y="58007"/>
                    <a:pt x="42672" y="65627"/>
                  </a:cubicBezTo>
                  <a:cubicBezTo>
                    <a:pt x="39624" y="73247"/>
                    <a:pt x="38100" y="80867"/>
                    <a:pt x="38100" y="88583"/>
                  </a:cubicBezTo>
                  <a:lnTo>
                    <a:pt x="144971" y="8858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54" name="Path254"/>
            <p:cNvSpPr/>
            <p:nvPr/>
          </p:nvSpPr>
          <p:spPr>
            <a:xfrm>
              <a:off x="4238340" y="2081594"/>
              <a:ext cx="169354" cy="213645"/>
            </a:xfrm>
            <a:custGeom>
              <a:avLst/>
              <a:gdLst/>
              <a:ahLst/>
              <a:cxnLst/>
              <a:rect l="l" t="t" r="r" b="b"/>
              <a:pathLst>
                <a:path w="169354" h="213645">
                  <a:moveTo>
                    <a:pt x="169354" y="206026"/>
                  </a:moveTo>
                  <a:cubicBezTo>
                    <a:pt x="169354" y="207550"/>
                    <a:pt x="169354" y="209074"/>
                    <a:pt x="169354" y="209074"/>
                  </a:cubicBezTo>
                  <a:cubicBezTo>
                    <a:pt x="167830" y="210598"/>
                    <a:pt x="167830" y="210598"/>
                    <a:pt x="166211" y="212122"/>
                  </a:cubicBezTo>
                  <a:cubicBezTo>
                    <a:pt x="164687" y="212122"/>
                    <a:pt x="163163" y="212122"/>
                    <a:pt x="160115" y="213646"/>
                  </a:cubicBezTo>
                  <a:cubicBezTo>
                    <a:pt x="158591" y="213646"/>
                    <a:pt x="155543" y="213646"/>
                    <a:pt x="150971" y="213646"/>
                  </a:cubicBezTo>
                  <a:cubicBezTo>
                    <a:pt x="147923" y="213646"/>
                    <a:pt x="144875" y="213646"/>
                    <a:pt x="143351" y="213646"/>
                  </a:cubicBezTo>
                  <a:cubicBezTo>
                    <a:pt x="140303" y="212122"/>
                    <a:pt x="138779" y="212122"/>
                    <a:pt x="137255" y="212122"/>
                  </a:cubicBezTo>
                  <a:cubicBezTo>
                    <a:pt x="135731" y="210598"/>
                    <a:pt x="135731" y="210598"/>
                    <a:pt x="134207" y="209074"/>
                  </a:cubicBezTo>
                  <a:cubicBezTo>
                    <a:pt x="134207" y="209074"/>
                    <a:pt x="134207" y="207550"/>
                    <a:pt x="134207" y="206026"/>
                  </a:cubicBezTo>
                  <a:lnTo>
                    <a:pt x="134207" y="91630"/>
                  </a:lnTo>
                  <a:cubicBezTo>
                    <a:pt x="134207" y="80867"/>
                    <a:pt x="132683" y="71723"/>
                    <a:pt x="131159" y="64103"/>
                  </a:cubicBezTo>
                  <a:cubicBezTo>
                    <a:pt x="129635" y="58007"/>
                    <a:pt x="126587" y="51911"/>
                    <a:pt x="123539" y="45815"/>
                  </a:cubicBezTo>
                  <a:cubicBezTo>
                    <a:pt x="120491" y="41243"/>
                    <a:pt x="115919" y="38195"/>
                    <a:pt x="109823" y="35147"/>
                  </a:cubicBezTo>
                  <a:cubicBezTo>
                    <a:pt x="105251" y="32099"/>
                    <a:pt x="99155" y="30575"/>
                    <a:pt x="91535" y="30575"/>
                  </a:cubicBezTo>
                  <a:cubicBezTo>
                    <a:pt x="82391" y="30575"/>
                    <a:pt x="73152" y="33623"/>
                    <a:pt x="64008" y="41243"/>
                  </a:cubicBezTo>
                  <a:cubicBezTo>
                    <a:pt x="54864" y="47339"/>
                    <a:pt x="45720" y="56483"/>
                    <a:pt x="36576" y="68675"/>
                  </a:cubicBezTo>
                  <a:lnTo>
                    <a:pt x="36576" y="206026"/>
                  </a:lnTo>
                  <a:cubicBezTo>
                    <a:pt x="36576" y="207550"/>
                    <a:pt x="36576" y="209074"/>
                    <a:pt x="35052" y="209074"/>
                  </a:cubicBezTo>
                  <a:cubicBezTo>
                    <a:pt x="35052" y="210598"/>
                    <a:pt x="33528" y="210598"/>
                    <a:pt x="32004" y="212122"/>
                  </a:cubicBezTo>
                  <a:cubicBezTo>
                    <a:pt x="30480" y="212122"/>
                    <a:pt x="28956" y="212122"/>
                    <a:pt x="27432" y="213646"/>
                  </a:cubicBezTo>
                  <a:cubicBezTo>
                    <a:pt x="24384" y="213646"/>
                    <a:pt x="21336" y="213646"/>
                    <a:pt x="18288" y="213646"/>
                  </a:cubicBezTo>
                  <a:cubicBezTo>
                    <a:pt x="13716" y="213646"/>
                    <a:pt x="12192" y="213646"/>
                    <a:pt x="9144" y="213646"/>
                  </a:cubicBezTo>
                  <a:cubicBezTo>
                    <a:pt x="7620" y="212122"/>
                    <a:pt x="4572" y="212122"/>
                    <a:pt x="3048" y="212122"/>
                  </a:cubicBezTo>
                  <a:cubicBezTo>
                    <a:pt x="3048" y="210598"/>
                    <a:pt x="1524" y="210598"/>
                    <a:pt x="1524" y="209074"/>
                  </a:cubicBezTo>
                  <a:cubicBezTo>
                    <a:pt x="0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0" y="6096"/>
                  </a:cubicBezTo>
                  <a:cubicBezTo>
                    <a:pt x="1524" y="6096"/>
                    <a:pt x="1524" y="4572"/>
                    <a:pt x="3048" y="4572"/>
                  </a:cubicBezTo>
                  <a:cubicBezTo>
                    <a:pt x="4572" y="4572"/>
                    <a:pt x="6096" y="3048"/>
                    <a:pt x="7620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860" y="3048"/>
                    <a:pt x="24384" y="3048"/>
                  </a:cubicBezTo>
                  <a:cubicBezTo>
                    <a:pt x="25908" y="3048"/>
                    <a:pt x="27432" y="4572"/>
                    <a:pt x="28956" y="4572"/>
                  </a:cubicBezTo>
                  <a:cubicBezTo>
                    <a:pt x="30480" y="4572"/>
                    <a:pt x="32004" y="6096"/>
                    <a:pt x="32004" y="6096"/>
                  </a:cubicBezTo>
                  <a:cubicBezTo>
                    <a:pt x="32004" y="7620"/>
                    <a:pt x="32004" y="9144"/>
                    <a:pt x="32004" y="9144"/>
                  </a:cubicBezTo>
                  <a:lnTo>
                    <a:pt x="32004" y="35147"/>
                  </a:lnTo>
                  <a:cubicBezTo>
                    <a:pt x="44196" y="22955"/>
                    <a:pt x="54864" y="13716"/>
                    <a:pt x="65532" y="9144"/>
                  </a:cubicBezTo>
                  <a:cubicBezTo>
                    <a:pt x="76200" y="3048"/>
                    <a:pt x="88487" y="0"/>
                    <a:pt x="99155" y="0"/>
                  </a:cubicBezTo>
                  <a:cubicBezTo>
                    <a:pt x="112871" y="0"/>
                    <a:pt x="123539" y="1524"/>
                    <a:pt x="132683" y="6096"/>
                  </a:cubicBezTo>
                  <a:cubicBezTo>
                    <a:pt x="141827" y="10668"/>
                    <a:pt x="147923" y="16764"/>
                    <a:pt x="154019" y="24479"/>
                  </a:cubicBezTo>
                  <a:cubicBezTo>
                    <a:pt x="160115" y="32099"/>
                    <a:pt x="163163" y="39719"/>
                    <a:pt x="166211" y="50387"/>
                  </a:cubicBezTo>
                  <a:cubicBezTo>
                    <a:pt x="167830" y="61055"/>
                    <a:pt x="169354" y="71723"/>
                    <a:pt x="169354" y="86963"/>
                  </a:cubicBezTo>
                  <a:lnTo>
                    <a:pt x="169354" y="2060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55" name="Path255"/>
            <p:cNvSpPr/>
            <p:nvPr/>
          </p:nvSpPr>
          <p:spPr>
            <a:xfrm>
              <a:off x="4444270" y="2031206"/>
              <a:ext cx="128111" cy="265557"/>
            </a:xfrm>
            <a:custGeom>
              <a:avLst/>
              <a:gdLst/>
              <a:ahLst/>
              <a:cxnLst/>
              <a:rect l="l" t="t" r="r" b="b"/>
              <a:pathLst>
                <a:path w="128111" h="265557">
                  <a:moveTo>
                    <a:pt x="128111" y="242697"/>
                  </a:moveTo>
                  <a:cubicBezTo>
                    <a:pt x="128111" y="247269"/>
                    <a:pt x="128111" y="250317"/>
                    <a:pt x="126587" y="253365"/>
                  </a:cubicBezTo>
                  <a:cubicBezTo>
                    <a:pt x="126587" y="254889"/>
                    <a:pt x="125063" y="256413"/>
                    <a:pt x="125063" y="257937"/>
                  </a:cubicBezTo>
                  <a:cubicBezTo>
                    <a:pt x="123539" y="259461"/>
                    <a:pt x="122015" y="260985"/>
                    <a:pt x="118967" y="260985"/>
                  </a:cubicBezTo>
                  <a:cubicBezTo>
                    <a:pt x="117443" y="262509"/>
                    <a:pt x="114395" y="262509"/>
                    <a:pt x="111347" y="264033"/>
                  </a:cubicBezTo>
                  <a:cubicBezTo>
                    <a:pt x="108299" y="264033"/>
                    <a:pt x="105251" y="265557"/>
                    <a:pt x="102203" y="265557"/>
                  </a:cubicBezTo>
                  <a:cubicBezTo>
                    <a:pt x="99155" y="265557"/>
                    <a:pt x="94583" y="265557"/>
                    <a:pt x="91535" y="265557"/>
                  </a:cubicBezTo>
                  <a:cubicBezTo>
                    <a:pt x="82391" y="265557"/>
                    <a:pt x="73247" y="265557"/>
                    <a:pt x="65627" y="262509"/>
                  </a:cubicBezTo>
                  <a:cubicBezTo>
                    <a:pt x="58007" y="259461"/>
                    <a:pt x="51911" y="254889"/>
                    <a:pt x="47244" y="250317"/>
                  </a:cubicBezTo>
                  <a:cubicBezTo>
                    <a:pt x="42672" y="244221"/>
                    <a:pt x="39624" y="238125"/>
                    <a:pt x="38100" y="228981"/>
                  </a:cubicBezTo>
                  <a:cubicBezTo>
                    <a:pt x="35052" y="221361"/>
                    <a:pt x="33528" y="210693"/>
                    <a:pt x="33528" y="199930"/>
                  </a:cubicBezTo>
                  <a:lnTo>
                    <a:pt x="33528" y="84010"/>
                  </a:lnTo>
                  <a:lnTo>
                    <a:pt x="6096" y="84010"/>
                  </a:lnTo>
                  <a:cubicBezTo>
                    <a:pt x="4572" y="84010"/>
                    <a:pt x="3048" y="84010"/>
                    <a:pt x="1524" y="80962"/>
                  </a:cubicBezTo>
                  <a:cubicBezTo>
                    <a:pt x="0" y="77914"/>
                    <a:pt x="0" y="74866"/>
                    <a:pt x="0" y="68675"/>
                  </a:cubicBezTo>
                  <a:cubicBezTo>
                    <a:pt x="0" y="67151"/>
                    <a:pt x="0" y="64103"/>
                    <a:pt x="0" y="62579"/>
                  </a:cubicBezTo>
                  <a:cubicBezTo>
                    <a:pt x="0" y="61055"/>
                    <a:pt x="1524" y="59531"/>
                    <a:pt x="1524" y="58007"/>
                  </a:cubicBezTo>
                  <a:cubicBezTo>
                    <a:pt x="1524" y="56483"/>
                    <a:pt x="3048" y="54959"/>
                    <a:pt x="3048" y="54959"/>
                  </a:cubicBezTo>
                  <a:cubicBezTo>
                    <a:pt x="4572" y="54959"/>
                    <a:pt x="6096" y="54959"/>
                    <a:pt x="7620" y="54959"/>
                  </a:cubicBezTo>
                  <a:lnTo>
                    <a:pt x="33528" y="54959"/>
                  </a:lnTo>
                  <a:lnTo>
                    <a:pt x="33528" y="7715"/>
                  </a:lnTo>
                  <a:cubicBezTo>
                    <a:pt x="33528" y="6191"/>
                    <a:pt x="35052" y="6191"/>
                    <a:pt x="35052" y="4667"/>
                  </a:cubicBezTo>
                  <a:cubicBezTo>
                    <a:pt x="35052" y="3143"/>
                    <a:pt x="36576" y="3143"/>
                    <a:pt x="38100" y="3143"/>
                  </a:cubicBezTo>
                  <a:cubicBezTo>
                    <a:pt x="39624" y="1619"/>
                    <a:pt x="41148" y="1619"/>
                    <a:pt x="42672" y="1619"/>
                  </a:cubicBezTo>
                  <a:cubicBezTo>
                    <a:pt x="45720" y="0"/>
                    <a:pt x="48768" y="0"/>
                    <a:pt x="51911" y="0"/>
                  </a:cubicBezTo>
                  <a:cubicBezTo>
                    <a:pt x="56483" y="0"/>
                    <a:pt x="59531" y="0"/>
                    <a:pt x="61055" y="1619"/>
                  </a:cubicBezTo>
                  <a:cubicBezTo>
                    <a:pt x="64103" y="1619"/>
                    <a:pt x="65627" y="1619"/>
                    <a:pt x="67151" y="3143"/>
                  </a:cubicBezTo>
                  <a:cubicBezTo>
                    <a:pt x="68675" y="3143"/>
                    <a:pt x="68675" y="3143"/>
                    <a:pt x="70199" y="4667"/>
                  </a:cubicBezTo>
                  <a:cubicBezTo>
                    <a:pt x="70199" y="6191"/>
                    <a:pt x="70199" y="6191"/>
                    <a:pt x="70199" y="7715"/>
                  </a:cubicBezTo>
                  <a:lnTo>
                    <a:pt x="70199" y="54959"/>
                  </a:lnTo>
                  <a:lnTo>
                    <a:pt x="120491" y="54959"/>
                  </a:lnTo>
                  <a:cubicBezTo>
                    <a:pt x="122015" y="54959"/>
                    <a:pt x="123539" y="54959"/>
                    <a:pt x="123539" y="54959"/>
                  </a:cubicBezTo>
                  <a:cubicBezTo>
                    <a:pt x="125063" y="54959"/>
                    <a:pt x="125063" y="56483"/>
                    <a:pt x="126587" y="58007"/>
                  </a:cubicBezTo>
                  <a:cubicBezTo>
                    <a:pt x="126587" y="59531"/>
                    <a:pt x="126587" y="61055"/>
                    <a:pt x="128111" y="62579"/>
                  </a:cubicBezTo>
                  <a:cubicBezTo>
                    <a:pt x="128111" y="64103"/>
                    <a:pt x="128111" y="67151"/>
                    <a:pt x="128111" y="68675"/>
                  </a:cubicBezTo>
                  <a:cubicBezTo>
                    <a:pt x="128111" y="74866"/>
                    <a:pt x="128111" y="77914"/>
                    <a:pt x="126587" y="80962"/>
                  </a:cubicBezTo>
                  <a:cubicBezTo>
                    <a:pt x="125063" y="82486"/>
                    <a:pt x="123539" y="84010"/>
                    <a:pt x="120491" y="84010"/>
                  </a:cubicBezTo>
                  <a:lnTo>
                    <a:pt x="70199" y="84010"/>
                  </a:lnTo>
                  <a:lnTo>
                    <a:pt x="70199" y="193834"/>
                  </a:lnTo>
                  <a:cubicBezTo>
                    <a:pt x="70199" y="207645"/>
                    <a:pt x="71723" y="218313"/>
                    <a:pt x="76295" y="224409"/>
                  </a:cubicBezTo>
                  <a:cubicBezTo>
                    <a:pt x="80867" y="232029"/>
                    <a:pt x="86963" y="235077"/>
                    <a:pt x="97631" y="235077"/>
                  </a:cubicBezTo>
                  <a:cubicBezTo>
                    <a:pt x="100679" y="235077"/>
                    <a:pt x="103727" y="235077"/>
                    <a:pt x="106775" y="235077"/>
                  </a:cubicBezTo>
                  <a:cubicBezTo>
                    <a:pt x="109823" y="233553"/>
                    <a:pt x="111347" y="233553"/>
                    <a:pt x="114395" y="232029"/>
                  </a:cubicBezTo>
                  <a:cubicBezTo>
                    <a:pt x="115919" y="232029"/>
                    <a:pt x="117443" y="230505"/>
                    <a:pt x="118967" y="230505"/>
                  </a:cubicBezTo>
                  <a:cubicBezTo>
                    <a:pt x="120491" y="228981"/>
                    <a:pt x="122015" y="228981"/>
                    <a:pt x="123539" y="228981"/>
                  </a:cubicBezTo>
                  <a:cubicBezTo>
                    <a:pt x="123539" y="228981"/>
                    <a:pt x="125063" y="228981"/>
                    <a:pt x="125063" y="230505"/>
                  </a:cubicBezTo>
                  <a:cubicBezTo>
                    <a:pt x="125063" y="230505"/>
                    <a:pt x="126587" y="230505"/>
                    <a:pt x="126587" y="232029"/>
                  </a:cubicBezTo>
                  <a:cubicBezTo>
                    <a:pt x="126587" y="233553"/>
                    <a:pt x="126587" y="233553"/>
                    <a:pt x="128111" y="236601"/>
                  </a:cubicBezTo>
                  <a:cubicBezTo>
                    <a:pt x="128111" y="238125"/>
                    <a:pt x="128111" y="239649"/>
                    <a:pt x="128111" y="242697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56" name="Path256"/>
            <p:cNvSpPr/>
            <p:nvPr/>
          </p:nvSpPr>
          <p:spPr>
            <a:xfrm>
              <a:off x="4604480" y="2081594"/>
              <a:ext cx="138780" cy="216693"/>
            </a:xfrm>
            <a:custGeom>
              <a:avLst/>
              <a:gdLst/>
              <a:ahLst/>
              <a:cxnLst/>
              <a:rect l="l" t="t" r="r" b="b"/>
              <a:pathLst>
                <a:path w="138780" h="216693">
                  <a:moveTo>
                    <a:pt x="138779" y="152591"/>
                  </a:moveTo>
                  <a:cubicBezTo>
                    <a:pt x="138779" y="163354"/>
                    <a:pt x="137255" y="172498"/>
                    <a:pt x="134207" y="180118"/>
                  </a:cubicBezTo>
                  <a:cubicBezTo>
                    <a:pt x="129635" y="187738"/>
                    <a:pt x="125063" y="193834"/>
                    <a:pt x="117443" y="199930"/>
                  </a:cubicBezTo>
                  <a:cubicBezTo>
                    <a:pt x="111347" y="204502"/>
                    <a:pt x="102203" y="209074"/>
                    <a:pt x="93059" y="212122"/>
                  </a:cubicBezTo>
                  <a:cubicBezTo>
                    <a:pt x="83915" y="215170"/>
                    <a:pt x="73247" y="216694"/>
                    <a:pt x="62484" y="216694"/>
                  </a:cubicBezTo>
                  <a:cubicBezTo>
                    <a:pt x="54864" y="216694"/>
                    <a:pt x="48768" y="215170"/>
                    <a:pt x="42672" y="215170"/>
                  </a:cubicBezTo>
                  <a:cubicBezTo>
                    <a:pt x="35052" y="213646"/>
                    <a:pt x="30480" y="212122"/>
                    <a:pt x="24384" y="210598"/>
                  </a:cubicBezTo>
                  <a:cubicBezTo>
                    <a:pt x="19812" y="209074"/>
                    <a:pt x="15240" y="207550"/>
                    <a:pt x="12192" y="204502"/>
                  </a:cubicBezTo>
                  <a:cubicBezTo>
                    <a:pt x="9144" y="202978"/>
                    <a:pt x="6096" y="201454"/>
                    <a:pt x="4572" y="199930"/>
                  </a:cubicBezTo>
                  <a:cubicBezTo>
                    <a:pt x="3048" y="198406"/>
                    <a:pt x="1524" y="196882"/>
                    <a:pt x="1524" y="193834"/>
                  </a:cubicBezTo>
                  <a:cubicBezTo>
                    <a:pt x="0" y="192310"/>
                    <a:pt x="0" y="187738"/>
                    <a:pt x="0" y="183166"/>
                  </a:cubicBezTo>
                  <a:cubicBezTo>
                    <a:pt x="0" y="180118"/>
                    <a:pt x="0" y="178594"/>
                    <a:pt x="0" y="177070"/>
                  </a:cubicBezTo>
                  <a:cubicBezTo>
                    <a:pt x="0" y="174022"/>
                    <a:pt x="1524" y="172498"/>
                    <a:pt x="1524" y="172498"/>
                  </a:cubicBezTo>
                  <a:cubicBezTo>
                    <a:pt x="1524" y="170974"/>
                    <a:pt x="3048" y="169450"/>
                    <a:pt x="3048" y="169450"/>
                  </a:cubicBezTo>
                  <a:cubicBezTo>
                    <a:pt x="4572" y="169450"/>
                    <a:pt x="4572" y="167926"/>
                    <a:pt x="6096" y="167926"/>
                  </a:cubicBezTo>
                  <a:cubicBezTo>
                    <a:pt x="7620" y="167926"/>
                    <a:pt x="10668" y="169450"/>
                    <a:pt x="13716" y="170974"/>
                  </a:cubicBezTo>
                  <a:cubicBezTo>
                    <a:pt x="16764" y="174022"/>
                    <a:pt x="19812" y="175546"/>
                    <a:pt x="24384" y="178594"/>
                  </a:cubicBezTo>
                  <a:cubicBezTo>
                    <a:pt x="28956" y="180118"/>
                    <a:pt x="35052" y="183166"/>
                    <a:pt x="41148" y="184690"/>
                  </a:cubicBezTo>
                  <a:cubicBezTo>
                    <a:pt x="47244" y="186214"/>
                    <a:pt x="54864" y="187738"/>
                    <a:pt x="62484" y="187738"/>
                  </a:cubicBezTo>
                  <a:cubicBezTo>
                    <a:pt x="68675" y="187738"/>
                    <a:pt x="74771" y="186214"/>
                    <a:pt x="79343" y="184690"/>
                  </a:cubicBezTo>
                  <a:cubicBezTo>
                    <a:pt x="83915" y="184690"/>
                    <a:pt x="88487" y="181642"/>
                    <a:pt x="91535" y="180118"/>
                  </a:cubicBezTo>
                  <a:cubicBezTo>
                    <a:pt x="96107" y="177070"/>
                    <a:pt x="99155" y="174022"/>
                    <a:pt x="100679" y="169450"/>
                  </a:cubicBezTo>
                  <a:cubicBezTo>
                    <a:pt x="102203" y="166402"/>
                    <a:pt x="103727" y="161830"/>
                    <a:pt x="103727" y="155639"/>
                  </a:cubicBezTo>
                  <a:cubicBezTo>
                    <a:pt x="103727" y="151067"/>
                    <a:pt x="102203" y="144971"/>
                    <a:pt x="99155" y="141923"/>
                  </a:cubicBezTo>
                  <a:cubicBezTo>
                    <a:pt x="96107" y="138875"/>
                    <a:pt x="93059" y="134303"/>
                    <a:pt x="88487" y="131255"/>
                  </a:cubicBezTo>
                  <a:cubicBezTo>
                    <a:pt x="83915" y="128207"/>
                    <a:pt x="77819" y="126683"/>
                    <a:pt x="71723" y="123635"/>
                  </a:cubicBezTo>
                  <a:cubicBezTo>
                    <a:pt x="67151" y="122111"/>
                    <a:pt x="60960" y="119063"/>
                    <a:pt x="54864" y="117539"/>
                  </a:cubicBezTo>
                  <a:cubicBezTo>
                    <a:pt x="48768" y="114491"/>
                    <a:pt x="42672" y="111443"/>
                    <a:pt x="36576" y="108395"/>
                  </a:cubicBezTo>
                  <a:cubicBezTo>
                    <a:pt x="30480" y="105347"/>
                    <a:pt x="24384" y="102299"/>
                    <a:pt x="19812" y="97727"/>
                  </a:cubicBezTo>
                  <a:cubicBezTo>
                    <a:pt x="15240" y="93155"/>
                    <a:pt x="12192" y="86963"/>
                    <a:pt x="9144" y="80867"/>
                  </a:cubicBezTo>
                  <a:cubicBezTo>
                    <a:pt x="6096" y="74771"/>
                    <a:pt x="4572" y="67152"/>
                    <a:pt x="4572" y="58008"/>
                  </a:cubicBezTo>
                  <a:cubicBezTo>
                    <a:pt x="4572" y="50387"/>
                    <a:pt x="6096" y="42767"/>
                    <a:pt x="9144" y="36671"/>
                  </a:cubicBezTo>
                  <a:cubicBezTo>
                    <a:pt x="12192" y="29052"/>
                    <a:pt x="16764" y="22955"/>
                    <a:pt x="22860" y="16764"/>
                  </a:cubicBezTo>
                  <a:cubicBezTo>
                    <a:pt x="28956" y="12192"/>
                    <a:pt x="36576" y="7620"/>
                    <a:pt x="45720" y="4572"/>
                  </a:cubicBezTo>
                  <a:cubicBezTo>
                    <a:pt x="53340" y="1524"/>
                    <a:pt x="64103" y="0"/>
                    <a:pt x="76295" y="0"/>
                  </a:cubicBezTo>
                  <a:cubicBezTo>
                    <a:pt x="82391" y="0"/>
                    <a:pt x="86963" y="0"/>
                    <a:pt x="91535" y="1524"/>
                  </a:cubicBezTo>
                  <a:cubicBezTo>
                    <a:pt x="97631" y="1524"/>
                    <a:pt x="102203" y="3048"/>
                    <a:pt x="106775" y="4572"/>
                  </a:cubicBezTo>
                  <a:cubicBezTo>
                    <a:pt x="109823" y="6096"/>
                    <a:pt x="114395" y="7620"/>
                    <a:pt x="117443" y="9144"/>
                  </a:cubicBezTo>
                  <a:cubicBezTo>
                    <a:pt x="120491" y="10668"/>
                    <a:pt x="122015" y="12192"/>
                    <a:pt x="123539" y="12192"/>
                  </a:cubicBezTo>
                  <a:cubicBezTo>
                    <a:pt x="125063" y="13716"/>
                    <a:pt x="126587" y="15240"/>
                    <a:pt x="126587" y="15240"/>
                  </a:cubicBezTo>
                  <a:cubicBezTo>
                    <a:pt x="128111" y="16764"/>
                    <a:pt x="128111" y="18288"/>
                    <a:pt x="128111" y="18288"/>
                  </a:cubicBezTo>
                  <a:cubicBezTo>
                    <a:pt x="128111" y="19908"/>
                    <a:pt x="128111" y="21431"/>
                    <a:pt x="128111" y="22955"/>
                  </a:cubicBezTo>
                  <a:cubicBezTo>
                    <a:pt x="129635" y="24480"/>
                    <a:pt x="129635" y="26003"/>
                    <a:pt x="129635" y="29052"/>
                  </a:cubicBezTo>
                  <a:cubicBezTo>
                    <a:pt x="129635" y="30575"/>
                    <a:pt x="129635" y="33624"/>
                    <a:pt x="128111" y="35147"/>
                  </a:cubicBezTo>
                  <a:cubicBezTo>
                    <a:pt x="128111" y="36671"/>
                    <a:pt x="128111" y="38195"/>
                    <a:pt x="128111" y="39719"/>
                  </a:cubicBezTo>
                  <a:cubicBezTo>
                    <a:pt x="126587" y="41243"/>
                    <a:pt x="126587" y="41243"/>
                    <a:pt x="126587" y="42767"/>
                  </a:cubicBezTo>
                  <a:cubicBezTo>
                    <a:pt x="125063" y="42767"/>
                    <a:pt x="125063" y="42767"/>
                    <a:pt x="123539" y="42767"/>
                  </a:cubicBezTo>
                  <a:cubicBezTo>
                    <a:pt x="122015" y="42767"/>
                    <a:pt x="120491" y="42767"/>
                    <a:pt x="117443" y="41243"/>
                  </a:cubicBezTo>
                  <a:cubicBezTo>
                    <a:pt x="115919" y="39719"/>
                    <a:pt x="112871" y="36671"/>
                    <a:pt x="108299" y="35147"/>
                  </a:cubicBezTo>
                  <a:cubicBezTo>
                    <a:pt x="103727" y="33624"/>
                    <a:pt x="99155" y="32099"/>
                    <a:pt x="94583" y="30575"/>
                  </a:cubicBezTo>
                  <a:cubicBezTo>
                    <a:pt x="88487" y="29052"/>
                    <a:pt x="82391" y="27527"/>
                    <a:pt x="76295" y="27527"/>
                  </a:cubicBezTo>
                  <a:cubicBezTo>
                    <a:pt x="70199" y="27527"/>
                    <a:pt x="64103" y="29052"/>
                    <a:pt x="59436" y="30575"/>
                  </a:cubicBezTo>
                  <a:cubicBezTo>
                    <a:pt x="54864" y="30575"/>
                    <a:pt x="51816" y="33624"/>
                    <a:pt x="48768" y="35147"/>
                  </a:cubicBezTo>
                  <a:cubicBezTo>
                    <a:pt x="45720" y="38195"/>
                    <a:pt x="42672" y="41243"/>
                    <a:pt x="41148" y="44291"/>
                  </a:cubicBezTo>
                  <a:cubicBezTo>
                    <a:pt x="39624" y="48863"/>
                    <a:pt x="39624" y="51911"/>
                    <a:pt x="39624" y="56483"/>
                  </a:cubicBezTo>
                  <a:cubicBezTo>
                    <a:pt x="39624" y="62580"/>
                    <a:pt x="41148" y="67152"/>
                    <a:pt x="44196" y="70199"/>
                  </a:cubicBezTo>
                  <a:cubicBezTo>
                    <a:pt x="45720" y="74771"/>
                    <a:pt x="50292" y="77819"/>
                    <a:pt x="54864" y="80867"/>
                  </a:cubicBezTo>
                  <a:cubicBezTo>
                    <a:pt x="59436" y="83915"/>
                    <a:pt x="65627" y="86963"/>
                    <a:pt x="71723" y="88583"/>
                  </a:cubicBezTo>
                  <a:cubicBezTo>
                    <a:pt x="76295" y="91631"/>
                    <a:pt x="82391" y="93155"/>
                    <a:pt x="90011" y="96203"/>
                  </a:cubicBezTo>
                  <a:cubicBezTo>
                    <a:pt x="96107" y="97727"/>
                    <a:pt x="102203" y="100775"/>
                    <a:pt x="108299" y="103823"/>
                  </a:cubicBezTo>
                  <a:cubicBezTo>
                    <a:pt x="114395" y="106871"/>
                    <a:pt x="118967" y="111443"/>
                    <a:pt x="123539" y="116015"/>
                  </a:cubicBezTo>
                  <a:cubicBezTo>
                    <a:pt x="128111" y="119063"/>
                    <a:pt x="132683" y="125159"/>
                    <a:pt x="134207" y="131255"/>
                  </a:cubicBezTo>
                  <a:cubicBezTo>
                    <a:pt x="137255" y="137351"/>
                    <a:pt x="138779" y="144971"/>
                    <a:pt x="138779" y="15259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257" name="Path257"/>
          <p:cNvSpPr/>
          <p:nvPr/>
        </p:nvSpPr>
        <p:spPr>
          <a:xfrm>
            <a:off x="4882134" y="2081594"/>
            <a:ext cx="161734" cy="216693"/>
          </a:xfrm>
          <a:custGeom>
            <a:avLst/>
            <a:gdLst/>
            <a:ahLst/>
            <a:cxnLst/>
            <a:rect l="l" t="t" r="r" b="b"/>
            <a:pathLst>
              <a:path w="161734" h="216693">
                <a:moveTo>
                  <a:pt x="161734" y="207550"/>
                </a:moveTo>
                <a:cubicBezTo>
                  <a:pt x="161734" y="209074"/>
                  <a:pt x="160210" y="210598"/>
                  <a:pt x="160210" y="210598"/>
                </a:cubicBezTo>
                <a:cubicBezTo>
                  <a:pt x="158686" y="212122"/>
                  <a:pt x="157163" y="212122"/>
                  <a:pt x="155638" y="212122"/>
                </a:cubicBezTo>
                <a:cubicBezTo>
                  <a:pt x="152590" y="213646"/>
                  <a:pt x="149542" y="213646"/>
                  <a:pt x="146494" y="213646"/>
                </a:cubicBezTo>
                <a:cubicBezTo>
                  <a:pt x="141922" y="213646"/>
                  <a:pt x="138874" y="213646"/>
                  <a:pt x="137350" y="212122"/>
                </a:cubicBezTo>
                <a:cubicBezTo>
                  <a:pt x="134207" y="212122"/>
                  <a:pt x="132683" y="212122"/>
                  <a:pt x="131159" y="210598"/>
                </a:cubicBezTo>
                <a:cubicBezTo>
                  <a:pt x="131159" y="210598"/>
                  <a:pt x="129635" y="209074"/>
                  <a:pt x="129635" y="207550"/>
                </a:cubicBezTo>
                <a:lnTo>
                  <a:pt x="129635" y="187738"/>
                </a:lnTo>
                <a:cubicBezTo>
                  <a:pt x="122015" y="196882"/>
                  <a:pt x="112871" y="202978"/>
                  <a:pt x="102203" y="209074"/>
                </a:cubicBezTo>
                <a:cubicBezTo>
                  <a:pt x="91535" y="213646"/>
                  <a:pt x="79343" y="216694"/>
                  <a:pt x="68675" y="216694"/>
                </a:cubicBezTo>
                <a:cubicBezTo>
                  <a:pt x="58007" y="216694"/>
                  <a:pt x="48863" y="215170"/>
                  <a:pt x="39624" y="212122"/>
                </a:cubicBezTo>
                <a:cubicBezTo>
                  <a:pt x="32004" y="209074"/>
                  <a:pt x="24384" y="206026"/>
                  <a:pt x="18288" y="199930"/>
                </a:cubicBezTo>
                <a:cubicBezTo>
                  <a:pt x="12192" y="195358"/>
                  <a:pt x="7620" y="189262"/>
                  <a:pt x="4572" y="181642"/>
                </a:cubicBezTo>
                <a:cubicBezTo>
                  <a:pt x="1524" y="174022"/>
                  <a:pt x="0" y="166402"/>
                  <a:pt x="0" y="155639"/>
                </a:cubicBezTo>
                <a:cubicBezTo>
                  <a:pt x="0" y="144970"/>
                  <a:pt x="1524" y="135826"/>
                  <a:pt x="6096" y="126683"/>
                </a:cubicBezTo>
                <a:cubicBezTo>
                  <a:pt x="10668" y="119063"/>
                  <a:pt x="16764" y="112967"/>
                  <a:pt x="25908" y="106870"/>
                </a:cubicBezTo>
                <a:cubicBezTo>
                  <a:pt x="35052" y="102298"/>
                  <a:pt x="44196" y="97726"/>
                  <a:pt x="56483" y="94679"/>
                </a:cubicBezTo>
                <a:cubicBezTo>
                  <a:pt x="68675" y="91630"/>
                  <a:pt x="82391" y="91630"/>
                  <a:pt x="99155" y="91630"/>
                </a:cubicBezTo>
                <a:lnTo>
                  <a:pt x="125063" y="91630"/>
                </a:lnTo>
                <a:lnTo>
                  <a:pt x="125063" y="74771"/>
                </a:lnTo>
                <a:cubicBezTo>
                  <a:pt x="125063" y="68675"/>
                  <a:pt x="125063" y="61055"/>
                  <a:pt x="123539" y="54959"/>
                </a:cubicBezTo>
                <a:cubicBezTo>
                  <a:pt x="122015" y="50387"/>
                  <a:pt x="118967" y="44291"/>
                  <a:pt x="115919" y="41243"/>
                </a:cubicBezTo>
                <a:cubicBezTo>
                  <a:pt x="111347" y="36671"/>
                  <a:pt x="106775" y="33623"/>
                  <a:pt x="102203" y="32099"/>
                </a:cubicBezTo>
                <a:cubicBezTo>
                  <a:pt x="96107" y="30575"/>
                  <a:pt x="88487" y="29051"/>
                  <a:pt x="80867" y="29051"/>
                </a:cubicBezTo>
                <a:cubicBezTo>
                  <a:pt x="71723" y="29051"/>
                  <a:pt x="64103" y="30575"/>
                  <a:pt x="56483" y="32099"/>
                </a:cubicBezTo>
                <a:cubicBezTo>
                  <a:pt x="48863" y="35147"/>
                  <a:pt x="42672" y="36671"/>
                  <a:pt x="38100" y="39719"/>
                </a:cubicBezTo>
                <a:cubicBezTo>
                  <a:pt x="32004" y="41243"/>
                  <a:pt x="27432" y="44291"/>
                  <a:pt x="24384" y="45815"/>
                </a:cubicBezTo>
                <a:cubicBezTo>
                  <a:pt x="21336" y="48863"/>
                  <a:pt x="18288" y="48863"/>
                  <a:pt x="16764" y="48863"/>
                </a:cubicBezTo>
                <a:cubicBezTo>
                  <a:pt x="15240" y="48863"/>
                  <a:pt x="13716" y="48863"/>
                  <a:pt x="13716" y="48863"/>
                </a:cubicBezTo>
                <a:cubicBezTo>
                  <a:pt x="12192" y="47339"/>
                  <a:pt x="12192" y="47339"/>
                  <a:pt x="10668" y="45815"/>
                </a:cubicBezTo>
                <a:cubicBezTo>
                  <a:pt x="10668" y="44291"/>
                  <a:pt x="10668" y="42767"/>
                  <a:pt x="9144" y="41243"/>
                </a:cubicBezTo>
                <a:cubicBezTo>
                  <a:pt x="9144" y="39719"/>
                  <a:pt x="9144" y="38195"/>
                  <a:pt x="9144" y="35147"/>
                </a:cubicBezTo>
                <a:cubicBezTo>
                  <a:pt x="9144" y="32099"/>
                  <a:pt x="9144" y="29051"/>
                  <a:pt x="10668" y="27527"/>
                </a:cubicBezTo>
                <a:cubicBezTo>
                  <a:pt x="10668" y="24479"/>
                  <a:pt x="12192" y="22955"/>
                  <a:pt x="13716" y="21431"/>
                </a:cubicBezTo>
                <a:cubicBezTo>
                  <a:pt x="15240" y="18288"/>
                  <a:pt x="19812" y="16764"/>
                  <a:pt x="24384" y="13716"/>
                </a:cubicBezTo>
                <a:cubicBezTo>
                  <a:pt x="28956" y="12192"/>
                  <a:pt x="35052" y="9144"/>
                  <a:pt x="41148" y="7620"/>
                </a:cubicBezTo>
                <a:cubicBezTo>
                  <a:pt x="47339" y="4572"/>
                  <a:pt x="53435" y="3048"/>
                  <a:pt x="61055" y="1524"/>
                </a:cubicBezTo>
                <a:cubicBezTo>
                  <a:pt x="68675" y="0"/>
                  <a:pt x="76295" y="0"/>
                  <a:pt x="83915" y="0"/>
                </a:cubicBezTo>
                <a:cubicBezTo>
                  <a:pt x="97631" y="0"/>
                  <a:pt x="109823" y="1524"/>
                  <a:pt x="120491" y="4572"/>
                </a:cubicBezTo>
                <a:cubicBezTo>
                  <a:pt x="129635" y="7620"/>
                  <a:pt x="137350" y="12192"/>
                  <a:pt x="143446" y="18288"/>
                </a:cubicBezTo>
                <a:cubicBezTo>
                  <a:pt x="149542" y="24479"/>
                  <a:pt x="154114" y="32099"/>
                  <a:pt x="157163" y="41243"/>
                </a:cubicBezTo>
                <a:cubicBezTo>
                  <a:pt x="160210" y="50387"/>
                  <a:pt x="161734" y="61055"/>
                  <a:pt x="161734" y="73247"/>
                </a:cubicBezTo>
                <a:lnTo>
                  <a:pt x="161734" y="207550"/>
                </a:lnTo>
                <a:close/>
                <a:moveTo>
                  <a:pt x="125063" y="117539"/>
                </a:moveTo>
                <a:lnTo>
                  <a:pt x="94583" y="117539"/>
                </a:lnTo>
                <a:cubicBezTo>
                  <a:pt x="85439" y="117539"/>
                  <a:pt x="76295" y="117539"/>
                  <a:pt x="68675" y="119063"/>
                </a:cubicBezTo>
                <a:cubicBezTo>
                  <a:pt x="61055" y="120586"/>
                  <a:pt x="54959" y="123635"/>
                  <a:pt x="50387" y="126683"/>
                </a:cubicBezTo>
                <a:cubicBezTo>
                  <a:pt x="45720" y="129730"/>
                  <a:pt x="42672" y="134302"/>
                  <a:pt x="39624" y="138874"/>
                </a:cubicBezTo>
                <a:cubicBezTo>
                  <a:pt x="38100" y="143446"/>
                  <a:pt x="36576" y="148018"/>
                  <a:pt x="36576" y="154114"/>
                </a:cubicBezTo>
                <a:cubicBezTo>
                  <a:pt x="36576" y="164878"/>
                  <a:pt x="39624" y="172498"/>
                  <a:pt x="45720" y="178594"/>
                </a:cubicBezTo>
                <a:cubicBezTo>
                  <a:pt x="53435" y="184690"/>
                  <a:pt x="62579" y="187738"/>
                  <a:pt x="73247" y="187738"/>
                </a:cubicBezTo>
                <a:cubicBezTo>
                  <a:pt x="82391" y="187738"/>
                  <a:pt x="91535" y="186214"/>
                  <a:pt x="100679" y="180118"/>
                </a:cubicBezTo>
                <a:cubicBezTo>
                  <a:pt x="108299" y="175546"/>
                  <a:pt x="115919" y="169450"/>
                  <a:pt x="125063" y="158782"/>
                </a:cubicBezTo>
                <a:lnTo>
                  <a:pt x="125063" y="117539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258" name="Group258"/>
          <p:cNvGrpSpPr/>
          <p:nvPr/>
        </p:nvGrpSpPr>
        <p:grpSpPr>
          <a:xfrm>
            <a:off x="5109497" y="1990058"/>
            <a:ext cx="404240" cy="308229"/>
            <a:chOff x="5109497" y="1990058"/>
            <a:chExt cx="404240" cy="308229"/>
          </a:xfrm>
        </p:grpSpPr>
        <p:sp>
          <p:nvSpPr>
            <p:cNvPr id="259" name="Path259"/>
            <p:cNvSpPr/>
            <p:nvPr/>
          </p:nvSpPr>
          <p:spPr>
            <a:xfrm>
              <a:off x="5109497" y="2081594"/>
              <a:ext cx="169354" cy="213645"/>
            </a:xfrm>
            <a:custGeom>
              <a:avLst/>
              <a:gdLst/>
              <a:ahLst/>
              <a:cxnLst/>
              <a:rect l="l" t="t" r="r" b="b"/>
              <a:pathLst>
                <a:path w="169354" h="213645">
                  <a:moveTo>
                    <a:pt x="169354" y="206026"/>
                  </a:moveTo>
                  <a:cubicBezTo>
                    <a:pt x="169354" y="207550"/>
                    <a:pt x="169354" y="209074"/>
                    <a:pt x="169354" y="209074"/>
                  </a:cubicBezTo>
                  <a:cubicBezTo>
                    <a:pt x="167735" y="210598"/>
                    <a:pt x="167735" y="210598"/>
                    <a:pt x="166211" y="212122"/>
                  </a:cubicBezTo>
                  <a:cubicBezTo>
                    <a:pt x="164687" y="212122"/>
                    <a:pt x="163163" y="212122"/>
                    <a:pt x="160115" y="213646"/>
                  </a:cubicBezTo>
                  <a:cubicBezTo>
                    <a:pt x="158591" y="213646"/>
                    <a:pt x="155543" y="213646"/>
                    <a:pt x="152495" y="213646"/>
                  </a:cubicBezTo>
                  <a:cubicBezTo>
                    <a:pt x="147923" y="213646"/>
                    <a:pt x="144875" y="213646"/>
                    <a:pt x="143351" y="213646"/>
                  </a:cubicBezTo>
                  <a:cubicBezTo>
                    <a:pt x="140303" y="212122"/>
                    <a:pt x="138779" y="212122"/>
                    <a:pt x="137255" y="212122"/>
                  </a:cubicBezTo>
                  <a:cubicBezTo>
                    <a:pt x="135731" y="210598"/>
                    <a:pt x="135731" y="210598"/>
                    <a:pt x="134207" y="209074"/>
                  </a:cubicBezTo>
                  <a:cubicBezTo>
                    <a:pt x="134207" y="209074"/>
                    <a:pt x="134207" y="207550"/>
                    <a:pt x="134207" y="206026"/>
                  </a:cubicBezTo>
                  <a:lnTo>
                    <a:pt x="134207" y="91630"/>
                  </a:lnTo>
                  <a:cubicBezTo>
                    <a:pt x="134207" y="80867"/>
                    <a:pt x="132683" y="71723"/>
                    <a:pt x="131159" y="64103"/>
                  </a:cubicBezTo>
                  <a:cubicBezTo>
                    <a:pt x="129635" y="58007"/>
                    <a:pt x="126587" y="51911"/>
                    <a:pt x="123539" y="45815"/>
                  </a:cubicBezTo>
                  <a:cubicBezTo>
                    <a:pt x="120491" y="41243"/>
                    <a:pt x="115919" y="38195"/>
                    <a:pt x="109823" y="35147"/>
                  </a:cubicBezTo>
                  <a:cubicBezTo>
                    <a:pt x="105251" y="32099"/>
                    <a:pt x="99155" y="30575"/>
                    <a:pt x="91535" y="30575"/>
                  </a:cubicBezTo>
                  <a:cubicBezTo>
                    <a:pt x="82391" y="30575"/>
                    <a:pt x="74676" y="33623"/>
                    <a:pt x="65532" y="41243"/>
                  </a:cubicBezTo>
                  <a:cubicBezTo>
                    <a:pt x="56388" y="47339"/>
                    <a:pt x="45720" y="56483"/>
                    <a:pt x="36576" y="68675"/>
                  </a:cubicBezTo>
                  <a:lnTo>
                    <a:pt x="36576" y="206026"/>
                  </a:lnTo>
                  <a:cubicBezTo>
                    <a:pt x="36576" y="207550"/>
                    <a:pt x="36576" y="209074"/>
                    <a:pt x="35052" y="209074"/>
                  </a:cubicBezTo>
                  <a:cubicBezTo>
                    <a:pt x="35052" y="210598"/>
                    <a:pt x="33528" y="210598"/>
                    <a:pt x="32004" y="212122"/>
                  </a:cubicBezTo>
                  <a:cubicBezTo>
                    <a:pt x="32004" y="212122"/>
                    <a:pt x="28956" y="212122"/>
                    <a:pt x="27432" y="213646"/>
                  </a:cubicBezTo>
                  <a:cubicBezTo>
                    <a:pt x="24384" y="213646"/>
                    <a:pt x="21336" y="213646"/>
                    <a:pt x="18288" y="213646"/>
                  </a:cubicBezTo>
                  <a:cubicBezTo>
                    <a:pt x="15240" y="213646"/>
                    <a:pt x="12192" y="213646"/>
                    <a:pt x="9144" y="213646"/>
                  </a:cubicBezTo>
                  <a:cubicBezTo>
                    <a:pt x="7620" y="212122"/>
                    <a:pt x="6096" y="212122"/>
                    <a:pt x="4572" y="212122"/>
                  </a:cubicBezTo>
                  <a:cubicBezTo>
                    <a:pt x="3048" y="210598"/>
                    <a:pt x="1524" y="210598"/>
                    <a:pt x="1524" y="209074"/>
                  </a:cubicBezTo>
                  <a:cubicBezTo>
                    <a:pt x="0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1524" y="6096"/>
                  </a:cubicBezTo>
                  <a:cubicBezTo>
                    <a:pt x="1524" y="6096"/>
                    <a:pt x="3048" y="4572"/>
                    <a:pt x="3048" y="4572"/>
                  </a:cubicBezTo>
                  <a:cubicBezTo>
                    <a:pt x="4572" y="4572"/>
                    <a:pt x="6096" y="3048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860" y="3048"/>
                    <a:pt x="24384" y="3048"/>
                  </a:cubicBezTo>
                  <a:cubicBezTo>
                    <a:pt x="27432" y="3048"/>
                    <a:pt x="28956" y="4572"/>
                    <a:pt x="28956" y="4572"/>
                  </a:cubicBezTo>
                  <a:cubicBezTo>
                    <a:pt x="30480" y="4572"/>
                    <a:pt x="32004" y="6096"/>
                    <a:pt x="32004" y="6096"/>
                  </a:cubicBezTo>
                  <a:cubicBezTo>
                    <a:pt x="32004" y="7620"/>
                    <a:pt x="33528" y="9144"/>
                    <a:pt x="33528" y="9144"/>
                  </a:cubicBezTo>
                  <a:lnTo>
                    <a:pt x="33528" y="35147"/>
                  </a:lnTo>
                  <a:cubicBezTo>
                    <a:pt x="44196" y="22955"/>
                    <a:pt x="54864" y="13716"/>
                    <a:pt x="65532" y="9144"/>
                  </a:cubicBezTo>
                  <a:cubicBezTo>
                    <a:pt x="77724" y="3048"/>
                    <a:pt x="88487" y="0"/>
                    <a:pt x="99155" y="0"/>
                  </a:cubicBezTo>
                  <a:cubicBezTo>
                    <a:pt x="112871" y="0"/>
                    <a:pt x="123539" y="1524"/>
                    <a:pt x="132683" y="6096"/>
                  </a:cubicBezTo>
                  <a:cubicBezTo>
                    <a:pt x="141827" y="10668"/>
                    <a:pt x="149447" y="16764"/>
                    <a:pt x="154019" y="24479"/>
                  </a:cubicBezTo>
                  <a:cubicBezTo>
                    <a:pt x="160115" y="32099"/>
                    <a:pt x="163163" y="39719"/>
                    <a:pt x="166211" y="50387"/>
                  </a:cubicBezTo>
                  <a:cubicBezTo>
                    <a:pt x="169354" y="61055"/>
                    <a:pt x="169354" y="71723"/>
                    <a:pt x="169354" y="86963"/>
                  </a:cubicBezTo>
                  <a:lnTo>
                    <a:pt x="169354" y="2060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60" name="Path260"/>
            <p:cNvSpPr/>
            <p:nvPr/>
          </p:nvSpPr>
          <p:spPr>
            <a:xfrm>
              <a:off x="5332190" y="1990058"/>
              <a:ext cx="181547" cy="308229"/>
            </a:xfrm>
            <a:custGeom>
              <a:avLst/>
              <a:gdLst/>
              <a:ahLst/>
              <a:cxnLst/>
              <a:rect l="l" t="t" r="r" b="b"/>
              <a:pathLst>
                <a:path w="181547" h="308229">
                  <a:moveTo>
                    <a:pt x="181547" y="297561"/>
                  </a:moveTo>
                  <a:cubicBezTo>
                    <a:pt x="181547" y="299085"/>
                    <a:pt x="181547" y="300609"/>
                    <a:pt x="181547" y="300609"/>
                  </a:cubicBezTo>
                  <a:cubicBezTo>
                    <a:pt x="180023" y="302133"/>
                    <a:pt x="180023" y="302133"/>
                    <a:pt x="178499" y="303657"/>
                  </a:cubicBezTo>
                  <a:cubicBezTo>
                    <a:pt x="176975" y="303657"/>
                    <a:pt x="175451" y="303657"/>
                    <a:pt x="173927" y="305181"/>
                  </a:cubicBezTo>
                  <a:cubicBezTo>
                    <a:pt x="170879" y="305181"/>
                    <a:pt x="169355" y="305181"/>
                    <a:pt x="166307" y="305181"/>
                  </a:cubicBezTo>
                  <a:cubicBezTo>
                    <a:pt x="163259" y="305181"/>
                    <a:pt x="160211" y="305181"/>
                    <a:pt x="158687" y="305181"/>
                  </a:cubicBezTo>
                  <a:cubicBezTo>
                    <a:pt x="155639" y="303657"/>
                    <a:pt x="154115" y="303657"/>
                    <a:pt x="152591" y="303657"/>
                  </a:cubicBezTo>
                  <a:cubicBezTo>
                    <a:pt x="152591" y="302133"/>
                    <a:pt x="151067" y="302133"/>
                    <a:pt x="151067" y="300609"/>
                  </a:cubicBezTo>
                  <a:cubicBezTo>
                    <a:pt x="149543" y="300609"/>
                    <a:pt x="149543" y="299085"/>
                    <a:pt x="149543" y="297561"/>
                  </a:cubicBezTo>
                  <a:lnTo>
                    <a:pt x="149543" y="271653"/>
                  </a:lnTo>
                  <a:cubicBezTo>
                    <a:pt x="138875" y="283845"/>
                    <a:pt x="128207" y="291465"/>
                    <a:pt x="117444" y="299085"/>
                  </a:cubicBezTo>
                  <a:cubicBezTo>
                    <a:pt x="105251" y="305181"/>
                    <a:pt x="94583" y="308229"/>
                    <a:pt x="80868" y="308229"/>
                  </a:cubicBezTo>
                  <a:cubicBezTo>
                    <a:pt x="65627" y="308229"/>
                    <a:pt x="53436" y="305181"/>
                    <a:pt x="44291" y="299085"/>
                  </a:cubicBezTo>
                  <a:cubicBezTo>
                    <a:pt x="33624" y="294513"/>
                    <a:pt x="24384" y="286893"/>
                    <a:pt x="18288" y="276225"/>
                  </a:cubicBezTo>
                  <a:cubicBezTo>
                    <a:pt x="12192" y="267081"/>
                    <a:pt x="7620" y="256413"/>
                    <a:pt x="4572" y="242602"/>
                  </a:cubicBezTo>
                  <a:cubicBezTo>
                    <a:pt x="1524" y="230410"/>
                    <a:pt x="0" y="216694"/>
                    <a:pt x="0" y="201454"/>
                  </a:cubicBezTo>
                  <a:cubicBezTo>
                    <a:pt x="0" y="184690"/>
                    <a:pt x="1524" y="169354"/>
                    <a:pt x="6096" y="155638"/>
                  </a:cubicBezTo>
                  <a:cubicBezTo>
                    <a:pt x="9144" y="143446"/>
                    <a:pt x="15240" y="131254"/>
                    <a:pt x="21336" y="122110"/>
                  </a:cubicBezTo>
                  <a:cubicBezTo>
                    <a:pt x="28956" y="111442"/>
                    <a:pt x="38195" y="103727"/>
                    <a:pt x="48863" y="99155"/>
                  </a:cubicBezTo>
                  <a:cubicBezTo>
                    <a:pt x="59531" y="94583"/>
                    <a:pt x="71724" y="91535"/>
                    <a:pt x="85439" y="91535"/>
                  </a:cubicBezTo>
                  <a:cubicBezTo>
                    <a:pt x="96107" y="91535"/>
                    <a:pt x="106775" y="94583"/>
                    <a:pt x="117444" y="99155"/>
                  </a:cubicBezTo>
                  <a:cubicBezTo>
                    <a:pt x="126683" y="103727"/>
                    <a:pt x="135827" y="111442"/>
                    <a:pt x="144971" y="120586"/>
                  </a:cubicBezTo>
                  <a:lnTo>
                    <a:pt x="144971" y="6096"/>
                  </a:lnTo>
                  <a:cubicBezTo>
                    <a:pt x="144971" y="6096"/>
                    <a:pt x="144971" y="4572"/>
                    <a:pt x="146495" y="3048"/>
                  </a:cubicBezTo>
                  <a:cubicBezTo>
                    <a:pt x="146495" y="3048"/>
                    <a:pt x="148018" y="1524"/>
                    <a:pt x="149543" y="1524"/>
                  </a:cubicBezTo>
                  <a:cubicBezTo>
                    <a:pt x="151067" y="1524"/>
                    <a:pt x="152591" y="0"/>
                    <a:pt x="154115" y="0"/>
                  </a:cubicBezTo>
                  <a:cubicBezTo>
                    <a:pt x="157163" y="0"/>
                    <a:pt x="160211" y="0"/>
                    <a:pt x="163259" y="0"/>
                  </a:cubicBezTo>
                  <a:cubicBezTo>
                    <a:pt x="166307" y="0"/>
                    <a:pt x="169355" y="0"/>
                    <a:pt x="172403" y="0"/>
                  </a:cubicBezTo>
                  <a:cubicBezTo>
                    <a:pt x="173927" y="0"/>
                    <a:pt x="176975" y="1524"/>
                    <a:pt x="176975" y="1524"/>
                  </a:cubicBezTo>
                  <a:cubicBezTo>
                    <a:pt x="178499" y="1524"/>
                    <a:pt x="180023" y="3048"/>
                    <a:pt x="180023" y="3048"/>
                  </a:cubicBezTo>
                  <a:cubicBezTo>
                    <a:pt x="181547" y="4572"/>
                    <a:pt x="181547" y="6096"/>
                    <a:pt x="181547" y="6096"/>
                  </a:cubicBezTo>
                  <a:lnTo>
                    <a:pt x="181547" y="297561"/>
                  </a:lnTo>
                  <a:close/>
                  <a:moveTo>
                    <a:pt x="144971" y="160210"/>
                  </a:moveTo>
                  <a:cubicBezTo>
                    <a:pt x="135827" y="148018"/>
                    <a:pt x="126683" y="138874"/>
                    <a:pt x="117444" y="131254"/>
                  </a:cubicBezTo>
                  <a:cubicBezTo>
                    <a:pt x="108300" y="125158"/>
                    <a:pt x="97631" y="122110"/>
                    <a:pt x="88487" y="122110"/>
                  </a:cubicBezTo>
                  <a:cubicBezTo>
                    <a:pt x="79344" y="122110"/>
                    <a:pt x="71724" y="125158"/>
                    <a:pt x="65627" y="129730"/>
                  </a:cubicBezTo>
                  <a:cubicBezTo>
                    <a:pt x="58007" y="132778"/>
                    <a:pt x="53436" y="138874"/>
                    <a:pt x="48863" y="146494"/>
                  </a:cubicBezTo>
                  <a:cubicBezTo>
                    <a:pt x="45815" y="154114"/>
                    <a:pt x="42768" y="161734"/>
                    <a:pt x="41244" y="170878"/>
                  </a:cubicBezTo>
                  <a:cubicBezTo>
                    <a:pt x="38195" y="180118"/>
                    <a:pt x="38195" y="189262"/>
                    <a:pt x="38195" y="198406"/>
                  </a:cubicBezTo>
                  <a:cubicBezTo>
                    <a:pt x="38195" y="207550"/>
                    <a:pt x="38195" y="218218"/>
                    <a:pt x="39719" y="227362"/>
                  </a:cubicBezTo>
                  <a:cubicBezTo>
                    <a:pt x="41244" y="236506"/>
                    <a:pt x="44291" y="245650"/>
                    <a:pt x="48863" y="251841"/>
                  </a:cubicBezTo>
                  <a:cubicBezTo>
                    <a:pt x="51912" y="259461"/>
                    <a:pt x="56483" y="265557"/>
                    <a:pt x="62580" y="270129"/>
                  </a:cubicBezTo>
                  <a:cubicBezTo>
                    <a:pt x="70200" y="274701"/>
                    <a:pt x="77819" y="276225"/>
                    <a:pt x="86963" y="276225"/>
                  </a:cubicBezTo>
                  <a:cubicBezTo>
                    <a:pt x="91536" y="276225"/>
                    <a:pt x="96107" y="276225"/>
                    <a:pt x="100680" y="274701"/>
                  </a:cubicBezTo>
                  <a:cubicBezTo>
                    <a:pt x="105251" y="273177"/>
                    <a:pt x="109824" y="271653"/>
                    <a:pt x="114395" y="268605"/>
                  </a:cubicBezTo>
                  <a:cubicBezTo>
                    <a:pt x="118968" y="265557"/>
                    <a:pt x="123635" y="260985"/>
                    <a:pt x="129731" y="256413"/>
                  </a:cubicBezTo>
                  <a:cubicBezTo>
                    <a:pt x="134303" y="251841"/>
                    <a:pt x="138875" y="245650"/>
                    <a:pt x="144971" y="238030"/>
                  </a:cubicBezTo>
                  <a:lnTo>
                    <a:pt x="144971" y="16021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pic>
        <p:nvPicPr>
          <p:cNvPr id="261" name="Image26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664" y="1988534"/>
            <a:ext cx="2340387" cy="309753"/>
          </a:xfrm>
          <a:prstGeom prst="rect">
            <a:avLst/>
          </a:prstGeom>
          <a:noFill/>
        </p:spPr>
      </p:pic>
      <p:grpSp>
        <p:nvGrpSpPr>
          <p:cNvPr id="262" name="Group262"/>
          <p:cNvGrpSpPr/>
          <p:nvPr/>
        </p:nvGrpSpPr>
        <p:grpSpPr>
          <a:xfrm>
            <a:off x="8197405" y="1987011"/>
            <a:ext cx="1057277" cy="311276"/>
            <a:chOff x="8197405" y="1987011"/>
            <a:chExt cx="1057277" cy="311276"/>
          </a:xfrm>
        </p:grpSpPr>
        <p:sp>
          <p:nvSpPr>
            <p:cNvPr id="263" name="Path263"/>
            <p:cNvSpPr/>
            <p:nvPr/>
          </p:nvSpPr>
          <p:spPr>
            <a:xfrm>
              <a:off x="8197405" y="2009870"/>
              <a:ext cx="189167" cy="285369"/>
            </a:xfrm>
            <a:custGeom>
              <a:avLst/>
              <a:gdLst/>
              <a:ahLst/>
              <a:cxnLst/>
              <a:rect l="l" t="t" r="r" b="b"/>
              <a:pathLst>
                <a:path w="189167" h="285369">
                  <a:moveTo>
                    <a:pt x="189167" y="277749"/>
                  </a:moveTo>
                  <a:cubicBezTo>
                    <a:pt x="189167" y="279273"/>
                    <a:pt x="189167" y="280797"/>
                    <a:pt x="189167" y="280797"/>
                  </a:cubicBezTo>
                  <a:cubicBezTo>
                    <a:pt x="189167" y="282321"/>
                    <a:pt x="187643" y="282321"/>
                    <a:pt x="186119" y="283845"/>
                  </a:cubicBezTo>
                  <a:cubicBezTo>
                    <a:pt x="184595" y="283845"/>
                    <a:pt x="183071" y="283845"/>
                    <a:pt x="180023" y="285369"/>
                  </a:cubicBezTo>
                  <a:cubicBezTo>
                    <a:pt x="176974" y="285369"/>
                    <a:pt x="173927" y="285369"/>
                    <a:pt x="169355" y="285369"/>
                  </a:cubicBezTo>
                  <a:cubicBezTo>
                    <a:pt x="166307" y="285369"/>
                    <a:pt x="163259" y="285369"/>
                    <a:pt x="160210" y="285369"/>
                  </a:cubicBezTo>
                  <a:cubicBezTo>
                    <a:pt x="157163" y="283845"/>
                    <a:pt x="155639" y="283845"/>
                    <a:pt x="154115" y="283845"/>
                  </a:cubicBezTo>
                  <a:cubicBezTo>
                    <a:pt x="152591" y="282321"/>
                    <a:pt x="151067" y="282321"/>
                    <a:pt x="151067" y="280797"/>
                  </a:cubicBezTo>
                  <a:cubicBezTo>
                    <a:pt x="149543" y="279273"/>
                    <a:pt x="149543" y="277749"/>
                    <a:pt x="149543" y="276225"/>
                  </a:cubicBezTo>
                  <a:lnTo>
                    <a:pt x="122016" y="209074"/>
                  </a:lnTo>
                  <a:cubicBezTo>
                    <a:pt x="118967" y="201454"/>
                    <a:pt x="115919" y="195358"/>
                    <a:pt x="112871" y="189262"/>
                  </a:cubicBezTo>
                  <a:cubicBezTo>
                    <a:pt x="109824" y="181642"/>
                    <a:pt x="106776" y="177070"/>
                    <a:pt x="102204" y="172498"/>
                  </a:cubicBezTo>
                  <a:cubicBezTo>
                    <a:pt x="97631" y="167926"/>
                    <a:pt x="91536" y="163354"/>
                    <a:pt x="85440" y="161830"/>
                  </a:cubicBezTo>
                  <a:cubicBezTo>
                    <a:pt x="79343" y="158686"/>
                    <a:pt x="71724" y="157163"/>
                    <a:pt x="64104" y="157163"/>
                  </a:cubicBezTo>
                  <a:lnTo>
                    <a:pt x="38100" y="157163"/>
                  </a:lnTo>
                  <a:lnTo>
                    <a:pt x="38100" y="277749"/>
                  </a:lnTo>
                  <a:cubicBezTo>
                    <a:pt x="38100" y="279273"/>
                    <a:pt x="38100" y="280797"/>
                    <a:pt x="36576" y="280797"/>
                  </a:cubicBezTo>
                  <a:cubicBezTo>
                    <a:pt x="36576" y="282321"/>
                    <a:pt x="35052" y="282321"/>
                    <a:pt x="33528" y="283845"/>
                  </a:cubicBezTo>
                  <a:cubicBezTo>
                    <a:pt x="33528" y="283845"/>
                    <a:pt x="30480" y="283845"/>
                    <a:pt x="28956" y="283845"/>
                  </a:cubicBezTo>
                  <a:cubicBezTo>
                    <a:pt x="25908" y="285369"/>
                    <a:pt x="22861" y="285369"/>
                    <a:pt x="19812" y="285369"/>
                  </a:cubicBezTo>
                  <a:cubicBezTo>
                    <a:pt x="15240" y="285369"/>
                    <a:pt x="12192" y="285369"/>
                    <a:pt x="10668" y="283845"/>
                  </a:cubicBezTo>
                  <a:cubicBezTo>
                    <a:pt x="7620" y="283845"/>
                    <a:pt x="6097" y="283845"/>
                    <a:pt x="4573" y="283845"/>
                  </a:cubicBezTo>
                  <a:cubicBezTo>
                    <a:pt x="3048" y="282321"/>
                    <a:pt x="1524" y="282321"/>
                    <a:pt x="1524" y="280797"/>
                  </a:cubicBezTo>
                  <a:cubicBezTo>
                    <a:pt x="1524" y="280797"/>
                    <a:pt x="0" y="279273"/>
                    <a:pt x="0" y="277749"/>
                  </a:cubicBezTo>
                  <a:lnTo>
                    <a:pt x="0" y="15240"/>
                  </a:lnTo>
                  <a:cubicBezTo>
                    <a:pt x="0" y="10668"/>
                    <a:pt x="1524" y="6096"/>
                    <a:pt x="4573" y="4572"/>
                  </a:cubicBezTo>
                  <a:cubicBezTo>
                    <a:pt x="7620" y="1524"/>
                    <a:pt x="10668" y="0"/>
                    <a:pt x="15240" y="0"/>
                  </a:cubicBezTo>
                  <a:lnTo>
                    <a:pt x="74771" y="0"/>
                  </a:lnTo>
                  <a:cubicBezTo>
                    <a:pt x="82392" y="0"/>
                    <a:pt x="88488" y="0"/>
                    <a:pt x="93059" y="1524"/>
                  </a:cubicBezTo>
                  <a:cubicBezTo>
                    <a:pt x="97631" y="1524"/>
                    <a:pt x="102204" y="1524"/>
                    <a:pt x="105252" y="3048"/>
                  </a:cubicBezTo>
                  <a:cubicBezTo>
                    <a:pt x="115919" y="4572"/>
                    <a:pt x="126588" y="7620"/>
                    <a:pt x="134207" y="10668"/>
                  </a:cubicBezTo>
                  <a:cubicBezTo>
                    <a:pt x="143447" y="15240"/>
                    <a:pt x="149543" y="19812"/>
                    <a:pt x="155639" y="27527"/>
                  </a:cubicBezTo>
                  <a:cubicBezTo>
                    <a:pt x="161735" y="33623"/>
                    <a:pt x="166307" y="39719"/>
                    <a:pt x="167831" y="48863"/>
                  </a:cubicBezTo>
                  <a:cubicBezTo>
                    <a:pt x="170879" y="56483"/>
                    <a:pt x="172403" y="65627"/>
                    <a:pt x="172403" y="74771"/>
                  </a:cubicBezTo>
                  <a:cubicBezTo>
                    <a:pt x="172403" y="83915"/>
                    <a:pt x="170879" y="93154"/>
                    <a:pt x="169355" y="100774"/>
                  </a:cubicBezTo>
                  <a:cubicBezTo>
                    <a:pt x="166307" y="108394"/>
                    <a:pt x="163259" y="114490"/>
                    <a:pt x="157163" y="120586"/>
                  </a:cubicBezTo>
                  <a:cubicBezTo>
                    <a:pt x="152591" y="126682"/>
                    <a:pt x="148019" y="131254"/>
                    <a:pt x="140398" y="135826"/>
                  </a:cubicBezTo>
                  <a:cubicBezTo>
                    <a:pt x="134207" y="140398"/>
                    <a:pt x="126588" y="143446"/>
                    <a:pt x="117443" y="146494"/>
                  </a:cubicBezTo>
                  <a:cubicBezTo>
                    <a:pt x="122016" y="148018"/>
                    <a:pt x="126588" y="151066"/>
                    <a:pt x="131159" y="154114"/>
                  </a:cubicBezTo>
                  <a:cubicBezTo>
                    <a:pt x="134207" y="157163"/>
                    <a:pt x="137351" y="161830"/>
                    <a:pt x="141923" y="164878"/>
                  </a:cubicBezTo>
                  <a:cubicBezTo>
                    <a:pt x="144971" y="169450"/>
                    <a:pt x="148019" y="175546"/>
                    <a:pt x="151067" y="180118"/>
                  </a:cubicBezTo>
                  <a:cubicBezTo>
                    <a:pt x="154115" y="186214"/>
                    <a:pt x="155639" y="192310"/>
                    <a:pt x="158686" y="199930"/>
                  </a:cubicBezTo>
                  <a:lnTo>
                    <a:pt x="184595" y="262509"/>
                  </a:lnTo>
                  <a:cubicBezTo>
                    <a:pt x="186119" y="267081"/>
                    <a:pt x="187643" y="271653"/>
                    <a:pt x="189167" y="273177"/>
                  </a:cubicBezTo>
                  <a:cubicBezTo>
                    <a:pt x="189167" y="274701"/>
                    <a:pt x="189167" y="276225"/>
                    <a:pt x="189167" y="277749"/>
                  </a:cubicBezTo>
                  <a:close/>
                  <a:moveTo>
                    <a:pt x="132683" y="79343"/>
                  </a:moveTo>
                  <a:cubicBezTo>
                    <a:pt x="132683" y="68675"/>
                    <a:pt x="129636" y="58007"/>
                    <a:pt x="125064" y="50387"/>
                  </a:cubicBezTo>
                  <a:cubicBezTo>
                    <a:pt x="120492" y="42767"/>
                    <a:pt x="112871" y="38195"/>
                    <a:pt x="100679" y="35147"/>
                  </a:cubicBezTo>
                  <a:cubicBezTo>
                    <a:pt x="96107" y="33623"/>
                    <a:pt x="93059" y="32099"/>
                    <a:pt x="88488" y="32099"/>
                  </a:cubicBezTo>
                  <a:cubicBezTo>
                    <a:pt x="83916" y="32099"/>
                    <a:pt x="77819" y="32099"/>
                    <a:pt x="70200" y="32099"/>
                  </a:cubicBezTo>
                  <a:lnTo>
                    <a:pt x="38100" y="32099"/>
                  </a:lnTo>
                  <a:lnTo>
                    <a:pt x="38100" y="126682"/>
                  </a:lnTo>
                  <a:lnTo>
                    <a:pt x="74771" y="126682"/>
                  </a:lnTo>
                  <a:cubicBezTo>
                    <a:pt x="85440" y="126682"/>
                    <a:pt x="93059" y="126682"/>
                    <a:pt x="100679" y="123635"/>
                  </a:cubicBezTo>
                  <a:cubicBezTo>
                    <a:pt x="108300" y="120586"/>
                    <a:pt x="114395" y="117538"/>
                    <a:pt x="118967" y="112966"/>
                  </a:cubicBezTo>
                  <a:cubicBezTo>
                    <a:pt x="123540" y="109918"/>
                    <a:pt x="126588" y="103822"/>
                    <a:pt x="129636" y="97726"/>
                  </a:cubicBezTo>
                  <a:cubicBezTo>
                    <a:pt x="131159" y="93154"/>
                    <a:pt x="132683" y="85439"/>
                    <a:pt x="132683" y="7934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64" name="Path264"/>
            <p:cNvSpPr/>
            <p:nvPr/>
          </p:nvSpPr>
          <p:spPr>
            <a:xfrm>
              <a:off x="8415528" y="2081594"/>
              <a:ext cx="181642" cy="216693"/>
            </a:xfrm>
            <a:custGeom>
              <a:avLst/>
              <a:gdLst/>
              <a:ahLst/>
              <a:cxnLst/>
              <a:rect l="l" t="t" r="r" b="b"/>
              <a:pathLst>
                <a:path w="181642" h="216693">
                  <a:moveTo>
                    <a:pt x="181642" y="99251"/>
                  </a:moveTo>
                  <a:cubicBezTo>
                    <a:pt x="181642" y="105346"/>
                    <a:pt x="180118" y="109918"/>
                    <a:pt x="176974" y="111443"/>
                  </a:cubicBezTo>
                  <a:cubicBezTo>
                    <a:pt x="173927" y="114490"/>
                    <a:pt x="170879" y="116015"/>
                    <a:pt x="167830" y="116015"/>
                  </a:cubicBezTo>
                  <a:lnTo>
                    <a:pt x="38195" y="116015"/>
                  </a:lnTo>
                  <a:cubicBezTo>
                    <a:pt x="38195" y="126683"/>
                    <a:pt x="39719" y="135827"/>
                    <a:pt x="41243" y="144971"/>
                  </a:cubicBezTo>
                  <a:cubicBezTo>
                    <a:pt x="44291" y="154115"/>
                    <a:pt x="47339" y="161830"/>
                    <a:pt x="51911" y="167926"/>
                  </a:cubicBezTo>
                  <a:cubicBezTo>
                    <a:pt x="58007" y="174022"/>
                    <a:pt x="64103" y="178594"/>
                    <a:pt x="71723" y="181642"/>
                  </a:cubicBezTo>
                  <a:cubicBezTo>
                    <a:pt x="80867" y="184690"/>
                    <a:pt x="90011" y="186214"/>
                    <a:pt x="102298" y="186214"/>
                  </a:cubicBezTo>
                  <a:cubicBezTo>
                    <a:pt x="111442" y="186214"/>
                    <a:pt x="120586" y="186214"/>
                    <a:pt x="126682" y="184690"/>
                  </a:cubicBezTo>
                  <a:cubicBezTo>
                    <a:pt x="134303" y="183166"/>
                    <a:pt x="140398" y="181642"/>
                    <a:pt x="146494" y="180118"/>
                  </a:cubicBezTo>
                  <a:cubicBezTo>
                    <a:pt x="151067" y="177070"/>
                    <a:pt x="155639" y="175546"/>
                    <a:pt x="158686" y="174022"/>
                  </a:cubicBezTo>
                  <a:cubicBezTo>
                    <a:pt x="163258" y="172498"/>
                    <a:pt x="164782" y="172498"/>
                    <a:pt x="166306" y="172498"/>
                  </a:cubicBezTo>
                  <a:cubicBezTo>
                    <a:pt x="167830" y="172498"/>
                    <a:pt x="169354" y="172498"/>
                    <a:pt x="169354" y="172498"/>
                  </a:cubicBezTo>
                  <a:cubicBezTo>
                    <a:pt x="170879" y="174022"/>
                    <a:pt x="170879" y="174022"/>
                    <a:pt x="170879" y="175546"/>
                  </a:cubicBezTo>
                  <a:cubicBezTo>
                    <a:pt x="172403" y="175546"/>
                    <a:pt x="172403" y="177070"/>
                    <a:pt x="172403" y="180118"/>
                  </a:cubicBezTo>
                  <a:cubicBezTo>
                    <a:pt x="172403" y="181642"/>
                    <a:pt x="172403" y="183166"/>
                    <a:pt x="172403" y="186214"/>
                  </a:cubicBezTo>
                  <a:cubicBezTo>
                    <a:pt x="172403" y="187738"/>
                    <a:pt x="172403" y="189262"/>
                    <a:pt x="172403" y="190786"/>
                  </a:cubicBezTo>
                  <a:cubicBezTo>
                    <a:pt x="172403" y="192310"/>
                    <a:pt x="172403" y="193834"/>
                    <a:pt x="172403" y="195358"/>
                  </a:cubicBezTo>
                  <a:cubicBezTo>
                    <a:pt x="172403" y="195358"/>
                    <a:pt x="170879" y="196882"/>
                    <a:pt x="170879" y="198406"/>
                  </a:cubicBezTo>
                  <a:cubicBezTo>
                    <a:pt x="170879" y="198406"/>
                    <a:pt x="169354" y="199930"/>
                    <a:pt x="169354" y="199930"/>
                  </a:cubicBezTo>
                  <a:cubicBezTo>
                    <a:pt x="167830" y="201454"/>
                    <a:pt x="166306" y="202978"/>
                    <a:pt x="161734" y="204502"/>
                  </a:cubicBezTo>
                  <a:cubicBezTo>
                    <a:pt x="158686" y="206026"/>
                    <a:pt x="152591" y="207550"/>
                    <a:pt x="146494" y="209074"/>
                  </a:cubicBezTo>
                  <a:cubicBezTo>
                    <a:pt x="140398" y="210598"/>
                    <a:pt x="132779" y="212122"/>
                    <a:pt x="125158" y="213646"/>
                  </a:cubicBezTo>
                  <a:cubicBezTo>
                    <a:pt x="116015" y="215170"/>
                    <a:pt x="108394" y="216694"/>
                    <a:pt x="99251" y="216694"/>
                  </a:cubicBezTo>
                  <a:cubicBezTo>
                    <a:pt x="82391" y="216694"/>
                    <a:pt x="68675" y="213646"/>
                    <a:pt x="56483" y="209074"/>
                  </a:cubicBezTo>
                  <a:cubicBezTo>
                    <a:pt x="44291" y="204502"/>
                    <a:pt x="33623" y="198406"/>
                    <a:pt x="26003" y="189262"/>
                  </a:cubicBezTo>
                  <a:cubicBezTo>
                    <a:pt x="16859" y="180118"/>
                    <a:pt x="10763" y="169450"/>
                    <a:pt x="6191" y="155639"/>
                  </a:cubicBezTo>
                  <a:cubicBezTo>
                    <a:pt x="1524" y="141923"/>
                    <a:pt x="0" y="126683"/>
                    <a:pt x="0" y="108395"/>
                  </a:cubicBezTo>
                  <a:cubicBezTo>
                    <a:pt x="0" y="91630"/>
                    <a:pt x="1524" y="76295"/>
                    <a:pt x="6191" y="64103"/>
                  </a:cubicBezTo>
                  <a:cubicBezTo>
                    <a:pt x="10763" y="50387"/>
                    <a:pt x="16859" y="38195"/>
                    <a:pt x="26003" y="29051"/>
                  </a:cubicBezTo>
                  <a:cubicBezTo>
                    <a:pt x="33623" y="19907"/>
                    <a:pt x="44291" y="12192"/>
                    <a:pt x="54959" y="7620"/>
                  </a:cubicBezTo>
                  <a:cubicBezTo>
                    <a:pt x="67151" y="3048"/>
                    <a:pt x="80867" y="0"/>
                    <a:pt x="94679" y="0"/>
                  </a:cubicBezTo>
                  <a:cubicBezTo>
                    <a:pt x="109918" y="0"/>
                    <a:pt x="123634" y="1524"/>
                    <a:pt x="134303" y="7620"/>
                  </a:cubicBezTo>
                  <a:cubicBezTo>
                    <a:pt x="144970" y="12192"/>
                    <a:pt x="154115" y="18288"/>
                    <a:pt x="160210" y="27527"/>
                  </a:cubicBezTo>
                  <a:cubicBezTo>
                    <a:pt x="167830" y="35147"/>
                    <a:pt x="172403" y="45815"/>
                    <a:pt x="176974" y="56483"/>
                  </a:cubicBezTo>
                  <a:cubicBezTo>
                    <a:pt x="180118" y="68675"/>
                    <a:pt x="181642" y="80867"/>
                    <a:pt x="181642" y="93155"/>
                  </a:cubicBezTo>
                  <a:lnTo>
                    <a:pt x="181642" y="99251"/>
                  </a:lnTo>
                  <a:close/>
                  <a:moveTo>
                    <a:pt x="144970" y="88583"/>
                  </a:moveTo>
                  <a:cubicBezTo>
                    <a:pt x="144970" y="70199"/>
                    <a:pt x="141922" y="54959"/>
                    <a:pt x="132779" y="44291"/>
                  </a:cubicBezTo>
                  <a:cubicBezTo>
                    <a:pt x="123634" y="33623"/>
                    <a:pt x="109918" y="27527"/>
                    <a:pt x="93154" y="27527"/>
                  </a:cubicBezTo>
                  <a:cubicBezTo>
                    <a:pt x="83915" y="27527"/>
                    <a:pt x="76295" y="29051"/>
                    <a:pt x="70199" y="33623"/>
                  </a:cubicBezTo>
                  <a:cubicBezTo>
                    <a:pt x="62579" y="36671"/>
                    <a:pt x="58007" y="41243"/>
                    <a:pt x="53436" y="45815"/>
                  </a:cubicBezTo>
                  <a:cubicBezTo>
                    <a:pt x="48863" y="51911"/>
                    <a:pt x="44291" y="58007"/>
                    <a:pt x="42767" y="65627"/>
                  </a:cubicBezTo>
                  <a:cubicBezTo>
                    <a:pt x="39719" y="73247"/>
                    <a:pt x="38195" y="80867"/>
                    <a:pt x="38195" y="88583"/>
                  </a:cubicBezTo>
                  <a:lnTo>
                    <a:pt x="144970" y="8858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65" name="Path265"/>
            <p:cNvSpPr/>
            <p:nvPr/>
          </p:nvSpPr>
          <p:spPr>
            <a:xfrm>
              <a:off x="8623078" y="1987011"/>
              <a:ext cx="134208" cy="308228"/>
            </a:xfrm>
            <a:custGeom>
              <a:avLst/>
              <a:gdLst/>
              <a:ahLst/>
              <a:cxnLst/>
              <a:rect l="l" t="t" r="r" b="b"/>
              <a:pathLst>
                <a:path w="134208" h="308228">
                  <a:moveTo>
                    <a:pt x="134207" y="22860"/>
                  </a:moveTo>
                  <a:cubicBezTo>
                    <a:pt x="134207" y="25908"/>
                    <a:pt x="132683" y="27432"/>
                    <a:pt x="132683" y="30480"/>
                  </a:cubicBezTo>
                  <a:cubicBezTo>
                    <a:pt x="132683" y="32004"/>
                    <a:pt x="132683" y="33528"/>
                    <a:pt x="132683" y="33528"/>
                  </a:cubicBezTo>
                  <a:cubicBezTo>
                    <a:pt x="131159" y="35052"/>
                    <a:pt x="131159" y="35052"/>
                    <a:pt x="131159" y="36576"/>
                  </a:cubicBezTo>
                  <a:cubicBezTo>
                    <a:pt x="129636" y="36576"/>
                    <a:pt x="129636" y="36576"/>
                    <a:pt x="128112" y="36576"/>
                  </a:cubicBezTo>
                  <a:cubicBezTo>
                    <a:pt x="128112" y="36576"/>
                    <a:pt x="126588" y="36576"/>
                    <a:pt x="125064" y="35052"/>
                  </a:cubicBezTo>
                  <a:cubicBezTo>
                    <a:pt x="123539" y="35052"/>
                    <a:pt x="122015" y="35052"/>
                    <a:pt x="118967" y="33528"/>
                  </a:cubicBezTo>
                  <a:cubicBezTo>
                    <a:pt x="117443" y="32004"/>
                    <a:pt x="114395" y="32004"/>
                    <a:pt x="111347" y="32004"/>
                  </a:cubicBezTo>
                  <a:cubicBezTo>
                    <a:pt x="108300" y="30480"/>
                    <a:pt x="105251" y="30480"/>
                    <a:pt x="100679" y="30480"/>
                  </a:cubicBezTo>
                  <a:cubicBezTo>
                    <a:pt x="96107" y="30480"/>
                    <a:pt x="91536" y="30480"/>
                    <a:pt x="86964" y="33528"/>
                  </a:cubicBezTo>
                  <a:cubicBezTo>
                    <a:pt x="83915" y="35052"/>
                    <a:pt x="80867" y="38100"/>
                    <a:pt x="77819" y="41148"/>
                  </a:cubicBezTo>
                  <a:cubicBezTo>
                    <a:pt x="76295" y="44196"/>
                    <a:pt x="74771" y="50387"/>
                    <a:pt x="73247" y="54959"/>
                  </a:cubicBezTo>
                  <a:cubicBezTo>
                    <a:pt x="71724" y="61055"/>
                    <a:pt x="71724" y="68675"/>
                    <a:pt x="71724" y="77819"/>
                  </a:cubicBezTo>
                  <a:lnTo>
                    <a:pt x="71724" y="99155"/>
                  </a:lnTo>
                  <a:lnTo>
                    <a:pt x="115919" y="99155"/>
                  </a:lnTo>
                  <a:cubicBezTo>
                    <a:pt x="115919" y="99155"/>
                    <a:pt x="117443" y="99155"/>
                    <a:pt x="118967" y="99155"/>
                  </a:cubicBezTo>
                  <a:cubicBezTo>
                    <a:pt x="118967" y="99155"/>
                    <a:pt x="120491" y="100679"/>
                    <a:pt x="120491" y="102203"/>
                  </a:cubicBezTo>
                  <a:cubicBezTo>
                    <a:pt x="120491" y="103727"/>
                    <a:pt x="122015" y="105251"/>
                    <a:pt x="122015" y="106775"/>
                  </a:cubicBezTo>
                  <a:cubicBezTo>
                    <a:pt x="122015" y="108299"/>
                    <a:pt x="122015" y="111347"/>
                    <a:pt x="122015" y="112871"/>
                  </a:cubicBezTo>
                  <a:cubicBezTo>
                    <a:pt x="122015" y="119062"/>
                    <a:pt x="122015" y="122110"/>
                    <a:pt x="120491" y="125158"/>
                  </a:cubicBezTo>
                  <a:cubicBezTo>
                    <a:pt x="118967" y="126682"/>
                    <a:pt x="117443" y="128206"/>
                    <a:pt x="115919" y="128206"/>
                  </a:cubicBezTo>
                  <a:lnTo>
                    <a:pt x="71724" y="128206"/>
                  </a:lnTo>
                  <a:lnTo>
                    <a:pt x="71724" y="300609"/>
                  </a:lnTo>
                  <a:cubicBezTo>
                    <a:pt x="71724" y="302133"/>
                    <a:pt x="71724" y="303657"/>
                    <a:pt x="70200" y="303657"/>
                  </a:cubicBezTo>
                  <a:cubicBezTo>
                    <a:pt x="70200" y="305181"/>
                    <a:pt x="68676" y="305181"/>
                    <a:pt x="67151" y="306705"/>
                  </a:cubicBezTo>
                  <a:cubicBezTo>
                    <a:pt x="65627" y="306705"/>
                    <a:pt x="64103" y="306705"/>
                    <a:pt x="62579" y="308229"/>
                  </a:cubicBezTo>
                  <a:cubicBezTo>
                    <a:pt x="59531" y="308229"/>
                    <a:pt x="56388" y="308229"/>
                    <a:pt x="53340" y="308229"/>
                  </a:cubicBezTo>
                  <a:cubicBezTo>
                    <a:pt x="50292" y="308229"/>
                    <a:pt x="47244" y="308229"/>
                    <a:pt x="44196" y="308229"/>
                  </a:cubicBezTo>
                  <a:cubicBezTo>
                    <a:pt x="42672" y="306705"/>
                    <a:pt x="39624" y="306705"/>
                    <a:pt x="39624" y="306705"/>
                  </a:cubicBezTo>
                  <a:cubicBezTo>
                    <a:pt x="38100" y="305181"/>
                    <a:pt x="36576" y="305181"/>
                    <a:pt x="36576" y="303657"/>
                  </a:cubicBezTo>
                  <a:cubicBezTo>
                    <a:pt x="35052" y="303657"/>
                    <a:pt x="35052" y="302133"/>
                    <a:pt x="35052" y="300609"/>
                  </a:cubicBezTo>
                  <a:lnTo>
                    <a:pt x="35052" y="128206"/>
                  </a:lnTo>
                  <a:lnTo>
                    <a:pt x="7620" y="128206"/>
                  </a:lnTo>
                  <a:cubicBezTo>
                    <a:pt x="4572" y="128206"/>
                    <a:pt x="3048" y="128206"/>
                    <a:pt x="1524" y="125158"/>
                  </a:cubicBezTo>
                  <a:cubicBezTo>
                    <a:pt x="1524" y="122110"/>
                    <a:pt x="0" y="119062"/>
                    <a:pt x="0" y="112871"/>
                  </a:cubicBezTo>
                  <a:cubicBezTo>
                    <a:pt x="0" y="111347"/>
                    <a:pt x="0" y="108299"/>
                    <a:pt x="0" y="106775"/>
                  </a:cubicBezTo>
                  <a:cubicBezTo>
                    <a:pt x="1524" y="105251"/>
                    <a:pt x="1524" y="103727"/>
                    <a:pt x="1524" y="102203"/>
                  </a:cubicBezTo>
                  <a:cubicBezTo>
                    <a:pt x="3048" y="100679"/>
                    <a:pt x="3048" y="99155"/>
                    <a:pt x="4572" y="99155"/>
                  </a:cubicBezTo>
                  <a:cubicBezTo>
                    <a:pt x="4572" y="99155"/>
                    <a:pt x="6096" y="99155"/>
                    <a:pt x="7620" y="99155"/>
                  </a:cubicBezTo>
                  <a:lnTo>
                    <a:pt x="35052" y="99155"/>
                  </a:lnTo>
                  <a:lnTo>
                    <a:pt x="35052" y="77819"/>
                  </a:lnTo>
                  <a:cubicBezTo>
                    <a:pt x="35052" y="64103"/>
                    <a:pt x="36576" y="53435"/>
                    <a:pt x="39624" y="42672"/>
                  </a:cubicBezTo>
                  <a:cubicBezTo>
                    <a:pt x="41148" y="33528"/>
                    <a:pt x="45720" y="24384"/>
                    <a:pt x="50292" y="18288"/>
                  </a:cubicBezTo>
                  <a:cubicBezTo>
                    <a:pt x="56388" y="12192"/>
                    <a:pt x="62579" y="7620"/>
                    <a:pt x="70200" y="4572"/>
                  </a:cubicBezTo>
                  <a:cubicBezTo>
                    <a:pt x="77819" y="1524"/>
                    <a:pt x="86964" y="0"/>
                    <a:pt x="99155" y="0"/>
                  </a:cubicBezTo>
                  <a:cubicBezTo>
                    <a:pt x="103727" y="0"/>
                    <a:pt x="108300" y="0"/>
                    <a:pt x="112871" y="1524"/>
                  </a:cubicBezTo>
                  <a:cubicBezTo>
                    <a:pt x="117443" y="3048"/>
                    <a:pt x="122015" y="3048"/>
                    <a:pt x="125064" y="4572"/>
                  </a:cubicBezTo>
                  <a:cubicBezTo>
                    <a:pt x="126588" y="6096"/>
                    <a:pt x="129636" y="7620"/>
                    <a:pt x="129636" y="7620"/>
                  </a:cubicBezTo>
                  <a:cubicBezTo>
                    <a:pt x="131159" y="9144"/>
                    <a:pt x="131159" y="9144"/>
                    <a:pt x="132683" y="10668"/>
                  </a:cubicBezTo>
                  <a:cubicBezTo>
                    <a:pt x="132683" y="12192"/>
                    <a:pt x="132683" y="13716"/>
                    <a:pt x="132683" y="16764"/>
                  </a:cubicBezTo>
                  <a:cubicBezTo>
                    <a:pt x="132683" y="18288"/>
                    <a:pt x="134207" y="19812"/>
                    <a:pt x="134207" y="2286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66" name="Path266"/>
            <p:cNvSpPr/>
            <p:nvPr/>
          </p:nvSpPr>
          <p:spPr>
            <a:xfrm>
              <a:off x="8784814" y="1988534"/>
              <a:ext cx="36576" cy="306705"/>
            </a:xfrm>
            <a:custGeom>
              <a:avLst/>
              <a:gdLst/>
              <a:ahLst/>
              <a:cxnLst/>
              <a:rect l="l" t="t" r="r" b="b"/>
              <a:pathLst>
                <a:path w="36576" h="306705">
                  <a:moveTo>
                    <a:pt x="36576" y="299085"/>
                  </a:moveTo>
                  <a:cubicBezTo>
                    <a:pt x="36576" y="300609"/>
                    <a:pt x="36576" y="302133"/>
                    <a:pt x="36576" y="302133"/>
                  </a:cubicBezTo>
                  <a:cubicBezTo>
                    <a:pt x="35052" y="303657"/>
                    <a:pt x="35052" y="303657"/>
                    <a:pt x="33528" y="305181"/>
                  </a:cubicBezTo>
                  <a:cubicBezTo>
                    <a:pt x="32004" y="305181"/>
                    <a:pt x="30480" y="305181"/>
                    <a:pt x="27432" y="306705"/>
                  </a:cubicBezTo>
                  <a:cubicBezTo>
                    <a:pt x="25908" y="306705"/>
                    <a:pt x="22860" y="306705"/>
                    <a:pt x="18288" y="306705"/>
                  </a:cubicBezTo>
                  <a:cubicBezTo>
                    <a:pt x="15240" y="306705"/>
                    <a:pt x="12192" y="306705"/>
                    <a:pt x="9144" y="306705"/>
                  </a:cubicBezTo>
                  <a:cubicBezTo>
                    <a:pt x="7620" y="305181"/>
                    <a:pt x="6096" y="305181"/>
                    <a:pt x="4572" y="305181"/>
                  </a:cubicBezTo>
                  <a:cubicBezTo>
                    <a:pt x="3048" y="303657"/>
                    <a:pt x="1524" y="303657"/>
                    <a:pt x="1524" y="302133"/>
                  </a:cubicBezTo>
                  <a:cubicBezTo>
                    <a:pt x="1524" y="302133"/>
                    <a:pt x="0" y="300609"/>
                    <a:pt x="0" y="299085"/>
                  </a:cubicBezTo>
                  <a:lnTo>
                    <a:pt x="0" y="7620"/>
                  </a:lnTo>
                  <a:cubicBezTo>
                    <a:pt x="0" y="6096"/>
                    <a:pt x="1524" y="4572"/>
                    <a:pt x="1524" y="4572"/>
                  </a:cubicBezTo>
                  <a:cubicBezTo>
                    <a:pt x="1524" y="3048"/>
                    <a:pt x="3048" y="3048"/>
                    <a:pt x="4572" y="1524"/>
                  </a:cubicBezTo>
                  <a:cubicBezTo>
                    <a:pt x="6096" y="1524"/>
                    <a:pt x="7620" y="1524"/>
                    <a:pt x="9144" y="1524"/>
                  </a:cubicBezTo>
                  <a:cubicBezTo>
                    <a:pt x="12192" y="0"/>
                    <a:pt x="15240" y="0"/>
                    <a:pt x="18288" y="0"/>
                  </a:cubicBezTo>
                  <a:cubicBezTo>
                    <a:pt x="22860" y="0"/>
                    <a:pt x="24384" y="0"/>
                    <a:pt x="27432" y="1524"/>
                  </a:cubicBezTo>
                  <a:cubicBezTo>
                    <a:pt x="30480" y="1524"/>
                    <a:pt x="32004" y="1524"/>
                    <a:pt x="33528" y="1524"/>
                  </a:cubicBezTo>
                  <a:cubicBezTo>
                    <a:pt x="35052" y="3048"/>
                    <a:pt x="35052" y="3048"/>
                    <a:pt x="36576" y="4572"/>
                  </a:cubicBezTo>
                  <a:cubicBezTo>
                    <a:pt x="36576" y="4572"/>
                    <a:pt x="36576" y="6096"/>
                    <a:pt x="36576" y="7620"/>
                  </a:cubicBezTo>
                  <a:lnTo>
                    <a:pt x="36576" y="2990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67" name="Path267"/>
            <p:cNvSpPr/>
            <p:nvPr/>
          </p:nvSpPr>
          <p:spPr>
            <a:xfrm>
              <a:off x="8873300" y="2081594"/>
              <a:ext cx="181546" cy="216693"/>
            </a:xfrm>
            <a:custGeom>
              <a:avLst/>
              <a:gdLst/>
              <a:ahLst/>
              <a:cxnLst/>
              <a:rect l="l" t="t" r="r" b="b"/>
              <a:pathLst>
                <a:path w="181546" h="216693">
                  <a:moveTo>
                    <a:pt x="181546" y="99251"/>
                  </a:moveTo>
                  <a:cubicBezTo>
                    <a:pt x="181546" y="105346"/>
                    <a:pt x="180022" y="109918"/>
                    <a:pt x="176974" y="111443"/>
                  </a:cubicBezTo>
                  <a:cubicBezTo>
                    <a:pt x="175451" y="114490"/>
                    <a:pt x="170878" y="116015"/>
                    <a:pt x="167830" y="116015"/>
                  </a:cubicBezTo>
                  <a:lnTo>
                    <a:pt x="38195" y="116015"/>
                  </a:lnTo>
                  <a:cubicBezTo>
                    <a:pt x="38195" y="126683"/>
                    <a:pt x="39719" y="135827"/>
                    <a:pt x="42767" y="144971"/>
                  </a:cubicBezTo>
                  <a:cubicBezTo>
                    <a:pt x="44291" y="154115"/>
                    <a:pt x="47339" y="161830"/>
                    <a:pt x="53435" y="167926"/>
                  </a:cubicBezTo>
                  <a:cubicBezTo>
                    <a:pt x="58007" y="174022"/>
                    <a:pt x="64103" y="178594"/>
                    <a:pt x="73247" y="181642"/>
                  </a:cubicBezTo>
                  <a:cubicBezTo>
                    <a:pt x="80867" y="184690"/>
                    <a:pt x="91535" y="186214"/>
                    <a:pt x="102298" y="186214"/>
                  </a:cubicBezTo>
                  <a:cubicBezTo>
                    <a:pt x="112966" y="186214"/>
                    <a:pt x="120586" y="186214"/>
                    <a:pt x="128206" y="184690"/>
                  </a:cubicBezTo>
                  <a:cubicBezTo>
                    <a:pt x="135827" y="183166"/>
                    <a:pt x="141922" y="181642"/>
                    <a:pt x="146494" y="180118"/>
                  </a:cubicBezTo>
                  <a:cubicBezTo>
                    <a:pt x="152590" y="177070"/>
                    <a:pt x="157163" y="175546"/>
                    <a:pt x="160210" y="174022"/>
                  </a:cubicBezTo>
                  <a:cubicBezTo>
                    <a:pt x="163258" y="172498"/>
                    <a:pt x="166306" y="172498"/>
                    <a:pt x="167830" y="172498"/>
                  </a:cubicBezTo>
                  <a:cubicBezTo>
                    <a:pt x="169354" y="172498"/>
                    <a:pt x="169354" y="172498"/>
                    <a:pt x="170878" y="172498"/>
                  </a:cubicBezTo>
                  <a:cubicBezTo>
                    <a:pt x="170878" y="174022"/>
                    <a:pt x="172403" y="174022"/>
                    <a:pt x="172403" y="175546"/>
                  </a:cubicBezTo>
                  <a:cubicBezTo>
                    <a:pt x="172403" y="175546"/>
                    <a:pt x="172403" y="177070"/>
                    <a:pt x="173927" y="180118"/>
                  </a:cubicBezTo>
                  <a:cubicBezTo>
                    <a:pt x="173927" y="181642"/>
                    <a:pt x="173927" y="183166"/>
                    <a:pt x="173927" y="186214"/>
                  </a:cubicBezTo>
                  <a:cubicBezTo>
                    <a:pt x="173927" y="187738"/>
                    <a:pt x="173927" y="189262"/>
                    <a:pt x="173927" y="190786"/>
                  </a:cubicBezTo>
                  <a:cubicBezTo>
                    <a:pt x="173927" y="192310"/>
                    <a:pt x="172403" y="193834"/>
                    <a:pt x="172403" y="195358"/>
                  </a:cubicBezTo>
                  <a:cubicBezTo>
                    <a:pt x="172403" y="195358"/>
                    <a:pt x="172403" y="196882"/>
                    <a:pt x="172403" y="198406"/>
                  </a:cubicBezTo>
                  <a:cubicBezTo>
                    <a:pt x="170878" y="198406"/>
                    <a:pt x="170878" y="199930"/>
                    <a:pt x="169354" y="199930"/>
                  </a:cubicBezTo>
                  <a:cubicBezTo>
                    <a:pt x="169354" y="201454"/>
                    <a:pt x="166306" y="202978"/>
                    <a:pt x="163258" y="204502"/>
                  </a:cubicBezTo>
                  <a:cubicBezTo>
                    <a:pt x="158686" y="206026"/>
                    <a:pt x="154115" y="207550"/>
                    <a:pt x="148018" y="209074"/>
                  </a:cubicBezTo>
                  <a:cubicBezTo>
                    <a:pt x="140398" y="210598"/>
                    <a:pt x="134303" y="212122"/>
                    <a:pt x="125158" y="213646"/>
                  </a:cubicBezTo>
                  <a:cubicBezTo>
                    <a:pt x="117539" y="215170"/>
                    <a:pt x="108394" y="216694"/>
                    <a:pt x="99251" y="216694"/>
                  </a:cubicBezTo>
                  <a:cubicBezTo>
                    <a:pt x="82391" y="216694"/>
                    <a:pt x="68675" y="213646"/>
                    <a:pt x="56483" y="209074"/>
                  </a:cubicBezTo>
                  <a:cubicBezTo>
                    <a:pt x="44291" y="204502"/>
                    <a:pt x="33623" y="198406"/>
                    <a:pt x="26003" y="189262"/>
                  </a:cubicBezTo>
                  <a:cubicBezTo>
                    <a:pt x="18383" y="180118"/>
                    <a:pt x="10668" y="169450"/>
                    <a:pt x="7620" y="155639"/>
                  </a:cubicBezTo>
                  <a:cubicBezTo>
                    <a:pt x="3048" y="141923"/>
                    <a:pt x="0" y="126683"/>
                    <a:pt x="0" y="108395"/>
                  </a:cubicBezTo>
                  <a:cubicBezTo>
                    <a:pt x="0" y="91630"/>
                    <a:pt x="3048" y="76295"/>
                    <a:pt x="7620" y="64103"/>
                  </a:cubicBezTo>
                  <a:cubicBezTo>
                    <a:pt x="12287" y="50387"/>
                    <a:pt x="18383" y="38195"/>
                    <a:pt x="26003" y="29051"/>
                  </a:cubicBezTo>
                  <a:cubicBezTo>
                    <a:pt x="35147" y="19907"/>
                    <a:pt x="44291" y="12192"/>
                    <a:pt x="56483" y="7620"/>
                  </a:cubicBezTo>
                  <a:cubicBezTo>
                    <a:pt x="67151" y="3048"/>
                    <a:pt x="80867" y="0"/>
                    <a:pt x="94583" y="0"/>
                  </a:cubicBezTo>
                  <a:cubicBezTo>
                    <a:pt x="111442" y="0"/>
                    <a:pt x="123634" y="1524"/>
                    <a:pt x="134303" y="7620"/>
                  </a:cubicBezTo>
                  <a:cubicBezTo>
                    <a:pt x="144970" y="12192"/>
                    <a:pt x="154115" y="18288"/>
                    <a:pt x="161734" y="27527"/>
                  </a:cubicBezTo>
                  <a:cubicBezTo>
                    <a:pt x="167830" y="35147"/>
                    <a:pt x="173927" y="45815"/>
                    <a:pt x="176974" y="56483"/>
                  </a:cubicBezTo>
                  <a:cubicBezTo>
                    <a:pt x="180022" y="68675"/>
                    <a:pt x="181546" y="80867"/>
                    <a:pt x="181546" y="93155"/>
                  </a:cubicBezTo>
                  <a:lnTo>
                    <a:pt x="181546" y="99251"/>
                  </a:lnTo>
                  <a:close/>
                  <a:moveTo>
                    <a:pt x="144970" y="88583"/>
                  </a:moveTo>
                  <a:cubicBezTo>
                    <a:pt x="146494" y="70199"/>
                    <a:pt x="141922" y="54959"/>
                    <a:pt x="132778" y="44291"/>
                  </a:cubicBezTo>
                  <a:cubicBezTo>
                    <a:pt x="123634" y="33623"/>
                    <a:pt x="111442" y="27527"/>
                    <a:pt x="93059" y="27527"/>
                  </a:cubicBezTo>
                  <a:cubicBezTo>
                    <a:pt x="85439" y="27527"/>
                    <a:pt x="77819" y="29051"/>
                    <a:pt x="70199" y="33623"/>
                  </a:cubicBezTo>
                  <a:cubicBezTo>
                    <a:pt x="64103" y="36671"/>
                    <a:pt x="58007" y="41243"/>
                    <a:pt x="53435" y="45815"/>
                  </a:cubicBezTo>
                  <a:cubicBezTo>
                    <a:pt x="48863" y="51911"/>
                    <a:pt x="45815" y="58007"/>
                    <a:pt x="42767" y="65627"/>
                  </a:cubicBezTo>
                  <a:cubicBezTo>
                    <a:pt x="41243" y="73247"/>
                    <a:pt x="39719" y="80867"/>
                    <a:pt x="38195" y="88583"/>
                  </a:cubicBezTo>
                  <a:lnTo>
                    <a:pt x="144970" y="8858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268" name="Path268"/>
            <p:cNvSpPr/>
            <p:nvPr/>
          </p:nvSpPr>
          <p:spPr>
            <a:xfrm>
              <a:off x="9079230" y="2084642"/>
              <a:ext cx="175452" cy="210597"/>
            </a:xfrm>
            <a:custGeom>
              <a:avLst/>
              <a:gdLst/>
              <a:ahLst/>
              <a:cxnLst/>
              <a:rect l="l" t="t" r="r" b="b"/>
              <a:pathLst>
                <a:path w="175452" h="210597">
                  <a:moveTo>
                    <a:pt x="173927" y="199930"/>
                  </a:moveTo>
                  <a:cubicBezTo>
                    <a:pt x="173927" y="201454"/>
                    <a:pt x="175451" y="202978"/>
                    <a:pt x="175451" y="204502"/>
                  </a:cubicBezTo>
                  <a:cubicBezTo>
                    <a:pt x="175451" y="206026"/>
                    <a:pt x="173927" y="207550"/>
                    <a:pt x="173927" y="207550"/>
                  </a:cubicBezTo>
                  <a:cubicBezTo>
                    <a:pt x="172403" y="209074"/>
                    <a:pt x="169355" y="209074"/>
                    <a:pt x="166307" y="209074"/>
                  </a:cubicBezTo>
                  <a:cubicBezTo>
                    <a:pt x="164783" y="210598"/>
                    <a:pt x="160210" y="210598"/>
                    <a:pt x="155639" y="210598"/>
                  </a:cubicBezTo>
                  <a:cubicBezTo>
                    <a:pt x="151067" y="210598"/>
                    <a:pt x="148019" y="210598"/>
                    <a:pt x="144970" y="210598"/>
                  </a:cubicBezTo>
                  <a:cubicBezTo>
                    <a:pt x="143446" y="209074"/>
                    <a:pt x="140398" y="209074"/>
                    <a:pt x="138874" y="209074"/>
                  </a:cubicBezTo>
                  <a:cubicBezTo>
                    <a:pt x="137351" y="209074"/>
                    <a:pt x="137351" y="207550"/>
                    <a:pt x="135827" y="207550"/>
                  </a:cubicBezTo>
                  <a:cubicBezTo>
                    <a:pt x="135827" y="206026"/>
                    <a:pt x="134303" y="206026"/>
                    <a:pt x="134303" y="204502"/>
                  </a:cubicBezTo>
                  <a:lnTo>
                    <a:pt x="86964" y="126682"/>
                  </a:lnTo>
                  <a:lnTo>
                    <a:pt x="39719" y="204502"/>
                  </a:lnTo>
                  <a:cubicBezTo>
                    <a:pt x="38195" y="204502"/>
                    <a:pt x="38195" y="206026"/>
                    <a:pt x="36576" y="207550"/>
                  </a:cubicBezTo>
                  <a:cubicBezTo>
                    <a:pt x="36576" y="207550"/>
                    <a:pt x="35052" y="209074"/>
                    <a:pt x="33528" y="209074"/>
                  </a:cubicBezTo>
                  <a:cubicBezTo>
                    <a:pt x="32004" y="209074"/>
                    <a:pt x="30480" y="209074"/>
                    <a:pt x="27432" y="210598"/>
                  </a:cubicBezTo>
                  <a:cubicBezTo>
                    <a:pt x="25908" y="210598"/>
                    <a:pt x="22860" y="210598"/>
                    <a:pt x="18288" y="210598"/>
                  </a:cubicBezTo>
                  <a:cubicBezTo>
                    <a:pt x="13716" y="210598"/>
                    <a:pt x="10668" y="210598"/>
                    <a:pt x="7620" y="209074"/>
                  </a:cubicBezTo>
                  <a:cubicBezTo>
                    <a:pt x="4572" y="209074"/>
                    <a:pt x="3048" y="209074"/>
                    <a:pt x="1524" y="207550"/>
                  </a:cubicBezTo>
                  <a:cubicBezTo>
                    <a:pt x="0" y="207550"/>
                    <a:pt x="0" y="206026"/>
                    <a:pt x="0" y="204502"/>
                  </a:cubicBezTo>
                  <a:cubicBezTo>
                    <a:pt x="0" y="202978"/>
                    <a:pt x="0" y="201454"/>
                    <a:pt x="1524" y="199930"/>
                  </a:cubicBezTo>
                  <a:lnTo>
                    <a:pt x="62579" y="103822"/>
                  </a:lnTo>
                  <a:lnTo>
                    <a:pt x="4572" y="10668"/>
                  </a:lnTo>
                  <a:cubicBezTo>
                    <a:pt x="4572" y="9144"/>
                    <a:pt x="3048" y="7620"/>
                    <a:pt x="3048" y="6096"/>
                  </a:cubicBezTo>
                  <a:cubicBezTo>
                    <a:pt x="3048" y="4572"/>
                    <a:pt x="4572" y="3048"/>
                    <a:pt x="6096" y="1524"/>
                  </a:cubicBezTo>
                  <a:cubicBezTo>
                    <a:pt x="6096" y="1524"/>
                    <a:pt x="9144" y="0"/>
                    <a:pt x="12192" y="0"/>
                  </a:cubicBezTo>
                  <a:cubicBezTo>
                    <a:pt x="15240" y="0"/>
                    <a:pt x="18288" y="0"/>
                    <a:pt x="22860" y="0"/>
                  </a:cubicBezTo>
                  <a:cubicBezTo>
                    <a:pt x="27432" y="0"/>
                    <a:pt x="30480" y="0"/>
                    <a:pt x="33528" y="0"/>
                  </a:cubicBezTo>
                  <a:cubicBezTo>
                    <a:pt x="35052" y="0"/>
                    <a:pt x="38195" y="0"/>
                    <a:pt x="39719" y="1524"/>
                  </a:cubicBezTo>
                  <a:cubicBezTo>
                    <a:pt x="41243" y="1524"/>
                    <a:pt x="41243" y="1524"/>
                    <a:pt x="42767" y="3048"/>
                  </a:cubicBezTo>
                  <a:cubicBezTo>
                    <a:pt x="42767" y="3048"/>
                    <a:pt x="44291" y="4572"/>
                    <a:pt x="44291" y="6096"/>
                  </a:cubicBezTo>
                  <a:lnTo>
                    <a:pt x="90012" y="79343"/>
                  </a:lnTo>
                  <a:lnTo>
                    <a:pt x="134303" y="6096"/>
                  </a:lnTo>
                  <a:cubicBezTo>
                    <a:pt x="135827" y="4572"/>
                    <a:pt x="135827" y="4572"/>
                    <a:pt x="137351" y="3048"/>
                  </a:cubicBezTo>
                  <a:cubicBezTo>
                    <a:pt x="137351" y="3048"/>
                    <a:pt x="138874" y="1524"/>
                    <a:pt x="140398" y="1524"/>
                  </a:cubicBezTo>
                  <a:cubicBezTo>
                    <a:pt x="140398" y="1524"/>
                    <a:pt x="143446" y="0"/>
                    <a:pt x="144970" y="0"/>
                  </a:cubicBezTo>
                  <a:cubicBezTo>
                    <a:pt x="146495" y="0"/>
                    <a:pt x="151067" y="0"/>
                    <a:pt x="154115" y="0"/>
                  </a:cubicBezTo>
                  <a:cubicBezTo>
                    <a:pt x="158686" y="0"/>
                    <a:pt x="161734" y="0"/>
                    <a:pt x="164783" y="0"/>
                  </a:cubicBezTo>
                  <a:cubicBezTo>
                    <a:pt x="167831" y="0"/>
                    <a:pt x="169355" y="1524"/>
                    <a:pt x="170879" y="1524"/>
                  </a:cubicBezTo>
                  <a:cubicBezTo>
                    <a:pt x="172403" y="3048"/>
                    <a:pt x="172403" y="3048"/>
                    <a:pt x="172403" y="4572"/>
                  </a:cubicBezTo>
                  <a:cubicBezTo>
                    <a:pt x="172403" y="6096"/>
                    <a:pt x="170879" y="9144"/>
                    <a:pt x="170879" y="10668"/>
                  </a:cubicBezTo>
                  <a:lnTo>
                    <a:pt x="112871" y="102298"/>
                  </a:lnTo>
                  <a:lnTo>
                    <a:pt x="173927" y="1999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Image3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0058400" cy="7554468"/>
          </a:xfrm>
          <a:prstGeom prst="rect">
            <a:avLst/>
          </a:prstGeom>
          <a:noFill/>
        </p:spPr>
      </p:pic>
      <p:pic>
        <p:nvPicPr>
          <p:cNvPr id="322" name="Image3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2" y="393192"/>
            <a:ext cx="9160764" cy="1513332"/>
          </a:xfrm>
          <a:prstGeom prst="rect">
            <a:avLst/>
          </a:prstGeom>
          <a:noFill/>
        </p:spPr>
      </p:pic>
      <p:sp>
        <p:nvSpPr>
          <p:cNvPr id="323" name="Path323"/>
          <p:cNvSpPr/>
          <p:nvPr/>
        </p:nvSpPr>
        <p:spPr>
          <a:xfrm>
            <a:off x="628555" y="2135029"/>
            <a:ext cx="109823" cy="111443"/>
          </a:xfrm>
          <a:custGeom>
            <a:avLst/>
            <a:gdLst/>
            <a:ahLst/>
            <a:cxnLst/>
            <a:rect l="l" t="t" r="r" b="b"/>
            <a:pathLst>
              <a:path w="109823" h="111443">
                <a:moveTo>
                  <a:pt x="0" y="54959"/>
                </a:moveTo>
                <a:cubicBezTo>
                  <a:pt x="0" y="39719"/>
                  <a:pt x="4572" y="27432"/>
                  <a:pt x="15240" y="16764"/>
                </a:cubicBezTo>
                <a:cubicBezTo>
                  <a:pt x="26003" y="6096"/>
                  <a:pt x="39719" y="0"/>
                  <a:pt x="54959" y="0"/>
                </a:cubicBezTo>
                <a:cubicBezTo>
                  <a:pt x="70199" y="0"/>
                  <a:pt x="82391" y="4572"/>
                  <a:pt x="94583" y="16764"/>
                </a:cubicBezTo>
                <a:cubicBezTo>
                  <a:pt x="105251" y="27432"/>
                  <a:pt x="109823" y="39719"/>
                  <a:pt x="109823" y="54959"/>
                </a:cubicBezTo>
                <a:cubicBezTo>
                  <a:pt x="109823" y="70199"/>
                  <a:pt x="105251" y="83915"/>
                  <a:pt x="94583" y="94583"/>
                </a:cubicBezTo>
                <a:cubicBezTo>
                  <a:pt x="83915" y="105347"/>
                  <a:pt x="70199" y="111443"/>
                  <a:pt x="54959" y="111443"/>
                </a:cubicBezTo>
                <a:cubicBezTo>
                  <a:pt x="39719" y="111443"/>
                  <a:pt x="26003" y="105347"/>
                  <a:pt x="15240" y="94583"/>
                </a:cubicBezTo>
                <a:cubicBezTo>
                  <a:pt x="4572" y="83915"/>
                  <a:pt x="0" y="70199"/>
                  <a:pt x="0" y="5495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324" name="Group324"/>
          <p:cNvGrpSpPr/>
          <p:nvPr/>
        </p:nvGrpSpPr>
        <p:grpSpPr>
          <a:xfrm>
            <a:off x="1002316" y="2060258"/>
            <a:ext cx="680466" cy="291464"/>
            <a:chOff x="1002316" y="2060258"/>
            <a:chExt cx="680466" cy="291464"/>
          </a:xfrm>
        </p:grpSpPr>
        <p:sp>
          <p:nvSpPr>
            <p:cNvPr id="325" name="Path325"/>
            <p:cNvSpPr/>
            <p:nvPr/>
          </p:nvSpPr>
          <p:spPr>
            <a:xfrm>
              <a:off x="1002316" y="2060258"/>
              <a:ext cx="230410" cy="291464"/>
            </a:xfrm>
            <a:custGeom>
              <a:avLst/>
              <a:gdLst/>
              <a:ahLst/>
              <a:cxnLst/>
              <a:rect l="l" t="t" r="r" b="b"/>
              <a:pathLst>
                <a:path w="230410" h="291464">
                  <a:moveTo>
                    <a:pt x="230410" y="42767"/>
                  </a:moveTo>
                  <a:cubicBezTo>
                    <a:pt x="230410" y="45815"/>
                    <a:pt x="228886" y="47339"/>
                    <a:pt x="228886" y="50387"/>
                  </a:cubicBezTo>
                  <a:cubicBezTo>
                    <a:pt x="228886" y="51911"/>
                    <a:pt x="228886" y="53435"/>
                    <a:pt x="227362" y="54959"/>
                  </a:cubicBezTo>
                  <a:cubicBezTo>
                    <a:pt x="227362" y="56483"/>
                    <a:pt x="227362" y="58007"/>
                    <a:pt x="225838" y="58007"/>
                  </a:cubicBezTo>
                  <a:cubicBezTo>
                    <a:pt x="224314" y="58007"/>
                    <a:pt x="224314" y="59531"/>
                    <a:pt x="222790" y="59531"/>
                  </a:cubicBezTo>
                  <a:cubicBezTo>
                    <a:pt x="221266" y="59531"/>
                    <a:pt x="218218" y="58007"/>
                    <a:pt x="213646" y="54959"/>
                  </a:cubicBezTo>
                  <a:cubicBezTo>
                    <a:pt x="210598" y="51911"/>
                    <a:pt x="204502" y="48863"/>
                    <a:pt x="198406" y="45815"/>
                  </a:cubicBezTo>
                  <a:cubicBezTo>
                    <a:pt x="190786" y="42767"/>
                    <a:pt x="183166" y="39624"/>
                    <a:pt x="172403" y="36576"/>
                  </a:cubicBezTo>
                  <a:cubicBezTo>
                    <a:pt x="163259" y="33528"/>
                    <a:pt x="152591" y="32004"/>
                    <a:pt x="138874" y="32004"/>
                  </a:cubicBezTo>
                  <a:cubicBezTo>
                    <a:pt x="123635" y="32004"/>
                    <a:pt x="109918" y="35052"/>
                    <a:pt x="97727" y="41243"/>
                  </a:cubicBezTo>
                  <a:cubicBezTo>
                    <a:pt x="85439" y="45815"/>
                    <a:pt x="74771" y="54959"/>
                    <a:pt x="65627" y="64103"/>
                  </a:cubicBezTo>
                  <a:cubicBezTo>
                    <a:pt x="56483" y="74771"/>
                    <a:pt x="50387" y="86963"/>
                    <a:pt x="45815" y="100679"/>
                  </a:cubicBezTo>
                  <a:cubicBezTo>
                    <a:pt x="41243" y="114490"/>
                    <a:pt x="39719" y="129730"/>
                    <a:pt x="39719" y="144970"/>
                  </a:cubicBezTo>
                  <a:cubicBezTo>
                    <a:pt x="39719" y="163258"/>
                    <a:pt x="41243" y="180118"/>
                    <a:pt x="45815" y="193834"/>
                  </a:cubicBezTo>
                  <a:cubicBezTo>
                    <a:pt x="51911" y="207550"/>
                    <a:pt x="58007" y="219742"/>
                    <a:pt x="67151" y="228886"/>
                  </a:cubicBezTo>
                  <a:cubicBezTo>
                    <a:pt x="76295" y="238030"/>
                    <a:pt x="86963" y="245650"/>
                    <a:pt x="99251" y="250317"/>
                  </a:cubicBezTo>
                  <a:cubicBezTo>
                    <a:pt x="111443" y="256413"/>
                    <a:pt x="125159" y="257937"/>
                    <a:pt x="140399" y="257937"/>
                  </a:cubicBezTo>
                  <a:cubicBezTo>
                    <a:pt x="148018" y="257937"/>
                    <a:pt x="157163" y="257937"/>
                    <a:pt x="166307" y="254889"/>
                  </a:cubicBezTo>
                  <a:cubicBezTo>
                    <a:pt x="175546" y="253365"/>
                    <a:pt x="183166" y="250317"/>
                    <a:pt x="190786" y="245650"/>
                  </a:cubicBezTo>
                  <a:lnTo>
                    <a:pt x="190786" y="163258"/>
                  </a:lnTo>
                  <a:lnTo>
                    <a:pt x="125159" y="163258"/>
                  </a:lnTo>
                  <a:cubicBezTo>
                    <a:pt x="123635" y="163258"/>
                    <a:pt x="122111" y="161734"/>
                    <a:pt x="120587" y="158686"/>
                  </a:cubicBezTo>
                  <a:cubicBezTo>
                    <a:pt x="119063" y="157163"/>
                    <a:pt x="119063" y="152591"/>
                    <a:pt x="119063" y="148018"/>
                  </a:cubicBezTo>
                  <a:cubicBezTo>
                    <a:pt x="119063" y="144970"/>
                    <a:pt x="119063" y="141922"/>
                    <a:pt x="119063" y="140398"/>
                  </a:cubicBezTo>
                  <a:cubicBezTo>
                    <a:pt x="119063" y="138874"/>
                    <a:pt x="119063" y="137350"/>
                    <a:pt x="120587" y="135826"/>
                  </a:cubicBezTo>
                  <a:cubicBezTo>
                    <a:pt x="120587" y="134302"/>
                    <a:pt x="122111" y="134302"/>
                    <a:pt x="122111" y="132778"/>
                  </a:cubicBezTo>
                  <a:cubicBezTo>
                    <a:pt x="123635" y="132778"/>
                    <a:pt x="125159" y="132778"/>
                    <a:pt x="125159" y="132778"/>
                  </a:cubicBezTo>
                  <a:lnTo>
                    <a:pt x="215170" y="132778"/>
                  </a:lnTo>
                  <a:cubicBezTo>
                    <a:pt x="216694" y="132778"/>
                    <a:pt x="218218" y="132778"/>
                    <a:pt x="221266" y="132778"/>
                  </a:cubicBezTo>
                  <a:cubicBezTo>
                    <a:pt x="222790" y="134302"/>
                    <a:pt x="224314" y="134302"/>
                    <a:pt x="224314" y="135826"/>
                  </a:cubicBezTo>
                  <a:cubicBezTo>
                    <a:pt x="225838" y="137350"/>
                    <a:pt x="227362" y="138874"/>
                    <a:pt x="227362" y="140398"/>
                  </a:cubicBezTo>
                  <a:cubicBezTo>
                    <a:pt x="228886" y="141922"/>
                    <a:pt x="228886" y="144970"/>
                    <a:pt x="228886" y="148018"/>
                  </a:cubicBezTo>
                  <a:lnTo>
                    <a:pt x="228886" y="254889"/>
                  </a:lnTo>
                  <a:cubicBezTo>
                    <a:pt x="228886" y="259461"/>
                    <a:pt x="228886" y="262509"/>
                    <a:pt x="227362" y="265557"/>
                  </a:cubicBezTo>
                  <a:cubicBezTo>
                    <a:pt x="225838" y="268605"/>
                    <a:pt x="222790" y="270129"/>
                    <a:pt x="218218" y="273177"/>
                  </a:cubicBezTo>
                  <a:cubicBezTo>
                    <a:pt x="215170" y="274701"/>
                    <a:pt x="209074" y="277749"/>
                    <a:pt x="202978" y="279273"/>
                  </a:cubicBezTo>
                  <a:cubicBezTo>
                    <a:pt x="195358" y="282321"/>
                    <a:pt x="189262" y="283845"/>
                    <a:pt x="181642" y="285369"/>
                  </a:cubicBezTo>
                  <a:cubicBezTo>
                    <a:pt x="173927" y="286893"/>
                    <a:pt x="167831" y="288417"/>
                    <a:pt x="160211" y="289941"/>
                  </a:cubicBezTo>
                  <a:cubicBezTo>
                    <a:pt x="152591" y="289941"/>
                    <a:pt x="144971" y="291465"/>
                    <a:pt x="138874" y="291465"/>
                  </a:cubicBezTo>
                  <a:cubicBezTo>
                    <a:pt x="116015" y="291465"/>
                    <a:pt x="97727" y="288417"/>
                    <a:pt x="79343" y="280797"/>
                  </a:cubicBezTo>
                  <a:cubicBezTo>
                    <a:pt x="62579" y="274701"/>
                    <a:pt x="47339" y="264033"/>
                    <a:pt x="36671" y="251841"/>
                  </a:cubicBezTo>
                  <a:cubicBezTo>
                    <a:pt x="24479" y="239554"/>
                    <a:pt x="15335" y="224314"/>
                    <a:pt x="9239" y="207550"/>
                  </a:cubicBezTo>
                  <a:cubicBezTo>
                    <a:pt x="3143" y="189262"/>
                    <a:pt x="0" y="169354"/>
                    <a:pt x="0" y="148018"/>
                  </a:cubicBezTo>
                  <a:cubicBezTo>
                    <a:pt x="0" y="125158"/>
                    <a:pt x="3143" y="105251"/>
                    <a:pt x="9239" y="86963"/>
                  </a:cubicBezTo>
                  <a:cubicBezTo>
                    <a:pt x="16859" y="68675"/>
                    <a:pt x="26003" y="53435"/>
                    <a:pt x="38195" y="41243"/>
                  </a:cubicBezTo>
                  <a:cubicBezTo>
                    <a:pt x="50387" y="27432"/>
                    <a:pt x="65627" y="18288"/>
                    <a:pt x="82391" y="10668"/>
                  </a:cubicBezTo>
                  <a:cubicBezTo>
                    <a:pt x="99251" y="3048"/>
                    <a:pt x="119063" y="0"/>
                    <a:pt x="140399" y="0"/>
                  </a:cubicBezTo>
                  <a:cubicBezTo>
                    <a:pt x="151067" y="0"/>
                    <a:pt x="160211" y="1524"/>
                    <a:pt x="170879" y="3048"/>
                  </a:cubicBezTo>
                  <a:cubicBezTo>
                    <a:pt x="180118" y="4572"/>
                    <a:pt x="187738" y="7620"/>
                    <a:pt x="195358" y="9144"/>
                  </a:cubicBezTo>
                  <a:cubicBezTo>
                    <a:pt x="202978" y="12192"/>
                    <a:pt x="209074" y="15240"/>
                    <a:pt x="213646" y="18288"/>
                  </a:cubicBezTo>
                  <a:cubicBezTo>
                    <a:pt x="219742" y="21336"/>
                    <a:pt x="222790" y="22860"/>
                    <a:pt x="224314" y="25908"/>
                  </a:cubicBezTo>
                  <a:cubicBezTo>
                    <a:pt x="225838" y="27432"/>
                    <a:pt x="227362" y="28956"/>
                    <a:pt x="228886" y="32004"/>
                  </a:cubicBezTo>
                  <a:cubicBezTo>
                    <a:pt x="228886" y="33528"/>
                    <a:pt x="230410" y="38100"/>
                    <a:pt x="230410" y="42767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26" name="Path326"/>
            <p:cNvSpPr/>
            <p:nvPr/>
          </p:nvSpPr>
          <p:spPr>
            <a:xfrm>
              <a:off x="1284637" y="2135029"/>
              <a:ext cx="196786" cy="216693"/>
            </a:xfrm>
            <a:custGeom>
              <a:avLst/>
              <a:gdLst/>
              <a:ahLst/>
              <a:cxnLst/>
              <a:rect l="l" t="t" r="r" b="b"/>
              <a:pathLst>
                <a:path w="196786" h="216693">
                  <a:moveTo>
                    <a:pt x="196787" y="106871"/>
                  </a:moveTo>
                  <a:cubicBezTo>
                    <a:pt x="196787" y="122111"/>
                    <a:pt x="193739" y="137351"/>
                    <a:pt x="190691" y="151067"/>
                  </a:cubicBezTo>
                  <a:cubicBezTo>
                    <a:pt x="186119" y="163259"/>
                    <a:pt x="180023" y="175546"/>
                    <a:pt x="170879" y="186214"/>
                  </a:cubicBezTo>
                  <a:cubicBezTo>
                    <a:pt x="163259" y="195358"/>
                    <a:pt x="152495" y="202978"/>
                    <a:pt x="140303" y="209074"/>
                  </a:cubicBezTo>
                  <a:cubicBezTo>
                    <a:pt x="126587" y="213646"/>
                    <a:pt x="112871" y="216694"/>
                    <a:pt x="96107" y="216694"/>
                  </a:cubicBezTo>
                  <a:cubicBezTo>
                    <a:pt x="79343" y="216694"/>
                    <a:pt x="65532" y="213646"/>
                    <a:pt x="53340" y="209074"/>
                  </a:cubicBezTo>
                  <a:cubicBezTo>
                    <a:pt x="41148" y="204502"/>
                    <a:pt x="32004" y="196882"/>
                    <a:pt x="22860" y="187738"/>
                  </a:cubicBezTo>
                  <a:cubicBezTo>
                    <a:pt x="15240" y="178594"/>
                    <a:pt x="9144" y="167831"/>
                    <a:pt x="6096" y="154115"/>
                  </a:cubicBezTo>
                  <a:cubicBezTo>
                    <a:pt x="1524" y="141923"/>
                    <a:pt x="0" y="126683"/>
                    <a:pt x="0" y="109919"/>
                  </a:cubicBezTo>
                  <a:cubicBezTo>
                    <a:pt x="0" y="94583"/>
                    <a:pt x="1524" y="79343"/>
                    <a:pt x="6096" y="65627"/>
                  </a:cubicBezTo>
                  <a:cubicBezTo>
                    <a:pt x="10668" y="51911"/>
                    <a:pt x="16764" y="41243"/>
                    <a:pt x="24384" y="30480"/>
                  </a:cubicBezTo>
                  <a:cubicBezTo>
                    <a:pt x="33528" y="21336"/>
                    <a:pt x="42672" y="13716"/>
                    <a:pt x="56388" y="7620"/>
                  </a:cubicBezTo>
                  <a:cubicBezTo>
                    <a:pt x="68675" y="3048"/>
                    <a:pt x="83915" y="0"/>
                    <a:pt x="100679" y="0"/>
                  </a:cubicBezTo>
                  <a:cubicBezTo>
                    <a:pt x="115919" y="0"/>
                    <a:pt x="129635" y="3048"/>
                    <a:pt x="141827" y="7620"/>
                  </a:cubicBezTo>
                  <a:cubicBezTo>
                    <a:pt x="154019" y="12192"/>
                    <a:pt x="164783" y="19812"/>
                    <a:pt x="172403" y="28956"/>
                  </a:cubicBezTo>
                  <a:cubicBezTo>
                    <a:pt x="180023" y="38195"/>
                    <a:pt x="186119" y="48863"/>
                    <a:pt x="190691" y="62579"/>
                  </a:cubicBezTo>
                  <a:cubicBezTo>
                    <a:pt x="193739" y="74771"/>
                    <a:pt x="196787" y="90011"/>
                    <a:pt x="196787" y="106871"/>
                  </a:cubicBezTo>
                  <a:close/>
                  <a:moveTo>
                    <a:pt x="158687" y="108395"/>
                  </a:moveTo>
                  <a:cubicBezTo>
                    <a:pt x="158687" y="97631"/>
                    <a:pt x="157163" y="88487"/>
                    <a:pt x="155639" y="77819"/>
                  </a:cubicBezTo>
                  <a:cubicBezTo>
                    <a:pt x="154019" y="68675"/>
                    <a:pt x="150971" y="61055"/>
                    <a:pt x="146399" y="53435"/>
                  </a:cubicBezTo>
                  <a:cubicBezTo>
                    <a:pt x="141827" y="45815"/>
                    <a:pt x="135731" y="41243"/>
                    <a:pt x="126587" y="36671"/>
                  </a:cubicBezTo>
                  <a:cubicBezTo>
                    <a:pt x="118967" y="32004"/>
                    <a:pt x="109823" y="30480"/>
                    <a:pt x="99155" y="30480"/>
                  </a:cubicBezTo>
                  <a:cubicBezTo>
                    <a:pt x="88487" y="30480"/>
                    <a:pt x="79343" y="32004"/>
                    <a:pt x="71723" y="36671"/>
                  </a:cubicBezTo>
                  <a:cubicBezTo>
                    <a:pt x="64008" y="39719"/>
                    <a:pt x="56388" y="45815"/>
                    <a:pt x="51816" y="51911"/>
                  </a:cubicBezTo>
                  <a:cubicBezTo>
                    <a:pt x="47244" y="59531"/>
                    <a:pt x="42672" y="67151"/>
                    <a:pt x="41148" y="76295"/>
                  </a:cubicBezTo>
                  <a:cubicBezTo>
                    <a:pt x="38100" y="85439"/>
                    <a:pt x="38100" y="96107"/>
                    <a:pt x="38100" y="108395"/>
                  </a:cubicBezTo>
                  <a:cubicBezTo>
                    <a:pt x="38100" y="119063"/>
                    <a:pt x="38100" y="128207"/>
                    <a:pt x="39624" y="138875"/>
                  </a:cubicBezTo>
                  <a:cubicBezTo>
                    <a:pt x="42672" y="148019"/>
                    <a:pt x="45720" y="155639"/>
                    <a:pt x="50292" y="163259"/>
                  </a:cubicBezTo>
                  <a:cubicBezTo>
                    <a:pt x="54864" y="169355"/>
                    <a:pt x="60960" y="175546"/>
                    <a:pt x="68675" y="180118"/>
                  </a:cubicBezTo>
                  <a:cubicBezTo>
                    <a:pt x="76295" y="184690"/>
                    <a:pt x="85439" y="186214"/>
                    <a:pt x="97631" y="186214"/>
                  </a:cubicBezTo>
                  <a:cubicBezTo>
                    <a:pt x="108299" y="186214"/>
                    <a:pt x="117443" y="184690"/>
                    <a:pt x="125063" y="180118"/>
                  </a:cubicBezTo>
                  <a:cubicBezTo>
                    <a:pt x="132683" y="177070"/>
                    <a:pt x="138779" y="170879"/>
                    <a:pt x="143351" y="164783"/>
                  </a:cubicBezTo>
                  <a:cubicBezTo>
                    <a:pt x="149447" y="157163"/>
                    <a:pt x="152495" y="149543"/>
                    <a:pt x="155639" y="140399"/>
                  </a:cubicBezTo>
                  <a:cubicBezTo>
                    <a:pt x="157163" y="131255"/>
                    <a:pt x="158687" y="120587"/>
                    <a:pt x="158687" y="10839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27" name="Path327"/>
            <p:cNvSpPr/>
            <p:nvPr/>
          </p:nvSpPr>
          <p:spPr>
            <a:xfrm>
              <a:off x="1521047" y="2135029"/>
              <a:ext cx="161735" cy="216693"/>
            </a:xfrm>
            <a:custGeom>
              <a:avLst/>
              <a:gdLst/>
              <a:ahLst/>
              <a:cxnLst/>
              <a:rect l="l" t="t" r="r" b="b"/>
              <a:pathLst>
                <a:path w="161735" h="216693">
                  <a:moveTo>
                    <a:pt x="161735" y="207550"/>
                  </a:moveTo>
                  <a:cubicBezTo>
                    <a:pt x="161735" y="209074"/>
                    <a:pt x="160211" y="210598"/>
                    <a:pt x="160211" y="210598"/>
                  </a:cubicBezTo>
                  <a:cubicBezTo>
                    <a:pt x="158686" y="212122"/>
                    <a:pt x="157163" y="212122"/>
                    <a:pt x="154114" y="213646"/>
                  </a:cubicBezTo>
                  <a:cubicBezTo>
                    <a:pt x="152591" y="213646"/>
                    <a:pt x="149542" y="213646"/>
                    <a:pt x="146495" y="213646"/>
                  </a:cubicBezTo>
                  <a:cubicBezTo>
                    <a:pt x="141923" y="213646"/>
                    <a:pt x="138874" y="213646"/>
                    <a:pt x="137351" y="213646"/>
                  </a:cubicBezTo>
                  <a:cubicBezTo>
                    <a:pt x="134302" y="212122"/>
                    <a:pt x="132779" y="212122"/>
                    <a:pt x="131255" y="210598"/>
                  </a:cubicBezTo>
                  <a:cubicBezTo>
                    <a:pt x="131255" y="210598"/>
                    <a:pt x="129730" y="209074"/>
                    <a:pt x="129730" y="207550"/>
                  </a:cubicBezTo>
                  <a:lnTo>
                    <a:pt x="129730" y="187738"/>
                  </a:lnTo>
                  <a:cubicBezTo>
                    <a:pt x="122111" y="196882"/>
                    <a:pt x="112967" y="204502"/>
                    <a:pt x="102299" y="209074"/>
                  </a:cubicBezTo>
                  <a:cubicBezTo>
                    <a:pt x="91535" y="213646"/>
                    <a:pt x="79343" y="216694"/>
                    <a:pt x="68675" y="216694"/>
                  </a:cubicBezTo>
                  <a:cubicBezTo>
                    <a:pt x="58007" y="216694"/>
                    <a:pt x="48863" y="215170"/>
                    <a:pt x="39719" y="212122"/>
                  </a:cubicBezTo>
                  <a:cubicBezTo>
                    <a:pt x="32099" y="210598"/>
                    <a:pt x="24479" y="206026"/>
                    <a:pt x="18383" y="201454"/>
                  </a:cubicBezTo>
                  <a:cubicBezTo>
                    <a:pt x="12287" y="195358"/>
                    <a:pt x="7715" y="189262"/>
                    <a:pt x="4572" y="181642"/>
                  </a:cubicBezTo>
                  <a:cubicBezTo>
                    <a:pt x="1524" y="174022"/>
                    <a:pt x="0" y="166307"/>
                    <a:pt x="0" y="157163"/>
                  </a:cubicBezTo>
                  <a:cubicBezTo>
                    <a:pt x="0" y="144970"/>
                    <a:pt x="1524" y="135826"/>
                    <a:pt x="6191" y="128207"/>
                  </a:cubicBezTo>
                  <a:cubicBezTo>
                    <a:pt x="10763" y="119063"/>
                    <a:pt x="16859" y="112967"/>
                    <a:pt x="26003" y="106870"/>
                  </a:cubicBezTo>
                  <a:cubicBezTo>
                    <a:pt x="35147" y="102203"/>
                    <a:pt x="44291" y="97631"/>
                    <a:pt x="56483" y="94583"/>
                  </a:cubicBezTo>
                  <a:cubicBezTo>
                    <a:pt x="68675" y="93059"/>
                    <a:pt x="82391" y="91535"/>
                    <a:pt x="97727" y="91535"/>
                  </a:cubicBezTo>
                  <a:lnTo>
                    <a:pt x="125158" y="91535"/>
                  </a:lnTo>
                  <a:lnTo>
                    <a:pt x="125158" y="76295"/>
                  </a:lnTo>
                  <a:cubicBezTo>
                    <a:pt x="125158" y="68675"/>
                    <a:pt x="125158" y="61055"/>
                    <a:pt x="123635" y="56483"/>
                  </a:cubicBezTo>
                  <a:cubicBezTo>
                    <a:pt x="122111" y="50387"/>
                    <a:pt x="119063" y="45815"/>
                    <a:pt x="116014" y="41243"/>
                  </a:cubicBezTo>
                  <a:cubicBezTo>
                    <a:pt x="111442" y="36671"/>
                    <a:pt x="106870" y="35147"/>
                    <a:pt x="100774" y="32004"/>
                  </a:cubicBezTo>
                  <a:cubicBezTo>
                    <a:pt x="96202" y="30480"/>
                    <a:pt x="88487" y="28956"/>
                    <a:pt x="80867" y="28956"/>
                  </a:cubicBezTo>
                  <a:cubicBezTo>
                    <a:pt x="71723" y="28956"/>
                    <a:pt x="64103" y="30480"/>
                    <a:pt x="56483" y="32004"/>
                  </a:cubicBezTo>
                  <a:cubicBezTo>
                    <a:pt x="48863" y="35147"/>
                    <a:pt x="42767" y="36671"/>
                    <a:pt x="38195" y="39719"/>
                  </a:cubicBezTo>
                  <a:cubicBezTo>
                    <a:pt x="32099" y="42767"/>
                    <a:pt x="27527" y="44291"/>
                    <a:pt x="24479" y="47339"/>
                  </a:cubicBezTo>
                  <a:cubicBezTo>
                    <a:pt x="21431" y="48863"/>
                    <a:pt x="18383" y="50387"/>
                    <a:pt x="16859" y="50387"/>
                  </a:cubicBezTo>
                  <a:cubicBezTo>
                    <a:pt x="15335" y="50387"/>
                    <a:pt x="13811" y="48863"/>
                    <a:pt x="13811" y="48863"/>
                  </a:cubicBezTo>
                  <a:cubicBezTo>
                    <a:pt x="12287" y="48863"/>
                    <a:pt x="12287" y="47339"/>
                    <a:pt x="10763" y="45815"/>
                  </a:cubicBezTo>
                  <a:cubicBezTo>
                    <a:pt x="10763" y="45815"/>
                    <a:pt x="10763" y="44291"/>
                    <a:pt x="9239" y="41243"/>
                  </a:cubicBezTo>
                  <a:cubicBezTo>
                    <a:pt x="9239" y="39719"/>
                    <a:pt x="9239" y="38195"/>
                    <a:pt x="9239" y="35147"/>
                  </a:cubicBezTo>
                  <a:cubicBezTo>
                    <a:pt x="9239" y="32004"/>
                    <a:pt x="9239" y="28956"/>
                    <a:pt x="10763" y="27432"/>
                  </a:cubicBezTo>
                  <a:cubicBezTo>
                    <a:pt x="10763" y="24384"/>
                    <a:pt x="12287" y="22860"/>
                    <a:pt x="13811" y="21336"/>
                  </a:cubicBezTo>
                  <a:cubicBezTo>
                    <a:pt x="15335" y="19812"/>
                    <a:pt x="19907" y="16764"/>
                    <a:pt x="24479" y="13716"/>
                  </a:cubicBezTo>
                  <a:cubicBezTo>
                    <a:pt x="29051" y="12192"/>
                    <a:pt x="33623" y="9144"/>
                    <a:pt x="41243" y="7620"/>
                  </a:cubicBezTo>
                  <a:cubicBezTo>
                    <a:pt x="47339" y="6096"/>
                    <a:pt x="53435" y="3048"/>
                    <a:pt x="61055" y="1524"/>
                  </a:cubicBezTo>
                  <a:cubicBezTo>
                    <a:pt x="68675" y="1524"/>
                    <a:pt x="76295" y="0"/>
                    <a:pt x="83915" y="0"/>
                  </a:cubicBezTo>
                  <a:cubicBezTo>
                    <a:pt x="97727" y="0"/>
                    <a:pt x="109918" y="1524"/>
                    <a:pt x="120586" y="4572"/>
                  </a:cubicBezTo>
                  <a:cubicBezTo>
                    <a:pt x="129730" y="7620"/>
                    <a:pt x="137351" y="12192"/>
                    <a:pt x="143446" y="18288"/>
                  </a:cubicBezTo>
                  <a:cubicBezTo>
                    <a:pt x="149542" y="24384"/>
                    <a:pt x="154114" y="33528"/>
                    <a:pt x="157163" y="42767"/>
                  </a:cubicBezTo>
                  <a:cubicBezTo>
                    <a:pt x="160211" y="51911"/>
                    <a:pt x="161735" y="62579"/>
                    <a:pt x="161735" y="74771"/>
                  </a:cubicBezTo>
                  <a:lnTo>
                    <a:pt x="161735" y="207550"/>
                  </a:lnTo>
                  <a:close/>
                  <a:moveTo>
                    <a:pt x="125158" y="117539"/>
                  </a:moveTo>
                  <a:lnTo>
                    <a:pt x="94679" y="117539"/>
                  </a:lnTo>
                  <a:cubicBezTo>
                    <a:pt x="85439" y="117539"/>
                    <a:pt x="76295" y="117539"/>
                    <a:pt x="68675" y="119063"/>
                  </a:cubicBezTo>
                  <a:cubicBezTo>
                    <a:pt x="61055" y="122111"/>
                    <a:pt x="54959" y="123635"/>
                    <a:pt x="50387" y="126683"/>
                  </a:cubicBezTo>
                  <a:cubicBezTo>
                    <a:pt x="45815" y="129730"/>
                    <a:pt x="42767" y="134302"/>
                    <a:pt x="39719" y="138874"/>
                  </a:cubicBezTo>
                  <a:cubicBezTo>
                    <a:pt x="38195" y="143446"/>
                    <a:pt x="36671" y="149542"/>
                    <a:pt x="36671" y="154114"/>
                  </a:cubicBezTo>
                  <a:cubicBezTo>
                    <a:pt x="36671" y="164783"/>
                    <a:pt x="39719" y="172498"/>
                    <a:pt x="45815" y="178594"/>
                  </a:cubicBezTo>
                  <a:cubicBezTo>
                    <a:pt x="53435" y="184690"/>
                    <a:pt x="62579" y="187738"/>
                    <a:pt x="73247" y="187738"/>
                  </a:cubicBezTo>
                  <a:cubicBezTo>
                    <a:pt x="82391" y="187738"/>
                    <a:pt x="91535" y="186214"/>
                    <a:pt x="100774" y="181642"/>
                  </a:cubicBezTo>
                  <a:cubicBezTo>
                    <a:pt x="108395" y="177070"/>
                    <a:pt x="116014" y="169354"/>
                    <a:pt x="125158" y="158686"/>
                  </a:cubicBezTo>
                  <a:lnTo>
                    <a:pt x="125158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328" name="Group328"/>
          <p:cNvGrpSpPr/>
          <p:nvPr/>
        </p:nvGrpSpPr>
        <p:grpSpPr>
          <a:xfrm>
            <a:off x="1748409" y="2041969"/>
            <a:ext cx="227362" cy="309753"/>
            <a:chOff x="1748409" y="2041969"/>
            <a:chExt cx="227362" cy="309753"/>
          </a:xfrm>
        </p:grpSpPr>
        <p:sp>
          <p:nvSpPr>
            <p:cNvPr id="329" name="Path329"/>
            <p:cNvSpPr/>
            <p:nvPr/>
          </p:nvSpPr>
          <p:spPr>
            <a:xfrm>
              <a:off x="1748409" y="2041969"/>
              <a:ext cx="36576" cy="306706"/>
            </a:xfrm>
            <a:custGeom>
              <a:avLst/>
              <a:gdLst/>
              <a:ahLst/>
              <a:cxnLst/>
              <a:rect l="l" t="t" r="r" b="b"/>
              <a:pathLst>
                <a:path w="36576" h="306706">
                  <a:moveTo>
                    <a:pt x="36576" y="300609"/>
                  </a:moveTo>
                  <a:cubicBezTo>
                    <a:pt x="36576" y="300609"/>
                    <a:pt x="36576" y="302133"/>
                    <a:pt x="35052" y="303657"/>
                  </a:cubicBezTo>
                  <a:cubicBezTo>
                    <a:pt x="35052" y="303657"/>
                    <a:pt x="33528" y="303657"/>
                    <a:pt x="32004" y="305181"/>
                  </a:cubicBezTo>
                  <a:cubicBezTo>
                    <a:pt x="32004" y="305181"/>
                    <a:pt x="28956" y="306705"/>
                    <a:pt x="27432" y="306705"/>
                  </a:cubicBezTo>
                  <a:cubicBezTo>
                    <a:pt x="24384" y="306705"/>
                    <a:pt x="21336" y="306705"/>
                    <a:pt x="18288" y="306705"/>
                  </a:cubicBezTo>
                  <a:cubicBezTo>
                    <a:pt x="15240" y="306705"/>
                    <a:pt x="12192" y="306705"/>
                    <a:pt x="9144" y="306705"/>
                  </a:cubicBezTo>
                  <a:cubicBezTo>
                    <a:pt x="7620" y="306705"/>
                    <a:pt x="6096" y="305181"/>
                    <a:pt x="4572" y="305181"/>
                  </a:cubicBezTo>
                  <a:cubicBezTo>
                    <a:pt x="3048" y="305181"/>
                    <a:pt x="1524" y="303657"/>
                    <a:pt x="1524" y="303657"/>
                  </a:cubicBezTo>
                  <a:cubicBezTo>
                    <a:pt x="0" y="302133"/>
                    <a:pt x="0" y="300609"/>
                    <a:pt x="0" y="300609"/>
                  </a:cubicBezTo>
                  <a:lnTo>
                    <a:pt x="0" y="7620"/>
                  </a:lnTo>
                  <a:cubicBezTo>
                    <a:pt x="0" y="6096"/>
                    <a:pt x="0" y="6096"/>
                    <a:pt x="1524" y="4572"/>
                  </a:cubicBezTo>
                  <a:cubicBezTo>
                    <a:pt x="1524" y="3048"/>
                    <a:pt x="3048" y="3048"/>
                    <a:pt x="4572" y="3048"/>
                  </a:cubicBezTo>
                  <a:cubicBezTo>
                    <a:pt x="4572" y="1524"/>
                    <a:pt x="7620" y="1524"/>
                    <a:pt x="9144" y="1524"/>
                  </a:cubicBezTo>
                  <a:cubicBezTo>
                    <a:pt x="12192" y="1524"/>
                    <a:pt x="15240" y="0"/>
                    <a:pt x="18288" y="0"/>
                  </a:cubicBezTo>
                  <a:cubicBezTo>
                    <a:pt x="21336" y="0"/>
                    <a:pt x="24384" y="0"/>
                    <a:pt x="27432" y="1524"/>
                  </a:cubicBezTo>
                  <a:cubicBezTo>
                    <a:pt x="28956" y="1524"/>
                    <a:pt x="32004" y="1524"/>
                    <a:pt x="32004" y="3048"/>
                  </a:cubicBezTo>
                  <a:cubicBezTo>
                    <a:pt x="33528" y="3048"/>
                    <a:pt x="35052" y="3048"/>
                    <a:pt x="35052" y="4572"/>
                  </a:cubicBezTo>
                  <a:cubicBezTo>
                    <a:pt x="36576" y="6096"/>
                    <a:pt x="36576" y="6096"/>
                    <a:pt x="36576" y="7620"/>
                  </a:cubicBezTo>
                  <a:lnTo>
                    <a:pt x="36576" y="3006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30" name="Path330"/>
            <p:cNvSpPr/>
            <p:nvPr/>
          </p:nvSpPr>
          <p:spPr>
            <a:xfrm>
              <a:off x="1835372" y="2135029"/>
              <a:ext cx="140399" cy="216693"/>
            </a:xfrm>
            <a:custGeom>
              <a:avLst/>
              <a:gdLst/>
              <a:ahLst/>
              <a:cxnLst/>
              <a:rect l="l" t="t" r="r" b="b"/>
              <a:pathLst>
                <a:path w="140399" h="216693">
                  <a:moveTo>
                    <a:pt x="140399" y="152591"/>
                  </a:moveTo>
                  <a:cubicBezTo>
                    <a:pt x="140399" y="163259"/>
                    <a:pt x="138875" y="172498"/>
                    <a:pt x="134303" y="180118"/>
                  </a:cubicBezTo>
                  <a:cubicBezTo>
                    <a:pt x="131255" y="187738"/>
                    <a:pt x="125063" y="195358"/>
                    <a:pt x="118967" y="199930"/>
                  </a:cubicBezTo>
                  <a:cubicBezTo>
                    <a:pt x="111347" y="206026"/>
                    <a:pt x="103727" y="209074"/>
                    <a:pt x="94583" y="212122"/>
                  </a:cubicBezTo>
                  <a:cubicBezTo>
                    <a:pt x="85439" y="215170"/>
                    <a:pt x="74771" y="216694"/>
                    <a:pt x="62579" y="216694"/>
                  </a:cubicBezTo>
                  <a:cubicBezTo>
                    <a:pt x="56483" y="216694"/>
                    <a:pt x="48863" y="216694"/>
                    <a:pt x="42767" y="215170"/>
                  </a:cubicBezTo>
                  <a:cubicBezTo>
                    <a:pt x="36576" y="213646"/>
                    <a:pt x="30480" y="212122"/>
                    <a:pt x="25908" y="210598"/>
                  </a:cubicBezTo>
                  <a:cubicBezTo>
                    <a:pt x="21336" y="209074"/>
                    <a:pt x="16764" y="207550"/>
                    <a:pt x="12192" y="206026"/>
                  </a:cubicBezTo>
                  <a:cubicBezTo>
                    <a:pt x="9144" y="204502"/>
                    <a:pt x="7620" y="201454"/>
                    <a:pt x="4572" y="199930"/>
                  </a:cubicBezTo>
                  <a:cubicBezTo>
                    <a:pt x="3048" y="199930"/>
                    <a:pt x="3048" y="196882"/>
                    <a:pt x="1524" y="193834"/>
                  </a:cubicBezTo>
                  <a:cubicBezTo>
                    <a:pt x="1524" y="192310"/>
                    <a:pt x="0" y="187738"/>
                    <a:pt x="0" y="183166"/>
                  </a:cubicBezTo>
                  <a:cubicBezTo>
                    <a:pt x="0" y="181642"/>
                    <a:pt x="1524" y="178594"/>
                    <a:pt x="1524" y="177070"/>
                  </a:cubicBezTo>
                  <a:cubicBezTo>
                    <a:pt x="1524" y="175546"/>
                    <a:pt x="1524" y="174022"/>
                    <a:pt x="1524" y="172498"/>
                  </a:cubicBezTo>
                  <a:cubicBezTo>
                    <a:pt x="3048" y="170879"/>
                    <a:pt x="3048" y="170879"/>
                    <a:pt x="4572" y="169355"/>
                  </a:cubicBezTo>
                  <a:cubicBezTo>
                    <a:pt x="4572" y="169355"/>
                    <a:pt x="6096" y="169355"/>
                    <a:pt x="6096" y="169355"/>
                  </a:cubicBezTo>
                  <a:cubicBezTo>
                    <a:pt x="7620" y="169355"/>
                    <a:pt x="10668" y="169355"/>
                    <a:pt x="13716" y="172498"/>
                  </a:cubicBezTo>
                  <a:cubicBezTo>
                    <a:pt x="16764" y="174022"/>
                    <a:pt x="21336" y="175546"/>
                    <a:pt x="25908" y="178594"/>
                  </a:cubicBezTo>
                  <a:cubicBezTo>
                    <a:pt x="30480" y="180118"/>
                    <a:pt x="35052" y="183166"/>
                    <a:pt x="41243" y="184690"/>
                  </a:cubicBezTo>
                  <a:cubicBezTo>
                    <a:pt x="48863" y="186214"/>
                    <a:pt x="54959" y="187738"/>
                    <a:pt x="64103" y="187738"/>
                  </a:cubicBezTo>
                  <a:cubicBezTo>
                    <a:pt x="70199" y="187738"/>
                    <a:pt x="74771" y="187738"/>
                    <a:pt x="80867" y="186214"/>
                  </a:cubicBezTo>
                  <a:cubicBezTo>
                    <a:pt x="85439" y="184690"/>
                    <a:pt x="90011" y="183166"/>
                    <a:pt x="93059" y="180118"/>
                  </a:cubicBezTo>
                  <a:cubicBezTo>
                    <a:pt x="96107" y="177070"/>
                    <a:pt x="99155" y="174022"/>
                    <a:pt x="100679" y="170879"/>
                  </a:cubicBezTo>
                  <a:cubicBezTo>
                    <a:pt x="103727" y="166307"/>
                    <a:pt x="103727" y="161735"/>
                    <a:pt x="103727" y="155639"/>
                  </a:cubicBezTo>
                  <a:cubicBezTo>
                    <a:pt x="103727" y="151067"/>
                    <a:pt x="102203" y="146495"/>
                    <a:pt x="100679" y="141923"/>
                  </a:cubicBezTo>
                  <a:cubicBezTo>
                    <a:pt x="97631" y="138875"/>
                    <a:pt x="93059" y="134303"/>
                    <a:pt x="88487" y="132779"/>
                  </a:cubicBezTo>
                  <a:cubicBezTo>
                    <a:pt x="83915" y="129731"/>
                    <a:pt x="79343" y="126683"/>
                    <a:pt x="73247" y="123635"/>
                  </a:cubicBezTo>
                  <a:cubicBezTo>
                    <a:pt x="67151" y="122111"/>
                    <a:pt x="61055" y="119063"/>
                    <a:pt x="54959" y="117539"/>
                  </a:cubicBezTo>
                  <a:cubicBezTo>
                    <a:pt x="48863" y="114491"/>
                    <a:pt x="42767" y="111443"/>
                    <a:pt x="36576" y="108395"/>
                  </a:cubicBezTo>
                  <a:cubicBezTo>
                    <a:pt x="30480" y="105347"/>
                    <a:pt x="25908" y="102203"/>
                    <a:pt x="21336" y="97631"/>
                  </a:cubicBezTo>
                  <a:cubicBezTo>
                    <a:pt x="16764" y="93059"/>
                    <a:pt x="12192" y="86963"/>
                    <a:pt x="9144" y="80867"/>
                  </a:cubicBezTo>
                  <a:cubicBezTo>
                    <a:pt x="7620" y="74771"/>
                    <a:pt x="6096" y="67152"/>
                    <a:pt x="6096" y="58008"/>
                  </a:cubicBezTo>
                  <a:cubicBezTo>
                    <a:pt x="6096" y="50387"/>
                    <a:pt x="7620" y="42767"/>
                    <a:pt x="10668" y="36671"/>
                  </a:cubicBezTo>
                  <a:cubicBezTo>
                    <a:pt x="12192" y="28956"/>
                    <a:pt x="16764" y="22860"/>
                    <a:pt x="22860" y="18288"/>
                  </a:cubicBezTo>
                  <a:cubicBezTo>
                    <a:pt x="28956" y="12192"/>
                    <a:pt x="36576" y="7620"/>
                    <a:pt x="45815" y="4572"/>
                  </a:cubicBezTo>
                  <a:cubicBezTo>
                    <a:pt x="54959" y="1524"/>
                    <a:pt x="65627" y="0"/>
                    <a:pt x="77819" y="0"/>
                  </a:cubicBezTo>
                  <a:cubicBezTo>
                    <a:pt x="82391" y="0"/>
                    <a:pt x="88487" y="0"/>
                    <a:pt x="93059" y="1524"/>
                  </a:cubicBezTo>
                  <a:cubicBezTo>
                    <a:pt x="97631" y="3048"/>
                    <a:pt x="102203" y="3048"/>
                    <a:pt x="106775" y="4572"/>
                  </a:cubicBezTo>
                  <a:cubicBezTo>
                    <a:pt x="111347" y="6096"/>
                    <a:pt x="114395" y="7620"/>
                    <a:pt x="117443" y="9144"/>
                  </a:cubicBezTo>
                  <a:cubicBezTo>
                    <a:pt x="120491" y="10668"/>
                    <a:pt x="123539" y="12192"/>
                    <a:pt x="125063" y="13716"/>
                  </a:cubicBezTo>
                  <a:cubicBezTo>
                    <a:pt x="126587" y="13716"/>
                    <a:pt x="126587" y="15240"/>
                    <a:pt x="128207" y="16764"/>
                  </a:cubicBezTo>
                  <a:cubicBezTo>
                    <a:pt x="128207" y="16764"/>
                    <a:pt x="128207" y="18288"/>
                    <a:pt x="129731" y="18288"/>
                  </a:cubicBezTo>
                  <a:cubicBezTo>
                    <a:pt x="129731" y="19812"/>
                    <a:pt x="129731" y="21336"/>
                    <a:pt x="129731" y="22860"/>
                  </a:cubicBezTo>
                  <a:cubicBezTo>
                    <a:pt x="129731" y="24384"/>
                    <a:pt x="129731" y="25908"/>
                    <a:pt x="129731" y="28956"/>
                  </a:cubicBezTo>
                  <a:cubicBezTo>
                    <a:pt x="129731" y="32004"/>
                    <a:pt x="129731" y="33528"/>
                    <a:pt x="129731" y="35147"/>
                  </a:cubicBezTo>
                  <a:cubicBezTo>
                    <a:pt x="129731" y="36671"/>
                    <a:pt x="129731" y="38195"/>
                    <a:pt x="128207" y="39719"/>
                  </a:cubicBezTo>
                  <a:cubicBezTo>
                    <a:pt x="128207" y="41243"/>
                    <a:pt x="128207" y="41243"/>
                    <a:pt x="126587" y="42767"/>
                  </a:cubicBezTo>
                  <a:cubicBezTo>
                    <a:pt x="126587" y="42767"/>
                    <a:pt x="125063" y="42767"/>
                    <a:pt x="123539" y="42767"/>
                  </a:cubicBezTo>
                  <a:cubicBezTo>
                    <a:pt x="123539" y="42767"/>
                    <a:pt x="120491" y="42767"/>
                    <a:pt x="118967" y="41243"/>
                  </a:cubicBezTo>
                  <a:cubicBezTo>
                    <a:pt x="115919" y="39719"/>
                    <a:pt x="112871" y="38195"/>
                    <a:pt x="108299" y="35147"/>
                  </a:cubicBezTo>
                  <a:cubicBezTo>
                    <a:pt x="105251" y="33528"/>
                    <a:pt x="100679" y="32004"/>
                    <a:pt x="94583" y="30480"/>
                  </a:cubicBezTo>
                  <a:cubicBezTo>
                    <a:pt x="90011" y="28956"/>
                    <a:pt x="83915" y="27432"/>
                    <a:pt x="76295" y="27432"/>
                  </a:cubicBezTo>
                  <a:cubicBezTo>
                    <a:pt x="70199" y="27432"/>
                    <a:pt x="65627" y="28956"/>
                    <a:pt x="61055" y="30480"/>
                  </a:cubicBezTo>
                  <a:cubicBezTo>
                    <a:pt x="56483" y="32004"/>
                    <a:pt x="51911" y="33528"/>
                    <a:pt x="48863" y="36671"/>
                  </a:cubicBezTo>
                  <a:cubicBezTo>
                    <a:pt x="45815" y="38195"/>
                    <a:pt x="44291" y="41243"/>
                    <a:pt x="42767" y="45815"/>
                  </a:cubicBezTo>
                  <a:cubicBezTo>
                    <a:pt x="41243" y="48863"/>
                    <a:pt x="39624" y="51911"/>
                    <a:pt x="39624" y="56483"/>
                  </a:cubicBezTo>
                  <a:cubicBezTo>
                    <a:pt x="39624" y="62580"/>
                    <a:pt x="41243" y="67152"/>
                    <a:pt x="44291" y="70199"/>
                  </a:cubicBezTo>
                  <a:cubicBezTo>
                    <a:pt x="47339" y="74771"/>
                    <a:pt x="51911" y="77819"/>
                    <a:pt x="56483" y="80867"/>
                  </a:cubicBezTo>
                  <a:cubicBezTo>
                    <a:pt x="61055" y="83915"/>
                    <a:pt x="65627" y="86963"/>
                    <a:pt x="71723" y="88487"/>
                  </a:cubicBezTo>
                  <a:cubicBezTo>
                    <a:pt x="77819" y="91536"/>
                    <a:pt x="83915" y="93059"/>
                    <a:pt x="90011" y="96108"/>
                  </a:cubicBezTo>
                  <a:cubicBezTo>
                    <a:pt x="96107" y="99155"/>
                    <a:pt x="102203" y="100680"/>
                    <a:pt x="108299" y="103823"/>
                  </a:cubicBezTo>
                  <a:cubicBezTo>
                    <a:pt x="114395" y="106871"/>
                    <a:pt x="120491" y="111443"/>
                    <a:pt x="125063" y="116015"/>
                  </a:cubicBezTo>
                  <a:cubicBezTo>
                    <a:pt x="129731" y="120587"/>
                    <a:pt x="132779" y="125159"/>
                    <a:pt x="135827" y="131255"/>
                  </a:cubicBezTo>
                  <a:cubicBezTo>
                    <a:pt x="138875" y="137351"/>
                    <a:pt x="140399" y="144971"/>
                    <a:pt x="140399" y="15259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331" name="Group331"/>
          <p:cNvGrpSpPr/>
          <p:nvPr/>
        </p:nvGrpSpPr>
        <p:grpSpPr>
          <a:xfrm>
            <a:off x="2129790" y="2041970"/>
            <a:ext cx="1060418" cy="309752"/>
            <a:chOff x="2129790" y="2041970"/>
            <a:chExt cx="1060418" cy="309752"/>
          </a:xfrm>
        </p:grpSpPr>
        <p:sp>
          <p:nvSpPr>
            <p:cNvPr id="332" name="Path332"/>
            <p:cNvSpPr/>
            <p:nvPr/>
          </p:nvSpPr>
          <p:spPr>
            <a:xfrm>
              <a:off x="2129790" y="2041970"/>
              <a:ext cx="180023" cy="309752"/>
            </a:xfrm>
            <a:custGeom>
              <a:avLst/>
              <a:gdLst/>
              <a:ahLst/>
              <a:cxnLst/>
              <a:rect l="l" t="t" r="r" b="b"/>
              <a:pathLst>
                <a:path w="180023" h="309752">
                  <a:moveTo>
                    <a:pt x="180023" y="198406"/>
                  </a:moveTo>
                  <a:cubicBezTo>
                    <a:pt x="180023" y="216694"/>
                    <a:pt x="178499" y="231934"/>
                    <a:pt x="175451" y="245650"/>
                  </a:cubicBezTo>
                  <a:cubicBezTo>
                    <a:pt x="170879" y="257842"/>
                    <a:pt x="166307" y="270129"/>
                    <a:pt x="158687" y="279273"/>
                  </a:cubicBezTo>
                  <a:cubicBezTo>
                    <a:pt x="151067" y="289941"/>
                    <a:pt x="141923" y="297561"/>
                    <a:pt x="131255" y="302133"/>
                  </a:cubicBezTo>
                  <a:cubicBezTo>
                    <a:pt x="122111" y="306705"/>
                    <a:pt x="109918" y="309753"/>
                    <a:pt x="96202" y="309753"/>
                  </a:cubicBezTo>
                  <a:cubicBezTo>
                    <a:pt x="90011" y="309753"/>
                    <a:pt x="83915" y="309753"/>
                    <a:pt x="77819" y="308229"/>
                  </a:cubicBezTo>
                  <a:cubicBezTo>
                    <a:pt x="73247" y="306705"/>
                    <a:pt x="68675" y="305181"/>
                    <a:pt x="62579" y="302133"/>
                  </a:cubicBezTo>
                  <a:cubicBezTo>
                    <a:pt x="58007" y="299085"/>
                    <a:pt x="51911" y="296037"/>
                    <a:pt x="47339" y="291465"/>
                  </a:cubicBezTo>
                  <a:cubicBezTo>
                    <a:pt x="42767" y="286893"/>
                    <a:pt x="36671" y="282321"/>
                    <a:pt x="32099" y="276225"/>
                  </a:cubicBezTo>
                  <a:lnTo>
                    <a:pt x="32099" y="300609"/>
                  </a:lnTo>
                  <a:cubicBezTo>
                    <a:pt x="32099" y="300609"/>
                    <a:pt x="30575" y="302133"/>
                    <a:pt x="30575" y="303657"/>
                  </a:cubicBezTo>
                  <a:cubicBezTo>
                    <a:pt x="30575" y="303657"/>
                    <a:pt x="29051" y="305181"/>
                    <a:pt x="27527" y="305181"/>
                  </a:cubicBezTo>
                  <a:cubicBezTo>
                    <a:pt x="26003" y="305181"/>
                    <a:pt x="24479" y="306705"/>
                    <a:pt x="22955" y="306705"/>
                  </a:cubicBezTo>
                  <a:cubicBezTo>
                    <a:pt x="21431" y="306705"/>
                    <a:pt x="18383" y="306705"/>
                    <a:pt x="15335" y="306705"/>
                  </a:cubicBezTo>
                  <a:cubicBezTo>
                    <a:pt x="12287" y="306705"/>
                    <a:pt x="9239" y="306705"/>
                    <a:pt x="7620" y="306705"/>
                  </a:cubicBezTo>
                  <a:cubicBezTo>
                    <a:pt x="6096" y="306705"/>
                    <a:pt x="4572" y="305181"/>
                    <a:pt x="3048" y="305181"/>
                  </a:cubicBezTo>
                  <a:cubicBezTo>
                    <a:pt x="1524" y="305181"/>
                    <a:pt x="0" y="303657"/>
                    <a:pt x="0" y="303657"/>
                  </a:cubicBezTo>
                  <a:cubicBezTo>
                    <a:pt x="0" y="302133"/>
                    <a:pt x="0" y="300609"/>
                    <a:pt x="0" y="300609"/>
                  </a:cubicBezTo>
                  <a:lnTo>
                    <a:pt x="0" y="7620"/>
                  </a:lnTo>
                  <a:cubicBezTo>
                    <a:pt x="0" y="6096"/>
                    <a:pt x="0" y="6096"/>
                    <a:pt x="0" y="4572"/>
                  </a:cubicBezTo>
                  <a:cubicBezTo>
                    <a:pt x="0" y="3048"/>
                    <a:pt x="1524" y="3048"/>
                    <a:pt x="3048" y="3048"/>
                  </a:cubicBezTo>
                  <a:cubicBezTo>
                    <a:pt x="4572" y="1524"/>
                    <a:pt x="6096" y="1524"/>
                    <a:pt x="9239" y="1524"/>
                  </a:cubicBezTo>
                  <a:cubicBezTo>
                    <a:pt x="10763" y="1524"/>
                    <a:pt x="13811" y="0"/>
                    <a:pt x="16859" y="0"/>
                  </a:cubicBezTo>
                  <a:cubicBezTo>
                    <a:pt x="21431" y="0"/>
                    <a:pt x="24479" y="0"/>
                    <a:pt x="26003" y="1524"/>
                  </a:cubicBezTo>
                  <a:cubicBezTo>
                    <a:pt x="29051" y="1524"/>
                    <a:pt x="30575" y="1524"/>
                    <a:pt x="32099" y="3048"/>
                  </a:cubicBezTo>
                  <a:cubicBezTo>
                    <a:pt x="33623" y="3048"/>
                    <a:pt x="33623" y="3048"/>
                    <a:pt x="35147" y="4572"/>
                  </a:cubicBezTo>
                  <a:cubicBezTo>
                    <a:pt x="35147" y="6096"/>
                    <a:pt x="35147" y="6096"/>
                    <a:pt x="35147" y="7620"/>
                  </a:cubicBezTo>
                  <a:lnTo>
                    <a:pt x="35147" y="125063"/>
                  </a:lnTo>
                  <a:cubicBezTo>
                    <a:pt x="41243" y="118967"/>
                    <a:pt x="47339" y="114395"/>
                    <a:pt x="51911" y="109823"/>
                  </a:cubicBezTo>
                  <a:cubicBezTo>
                    <a:pt x="58007" y="106775"/>
                    <a:pt x="62579" y="103727"/>
                    <a:pt x="68675" y="100679"/>
                  </a:cubicBezTo>
                  <a:cubicBezTo>
                    <a:pt x="73247" y="97631"/>
                    <a:pt x="79343" y="96107"/>
                    <a:pt x="83915" y="94583"/>
                  </a:cubicBezTo>
                  <a:cubicBezTo>
                    <a:pt x="90011" y="94583"/>
                    <a:pt x="94583" y="93059"/>
                    <a:pt x="100774" y="93059"/>
                  </a:cubicBezTo>
                  <a:cubicBezTo>
                    <a:pt x="114490" y="93059"/>
                    <a:pt x="126683" y="96107"/>
                    <a:pt x="137351" y="102203"/>
                  </a:cubicBezTo>
                  <a:cubicBezTo>
                    <a:pt x="148018" y="106775"/>
                    <a:pt x="155639" y="114395"/>
                    <a:pt x="161735" y="125063"/>
                  </a:cubicBezTo>
                  <a:cubicBezTo>
                    <a:pt x="169355" y="134302"/>
                    <a:pt x="173927" y="144970"/>
                    <a:pt x="175451" y="158686"/>
                  </a:cubicBezTo>
                  <a:cubicBezTo>
                    <a:pt x="178499" y="170879"/>
                    <a:pt x="180023" y="184595"/>
                    <a:pt x="180023" y="198406"/>
                  </a:cubicBezTo>
                  <a:close/>
                  <a:moveTo>
                    <a:pt x="141923" y="202978"/>
                  </a:moveTo>
                  <a:cubicBezTo>
                    <a:pt x="141923" y="192214"/>
                    <a:pt x="141923" y="183070"/>
                    <a:pt x="140399" y="173926"/>
                  </a:cubicBezTo>
                  <a:cubicBezTo>
                    <a:pt x="138874" y="164782"/>
                    <a:pt x="135827" y="155639"/>
                    <a:pt x="132779" y="148018"/>
                  </a:cubicBezTo>
                  <a:cubicBezTo>
                    <a:pt x="128207" y="141923"/>
                    <a:pt x="123635" y="135826"/>
                    <a:pt x="117539" y="131254"/>
                  </a:cubicBezTo>
                  <a:cubicBezTo>
                    <a:pt x="111443" y="126587"/>
                    <a:pt x="103823" y="123539"/>
                    <a:pt x="93059" y="123539"/>
                  </a:cubicBezTo>
                  <a:cubicBezTo>
                    <a:pt x="88487" y="123539"/>
                    <a:pt x="83915" y="125063"/>
                    <a:pt x="79343" y="126587"/>
                  </a:cubicBezTo>
                  <a:cubicBezTo>
                    <a:pt x="74771" y="128207"/>
                    <a:pt x="70199" y="129730"/>
                    <a:pt x="65627" y="132779"/>
                  </a:cubicBezTo>
                  <a:cubicBezTo>
                    <a:pt x="61055" y="135826"/>
                    <a:pt x="56483" y="140398"/>
                    <a:pt x="51911" y="144970"/>
                  </a:cubicBezTo>
                  <a:cubicBezTo>
                    <a:pt x="45815" y="149542"/>
                    <a:pt x="41243" y="155639"/>
                    <a:pt x="35147" y="163258"/>
                  </a:cubicBezTo>
                  <a:lnTo>
                    <a:pt x="35147" y="241078"/>
                  </a:lnTo>
                  <a:cubicBezTo>
                    <a:pt x="45815" y="253270"/>
                    <a:pt x="54959" y="262414"/>
                    <a:pt x="64103" y="268605"/>
                  </a:cubicBezTo>
                  <a:cubicBezTo>
                    <a:pt x="73247" y="274701"/>
                    <a:pt x="82391" y="279273"/>
                    <a:pt x="91535" y="279273"/>
                  </a:cubicBezTo>
                  <a:cubicBezTo>
                    <a:pt x="100774" y="279273"/>
                    <a:pt x="108395" y="276225"/>
                    <a:pt x="116015" y="271653"/>
                  </a:cubicBezTo>
                  <a:cubicBezTo>
                    <a:pt x="122111" y="267081"/>
                    <a:pt x="126683" y="262414"/>
                    <a:pt x="131255" y="254794"/>
                  </a:cubicBezTo>
                  <a:cubicBezTo>
                    <a:pt x="134302" y="247174"/>
                    <a:pt x="137351" y="239554"/>
                    <a:pt x="140399" y="230410"/>
                  </a:cubicBezTo>
                  <a:cubicBezTo>
                    <a:pt x="141923" y="221266"/>
                    <a:pt x="141923" y="212122"/>
                    <a:pt x="141923" y="202978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33" name="Path333"/>
            <p:cNvSpPr/>
            <p:nvPr/>
          </p:nvSpPr>
          <p:spPr>
            <a:xfrm>
              <a:off x="2351056" y="2135029"/>
              <a:ext cx="161734" cy="216693"/>
            </a:xfrm>
            <a:custGeom>
              <a:avLst/>
              <a:gdLst/>
              <a:ahLst/>
              <a:cxnLst/>
              <a:rect l="l" t="t" r="r" b="b"/>
              <a:pathLst>
                <a:path w="161734" h="216693">
                  <a:moveTo>
                    <a:pt x="161735" y="207550"/>
                  </a:moveTo>
                  <a:cubicBezTo>
                    <a:pt x="161735" y="209074"/>
                    <a:pt x="161735" y="210598"/>
                    <a:pt x="160211" y="210598"/>
                  </a:cubicBezTo>
                  <a:cubicBezTo>
                    <a:pt x="158686" y="212122"/>
                    <a:pt x="157163" y="212122"/>
                    <a:pt x="155639" y="213646"/>
                  </a:cubicBezTo>
                  <a:cubicBezTo>
                    <a:pt x="152591" y="213646"/>
                    <a:pt x="149542" y="213646"/>
                    <a:pt x="146495" y="213646"/>
                  </a:cubicBezTo>
                  <a:cubicBezTo>
                    <a:pt x="141923" y="213646"/>
                    <a:pt x="138874" y="213646"/>
                    <a:pt x="137351" y="213646"/>
                  </a:cubicBezTo>
                  <a:cubicBezTo>
                    <a:pt x="134302" y="212122"/>
                    <a:pt x="132779" y="212122"/>
                    <a:pt x="132779" y="210598"/>
                  </a:cubicBezTo>
                  <a:cubicBezTo>
                    <a:pt x="131255" y="210598"/>
                    <a:pt x="131255" y="209074"/>
                    <a:pt x="131255" y="207550"/>
                  </a:cubicBezTo>
                  <a:lnTo>
                    <a:pt x="131255" y="187738"/>
                  </a:lnTo>
                  <a:cubicBezTo>
                    <a:pt x="122111" y="196882"/>
                    <a:pt x="112967" y="204502"/>
                    <a:pt x="102299" y="209074"/>
                  </a:cubicBezTo>
                  <a:cubicBezTo>
                    <a:pt x="91630" y="213646"/>
                    <a:pt x="80867" y="216694"/>
                    <a:pt x="68675" y="216694"/>
                  </a:cubicBezTo>
                  <a:cubicBezTo>
                    <a:pt x="58007" y="216694"/>
                    <a:pt x="48863" y="215170"/>
                    <a:pt x="39719" y="212122"/>
                  </a:cubicBezTo>
                  <a:cubicBezTo>
                    <a:pt x="32099" y="210598"/>
                    <a:pt x="24479" y="206026"/>
                    <a:pt x="18383" y="201454"/>
                  </a:cubicBezTo>
                  <a:cubicBezTo>
                    <a:pt x="12287" y="195358"/>
                    <a:pt x="7715" y="189262"/>
                    <a:pt x="4667" y="181642"/>
                  </a:cubicBezTo>
                  <a:cubicBezTo>
                    <a:pt x="1524" y="174022"/>
                    <a:pt x="0" y="166307"/>
                    <a:pt x="0" y="157163"/>
                  </a:cubicBezTo>
                  <a:cubicBezTo>
                    <a:pt x="0" y="144970"/>
                    <a:pt x="1524" y="135826"/>
                    <a:pt x="6191" y="128207"/>
                  </a:cubicBezTo>
                  <a:cubicBezTo>
                    <a:pt x="10763" y="119063"/>
                    <a:pt x="18383" y="112967"/>
                    <a:pt x="26003" y="106870"/>
                  </a:cubicBezTo>
                  <a:cubicBezTo>
                    <a:pt x="35147" y="102203"/>
                    <a:pt x="45815" y="97631"/>
                    <a:pt x="58007" y="94583"/>
                  </a:cubicBezTo>
                  <a:cubicBezTo>
                    <a:pt x="70199" y="93059"/>
                    <a:pt x="83915" y="91535"/>
                    <a:pt x="99251" y="91535"/>
                  </a:cubicBezTo>
                  <a:lnTo>
                    <a:pt x="125158" y="91535"/>
                  </a:lnTo>
                  <a:lnTo>
                    <a:pt x="125158" y="76295"/>
                  </a:lnTo>
                  <a:cubicBezTo>
                    <a:pt x="125158" y="68675"/>
                    <a:pt x="125158" y="61055"/>
                    <a:pt x="123635" y="56483"/>
                  </a:cubicBezTo>
                  <a:cubicBezTo>
                    <a:pt x="122111" y="50387"/>
                    <a:pt x="119063" y="45815"/>
                    <a:pt x="116014" y="41243"/>
                  </a:cubicBezTo>
                  <a:cubicBezTo>
                    <a:pt x="112967" y="36671"/>
                    <a:pt x="106870" y="35147"/>
                    <a:pt x="102299" y="32004"/>
                  </a:cubicBezTo>
                  <a:cubicBezTo>
                    <a:pt x="96202" y="30480"/>
                    <a:pt x="88487" y="28956"/>
                    <a:pt x="80867" y="28956"/>
                  </a:cubicBezTo>
                  <a:cubicBezTo>
                    <a:pt x="71723" y="28956"/>
                    <a:pt x="64103" y="30480"/>
                    <a:pt x="56483" y="32004"/>
                  </a:cubicBezTo>
                  <a:cubicBezTo>
                    <a:pt x="50387" y="35147"/>
                    <a:pt x="44291" y="36671"/>
                    <a:pt x="38195" y="39719"/>
                  </a:cubicBezTo>
                  <a:cubicBezTo>
                    <a:pt x="33623" y="42767"/>
                    <a:pt x="29051" y="44291"/>
                    <a:pt x="24479" y="47339"/>
                  </a:cubicBezTo>
                  <a:cubicBezTo>
                    <a:pt x="21431" y="48863"/>
                    <a:pt x="18383" y="50387"/>
                    <a:pt x="16859" y="50387"/>
                  </a:cubicBezTo>
                  <a:cubicBezTo>
                    <a:pt x="15335" y="50387"/>
                    <a:pt x="15335" y="48863"/>
                    <a:pt x="13811" y="48863"/>
                  </a:cubicBezTo>
                  <a:cubicBezTo>
                    <a:pt x="12287" y="48863"/>
                    <a:pt x="12287" y="47339"/>
                    <a:pt x="12287" y="45815"/>
                  </a:cubicBezTo>
                  <a:cubicBezTo>
                    <a:pt x="10763" y="45815"/>
                    <a:pt x="10763" y="44291"/>
                    <a:pt x="10763" y="41243"/>
                  </a:cubicBezTo>
                  <a:cubicBezTo>
                    <a:pt x="9239" y="39719"/>
                    <a:pt x="9239" y="38195"/>
                    <a:pt x="9239" y="35147"/>
                  </a:cubicBezTo>
                  <a:cubicBezTo>
                    <a:pt x="9239" y="32004"/>
                    <a:pt x="9239" y="28956"/>
                    <a:pt x="10763" y="27432"/>
                  </a:cubicBezTo>
                  <a:cubicBezTo>
                    <a:pt x="10763" y="24384"/>
                    <a:pt x="12287" y="22860"/>
                    <a:pt x="13811" y="21336"/>
                  </a:cubicBezTo>
                  <a:cubicBezTo>
                    <a:pt x="16859" y="19812"/>
                    <a:pt x="19907" y="16764"/>
                    <a:pt x="24479" y="13716"/>
                  </a:cubicBezTo>
                  <a:cubicBezTo>
                    <a:pt x="29051" y="12192"/>
                    <a:pt x="35147" y="9144"/>
                    <a:pt x="41243" y="7620"/>
                  </a:cubicBezTo>
                  <a:cubicBezTo>
                    <a:pt x="47339" y="6096"/>
                    <a:pt x="53435" y="3048"/>
                    <a:pt x="61055" y="1524"/>
                  </a:cubicBezTo>
                  <a:cubicBezTo>
                    <a:pt x="68675" y="1524"/>
                    <a:pt x="76295" y="0"/>
                    <a:pt x="83915" y="0"/>
                  </a:cubicBezTo>
                  <a:cubicBezTo>
                    <a:pt x="97727" y="0"/>
                    <a:pt x="109918" y="1524"/>
                    <a:pt x="120586" y="4572"/>
                  </a:cubicBezTo>
                  <a:cubicBezTo>
                    <a:pt x="129730" y="7620"/>
                    <a:pt x="138874" y="12192"/>
                    <a:pt x="144970" y="18288"/>
                  </a:cubicBezTo>
                  <a:cubicBezTo>
                    <a:pt x="151067" y="24384"/>
                    <a:pt x="154114" y="33528"/>
                    <a:pt x="157163" y="42767"/>
                  </a:cubicBezTo>
                  <a:cubicBezTo>
                    <a:pt x="160211" y="51911"/>
                    <a:pt x="161735" y="62579"/>
                    <a:pt x="161735" y="74771"/>
                  </a:cubicBezTo>
                  <a:lnTo>
                    <a:pt x="161735" y="207550"/>
                  </a:lnTo>
                  <a:close/>
                  <a:moveTo>
                    <a:pt x="125158" y="117539"/>
                  </a:moveTo>
                  <a:lnTo>
                    <a:pt x="94679" y="117539"/>
                  </a:lnTo>
                  <a:cubicBezTo>
                    <a:pt x="85439" y="117539"/>
                    <a:pt x="76295" y="117539"/>
                    <a:pt x="68675" y="119063"/>
                  </a:cubicBezTo>
                  <a:cubicBezTo>
                    <a:pt x="62579" y="122111"/>
                    <a:pt x="56483" y="123635"/>
                    <a:pt x="50387" y="126683"/>
                  </a:cubicBezTo>
                  <a:cubicBezTo>
                    <a:pt x="45815" y="129730"/>
                    <a:pt x="42767" y="134302"/>
                    <a:pt x="39719" y="138874"/>
                  </a:cubicBezTo>
                  <a:cubicBezTo>
                    <a:pt x="38195" y="143446"/>
                    <a:pt x="36671" y="149542"/>
                    <a:pt x="36671" y="154114"/>
                  </a:cubicBezTo>
                  <a:cubicBezTo>
                    <a:pt x="36671" y="164783"/>
                    <a:pt x="39719" y="172498"/>
                    <a:pt x="47339" y="178594"/>
                  </a:cubicBezTo>
                  <a:cubicBezTo>
                    <a:pt x="53435" y="184690"/>
                    <a:pt x="62579" y="187738"/>
                    <a:pt x="73247" y="187738"/>
                  </a:cubicBezTo>
                  <a:cubicBezTo>
                    <a:pt x="83915" y="187738"/>
                    <a:pt x="91630" y="186214"/>
                    <a:pt x="100774" y="181642"/>
                  </a:cubicBezTo>
                  <a:cubicBezTo>
                    <a:pt x="108395" y="177070"/>
                    <a:pt x="117539" y="169354"/>
                    <a:pt x="125158" y="158686"/>
                  </a:cubicBezTo>
                  <a:lnTo>
                    <a:pt x="125158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34" name="Path334"/>
            <p:cNvSpPr/>
            <p:nvPr/>
          </p:nvSpPr>
          <p:spPr>
            <a:xfrm>
              <a:off x="2563082" y="2135029"/>
              <a:ext cx="138875" cy="216693"/>
            </a:xfrm>
            <a:custGeom>
              <a:avLst/>
              <a:gdLst/>
              <a:ahLst/>
              <a:cxnLst/>
              <a:rect l="l" t="t" r="r" b="b"/>
              <a:pathLst>
                <a:path w="138875" h="216693">
                  <a:moveTo>
                    <a:pt x="138874" y="152591"/>
                  </a:moveTo>
                  <a:cubicBezTo>
                    <a:pt x="138874" y="163259"/>
                    <a:pt x="137351" y="172498"/>
                    <a:pt x="134302" y="180118"/>
                  </a:cubicBezTo>
                  <a:cubicBezTo>
                    <a:pt x="129730" y="187738"/>
                    <a:pt x="125158" y="195358"/>
                    <a:pt x="117539" y="199930"/>
                  </a:cubicBezTo>
                  <a:cubicBezTo>
                    <a:pt x="111442" y="206026"/>
                    <a:pt x="103823" y="209074"/>
                    <a:pt x="93059" y="212122"/>
                  </a:cubicBezTo>
                  <a:cubicBezTo>
                    <a:pt x="83915" y="215170"/>
                    <a:pt x="73247" y="216694"/>
                    <a:pt x="62579" y="216694"/>
                  </a:cubicBezTo>
                  <a:cubicBezTo>
                    <a:pt x="54959" y="216694"/>
                    <a:pt x="48863" y="216694"/>
                    <a:pt x="42767" y="215170"/>
                  </a:cubicBezTo>
                  <a:cubicBezTo>
                    <a:pt x="36671" y="213646"/>
                    <a:pt x="30575" y="212122"/>
                    <a:pt x="26003" y="210598"/>
                  </a:cubicBezTo>
                  <a:cubicBezTo>
                    <a:pt x="19907" y="209074"/>
                    <a:pt x="15335" y="207550"/>
                    <a:pt x="12287" y="206026"/>
                  </a:cubicBezTo>
                  <a:cubicBezTo>
                    <a:pt x="9144" y="204502"/>
                    <a:pt x="6096" y="201454"/>
                    <a:pt x="4572" y="199930"/>
                  </a:cubicBezTo>
                  <a:cubicBezTo>
                    <a:pt x="3048" y="199930"/>
                    <a:pt x="1524" y="196882"/>
                    <a:pt x="1524" y="193834"/>
                  </a:cubicBezTo>
                  <a:cubicBezTo>
                    <a:pt x="0" y="192310"/>
                    <a:pt x="0" y="187738"/>
                    <a:pt x="0" y="183166"/>
                  </a:cubicBezTo>
                  <a:cubicBezTo>
                    <a:pt x="0" y="181642"/>
                    <a:pt x="0" y="178594"/>
                    <a:pt x="0" y="177070"/>
                  </a:cubicBezTo>
                  <a:cubicBezTo>
                    <a:pt x="1524" y="175546"/>
                    <a:pt x="1524" y="174022"/>
                    <a:pt x="1524" y="172498"/>
                  </a:cubicBezTo>
                  <a:cubicBezTo>
                    <a:pt x="1524" y="170879"/>
                    <a:pt x="3048" y="170879"/>
                    <a:pt x="3048" y="169355"/>
                  </a:cubicBezTo>
                  <a:cubicBezTo>
                    <a:pt x="4572" y="169355"/>
                    <a:pt x="4572" y="169355"/>
                    <a:pt x="6096" y="169355"/>
                  </a:cubicBezTo>
                  <a:cubicBezTo>
                    <a:pt x="7620" y="169355"/>
                    <a:pt x="10763" y="169355"/>
                    <a:pt x="13811" y="172498"/>
                  </a:cubicBezTo>
                  <a:cubicBezTo>
                    <a:pt x="16859" y="174022"/>
                    <a:pt x="19907" y="175546"/>
                    <a:pt x="24479" y="178594"/>
                  </a:cubicBezTo>
                  <a:cubicBezTo>
                    <a:pt x="29051" y="180118"/>
                    <a:pt x="35147" y="183166"/>
                    <a:pt x="41243" y="184690"/>
                  </a:cubicBezTo>
                  <a:cubicBezTo>
                    <a:pt x="47339" y="186214"/>
                    <a:pt x="54959" y="187738"/>
                    <a:pt x="62579" y="187738"/>
                  </a:cubicBezTo>
                  <a:cubicBezTo>
                    <a:pt x="68675" y="187738"/>
                    <a:pt x="74771" y="187738"/>
                    <a:pt x="79343" y="186214"/>
                  </a:cubicBezTo>
                  <a:cubicBezTo>
                    <a:pt x="83915" y="184690"/>
                    <a:pt x="88487" y="183166"/>
                    <a:pt x="93059" y="180118"/>
                  </a:cubicBezTo>
                  <a:cubicBezTo>
                    <a:pt x="96107" y="177070"/>
                    <a:pt x="99251" y="174022"/>
                    <a:pt x="100774" y="170879"/>
                  </a:cubicBezTo>
                  <a:cubicBezTo>
                    <a:pt x="102298" y="166307"/>
                    <a:pt x="103823" y="161735"/>
                    <a:pt x="103823" y="155639"/>
                  </a:cubicBezTo>
                  <a:cubicBezTo>
                    <a:pt x="103823" y="151067"/>
                    <a:pt x="102298" y="146495"/>
                    <a:pt x="99251" y="141923"/>
                  </a:cubicBezTo>
                  <a:cubicBezTo>
                    <a:pt x="96107" y="138875"/>
                    <a:pt x="93059" y="134303"/>
                    <a:pt x="88487" y="132779"/>
                  </a:cubicBezTo>
                  <a:cubicBezTo>
                    <a:pt x="83915" y="129731"/>
                    <a:pt x="77819" y="126683"/>
                    <a:pt x="73247" y="123635"/>
                  </a:cubicBezTo>
                  <a:cubicBezTo>
                    <a:pt x="67151" y="122111"/>
                    <a:pt x="61055" y="119063"/>
                    <a:pt x="54959" y="117539"/>
                  </a:cubicBezTo>
                  <a:cubicBezTo>
                    <a:pt x="48863" y="114491"/>
                    <a:pt x="42767" y="111443"/>
                    <a:pt x="36671" y="108395"/>
                  </a:cubicBezTo>
                  <a:cubicBezTo>
                    <a:pt x="30575" y="105347"/>
                    <a:pt x="26003" y="102203"/>
                    <a:pt x="19907" y="97631"/>
                  </a:cubicBezTo>
                  <a:cubicBezTo>
                    <a:pt x="15335" y="93059"/>
                    <a:pt x="12287" y="86963"/>
                    <a:pt x="9144" y="80867"/>
                  </a:cubicBezTo>
                  <a:cubicBezTo>
                    <a:pt x="6096" y="74771"/>
                    <a:pt x="4572" y="67152"/>
                    <a:pt x="4572" y="58008"/>
                  </a:cubicBezTo>
                  <a:cubicBezTo>
                    <a:pt x="4572" y="50387"/>
                    <a:pt x="6096" y="42767"/>
                    <a:pt x="9144" y="36671"/>
                  </a:cubicBezTo>
                  <a:cubicBezTo>
                    <a:pt x="12287" y="28956"/>
                    <a:pt x="16859" y="22860"/>
                    <a:pt x="22955" y="18288"/>
                  </a:cubicBezTo>
                  <a:cubicBezTo>
                    <a:pt x="29051" y="12192"/>
                    <a:pt x="36671" y="7620"/>
                    <a:pt x="45815" y="4572"/>
                  </a:cubicBezTo>
                  <a:cubicBezTo>
                    <a:pt x="54959" y="1524"/>
                    <a:pt x="64103" y="0"/>
                    <a:pt x="76295" y="0"/>
                  </a:cubicBezTo>
                  <a:cubicBezTo>
                    <a:pt x="82391" y="0"/>
                    <a:pt x="86963" y="0"/>
                    <a:pt x="93059" y="1524"/>
                  </a:cubicBezTo>
                  <a:cubicBezTo>
                    <a:pt x="97631" y="3048"/>
                    <a:pt x="102298" y="3048"/>
                    <a:pt x="106870" y="4572"/>
                  </a:cubicBezTo>
                  <a:cubicBezTo>
                    <a:pt x="111442" y="6096"/>
                    <a:pt x="114490" y="7620"/>
                    <a:pt x="117539" y="9144"/>
                  </a:cubicBezTo>
                  <a:cubicBezTo>
                    <a:pt x="120586" y="10668"/>
                    <a:pt x="123635" y="12192"/>
                    <a:pt x="125158" y="13716"/>
                  </a:cubicBezTo>
                  <a:cubicBezTo>
                    <a:pt x="126682" y="13716"/>
                    <a:pt x="126682" y="15240"/>
                    <a:pt x="128207" y="16764"/>
                  </a:cubicBezTo>
                  <a:cubicBezTo>
                    <a:pt x="128207" y="16764"/>
                    <a:pt x="128207" y="18288"/>
                    <a:pt x="128207" y="18288"/>
                  </a:cubicBezTo>
                  <a:cubicBezTo>
                    <a:pt x="128207" y="19812"/>
                    <a:pt x="129730" y="21336"/>
                    <a:pt x="129730" y="22860"/>
                  </a:cubicBezTo>
                  <a:cubicBezTo>
                    <a:pt x="129730" y="24384"/>
                    <a:pt x="129730" y="25908"/>
                    <a:pt x="129730" y="28956"/>
                  </a:cubicBezTo>
                  <a:cubicBezTo>
                    <a:pt x="129730" y="32004"/>
                    <a:pt x="129730" y="33528"/>
                    <a:pt x="129730" y="35147"/>
                  </a:cubicBezTo>
                  <a:cubicBezTo>
                    <a:pt x="129730" y="36671"/>
                    <a:pt x="128207" y="38195"/>
                    <a:pt x="128207" y="39719"/>
                  </a:cubicBezTo>
                  <a:cubicBezTo>
                    <a:pt x="128207" y="41243"/>
                    <a:pt x="126682" y="41243"/>
                    <a:pt x="126682" y="42767"/>
                  </a:cubicBezTo>
                  <a:cubicBezTo>
                    <a:pt x="125158" y="42767"/>
                    <a:pt x="125158" y="42767"/>
                    <a:pt x="123635" y="42767"/>
                  </a:cubicBezTo>
                  <a:cubicBezTo>
                    <a:pt x="122110" y="42767"/>
                    <a:pt x="120586" y="42767"/>
                    <a:pt x="117539" y="41243"/>
                  </a:cubicBezTo>
                  <a:cubicBezTo>
                    <a:pt x="116014" y="39719"/>
                    <a:pt x="112967" y="38195"/>
                    <a:pt x="108395" y="35147"/>
                  </a:cubicBezTo>
                  <a:cubicBezTo>
                    <a:pt x="105346" y="33528"/>
                    <a:pt x="100774" y="32004"/>
                    <a:pt x="94583" y="30480"/>
                  </a:cubicBezTo>
                  <a:cubicBezTo>
                    <a:pt x="90011" y="28956"/>
                    <a:pt x="83915" y="27432"/>
                    <a:pt x="76295" y="27432"/>
                  </a:cubicBezTo>
                  <a:cubicBezTo>
                    <a:pt x="70199" y="27432"/>
                    <a:pt x="65627" y="28956"/>
                    <a:pt x="59531" y="30480"/>
                  </a:cubicBezTo>
                  <a:cubicBezTo>
                    <a:pt x="54959" y="32004"/>
                    <a:pt x="51911" y="33528"/>
                    <a:pt x="48863" y="36671"/>
                  </a:cubicBezTo>
                  <a:cubicBezTo>
                    <a:pt x="45815" y="38195"/>
                    <a:pt x="42767" y="41243"/>
                    <a:pt x="41243" y="45815"/>
                  </a:cubicBezTo>
                  <a:cubicBezTo>
                    <a:pt x="39719" y="48863"/>
                    <a:pt x="39719" y="51911"/>
                    <a:pt x="39719" y="56483"/>
                  </a:cubicBezTo>
                  <a:cubicBezTo>
                    <a:pt x="39719" y="62580"/>
                    <a:pt x="41243" y="67152"/>
                    <a:pt x="44291" y="70199"/>
                  </a:cubicBezTo>
                  <a:cubicBezTo>
                    <a:pt x="47339" y="74771"/>
                    <a:pt x="50387" y="77819"/>
                    <a:pt x="54959" y="80867"/>
                  </a:cubicBezTo>
                  <a:cubicBezTo>
                    <a:pt x="59531" y="83915"/>
                    <a:pt x="65627" y="86963"/>
                    <a:pt x="71723" y="88487"/>
                  </a:cubicBezTo>
                  <a:cubicBezTo>
                    <a:pt x="77819" y="91536"/>
                    <a:pt x="83915" y="93059"/>
                    <a:pt x="90011" y="96108"/>
                  </a:cubicBezTo>
                  <a:cubicBezTo>
                    <a:pt x="96107" y="99155"/>
                    <a:pt x="102298" y="100680"/>
                    <a:pt x="108395" y="103823"/>
                  </a:cubicBezTo>
                  <a:cubicBezTo>
                    <a:pt x="114490" y="106871"/>
                    <a:pt x="119063" y="111443"/>
                    <a:pt x="123635" y="116015"/>
                  </a:cubicBezTo>
                  <a:cubicBezTo>
                    <a:pt x="128207" y="120587"/>
                    <a:pt x="132779" y="125159"/>
                    <a:pt x="135826" y="131255"/>
                  </a:cubicBezTo>
                  <a:cubicBezTo>
                    <a:pt x="138874" y="137351"/>
                    <a:pt x="138874" y="144971"/>
                    <a:pt x="138874" y="15259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35" name="Path335"/>
            <p:cNvSpPr/>
            <p:nvPr/>
          </p:nvSpPr>
          <p:spPr>
            <a:xfrm>
              <a:off x="2749296" y="2057209"/>
              <a:ext cx="45720" cy="291466"/>
            </a:xfrm>
            <a:custGeom>
              <a:avLst/>
              <a:gdLst/>
              <a:ahLst/>
              <a:cxnLst/>
              <a:rect l="l" t="t" r="r" b="b"/>
              <a:pathLst>
                <a:path w="45720" h="291466">
                  <a:moveTo>
                    <a:pt x="41148" y="285369"/>
                  </a:moveTo>
                  <a:cubicBezTo>
                    <a:pt x="41148" y="285369"/>
                    <a:pt x="41148" y="286893"/>
                    <a:pt x="39624" y="288417"/>
                  </a:cubicBezTo>
                  <a:cubicBezTo>
                    <a:pt x="39624" y="288417"/>
                    <a:pt x="38100" y="288417"/>
                    <a:pt x="38100" y="289941"/>
                  </a:cubicBezTo>
                  <a:cubicBezTo>
                    <a:pt x="36576" y="289941"/>
                    <a:pt x="35052" y="291465"/>
                    <a:pt x="32004" y="291465"/>
                  </a:cubicBezTo>
                  <a:cubicBezTo>
                    <a:pt x="28956" y="291465"/>
                    <a:pt x="25908" y="291465"/>
                    <a:pt x="22860" y="291465"/>
                  </a:cubicBezTo>
                  <a:cubicBezTo>
                    <a:pt x="19812" y="291465"/>
                    <a:pt x="16764" y="291465"/>
                    <a:pt x="13716" y="291465"/>
                  </a:cubicBezTo>
                  <a:cubicBezTo>
                    <a:pt x="12192" y="291465"/>
                    <a:pt x="10668" y="289941"/>
                    <a:pt x="9144" y="289941"/>
                  </a:cubicBezTo>
                  <a:cubicBezTo>
                    <a:pt x="7620" y="289941"/>
                    <a:pt x="6096" y="288417"/>
                    <a:pt x="6096" y="288417"/>
                  </a:cubicBezTo>
                  <a:cubicBezTo>
                    <a:pt x="6096" y="286893"/>
                    <a:pt x="4572" y="285369"/>
                    <a:pt x="4572" y="285369"/>
                  </a:cubicBezTo>
                  <a:lnTo>
                    <a:pt x="4572" y="88487"/>
                  </a:lnTo>
                  <a:cubicBezTo>
                    <a:pt x="4572" y="86963"/>
                    <a:pt x="4572" y="85439"/>
                    <a:pt x="6096" y="85439"/>
                  </a:cubicBezTo>
                  <a:cubicBezTo>
                    <a:pt x="6096" y="83915"/>
                    <a:pt x="7620" y="83915"/>
                    <a:pt x="9144" y="82391"/>
                  </a:cubicBezTo>
                  <a:cubicBezTo>
                    <a:pt x="10668" y="82391"/>
                    <a:pt x="12192" y="82391"/>
                    <a:pt x="13716" y="80867"/>
                  </a:cubicBezTo>
                  <a:cubicBezTo>
                    <a:pt x="16764" y="80867"/>
                    <a:pt x="19812" y="80867"/>
                    <a:pt x="22860" y="80867"/>
                  </a:cubicBezTo>
                  <a:cubicBezTo>
                    <a:pt x="25908" y="80867"/>
                    <a:pt x="28956" y="80867"/>
                    <a:pt x="32004" y="80867"/>
                  </a:cubicBezTo>
                  <a:cubicBezTo>
                    <a:pt x="33528" y="82391"/>
                    <a:pt x="36576" y="82391"/>
                    <a:pt x="38100" y="82391"/>
                  </a:cubicBezTo>
                  <a:cubicBezTo>
                    <a:pt x="38100" y="83915"/>
                    <a:pt x="39624" y="83915"/>
                    <a:pt x="39624" y="85439"/>
                  </a:cubicBezTo>
                  <a:cubicBezTo>
                    <a:pt x="41148" y="85439"/>
                    <a:pt x="41148" y="86963"/>
                    <a:pt x="41148" y="88487"/>
                  </a:cubicBezTo>
                  <a:lnTo>
                    <a:pt x="41148" y="285369"/>
                  </a:lnTo>
                  <a:close/>
                  <a:moveTo>
                    <a:pt x="45720" y="21336"/>
                  </a:moveTo>
                  <a:cubicBezTo>
                    <a:pt x="45720" y="28956"/>
                    <a:pt x="44196" y="35052"/>
                    <a:pt x="41148" y="38100"/>
                  </a:cubicBezTo>
                  <a:cubicBezTo>
                    <a:pt x="36576" y="41148"/>
                    <a:pt x="32004" y="42672"/>
                    <a:pt x="22860" y="42672"/>
                  </a:cubicBezTo>
                  <a:cubicBezTo>
                    <a:pt x="13716" y="42672"/>
                    <a:pt x="9144" y="41148"/>
                    <a:pt x="6096" y="38100"/>
                  </a:cubicBezTo>
                  <a:cubicBezTo>
                    <a:pt x="1524" y="35052"/>
                    <a:pt x="0" y="30480"/>
                    <a:pt x="0" y="21336"/>
                  </a:cubicBezTo>
                  <a:cubicBezTo>
                    <a:pt x="0" y="13716"/>
                    <a:pt x="1524" y="7620"/>
                    <a:pt x="6096" y="4572"/>
                  </a:cubicBezTo>
                  <a:cubicBezTo>
                    <a:pt x="9144" y="1524"/>
                    <a:pt x="15240" y="0"/>
                    <a:pt x="22860" y="0"/>
                  </a:cubicBezTo>
                  <a:cubicBezTo>
                    <a:pt x="32004" y="0"/>
                    <a:pt x="38100" y="1524"/>
                    <a:pt x="41148" y="4572"/>
                  </a:cubicBezTo>
                  <a:cubicBezTo>
                    <a:pt x="44196" y="7620"/>
                    <a:pt x="45720" y="12192"/>
                    <a:pt x="45720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36" name="Path336"/>
            <p:cNvSpPr/>
            <p:nvPr/>
          </p:nvSpPr>
          <p:spPr>
            <a:xfrm>
              <a:off x="2842355" y="2135029"/>
              <a:ext cx="155544" cy="216693"/>
            </a:xfrm>
            <a:custGeom>
              <a:avLst/>
              <a:gdLst/>
              <a:ahLst/>
              <a:cxnLst/>
              <a:rect l="l" t="t" r="r" b="b"/>
              <a:pathLst>
                <a:path w="155544" h="216693">
                  <a:moveTo>
                    <a:pt x="155543" y="177070"/>
                  </a:moveTo>
                  <a:cubicBezTo>
                    <a:pt x="155543" y="180118"/>
                    <a:pt x="155543" y="181642"/>
                    <a:pt x="155543" y="183166"/>
                  </a:cubicBezTo>
                  <a:cubicBezTo>
                    <a:pt x="155543" y="184690"/>
                    <a:pt x="154019" y="186214"/>
                    <a:pt x="154019" y="187738"/>
                  </a:cubicBezTo>
                  <a:cubicBezTo>
                    <a:pt x="154019" y="189262"/>
                    <a:pt x="154019" y="190786"/>
                    <a:pt x="152495" y="190786"/>
                  </a:cubicBezTo>
                  <a:cubicBezTo>
                    <a:pt x="152495" y="192310"/>
                    <a:pt x="150971" y="193834"/>
                    <a:pt x="149447" y="195358"/>
                  </a:cubicBezTo>
                  <a:cubicBezTo>
                    <a:pt x="147923" y="196882"/>
                    <a:pt x="144875" y="199930"/>
                    <a:pt x="140303" y="202978"/>
                  </a:cubicBezTo>
                  <a:cubicBezTo>
                    <a:pt x="135731" y="204502"/>
                    <a:pt x="131159" y="207550"/>
                    <a:pt x="125063" y="209074"/>
                  </a:cubicBezTo>
                  <a:cubicBezTo>
                    <a:pt x="120491" y="212122"/>
                    <a:pt x="114395" y="213646"/>
                    <a:pt x="106775" y="215170"/>
                  </a:cubicBezTo>
                  <a:cubicBezTo>
                    <a:pt x="100679" y="215170"/>
                    <a:pt x="94583" y="216694"/>
                    <a:pt x="86963" y="216694"/>
                  </a:cubicBezTo>
                  <a:cubicBezTo>
                    <a:pt x="73152" y="216694"/>
                    <a:pt x="60960" y="213646"/>
                    <a:pt x="50292" y="209074"/>
                  </a:cubicBezTo>
                  <a:cubicBezTo>
                    <a:pt x="39624" y="204502"/>
                    <a:pt x="30480" y="198406"/>
                    <a:pt x="22860" y="189262"/>
                  </a:cubicBezTo>
                  <a:cubicBezTo>
                    <a:pt x="15240" y="180118"/>
                    <a:pt x="9144" y="169355"/>
                    <a:pt x="6096" y="155639"/>
                  </a:cubicBezTo>
                  <a:cubicBezTo>
                    <a:pt x="1524" y="143446"/>
                    <a:pt x="0" y="128207"/>
                    <a:pt x="0" y="111443"/>
                  </a:cubicBezTo>
                  <a:cubicBezTo>
                    <a:pt x="0" y="91535"/>
                    <a:pt x="1524" y="74771"/>
                    <a:pt x="7620" y="61055"/>
                  </a:cubicBezTo>
                  <a:cubicBezTo>
                    <a:pt x="12192" y="47339"/>
                    <a:pt x="18288" y="35147"/>
                    <a:pt x="25908" y="25908"/>
                  </a:cubicBezTo>
                  <a:cubicBezTo>
                    <a:pt x="35052" y="18288"/>
                    <a:pt x="44196" y="10668"/>
                    <a:pt x="54864" y="6096"/>
                  </a:cubicBezTo>
                  <a:cubicBezTo>
                    <a:pt x="67056" y="3048"/>
                    <a:pt x="79248" y="0"/>
                    <a:pt x="91535" y="0"/>
                  </a:cubicBezTo>
                  <a:cubicBezTo>
                    <a:pt x="97631" y="0"/>
                    <a:pt x="103727" y="1524"/>
                    <a:pt x="109823" y="1524"/>
                  </a:cubicBezTo>
                  <a:cubicBezTo>
                    <a:pt x="115919" y="3048"/>
                    <a:pt x="122015" y="4572"/>
                    <a:pt x="126587" y="6096"/>
                  </a:cubicBezTo>
                  <a:cubicBezTo>
                    <a:pt x="131159" y="9144"/>
                    <a:pt x="135731" y="10668"/>
                    <a:pt x="138779" y="13716"/>
                  </a:cubicBezTo>
                  <a:cubicBezTo>
                    <a:pt x="143351" y="15240"/>
                    <a:pt x="146399" y="18288"/>
                    <a:pt x="147923" y="19812"/>
                  </a:cubicBezTo>
                  <a:cubicBezTo>
                    <a:pt x="149447" y="21336"/>
                    <a:pt x="150971" y="22860"/>
                    <a:pt x="150971" y="24384"/>
                  </a:cubicBezTo>
                  <a:cubicBezTo>
                    <a:pt x="152495" y="24384"/>
                    <a:pt x="152495" y="25908"/>
                    <a:pt x="152495" y="27432"/>
                  </a:cubicBezTo>
                  <a:cubicBezTo>
                    <a:pt x="154019" y="28956"/>
                    <a:pt x="154019" y="30480"/>
                    <a:pt x="154019" y="32004"/>
                  </a:cubicBezTo>
                  <a:cubicBezTo>
                    <a:pt x="154019" y="33528"/>
                    <a:pt x="154019" y="36671"/>
                    <a:pt x="154019" y="38195"/>
                  </a:cubicBezTo>
                  <a:cubicBezTo>
                    <a:pt x="154019" y="44291"/>
                    <a:pt x="154019" y="48863"/>
                    <a:pt x="152495" y="50387"/>
                  </a:cubicBezTo>
                  <a:cubicBezTo>
                    <a:pt x="150971" y="53435"/>
                    <a:pt x="149447" y="53435"/>
                    <a:pt x="147923" y="53435"/>
                  </a:cubicBezTo>
                  <a:cubicBezTo>
                    <a:pt x="144875" y="53435"/>
                    <a:pt x="143351" y="53435"/>
                    <a:pt x="140303" y="50387"/>
                  </a:cubicBezTo>
                  <a:cubicBezTo>
                    <a:pt x="137255" y="47339"/>
                    <a:pt x="134207" y="45815"/>
                    <a:pt x="129635" y="42767"/>
                  </a:cubicBezTo>
                  <a:cubicBezTo>
                    <a:pt x="125063" y="39719"/>
                    <a:pt x="118967" y="36671"/>
                    <a:pt x="112871" y="35147"/>
                  </a:cubicBezTo>
                  <a:cubicBezTo>
                    <a:pt x="106775" y="32004"/>
                    <a:pt x="99155" y="30480"/>
                    <a:pt x="91535" y="30480"/>
                  </a:cubicBezTo>
                  <a:cubicBezTo>
                    <a:pt x="74676" y="30480"/>
                    <a:pt x="60960" y="38195"/>
                    <a:pt x="51816" y="50387"/>
                  </a:cubicBezTo>
                  <a:cubicBezTo>
                    <a:pt x="42672" y="64103"/>
                    <a:pt x="38100" y="83915"/>
                    <a:pt x="38100" y="108395"/>
                  </a:cubicBezTo>
                  <a:cubicBezTo>
                    <a:pt x="38100" y="122111"/>
                    <a:pt x="38100" y="132779"/>
                    <a:pt x="41148" y="141923"/>
                  </a:cubicBezTo>
                  <a:cubicBezTo>
                    <a:pt x="44196" y="151067"/>
                    <a:pt x="47244" y="160211"/>
                    <a:pt x="51816" y="166307"/>
                  </a:cubicBezTo>
                  <a:cubicBezTo>
                    <a:pt x="56388" y="172498"/>
                    <a:pt x="62484" y="177070"/>
                    <a:pt x="68580" y="180118"/>
                  </a:cubicBezTo>
                  <a:cubicBezTo>
                    <a:pt x="76200" y="183166"/>
                    <a:pt x="83915" y="184690"/>
                    <a:pt x="91535" y="184690"/>
                  </a:cubicBezTo>
                  <a:cubicBezTo>
                    <a:pt x="100679" y="184690"/>
                    <a:pt x="108299" y="184690"/>
                    <a:pt x="114395" y="181642"/>
                  </a:cubicBezTo>
                  <a:cubicBezTo>
                    <a:pt x="120491" y="178594"/>
                    <a:pt x="125063" y="175546"/>
                    <a:pt x="129635" y="172498"/>
                  </a:cubicBezTo>
                  <a:cubicBezTo>
                    <a:pt x="134207" y="169355"/>
                    <a:pt x="138779" y="166307"/>
                    <a:pt x="141827" y="164783"/>
                  </a:cubicBezTo>
                  <a:cubicBezTo>
                    <a:pt x="144875" y="161735"/>
                    <a:pt x="147923" y="160211"/>
                    <a:pt x="149447" y="160211"/>
                  </a:cubicBezTo>
                  <a:cubicBezTo>
                    <a:pt x="150971" y="160211"/>
                    <a:pt x="150971" y="160211"/>
                    <a:pt x="152495" y="161735"/>
                  </a:cubicBezTo>
                  <a:cubicBezTo>
                    <a:pt x="152495" y="161735"/>
                    <a:pt x="152495" y="163259"/>
                    <a:pt x="154019" y="164783"/>
                  </a:cubicBezTo>
                  <a:cubicBezTo>
                    <a:pt x="154019" y="164783"/>
                    <a:pt x="154019" y="167831"/>
                    <a:pt x="155543" y="169355"/>
                  </a:cubicBezTo>
                  <a:cubicBezTo>
                    <a:pt x="155543" y="170879"/>
                    <a:pt x="155543" y="174022"/>
                    <a:pt x="155543" y="17707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37" name="Path337"/>
            <p:cNvSpPr/>
            <p:nvPr/>
          </p:nvSpPr>
          <p:spPr>
            <a:xfrm>
              <a:off x="3028474" y="2135029"/>
              <a:ext cx="161734" cy="216693"/>
            </a:xfrm>
            <a:custGeom>
              <a:avLst/>
              <a:gdLst/>
              <a:ahLst/>
              <a:cxnLst/>
              <a:rect l="l" t="t" r="r" b="b"/>
              <a:pathLst>
                <a:path w="161734" h="216693">
                  <a:moveTo>
                    <a:pt x="161735" y="207550"/>
                  </a:moveTo>
                  <a:cubicBezTo>
                    <a:pt x="161735" y="209074"/>
                    <a:pt x="161735" y="210598"/>
                    <a:pt x="160211" y="210598"/>
                  </a:cubicBezTo>
                  <a:cubicBezTo>
                    <a:pt x="160211" y="212122"/>
                    <a:pt x="157163" y="212122"/>
                    <a:pt x="155543" y="213646"/>
                  </a:cubicBezTo>
                  <a:cubicBezTo>
                    <a:pt x="154019" y="213646"/>
                    <a:pt x="150971" y="213646"/>
                    <a:pt x="146399" y="213646"/>
                  </a:cubicBezTo>
                  <a:cubicBezTo>
                    <a:pt x="143351" y="213646"/>
                    <a:pt x="140303" y="213646"/>
                    <a:pt x="137255" y="213646"/>
                  </a:cubicBezTo>
                  <a:cubicBezTo>
                    <a:pt x="135731" y="212122"/>
                    <a:pt x="134207" y="212122"/>
                    <a:pt x="132683" y="210598"/>
                  </a:cubicBezTo>
                  <a:cubicBezTo>
                    <a:pt x="131159" y="210598"/>
                    <a:pt x="131159" y="209074"/>
                    <a:pt x="131159" y="207550"/>
                  </a:cubicBezTo>
                  <a:lnTo>
                    <a:pt x="131159" y="187738"/>
                  </a:lnTo>
                  <a:cubicBezTo>
                    <a:pt x="122015" y="196882"/>
                    <a:pt x="112871" y="204502"/>
                    <a:pt x="102203" y="209074"/>
                  </a:cubicBezTo>
                  <a:cubicBezTo>
                    <a:pt x="91535" y="213646"/>
                    <a:pt x="80867" y="216694"/>
                    <a:pt x="68580" y="216694"/>
                  </a:cubicBezTo>
                  <a:cubicBezTo>
                    <a:pt x="57912" y="216694"/>
                    <a:pt x="48768" y="215170"/>
                    <a:pt x="41148" y="212122"/>
                  </a:cubicBezTo>
                  <a:cubicBezTo>
                    <a:pt x="32004" y="210598"/>
                    <a:pt x="25908" y="206026"/>
                    <a:pt x="19812" y="201454"/>
                  </a:cubicBezTo>
                  <a:cubicBezTo>
                    <a:pt x="13716" y="195358"/>
                    <a:pt x="9144" y="189262"/>
                    <a:pt x="6096" y="181642"/>
                  </a:cubicBezTo>
                  <a:cubicBezTo>
                    <a:pt x="1524" y="174022"/>
                    <a:pt x="0" y="166307"/>
                    <a:pt x="0" y="157163"/>
                  </a:cubicBezTo>
                  <a:cubicBezTo>
                    <a:pt x="0" y="144970"/>
                    <a:pt x="3048" y="135826"/>
                    <a:pt x="7620" y="128207"/>
                  </a:cubicBezTo>
                  <a:cubicBezTo>
                    <a:pt x="12192" y="119063"/>
                    <a:pt x="18288" y="112967"/>
                    <a:pt x="27432" y="106870"/>
                  </a:cubicBezTo>
                  <a:cubicBezTo>
                    <a:pt x="35052" y="102203"/>
                    <a:pt x="45720" y="97631"/>
                    <a:pt x="57912" y="94583"/>
                  </a:cubicBezTo>
                  <a:cubicBezTo>
                    <a:pt x="70199" y="93059"/>
                    <a:pt x="83915" y="91535"/>
                    <a:pt x="99155" y="91535"/>
                  </a:cubicBezTo>
                  <a:lnTo>
                    <a:pt x="126587" y="91535"/>
                  </a:lnTo>
                  <a:lnTo>
                    <a:pt x="126587" y="76295"/>
                  </a:lnTo>
                  <a:cubicBezTo>
                    <a:pt x="126587" y="68675"/>
                    <a:pt x="125063" y="61055"/>
                    <a:pt x="123539" y="56483"/>
                  </a:cubicBezTo>
                  <a:cubicBezTo>
                    <a:pt x="122015" y="50387"/>
                    <a:pt x="120491" y="45815"/>
                    <a:pt x="115919" y="41243"/>
                  </a:cubicBezTo>
                  <a:cubicBezTo>
                    <a:pt x="112871" y="36671"/>
                    <a:pt x="108299" y="35147"/>
                    <a:pt x="102203" y="32004"/>
                  </a:cubicBezTo>
                  <a:cubicBezTo>
                    <a:pt x="96107" y="30480"/>
                    <a:pt x="90011" y="28956"/>
                    <a:pt x="80867" y="28956"/>
                  </a:cubicBezTo>
                  <a:cubicBezTo>
                    <a:pt x="73247" y="28956"/>
                    <a:pt x="64008" y="30480"/>
                    <a:pt x="57912" y="32004"/>
                  </a:cubicBezTo>
                  <a:cubicBezTo>
                    <a:pt x="50292" y="35147"/>
                    <a:pt x="44196" y="36671"/>
                    <a:pt x="38100" y="39719"/>
                  </a:cubicBezTo>
                  <a:cubicBezTo>
                    <a:pt x="33528" y="42767"/>
                    <a:pt x="28956" y="44291"/>
                    <a:pt x="25908" y="47339"/>
                  </a:cubicBezTo>
                  <a:cubicBezTo>
                    <a:pt x="21336" y="48863"/>
                    <a:pt x="19812" y="50387"/>
                    <a:pt x="16764" y="50387"/>
                  </a:cubicBezTo>
                  <a:cubicBezTo>
                    <a:pt x="16764" y="50387"/>
                    <a:pt x="15240" y="48863"/>
                    <a:pt x="13716" y="48863"/>
                  </a:cubicBezTo>
                  <a:cubicBezTo>
                    <a:pt x="13716" y="48863"/>
                    <a:pt x="12192" y="47339"/>
                    <a:pt x="12192" y="45815"/>
                  </a:cubicBezTo>
                  <a:cubicBezTo>
                    <a:pt x="10668" y="45815"/>
                    <a:pt x="10668" y="44291"/>
                    <a:pt x="10668" y="41243"/>
                  </a:cubicBezTo>
                  <a:cubicBezTo>
                    <a:pt x="10668" y="39719"/>
                    <a:pt x="10668" y="38195"/>
                    <a:pt x="10668" y="35147"/>
                  </a:cubicBezTo>
                  <a:cubicBezTo>
                    <a:pt x="10668" y="32004"/>
                    <a:pt x="10668" y="28956"/>
                    <a:pt x="10668" y="27432"/>
                  </a:cubicBezTo>
                  <a:cubicBezTo>
                    <a:pt x="10668" y="24384"/>
                    <a:pt x="12192" y="22860"/>
                    <a:pt x="15240" y="21336"/>
                  </a:cubicBezTo>
                  <a:cubicBezTo>
                    <a:pt x="16764" y="19812"/>
                    <a:pt x="19812" y="16764"/>
                    <a:pt x="24384" y="13716"/>
                  </a:cubicBezTo>
                  <a:cubicBezTo>
                    <a:pt x="28956" y="12192"/>
                    <a:pt x="35052" y="9144"/>
                    <a:pt x="41148" y="7620"/>
                  </a:cubicBezTo>
                  <a:cubicBezTo>
                    <a:pt x="47244" y="6096"/>
                    <a:pt x="54864" y="3048"/>
                    <a:pt x="62484" y="1524"/>
                  </a:cubicBezTo>
                  <a:cubicBezTo>
                    <a:pt x="70199" y="1524"/>
                    <a:pt x="76295" y="0"/>
                    <a:pt x="83915" y="0"/>
                  </a:cubicBezTo>
                  <a:cubicBezTo>
                    <a:pt x="99155" y="0"/>
                    <a:pt x="111347" y="1524"/>
                    <a:pt x="120491" y="4572"/>
                  </a:cubicBezTo>
                  <a:cubicBezTo>
                    <a:pt x="131159" y="7620"/>
                    <a:pt x="138779" y="12192"/>
                    <a:pt x="144875" y="18288"/>
                  </a:cubicBezTo>
                  <a:cubicBezTo>
                    <a:pt x="150971" y="24384"/>
                    <a:pt x="155543" y="33528"/>
                    <a:pt x="158686" y="42767"/>
                  </a:cubicBezTo>
                  <a:cubicBezTo>
                    <a:pt x="160211" y="51911"/>
                    <a:pt x="161735" y="62579"/>
                    <a:pt x="161735" y="74771"/>
                  </a:cubicBezTo>
                  <a:lnTo>
                    <a:pt x="161735" y="207550"/>
                  </a:lnTo>
                  <a:close/>
                  <a:moveTo>
                    <a:pt x="126587" y="117539"/>
                  </a:moveTo>
                  <a:lnTo>
                    <a:pt x="96107" y="117539"/>
                  </a:lnTo>
                  <a:cubicBezTo>
                    <a:pt x="85439" y="117539"/>
                    <a:pt x="77819" y="117539"/>
                    <a:pt x="70199" y="119063"/>
                  </a:cubicBezTo>
                  <a:cubicBezTo>
                    <a:pt x="62484" y="122111"/>
                    <a:pt x="56388" y="123635"/>
                    <a:pt x="51816" y="126683"/>
                  </a:cubicBezTo>
                  <a:cubicBezTo>
                    <a:pt x="47244" y="129730"/>
                    <a:pt x="42672" y="134302"/>
                    <a:pt x="41148" y="138874"/>
                  </a:cubicBezTo>
                  <a:cubicBezTo>
                    <a:pt x="38100" y="143446"/>
                    <a:pt x="38100" y="149542"/>
                    <a:pt x="38100" y="154114"/>
                  </a:cubicBezTo>
                  <a:cubicBezTo>
                    <a:pt x="38100" y="164783"/>
                    <a:pt x="41148" y="172498"/>
                    <a:pt x="47244" y="178594"/>
                  </a:cubicBezTo>
                  <a:cubicBezTo>
                    <a:pt x="53340" y="184690"/>
                    <a:pt x="62484" y="187738"/>
                    <a:pt x="74771" y="187738"/>
                  </a:cubicBezTo>
                  <a:cubicBezTo>
                    <a:pt x="83915" y="187738"/>
                    <a:pt x="93059" y="186214"/>
                    <a:pt x="100679" y="181642"/>
                  </a:cubicBezTo>
                  <a:cubicBezTo>
                    <a:pt x="108299" y="177070"/>
                    <a:pt x="117443" y="169354"/>
                    <a:pt x="126587" y="158686"/>
                  </a:cubicBezTo>
                  <a:lnTo>
                    <a:pt x="126587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338" name="Path338"/>
          <p:cNvSpPr/>
          <p:nvPr/>
        </p:nvSpPr>
        <p:spPr>
          <a:xfrm>
            <a:off x="3257264" y="2041969"/>
            <a:ext cx="35148" cy="306706"/>
          </a:xfrm>
          <a:custGeom>
            <a:avLst/>
            <a:gdLst/>
            <a:ahLst/>
            <a:cxnLst/>
            <a:rect l="l" t="t" r="r" b="b"/>
            <a:pathLst>
              <a:path w="35148" h="306706">
                <a:moveTo>
                  <a:pt x="35147" y="300609"/>
                </a:moveTo>
                <a:cubicBezTo>
                  <a:pt x="35147" y="300609"/>
                  <a:pt x="35147" y="302133"/>
                  <a:pt x="35147" y="303657"/>
                </a:cubicBezTo>
                <a:cubicBezTo>
                  <a:pt x="35147" y="303657"/>
                  <a:pt x="33623" y="303657"/>
                  <a:pt x="32099" y="305181"/>
                </a:cubicBezTo>
                <a:cubicBezTo>
                  <a:pt x="30575" y="305181"/>
                  <a:pt x="29051" y="306705"/>
                  <a:pt x="26003" y="306705"/>
                </a:cubicBezTo>
                <a:cubicBezTo>
                  <a:pt x="24479" y="306705"/>
                  <a:pt x="21431" y="306705"/>
                  <a:pt x="18383" y="306705"/>
                </a:cubicBezTo>
                <a:cubicBezTo>
                  <a:pt x="13716" y="306705"/>
                  <a:pt x="10668" y="306705"/>
                  <a:pt x="9144" y="306705"/>
                </a:cubicBezTo>
                <a:cubicBezTo>
                  <a:pt x="6096" y="306705"/>
                  <a:pt x="4572" y="305181"/>
                  <a:pt x="3048" y="305181"/>
                </a:cubicBezTo>
                <a:cubicBezTo>
                  <a:pt x="1524" y="305181"/>
                  <a:pt x="1524" y="303657"/>
                  <a:pt x="0" y="303657"/>
                </a:cubicBezTo>
                <a:cubicBezTo>
                  <a:pt x="0" y="302133"/>
                  <a:pt x="0" y="300609"/>
                  <a:pt x="0" y="300609"/>
                </a:cubicBezTo>
                <a:lnTo>
                  <a:pt x="0" y="7620"/>
                </a:lnTo>
                <a:cubicBezTo>
                  <a:pt x="0" y="6096"/>
                  <a:pt x="0" y="6096"/>
                  <a:pt x="0" y="4572"/>
                </a:cubicBezTo>
                <a:cubicBezTo>
                  <a:pt x="1524" y="3048"/>
                  <a:pt x="1524" y="3048"/>
                  <a:pt x="3048" y="3048"/>
                </a:cubicBezTo>
                <a:cubicBezTo>
                  <a:pt x="4572" y="1524"/>
                  <a:pt x="6096" y="1524"/>
                  <a:pt x="9144" y="1524"/>
                </a:cubicBezTo>
                <a:cubicBezTo>
                  <a:pt x="10668" y="1524"/>
                  <a:pt x="13716" y="0"/>
                  <a:pt x="18383" y="0"/>
                </a:cubicBezTo>
                <a:cubicBezTo>
                  <a:pt x="21431" y="0"/>
                  <a:pt x="24479" y="0"/>
                  <a:pt x="26003" y="1524"/>
                </a:cubicBezTo>
                <a:cubicBezTo>
                  <a:pt x="29051" y="1524"/>
                  <a:pt x="30575" y="1524"/>
                  <a:pt x="32099" y="3048"/>
                </a:cubicBezTo>
                <a:cubicBezTo>
                  <a:pt x="33623" y="3048"/>
                  <a:pt x="33623" y="3048"/>
                  <a:pt x="35147" y="4572"/>
                </a:cubicBezTo>
                <a:cubicBezTo>
                  <a:pt x="35147" y="6096"/>
                  <a:pt x="35147" y="6096"/>
                  <a:pt x="35147" y="7620"/>
                </a:cubicBezTo>
                <a:lnTo>
                  <a:pt x="35147" y="300609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339" name="Group339"/>
          <p:cNvGrpSpPr/>
          <p:nvPr/>
        </p:nvGrpSpPr>
        <p:grpSpPr>
          <a:xfrm>
            <a:off x="3359563" y="2041969"/>
            <a:ext cx="265461" cy="384525"/>
            <a:chOff x="3359563" y="2041969"/>
            <a:chExt cx="265461" cy="384525"/>
          </a:xfrm>
        </p:grpSpPr>
        <p:sp>
          <p:nvSpPr>
            <p:cNvPr id="340" name="Path340"/>
            <p:cNvSpPr/>
            <p:nvPr/>
          </p:nvSpPr>
          <p:spPr>
            <a:xfrm>
              <a:off x="3359563" y="2041969"/>
              <a:ext cx="36576" cy="306706"/>
            </a:xfrm>
            <a:custGeom>
              <a:avLst/>
              <a:gdLst/>
              <a:ahLst/>
              <a:cxnLst/>
              <a:rect l="l" t="t" r="r" b="b"/>
              <a:pathLst>
                <a:path w="36576" h="306706">
                  <a:moveTo>
                    <a:pt x="36576" y="300609"/>
                  </a:moveTo>
                  <a:cubicBezTo>
                    <a:pt x="36576" y="300609"/>
                    <a:pt x="36576" y="302133"/>
                    <a:pt x="35052" y="303657"/>
                  </a:cubicBezTo>
                  <a:cubicBezTo>
                    <a:pt x="35052" y="303657"/>
                    <a:pt x="33528" y="303657"/>
                    <a:pt x="33528" y="305181"/>
                  </a:cubicBezTo>
                  <a:cubicBezTo>
                    <a:pt x="32004" y="305181"/>
                    <a:pt x="30480" y="306705"/>
                    <a:pt x="27432" y="306705"/>
                  </a:cubicBezTo>
                  <a:cubicBezTo>
                    <a:pt x="25908" y="306705"/>
                    <a:pt x="22860" y="306705"/>
                    <a:pt x="18288" y="306705"/>
                  </a:cubicBezTo>
                  <a:cubicBezTo>
                    <a:pt x="15240" y="306705"/>
                    <a:pt x="12192" y="306705"/>
                    <a:pt x="9144" y="306705"/>
                  </a:cubicBezTo>
                  <a:cubicBezTo>
                    <a:pt x="7620" y="306705"/>
                    <a:pt x="6096" y="305181"/>
                    <a:pt x="4572" y="305181"/>
                  </a:cubicBezTo>
                  <a:cubicBezTo>
                    <a:pt x="3048" y="305181"/>
                    <a:pt x="1524" y="303657"/>
                    <a:pt x="1524" y="303657"/>
                  </a:cubicBezTo>
                  <a:cubicBezTo>
                    <a:pt x="1524" y="302133"/>
                    <a:pt x="0" y="300609"/>
                    <a:pt x="0" y="300609"/>
                  </a:cubicBezTo>
                  <a:lnTo>
                    <a:pt x="0" y="7620"/>
                  </a:lnTo>
                  <a:cubicBezTo>
                    <a:pt x="0" y="6096"/>
                    <a:pt x="1524" y="6096"/>
                    <a:pt x="1524" y="4572"/>
                  </a:cubicBezTo>
                  <a:cubicBezTo>
                    <a:pt x="1524" y="3048"/>
                    <a:pt x="3048" y="3048"/>
                    <a:pt x="4572" y="3048"/>
                  </a:cubicBezTo>
                  <a:cubicBezTo>
                    <a:pt x="6096" y="1524"/>
                    <a:pt x="7620" y="1524"/>
                    <a:pt x="9144" y="1524"/>
                  </a:cubicBezTo>
                  <a:cubicBezTo>
                    <a:pt x="12192" y="1524"/>
                    <a:pt x="15240" y="0"/>
                    <a:pt x="18288" y="0"/>
                  </a:cubicBezTo>
                  <a:cubicBezTo>
                    <a:pt x="21336" y="0"/>
                    <a:pt x="24384" y="0"/>
                    <a:pt x="27432" y="1524"/>
                  </a:cubicBezTo>
                  <a:cubicBezTo>
                    <a:pt x="30480" y="1524"/>
                    <a:pt x="32004" y="1524"/>
                    <a:pt x="33528" y="3048"/>
                  </a:cubicBezTo>
                  <a:cubicBezTo>
                    <a:pt x="33528" y="3048"/>
                    <a:pt x="35052" y="3048"/>
                    <a:pt x="35052" y="4572"/>
                  </a:cubicBezTo>
                  <a:cubicBezTo>
                    <a:pt x="36576" y="6096"/>
                    <a:pt x="36576" y="6096"/>
                    <a:pt x="36576" y="7620"/>
                  </a:cubicBezTo>
                  <a:lnTo>
                    <a:pt x="36576" y="3006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41" name="Path341"/>
            <p:cNvSpPr/>
            <p:nvPr/>
          </p:nvSpPr>
          <p:spPr>
            <a:xfrm>
              <a:off x="3437286" y="2138077"/>
              <a:ext cx="187738" cy="288417"/>
            </a:xfrm>
            <a:custGeom>
              <a:avLst/>
              <a:gdLst/>
              <a:ahLst/>
              <a:cxnLst/>
              <a:rect l="l" t="t" r="r" b="b"/>
              <a:pathLst>
                <a:path w="187738" h="288417">
                  <a:moveTo>
                    <a:pt x="116015" y="209074"/>
                  </a:moveTo>
                  <a:lnTo>
                    <a:pt x="90012" y="282321"/>
                  </a:lnTo>
                  <a:cubicBezTo>
                    <a:pt x="88487" y="283845"/>
                    <a:pt x="86963" y="285369"/>
                    <a:pt x="82391" y="286893"/>
                  </a:cubicBezTo>
                  <a:cubicBezTo>
                    <a:pt x="79343" y="288417"/>
                    <a:pt x="73247" y="288417"/>
                    <a:pt x="65627" y="288417"/>
                  </a:cubicBezTo>
                  <a:cubicBezTo>
                    <a:pt x="62580" y="288417"/>
                    <a:pt x="59531" y="288417"/>
                    <a:pt x="56483" y="288417"/>
                  </a:cubicBezTo>
                  <a:cubicBezTo>
                    <a:pt x="54959" y="288417"/>
                    <a:pt x="53436" y="286893"/>
                    <a:pt x="51912" y="286893"/>
                  </a:cubicBezTo>
                  <a:cubicBezTo>
                    <a:pt x="50387" y="285369"/>
                    <a:pt x="50387" y="285369"/>
                    <a:pt x="50387" y="283845"/>
                  </a:cubicBezTo>
                  <a:cubicBezTo>
                    <a:pt x="48863" y="282321"/>
                    <a:pt x="50387" y="279273"/>
                    <a:pt x="50387" y="277749"/>
                  </a:cubicBezTo>
                  <a:lnTo>
                    <a:pt x="77819" y="209074"/>
                  </a:lnTo>
                  <a:cubicBezTo>
                    <a:pt x="76295" y="209074"/>
                    <a:pt x="74771" y="207550"/>
                    <a:pt x="74771" y="206026"/>
                  </a:cubicBezTo>
                  <a:cubicBezTo>
                    <a:pt x="73247" y="204502"/>
                    <a:pt x="71724" y="204502"/>
                    <a:pt x="71724" y="202978"/>
                  </a:cubicBezTo>
                  <a:lnTo>
                    <a:pt x="1524" y="13716"/>
                  </a:lnTo>
                  <a:cubicBezTo>
                    <a:pt x="0" y="10668"/>
                    <a:pt x="0" y="9144"/>
                    <a:pt x="0" y="7620"/>
                  </a:cubicBezTo>
                  <a:cubicBezTo>
                    <a:pt x="0" y="4572"/>
                    <a:pt x="0" y="4572"/>
                    <a:pt x="1524" y="3048"/>
                  </a:cubicBezTo>
                  <a:cubicBezTo>
                    <a:pt x="3048" y="1524"/>
                    <a:pt x="4572" y="1524"/>
                    <a:pt x="7620" y="0"/>
                  </a:cubicBezTo>
                  <a:cubicBezTo>
                    <a:pt x="9239" y="0"/>
                    <a:pt x="13812" y="0"/>
                    <a:pt x="18383" y="0"/>
                  </a:cubicBezTo>
                  <a:cubicBezTo>
                    <a:pt x="21431" y="0"/>
                    <a:pt x="26003" y="0"/>
                    <a:pt x="27527" y="0"/>
                  </a:cubicBezTo>
                  <a:cubicBezTo>
                    <a:pt x="30575" y="0"/>
                    <a:pt x="32099" y="1524"/>
                    <a:pt x="33624" y="1524"/>
                  </a:cubicBezTo>
                  <a:cubicBezTo>
                    <a:pt x="35147" y="1524"/>
                    <a:pt x="36671" y="3048"/>
                    <a:pt x="36671" y="4572"/>
                  </a:cubicBezTo>
                  <a:cubicBezTo>
                    <a:pt x="38195" y="4572"/>
                    <a:pt x="38195" y="6096"/>
                    <a:pt x="39719" y="9144"/>
                  </a:cubicBezTo>
                  <a:lnTo>
                    <a:pt x="96203" y="166307"/>
                  </a:lnTo>
                  <a:lnTo>
                    <a:pt x="96203" y="166307"/>
                  </a:lnTo>
                  <a:lnTo>
                    <a:pt x="151067" y="7620"/>
                  </a:lnTo>
                  <a:cubicBezTo>
                    <a:pt x="151067" y="4572"/>
                    <a:pt x="152591" y="3048"/>
                    <a:pt x="154115" y="3048"/>
                  </a:cubicBezTo>
                  <a:cubicBezTo>
                    <a:pt x="154115" y="1524"/>
                    <a:pt x="157163" y="1524"/>
                    <a:pt x="158686" y="0"/>
                  </a:cubicBezTo>
                  <a:cubicBezTo>
                    <a:pt x="161735" y="0"/>
                    <a:pt x="164783" y="0"/>
                    <a:pt x="169355" y="0"/>
                  </a:cubicBezTo>
                  <a:cubicBezTo>
                    <a:pt x="173927" y="0"/>
                    <a:pt x="176974" y="0"/>
                    <a:pt x="180023" y="0"/>
                  </a:cubicBezTo>
                  <a:cubicBezTo>
                    <a:pt x="183071" y="1524"/>
                    <a:pt x="184690" y="1524"/>
                    <a:pt x="186214" y="3048"/>
                  </a:cubicBezTo>
                  <a:cubicBezTo>
                    <a:pt x="186214" y="3048"/>
                    <a:pt x="187738" y="4572"/>
                    <a:pt x="187738" y="7620"/>
                  </a:cubicBezTo>
                  <a:cubicBezTo>
                    <a:pt x="187738" y="9144"/>
                    <a:pt x="187738" y="10668"/>
                    <a:pt x="186214" y="13716"/>
                  </a:cubicBezTo>
                  <a:lnTo>
                    <a:pt x="116015" y="20907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342" name="Group342"/>
          <p:cNvGrpSpPr/>
          <p:nvPr/>
        </p:nvGrpSpPr>
        <p:grpSpPr>
          <a:xfrm>
            <a:off x="3725703" y="2057209"/>
            <a:ext cx="657512" cy="370809"/>
            <a:chOff x="3725703" y="2057209"/>
            <a:chExt cx="657512" cy="370809"/>
          </a:xfrm>
        </p:grpSpPr>
        <p:sp>
          <p:nvSpPr>
            <p:cNvPr id="343" name="Path343"/>
            <p:cNvSpPr/>
            <p:nvPr/>
          </p:nvSpPr>
          <p:spPr>
            <a:xfrm>
              <a:off x="3725703" y="2057209"/>
              <a:ext cx="86964" cy="370809"/>
            </a:xfrm>
            <a:custGeom>
              <a:avLst/>
              <a:gdLst/>
              <a:ahLst/>
              <a:cxnLst/>
              <a:rect l="l" t="t" r="r" b="b"/>
              <a:pathLst>
                <a:path w="86964" h="370809">
                  <a:moveTo>
                    <a:pt x="83915" y="292989"/>
                  </a:moveTo>
                  <a:cubicBezTo>
                    <a:pt x="83915" y="308229"/>
                    <a:pt x="82391" y="320516"/>
                    <a:pt x="79344" y="328136"/>
                  </a:cubicBezTo>
                  <a:cubicBezTo>
                    <a:pt x="77819" y="337280"/>
                    <a:pt x="74771" y="344900"/>
                    <a:pt x="70200" y="350996"/>
                  </a:cubicBezTo>
                  <a:cubicBezTo>
                    <a:pt x="65532" y="357092"/>
                    <a:pt x="59436" y="361664"/>
                    <a:pt x="51816" y="364712"/>
                  </a:cubicBezTo>
                  <a:cubicBezTo>
                    <a:pt x="44196" y="367760"/>
                    <a:pt x="35052" y="370808"/>
                    <a:pt x="25908" y="370808"/>
                  </a:cubicBezTo>
                  <a:cubicBezTo>
                    <a:pt x="21336" y="370808"/>
                    <a:pt x="16764" y="369284"/>
                    <a:pt x="13716" y="369284"/>
                  </a:cubicBezTo>
                  <a:cubicBezTo>
                    <a:pt x="10668" y="369284"/>
                    <a:pt x="7620" y="367760"/>
                    <a:pt x="6096" y="367760"/>
                  </a:cubicBezTo>
                  <a:cubicBezTo>
                    <a:pt x="4572" y="366236"/>
                    <a:pt x="3048" y="366236"/>
                    <a:pt x="1524" y="364712"/>
                  </a:cubicBezTo>
                  <a:cubicBezTo>
                    <a:pt x="1524" y="363188"/>
                    <a:pt x="1524" y="363188"/>
                    <a:pt x="1524" y="361664"/>
                  </a:cubicBezTo>
                  <a:cubicBezTo>
                    <a:pt x="0" y="360140"/>
                    <a:pt x="0" y="358616"/>
                    <a:pt x="0" y="357092"/>
                  </a:cubicBezTo>
                  <a:cubicBezTo>
                    <a:pt x="0" y="355568"/>
                    <a:pt x="0" y="354044"/>
                    <a:pt x="0" y="352520"/>
                  </a:cubicBezTo>
                  <a:cubicBezTo>
                    <a:pt x="0" y="349472"/>
                    <a:pt x="0" y="347948"/>
                    <a:pt x="0" y="346424"/>
                  </a:cubicBezTo>
                  <a:cubicBezTo>
                    <a:pt x="0" y="344900"/>
                    <a:pt x="1524" y="343376"/>
                    <a:pt x="1524" y="341852"/>
                  </a:cubicBezTo>
                  <a:cubicBezTo>
                    <a:pt x="1524" y="340328"/>
                    <a:pt x="3048" y="338804"/>
                    <a:pt x="3048" y="338804"/>
                  </a:cubicBezTo>
                  <a:cubicBezTo>
                    <a:pt x="4572" y="338804"/>
                    <a:pt x="4572" y="338804"/>
                    <a:pt x="6096" y="338804"/>
                  </a:cubicBezTo>
                  <a:cubicBezTo>
                    <a:pt x="6096" y="338804"/>
                    <a:pt x="7620" y="338804"/>
                    <a:pt x="10668" y="338804"/>
                  </a:cubicBezTo>
                  <a:cubicBezTo>
                    <a:pt x="13716" y="338804"/>
                    <a:pt x="16764" y="338804"/>
                    <a:pt x="19812" y="338804"/>
                  </a:cubicBezTo>
                  <a:cubicBezTo>
                    <a:pt x="24384" y="338804"/>
                    <a:pt x="28956" y="338804"/>
                    <a:pt x="32004" y="337280"/>
                  </a:cubicBezTo>
                  <a:cubicBezTo>
                    <a:pt x="35052" y="335756"/>
                    <a:pt x="38100" y="332708"/>
                    <a:pt x="41148" y="329660"/>
                  </a:cubicBezTo>
                  <a:cubicBezTo>
                    <a:pt x="42672" y="326612"/>
                    <a:pt x="44196" y="322040"/>
                    <a:pt x="45720" y="317373"/>
                  </a:cubicBezTo>
                  <a:cubicBezTo>
                    <a:pt x="45720" y="311277"/>
                    <a:pt x="47244" y="303657"/>
                    <a:pt x="47244" y="292989"/>
                  </a:cubicBezTo>
                  <a:lnTo>
                    <a:pt x="47244" y="88487"/>
                  </a:lnTo>
                  <a:cubicBezTo>
                    <a:pt x="47244" y="86963"/>
                    <a:pt x="47244" y="85439"/>
                    <a:pt x="47244" y="85439"/>
                  </a:cubicBezTo>
                  <a:cubicBezTo>
                    <a:pt x="48768" y="83915"/>
                    <a:pt x="48768" y="83915"/>
                    <a:pt x="50292" y="82391"/>
                  </a:cubicBezTo>
                  <a:cubicBezTo>
                    <a:pt x="51816" y="82391"/>
                    <a:pt x="53340" y="82391"/>
                    <a:pt x="56388" y="80867"/>
                  </a:cubicBezTo>
                  <a:cubicBezTo>
                    <a:pt x="57912" y="80867"/>
                    <a:pt x="60960" y="80867"/>
                    <a:pt x="65532" y="80867"/>
                  </a:cubicBezTo>
                  <a:cubicBezTo>
                    <a:pt x="68580" y="80867"/>
                    <a:pt x="71724" y="80867"/>
                    <a:pt x="73247" y="80867"/>
                  </a:cubicBezTo>
                  <a:cubicBezTo>
                    <a:pt x="76295" y="82391"/>
                    <a:pt x="77819" y="82391"/>
                    <a:pt x="79344" y="82391"/>
                  </a:cubicBezTo>
                  <a:cubicBezTo>
                    <a:pt x="80868" y="83915"/>
                    <a:pt x="82391" y="83915"/>
                    <a:pt x="82391" y="85439"/>
                  </a:cubicBezTo>
                  <a:cubicBezTo>
                    <a:pt x="82391" y="85439"/>
                    <a:pt x="83915" y="86963"/>
                    <a:pt x="83915" y="88487"/>
                  </a:cubicBezTo>
                  <a:lnTo>
                    <a:pt x="83915" y="292989"/>
                  </a:lnTo>
                  <a:close/>
                  <a:moveTo>
                    <a:pt x="86963" y="21336"/>
                  </a:moveTo>
                  <a:cubicBezTo>
                    <a:pt x="86963" y="28956"/>
                    <a:pt x="85439" y="35052"/>
                    <a:pt x="82391" y="38100"/>
                  </a:cubicBezTo>
                  <a:cubicBezTo>
                    <a:pt x="79344" y="41148"/>
                    <a:pt x="73247" y="42672"/>
                    <a:pt x="65532" y="42672"/>
                  </a:cubicBezTo>
                  <a:cubicBezTo>
                    <a:pt x="56388" y="42672"/>
                    <a:pt x="50292" y="41148"/>
                    <a:pt x="47244" y="38100"/>
                  </a:cubicBezTo>
                  <a:cubicBezTo>
                    <a:pt x="44196" y="35052"/>
                    <a:pt x="42672" y="30480"/>
                    <a:pt x="42672" y="21336"/>
                  </a:cubicBezTo>
                  <a:cubicBezTo>
                    <a:pt x="42672" y="13716"/>
                    <a:pt x="44196" y="7620"/>
                    <a:pt x="47244" y="4572"/>
                  </a:cubicBezTo>
                  <a:cubicBezTo>
                    <a:pt x="50292" y="1524"/>
                    <a:pt x="56388" y="0"/>
                    <a:pt x="65532" y="0"/>
                  </a:cubicBezTo>
                  <a:cubicBezTo>
                    <a:pt x="73247" y="0"/>
                    <a:pt x="79344" y="1524"/>
                    <a:pt x="82391" y="4572"/>
                  </a:cubicBezTo>
                  <a:cubicBezTo>
                    <a:pt x="85439" y="7620"/>
                    <a:pt x="86963" y="12192"/>
                    <a:pt x="86963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44" name="Path344"/>
            <p:cNvSpPr/>
            <p:nvPr/>
          </p:nvSpPr>
          <p:spPr>
            <a:xfrm>
              <a:off x="3875151" y="2138077"/>
              <a:ext cx="169355" cy="213645"/>
            </a:xfrm>
            <a:custGeom>
              <a:avLst/>
              <a:gdLst/>
              <a:ahLst/>
              <a:cxnLst/>
              <a:rect l="l" t="t" r="r" b="b"/>
              <a:pathLst>
                <a:path w="169355" h="213645">
                  <a:moveTo>
                    <a:pt x="169354" y="204502"/>
                  </a:moveTo>
                  <a:cubicBezTo>
                    <a:pt x="169354" y="204502"/>
                    <a:pt x="169354" y="206026"/>
                    <a:pt x="167830" y="207550"/>
                  </a:cubicBezTo>
                  <a:cubicBezTo>
                    <a:pt x="167830" y="207550"/>
                    <a:pt x="167830" y="207550"/>
                    <a:pt x="166307" y="209074"/>
                  </a:cubicBezTo>
                  <a:cubicBezTo>
                    <a:pt x="164783" y="209074"/>
                    <a:pt x="163258" y="210598"/>
                    <a:pt x="160210" y="210598"/>
                  </a:cubicBezTo>
                  <a:cubicBezTo>
                    <a:pt x="158686" y="210598"/>
                    <a:pt x="155639" y="210598"/>
                    <a:pt x="152590" y="210598"/>
                  </a:cubicBezTo>
                  <a:cubicBezTo>
                    <a:pt x="149542" y="210598"/>
                    <a:pt x="146495" y="210598"/>
                    <a:pt x="144970" y="210598"/>
                  </a:cubicBezTo>
                  <a:cubicBezTo>
                    <a:pt x="141922" y="210598"/>
                    <a:pt x="140398" y="209074"/>
                    <a:pt x="140398" y="209074"/>
                  </a:cubicBezTo>
                  <a:cubicBezTo>
                    <a:pt x="138874" y="209074"/>
                    <a:pt x="137351" y="207550"/>
                    <a:pt x="137351" y="207550"/>
                  </a:cubicBezTo>
                  <a:cubicBezTo>
                    <a:pt x="137351" y="206026"/>
                    <a:pt x="135826" y="204502"/>
                    <a:pt x="135826" y="204502"/>
                  </a:cubicBezTo>
                  <a:lnTo>
                    <a:pt x="135826" y="178594"/>
                  </a:lnTo>
                  <a:cubicBezTo>
                    <a:pt x="125158" y="190786"/>
                    <a:pt x="114490" y="199930"/>
                    <a:pt x="103822" y="204502"/>
                  </a:cubicBezTo>
                  <a:cubicBezTo>
                    <a:pt x="93059" y="210598"/>
                    <a:pt x="80867" y="213646"/>
                    <a:pt x="70199" y="213646"/>
                  </a:cubicBezTo>
                  <a:cubicBezTo>
                    <a:pt x="56483" y="213646"/>
                    <a:pt x="45815" y="210598"/>
                    <a:pt x="36671" y="207550"/>
                  </a:cubicBezTo>
                  <a:cubicBezTo>
                    <a:pt x="27527" y="202978"/>
                    <a:pt x="21431" y="196882"/>
                    <a:pt x="15335" y="189262"/>
                  </a:cubicBezTo>
                  <a:cubicBezTo>
                    <a:pt x="9239" y="181642"/>
                    <a:pt x="6096" y="172498"/>
                    <a:pt x="3048" y="163259"/>
                  </a:cubicBezTo>
                  <a:cubicBezTo>
                    <a:pt x="0" y="152591"/>
                    <a:pt x="0" y="140399"/>
                    <a:pt x="0" y="126683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0" y="4572"/>
                  </a:cubicBezTo>
                  <a:cubicBezTo>
                    <a:pt x="0" y="3048"/>
                    <a:pt x="1524" y="3048"/>
                    <a:pt x="3048" y="1524"/>
                  </a:cubicBezTo>
                  <a:cubicBezTo>
                    <a:pt x="4572" y="1524"/>
                    <a:pt x="6096" y="0"/>
                    <a:pt x="9239" y="0"/>
                  </a:cubicBezTo>
                  <a:cubicBezTo>
                    <a:pt x="10763" y="0"/>
                    <a:pt x="13811" y="0"/>
                    <a:pt x="18383" y="0"/>
                  </a:cubicBezTo>
                  <a:cubicBezTo>
                    <a:pt x="21431" y="0"/>
                    <a:pt x="24479" y="0"/>
                    <a:pt x="26003" y="0"/>
                  </a:cubicBezTo>
                  <a:cubicBezTo>
                    <a:pt x="29051" y="0"/>
                    <a:pt x="30575" y="1524"/>
                    <a:pt x="32099" y="1524"/>
                  </a:cubicBezTo>
                  <a:cubicBezTo>
                    <a:pt x="33623" y="3048"/>
                    <a:pt x="35147" y="3048"/>
                    <a:pt x="35147" y="4572"/>
                  </a:cubicBezTo>
                  <a:cubicBezTo>
                    <a:pt x="35147" y="4572"/>
                    <a:pt x="36671" y="6096"/>
                    <a:pt x="36671" y="7620"/>
                  </a:cubicBezTo>
                  <a:lnTo>
                    <a:pt x="36671" y="122111"/>
                  </a:lnTo>
                  <a:cubicBezTo>
                    <a:pt x="36671" y="132779"/>
                    <a:pt x="36671" y="141923"/>
                    <a:pt x="38195" y="149543"/>
                  </a:cubicBezTo>
                  <a:cubicBezTo>
                    <a:pt x="39719" y="155639"/>
                    <a:pt x="42767" y="161735"/>
                    <a:pt x="45815" y="166307"/>
                  </a:cubicBezTo>
                  <a:cubicBezTo>
                    <a:pt x="48863" y="172498"/>
                    <a:pt x="53435" y="175546"/>
                    <a:pt x="59531" y="178594"/>
                  </a:cubicBezTo>
                  <a:cubicBezTo>
                    <a:pt x="64103" y="181642"/>
                    <a:pt x="70199" y="183166"/>
                    <a:pt x="77819" y="183166"/>
                  </a:cubicBezTo>
                  <a:cubicBezTo>
                    <a:pt x="86963" y="183166"/>
                    <a:pt x="96202" y="178594"/>
                    <a:pt x="103822" y="172498"/>
                  </a:cubicBezTo>
                  <a:cubicBezTo>
                    <a:pt x="112966" y="166307"/>
                    <a:pt x="123634" y="157163"/>
                    <a:pt x="132778" y="144971"/>
                  </a:cubicBezTo>
                  <a:lnTo>
                    <a:pt x="132778" y="7620"/>
                  </a:lnTo>
                  <a:cubicBezTo>
                    <a:pt x="132778" y="6096"/>
                    <a:pt x="132778" y="4572"/>
                    <a:pt x="134302" y="4572"/>
                  </a:cubicBezTo>
                  <a:cubicBezTo>
                    <a:pt x="134302" y="3048"/>
                    <a:pt x="135826" y="3048"/>
                    <a:pt x="137351" y="1524"/>
                  </a:cubicBezTo>
                  <a:cubicBezTo>
                    <a:pt x="138874" y="1524"/>
                    <a:pt x="140398" y="0"/>
                    <a:pt x="141922" y="0"/>
                  </a:cubicBezTo>
                  <a:cubicBezTo>
                    <a:pt x="144970" y="0"/>
                    <a:pt x="148018" y="0"/>
                    <a:pt x="151066" y="0"/>
                  </a:cubicBezTo>
                  <a:cubicBezTo>
                    <a:pt x="154114" y="0"/>
                    <a:pt x="157163" y="0"/>
                    <a:pt x="160210" y="0"/>
                  </a:cubicBezTo>
                  <a:cubicBezTo>
                    <a:pt x="161734" y="0"/>
                    <a:pt x="164783" y="1524"/>
                    <a:pt x="164783" y="1524"/>
                  </a:cubicBezTo>
                  <a:cubicBezTo>
                    <a:pt x="166307" y="3048"/>
                    <a:pt x="167830" y="3048"/>
                    <a:pt x="167830" y="4572"/>
                  </a:cubicBezTo>
                  <a:cubicBezTo>
                    <a:pt x="169354" y="4572"/>
                    <a:pt x="169354" y="6096"/>
                    <a:pt x="169354" y="7620"/>
                  </a:cubicBezTo>
                  <a:lnTo>
                    <a:pt x="169354" y="2045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45" name="Path345"/>
            <p:cNvSpPr/>
            <p:nvPr/>
          </p:nvSpPr>
          <p:spPr>
            <a:xfrm>
              <a:off x="4094893" y="2135029"/>
              <a:ext cx="140398" cy="216693"/>
            </a:xfrm>
            <a:custGeom>
              <a:avLst/>
              <a:gdLst/>
              <a:ahLst/>
              <a:cxnLst/>
              <a:rect l="l" t="t" r="r" b="b"/>
              <a:pathLst>
                <a:path w="140398" h="216693">
                  <a:moveTo>
                    <a:pt x="140398" y="152591"/>
                  </a:moveTo>
                  <a:cubicBezTo>
                    <a:pt x="140398" y="163259"/>
                    <a:pt x="137351" y="172498"/>
                    <a:pt x="134207" y="180118"/>
                  </a:cubicBezTo>
                  <a:cubicBezTo>
                    <a:pt x="131159" y="187738"/>
                    <a:pt x="125063" y="195358"/>
                    <a:pt x="118967" y="199930"/>
                  </a:cubicBezTo>
                  <a:cubicBezTo>
                    <a:pt x="111347" y="206026"/>
                    <a:pt x="103727" y="209074"/>
                    <a:pt x="94583" y="212122"/>
                  </a:cubicBezTo>
                  <a:cubicBezTo>
                    <a:pt x="83915" y="215170"/>
                    <a:pt x="73247" y="216694"/>
                    <a:pt x="62579" y="216694"/>
                  </a:cubicBezTo>
                  <a:cubicBezTo>
                    <a:pt x="54959" y="216694"/>
                    <a:pt x="48768" y="216694"/>
                    <a:pt x="42672" y="215170"/>
                  </a:cubicBezTo>
                  <a:cubicBezTo>
                    <a:pt x="36576" y="213646"/>
                    <a:pt x="30480" y="212122"/>
                    <a:pt x="25908" y="210598"/>
                  </a:cubicBezTo>
                  <a:cubicBezTo>
                    <a:pt x="19812" y="209074"/>
                    <a:pt x="16764" y="207550"/>
                    <a:pt x="12192" y="206026"/>
                  </a:cubicBezTo>
                  <a:cubicBezTo>
                    <a:pt x="9144" y="204502"/>
                    <a:pt x="6096" y="201454"/>
                    <a:pt x="4572" y="199930"/>
                  </a:cubicBezTo>
                  <a:cubicBezTo>
                    <a:pt x="3048" y="199930"/>
                    <a:pt x="3048" y="196882"/>
                    <a:pt x="1524" y="193834"/>
                  </a:cubicBezTo>
                  <a:cubicBezTo>
                    <a:pt x="1524" y="192310"/>
                    <a:pt x="0" y="187738"/>
                    <a:pt x="0" y="183166"/>
                  </a:cubicBezTo>
                  <a:cubicBezTo>
                    <a:pt x="0" y="181642"/>
                    <a:pt x="0" y="178594"/>
                    <a:pt x="1524" y="177070"/>
                  </a:cubicBezTo>
                  <a:cubicBezTo>
                    <a:pt x="1524" y="175546"/>
                    <a:pt x="1524" y="174022"/>
                    <a:pt x="1524" y="172498"/>
                  </a:cubicBezTo>
                  <a:cubicBezTo>
                    <a:pt x="3048" y="170879"/>
                    <a:pt x="3048" y="170879"/>
                    <a:pt x="4572" y="169355"/>
                  </a:cubicBezTo>
                  <a:cubicBezTo>
                    <a:pt x="4572" y="169355"/>
                    <a:pt x="6096" y="169355"/>
                    <a:pt x="6096" y="169355"/>
                  </a:cubicBezTo>
                  <a:cubicBezTo>
                    <a:pt x="7620" y="169355"/>
                    <a:pt x="10668" y="169355"/>
                    <a:pt x="13716" y="172498"/>
                  </a:cubicBezTo>
                  <a:cubicBezTo>
                    <a:pt x="16764" y="174022"/>
                    <a:pt x="21336" y="175546"/>
                    <a:pt x="25908" y="178594"/>
                  </a:cubicBezTo>
                  <a:cubicBezTo>
                    <a:pt x="30480" y="180118"/>
                    <a:pt x="35052" y="183166"/>
                    <a:pt x="41148" y="184690"/>
                  </a:cubicBezTo>
                  <a:cubicBezTo>
                    <a:pt x="47244" y="186214"/>
                    <a:pt x="54959" y="187738"/>
                    <a:pt x="62579" y="187738"/>
                  </a:cubicBezTo>
                  <a:cubicBezTo>
                    <a:pt x="68675" y="187738"/>
                    <a:pt x="74771" y="187738"/>
                    <a:pt x="79343" y="186214"/>
                  </a:cubicBezTo>
                  <a:cubicBezTo>
                    <a:pt x="85439" y="184690"/>
                    <a:pt x="88487" y="183166"/>
                    <a:pt x="93059" y="180118"/>
                  </a:cubicBezTo>
                  <a:cubicBezTo>
                    <a:pt x="96107" y="177070"/>
                    <a:pt x="99155" y="174022"/>
                    <a:pt x="100679" y="170879"/>
                  </a:cubicBezTo>
                  <a:cubicBezTo>
                    <a:pt x="103727" y="166307"/>
                    <a:pt x="103727" y="161735"/>
                    <a:pt x="103727" y="155639"/>
                  </a:cubicBezTo>
                  <a:cubicBezTo>
                    <a:pt x="103727" y="151067"/>
                    <a:pt x="102203" y="146495"/>
                    <a:pt x="99155" y="141923"/>
                  </a:cubicBezTo>
                  <a:cubicBezTo>
                    <a:pt x="97631" y="138875"/>
                    <a:pt x="93059" y="134303"/>
                    <a:pt x="88487" y="132779"/>
                  </a:cubicBezTo>
                  <a:cubicBezTo>
                    <a:pt x="83915" y="129731"/>
                    <a:pt x="79343" y="126683"/>
                    <a:pt x="73247" y="123635"/>
                  </a:cubicBezTo>
                  <a:cubicBezTo>
                    <a:pt x="67151" y="122111"/>
                    <a:pt x="61055" y="119063"/>
                    <a:pt x="54959" y="117539"/>
                  </a:cubicBezTo>
                  <a:cubicBezTo>
                    <a:pt x="48768" y="114491"/>
                    <a:pt x="42672" y="111443"/>
                    <a:pt x="36576" y="108395"/>
                  </a:cubicBezTo>
                  <a:cubicBezTo>
                    <a:pt x="30480" y="105347"/>
                    <a:pt x="25908" y="102203"/>
                    <a:pt x="21336" y="97631"/>
                  </a:cubicBezTo>
                  <a:cubicBezTo>
                    <a:pt x="16764" y="93059"/>
                    <a:pt x="12192" y="86963"/>
                    <a:pt x="9144" y="80867"/>
                  </a:cubicBezTo>
                  <a:cubicBezTo>
                    <a:pt x="6096" y="74771"/>
                    <a:pt x="4572" y="67152"/>
                    <a:pt x="4572" y="58008"/>
                  </a:cubicBezTo>
                  <a:cubicBezTo>
                    <a:pt x="4572" y="50387"/>
                    <a:pt x="6096" y="42767"/>
                    <a:pt x="9144" y="36671"/>
                  </a:cubicBezTo>
                  <a:cubicBezTo>
                    <a:pt x="12192" y="28956"/>
                    <a:pt x="16764" y="22860"/>
                    <a:pt x="22860" y="18288"/>
                  </a:cubicBezTo>
                  <a:cubicBezTo>
                    <a:pt x="28956" y="12192"/>
                    <a:pt x="36576" y="7620"/>
                    <a:pt x="45720" y="4572"/>
                  </a:cubicBezTo>
                  <a:cubicBezTo>
                    <a:pt x="54959" y="1524"/>
                    <a:pt x="65627" y="0"/>
                    <a:pt x="76295" y="0"/>
                  </a:cubicBezTo>
                  <a:cubicBezTo>
                    <a:pt x="82391" y="0"/>
                    <a:pt x="86963" y="0"/>
                    <a:pt x="93059" y="1524"/>
                  </a:cubicBezTo>
                  <a:cubicBezTo>
                    <a:pt x="97631" y="3048"/>
                    <a:pt x="102203" y="3048"/>
                    <a:pt x="106775" y="4572"/>
                  </a:cubicBezTo>
                  <a:cubicBezTo>
                    <a:pt x="111347" y="6096"/>
                    <a:pt x="114395" y="7620"/>
                    <a:pt x="117443" y="9144"/>
                  </a:cubicBezTo>
                  <a:cubicBezTo>
                    <a:pt x="120491" y="10668"/>
                    <a:pt x="123539" y="12192"/>
                    <a:pt x="125063" y="13716"/>
                  </a:cubicBezTo>
                  <a:cubicBezTo>
                    <a:pt x="126587" y="13716"/>
                    <a:pt x="126587" y="15240"/>
                    <a:pt x="128111" y="16764"/>
                  </a:cubicBezTo>
                  <a:cubicBezTo>
                    <a:pt x="128111" y="16764"/>
                    <a:pt x="128111" y="18288"/>
                    <a:pt x="128111" y="18288"/>
                  </a:cubicBezTo>
                  <a:cubicBezTo>
                    <a:pt x="129635" y="19812"/>
                    <a:pt x="129635" y="21336"/>
                    <a:pt x="129635" y="22860"/>
                  </a:cubicBezTo>
                  <a:cubicBezTo>
                    <a:pt x="129635" y="24384"/>
                    <a:pt x="129635" y="25908"/>
                    <a:pt x="129635" y="28956"/>
                  </a:cubicBezTo>
                  <a:cubicBezTo>
                    <a:pt x="129635" y="32004"/>
                    <a:pt x="129635" y="33528"/>
                    <a:pt x="129635" y="35147"/>
                  </a:cubicBezTo>
                  <a:cubicBezTo>
                    <a:pt x="129635" y="36671"/>
                    <a:pt x="128111" y="38195"/>
                    <a:pt x="128111" y="39719"/>
                  </a:cubicBezTo>
                  <a:cubicBezTo>
                    <a:pt x="128111" y="41243"/>
                    <a:pt x="126587" y="41243"/>
                    <a:pt x="126587" y="42767"/>
                  </a:cubicBezTo>
                  <a:cubicBezTo>
                    <a:pt x="125063" y="42767"/>
                    <a:pt x="125063" y="42767"/>
                    <a:pt x="123539" y="42767"/>
                  </a:cubicBezTo>
                  <a:cubicBezTo>
                    <a:pt x="122015" y="42767"/>
                    <a:pt x="120491" y="42767"/>
                    <a:pt x="118967" y="41243"/>
                  </a:cubicBezTo>
                  <a:cubicBezTo>
                    <a:pt x="115919" y="39719"/>
                    <a:pt x="112871" y="38195"/>
                    <a:pt x="108299" y="35147"/>
                  </a:cubicBezTo>
                  <a:cubicBezTo>
                    <a:pt x="105251" y="33528"/>
                    <a:pt x="100679" y="32004"/>
                    <a:pt x="94583" y="30480"/>
                  </a:cubicBezTo>
                  <a:cubicBezTo>
                    <a:pt x="90011" y="28956"/>
                    <a:pt x="83915" y="27432"/>
                    <a:pt x="76295" y="27432"/>
                  </a:cubicBezTo>
                  <a:cubicBezTo>
                    <a:pt x="70199" y="27432"/>
                    <a:pt x="65627" y="28956"/>
                    <a:pt x="61055" y="30480"/>
                  </a:cubicBezTo>
                  <a:cubicBezTo>
                    <a:pt x="56483" y="32004"/>
                    <a:pt x="51911" y="33528"/>
                    <a:pt x="48768" y="36671"/>
                  </a:cubicBezTo>
                  <a:cubicBezTo>
                    <a:pt x="45720" y="38195"/>
                    <a:pt x="44196" y="41243"/>
                    <a:pt x="42672" y="45815"/>
                  </a:cubicBezTo>
                  <a:cubicBezTo>
                    <a:pt x="41148" y="48863"/>
                    <a:pt x="39624" y="51911"/>
                    <a:pt x="39624" y="56483"/>
                  </a:cubicBezTo>
                  <a:cubicBezTo>
                    <a:pt x="39624" y="62580"/>
                    <a:pt x="41148" y="67152"/>
                    <a:pt x="44196" y="70199"/>
                  </a:cubicBezTo>
                  <a:cubicBezTo>
                    <a:pt x="47244" y="74771"/>
                    <a:pt x="50387" y="77819"/>
                    <a:pt x="54959" y="80867"/>
                  </a:cubicBezTo>
                  <a:cubicBezTo>
                    <a:pt x="59531" y="83915"/>
                    <a:pt x="65627" y="86963"/>
                    <a:pt x="71723" y="88487"/>
                  </a:cubicBezTo>
                  <a:cubicBezTo>
                    <a:pt x="77819" y="91536"/>
                    <a:pt x="83915" y="93059"/>
                    <a:pt x="90011" y="96108"/>
                  </a:cubicBezTo>
                  <a:cubicBezTo>
                    <a:pt x="96107" y="99155"/>
                    <a:pt x="102203" y="100680"/>
                    <a:pt x="108299" y="103823"/>
                  </a:cubicBezTo>
                  <a:cubicBezTo>
                    <a:pt x="114395" y="106871"/>
                    <a:pt x="118967" y="111443"/>
                    <a:pt x="123539" y="116015"/>
                  </a:cubicBezTo>
                  <a:cubicBezTo>
                    <a:pt x="128111" y="120587"/>
                    <a:pt x="132683" y="125159"/>
                    <a:pt x="135731" y="131255"/>
                  </a:cubicBezTo>
                  <a:cubicBezTo>
                    <a:pt x="138874" y="137351"/>
                    <a:pt x="140398" y="144971"/>
                    <a:pt x="140398" y="15259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46" name="Path346"/>
            <p:cNvSpPr/>
            <p:nvPr/>
          </p:nvSpPr>
          <p:spPr>
            <a:xfrm>
              <a:off x="4253484" y="2086166"/>
              <a:ext cx="129731" cy="265557"/>
            </a:xfrm>
            <a:custGeom>
              <a:avLst/>
              <a:gdLst/>
              <a:ahLst/>
              <a:cxnLst/>
              <a:rect l="l" t="t" r="r" b="b"/>
              <a:pathLst>
                <a:path w="129731" h="265557">
                  <a:moveTo>
                    <a:pt x="129730" y="241173"/>
                  </a:moveTo>
                  <a:cubicBezTo>
                    <a:pt x="129730" y="245745"/>
                    <a:pt x="129730" y="248793"/>
                    <a:pt x="128207" y="251841"/>
                  </a:cubicBezTo>
                  <a:cubicBezTo>
                    <a:pt x="128207" y="253365"/>
                    <a:pt x="126683" y="256413"/>
                    <a:pt x="125159" y="256413"/>
                  </a:cubicBezTo>
                  <a:cubicBezTo>
                    <a:pt x="125159" y="257937"/>
                    <a:pt x="123634" y="259461"/>
                    <a:pt x="120586" y="259461"/>
                  </a:cubicBezTo>
                  <a:cubicBezTo>
                    <a:pt x="119063" y="260985"/>
                    <a:pt x="116015" y="262509"/>
                    <a:pt x="112966" y="262509"/>
                  </a:cubicBezTo>
                  <a:cubicBezTo>
                    <a:pt x="109918" y="264033"/>
                    <a:pt x="106871" y="264033"/>
                    <a:pt x="103822" y="264033"/>
                  </a:cubicBezTo>
                  <a:cubicBezTo>
                    <a:pt x="99155" y="264033"/>
                    <a:pt x="96107" y="265557"/>
                    <a:pt x="93059" y="265557"/>
                  </a:cubicBezTo>
                  <a:cubicBezTo>
                    <a:pt x="82391" y="265557"/>
                    <a:pt x="74771" y="264033"/>
                    <a:pt x="67151" y="260985"/>
                  </a:cubicBezTo>
                  <a:cubicBezTo>
                    <a:pt x="59531" y="257937"/>
                    <a:pt x="53435" y="254889"/>
                    <a:pt x="48863" y="248793"/>
                  </a:cubicBezTo>
                  <a:cubicBezTo>
                    <a:pt x="44291" y="242697"/>
                    <a:pt x="41243" y="236601"/>
                    <a:pt x="38195" y="227457"/>
                  </a:cubicBezTo>
                  <a:cubicBezTo>
                    <a:pt x="36671" y="219742"/>
                    <a:pt x="35147" y="209074"/>
                    <a:pt x="35147" y="198406"/>
                  </a:cubicBezTo>
                  <a:lnTo>
                    <a:pt x="35147" y="82391"/>
                  </a:lnTo>
                  <a:lnTo>
                    <a:pt x="7620" y="82391"/>
                  </a:lnTo>
                  <a:cubicBezTo>
                    <a:pt x="6096" y="82391"/>
                    <a:pt x="4572" y="82391"/>
                    <a:pt x="3048" y="79343"/>
                  </a:cubicBezTo>
                  <a:cubicBezTo>
                    <a:pt x="1524" y="77819"/>
                    <a:pt x="0" y="73247"/>
                    <a:pt x="0" y="68675"/>
                  </a:cubicBezTo>
                  <a:cubicBezTo>
                    <a:pt x="0" y="65627"/>
                    <a:pt x="1524" y="62579"/>
                    <a:pt x="1524" y="61055"/>
                  </a:cubicBezTo>
                  <a:cubicBezTo>
                    <a:pt x="1524" y="59531"/>
                    <a:pt x="1524" y="58007"/>
                    <a:pt x="3048" y="56483"/>
                  </a:cubicBezTo>
                  <a:cubicBezTo>
                    <a:pt x="3048" y="54959"/>
                    <a:pt x="4572" y="54959"/>
                    <a:pt x="4572" y="53435"/>
                  </a:cubicBezTo>
                  <a:cubicBezTo>
                    <a:pt x="6096" y="53435"/>
                    <a:pt x="7620" y="53435"/>
                    <a:pt x="7620" y="53435"/>
                  </a:cubicBezTo>
                  <a:lnTo>
                    <a:pt x="35147" y="53435"/>
                  </a:lnTo>
                  <a:lnTo>
                    <a:pt x="35147" y="6096"/>
                  </a:lnTo>
                  <a:cubicBezTo>
                    <a:pt x="35147" y="4572"/>
                    <a:pt x="35147" y="4572"/>
                    <a:pt x="36671" y="3048"/>
                  </a:cubicBezTo>
                  <a:cubicBezTo>
                    <a:pt x="36671" y="3048"/>
                    <a:pt x="38195" y="1524"/>
                    <a:pt x="39719" y="1524"/>
                  </a:cubicBezTo>
                  <a:cubicBezTo>
                    <a:pt x="39719" y="0"/>
                    <a:pt x="42767" y="0"/>
                    <a:pt x="44291" y="0"/>
                  </a:cubicBezTo>
                  <a:cubicBezTo>
                    <a:pt x="47339" y="0"/>
                    <a:pt x="50387" y="0"/>
                    <a:pt x="53435" y="0"/>
                  </a:cubicBezTo>
                  <a:cubicBezTo>
                    <a:pt x="56483" y="0"/>
                    <a:pt x="59531" y="0"/>
                    <a:pt x="62579" y="0"/>
                  </a:cubicBezTo>
                  <a:cubicBezTo>
                    <a:pt x="64103" y="0"/>
                    <a:pt x="67151" y="0"/>
                    <a:pt x="67151" y="1524"/>
                  </a:cubicBezTo>
                  <a:cubicBezTo>
                    <a:pt x="68675" y="1524"/>
                    <a:pt x="70199" y="3048"/>
                    <a:pt x="70199" y="3048"/>
                  </a:cubicBezTo>
                  <a:cubicBezTo>
                    <a:pt x="71723" y="4572"/>
                    <a:pt x="71723" y="4572"/>
                    <a:pt x="71723" y="6096"/>
                  </a:cubicBezTo>
                  <a:lnTo>
                    <a:pt x="71723" y="53435"/>
                  </a:lnTo>
                  <a:lnTo>
                    <a:pt x="122110" y="53435"/>
                  </a:lnTo>
                  <a:cubicBezTo>
                    <a:pt x="123634" y="53435"/>
                    <a:pt x="123634" y="53435"/>
                    <a:pt x="125159" y="53435"/>
                  </a:cubicBezTo>
                  <a:cubicBezTo>
                    <a:pt x="126683" y="54959"/>
                    <a:pt x="126683" y="54959"/>
                    <a:pt x="128207" y="56483"/>
                  </a:cubicBezTo>
                  <a:cubicBezTo>
                    <a:pt x="128207" y="58007"/>
                    <a:pt x="128207" y="59531"/>
                    <a:pt x="128207" y="61055"/>
                  </a:cubicBezTo>
                  <a:cubicBezTo>
                    <a:pt x="129730" y="62579"/>
                    <a:pt x="129730" y="65627"/>
                    <a:pt x="129730" y="68675"/>
                  </a:cubicBezTo>
                  <a:cubicBezTo>
                    <a:pt x="129730" y="73247"/>
                    <a:pt x="128207" y="77819"/>
                    <a:pt x="126683" y="79343"/>
                  </a:cubicBezTo>
                  <a:cubicBezTo>
                    <a:pt x="126683" y="82391"/>
                    <a:pt x="123634" y="82391"/>
                    <a:pt x="122110" y="82391"/>
                  </a:cubicBezTo>
                  <a:lnTo>
                    <a:pt x="71723" y="82391"/>
                  </a:lnTo>
                  <a:lnTo>
                    <a:pt x="71723" y="192310"/>
                  </a:lnTo>
                  <a:cubicBezTo>
                    <a:pt x="71723" y="206026"/>
                    <a:pt x="73247" y="216694"/>
                    <a:pt x="77819" y="224409"/>
                  </a:cubicBezTo>
                  <a:cubicBezTo>
                    <a:pt x="80867" y="230505"/>
                    <a:pt x="88487" y="233553"/>
                    <a:pt x="99155" y="233553"/>
                  </a:cubicBezTo>
                  <a:cubicBezTo>
                    <a:pt x="102298" y="233553"/>
                    <a:pt x="105346" y="233553"/>
                    <a:pt x="108395" y="233553"/>
                  </a:cubicBezTo>
                  <a:cubicBezTo>
                    <a:pt x="111442" y="232029"/>
                    <a:pt x="112966" y="232029"/>
                    <a:pt x="114490" y="230505"/>
                  </a:cubicBezTo>
                  <a:cubicBezTo>
                    <a:pt x="117539" y="230505"/>
                    <a:pt x="119063" y="228981"/>
                    <a:pt x="120586" y="228981"/>
                  </a:cubicBezTo>
                  <a:cubicBezTo>
                    <a:pt x="122110" y="228981"/>
                    <a:pt x="123634" y="227457"/>
                    <a:pt x="123634" y="227457"/>
                  </a:cubicBezTo>
                  <a:cubicBezTo>
                    <a:pt x="125159" y="227457"/>
                    <a:pt x="125159" y="227457"/>
                    <a:pt x="126683" y="228981"/>
                  </a:cubicBezTo>
                  <a:cubicBezTo>
                    <a:pt x="126683" y="228981"/>
                    <a:pt x="128207" y="228981"/>
                    <a:pt x="128207" y="230505"/>
                  </a:cubicBezTo>
                  <a:cubicBezTo>
                    <a:pt x="128207" y="232029"/>
                    <a:pt x="128207" y="233553"/>
                    <a:pt x="128207" y="235077"/>
                  </a:cubicBezTo>
                  <a:cubicBezTo>
                    <a:pt x="129730" y="236601"/>
                    <a:pt x="129730" y="238125"/>
                    <a:pt x="129730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pic>
        <p:nvPicPr>
          <p:cNvPr id="347" name="Image3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041" y="2041969"/>
            <a:ext cx="1899475" cy="386049"/>
          </a:xfrm>
          <a:prstGeom prst="rect">
            <a:avLst/>
          </a:prstGeom>
          <a:noFill/>
        </p:spPr>
      </p:pic>
      <p:grpSp>
        <p:nvGrpSpPr>
          <p:cNvPr id="348" name="Group348"/>
          <p:cNvGrpSpPr/>
          <p:nvPr/>
        </p:nvGrpSpPr>
        <p:grpSpPr>
          <a:xfrm>
            <a:off x="6592443" y="2041970"/>
            <a:ext cx="1539335" cy="309753"/>
            <a:chOff x="6592443" y="2041970"/>
            <a:chExt cx="1539335" cy="309753"/>
          </a:xfrm>
        </p:grpSpPr>
        <p:sp>
          <p:nvSpPr>
            <p:cNvPr id="349" name="Path349"/>
            <p:cNvSpPr/>
            <p:nvPr/>
          </p:nvSpPr>
          <p:spPr>
            <a:xfrm>
              <a:off x="6592443" y="2041970"/>
              <a:ext cx="181546" cy="309752"/>
            </a:xfrm>
            <a:custGeom>
              <a:avLst/>
              <a:gdLst/>
              <a:ahLst/>
              <a:cxnLst/>
              <a:rect l="l" t="t" r="r" b="b"/>
              <a:pathLst>
                <a:path w="181546" h="309752">
                  <a:moveTo>
                    <a:pt x="181546" y="198406"/>
                  </a:moveTo>
                  <a:cubicBezTo>
                    <a:pt x="181546" y="216694"/>
                    <a:pt x="180022" y="231934"/>
                    <a:pt x="176974" y="245650"/>
                  </a:cubicBezTo>
                  <a:cubicBezTo>
                    <a:pt x="172403" y="257842"/>
                    <a:pt x="166211" y="270129"/>
                    <a:pt x="160115" y="279273"/>
                  </a:cubicBezTo>
                  <a:cubicBezTo>
                    <a:pt x="152495" y="289941"/>
                    <a:pt x="143351" y="297561"/>
                    <a:pt x="132683" y="302133"/>
                  </a:cubicBezTo>
                  <a:cubicBezTo>
                    <a:pt x="122015" y="306705"/>
                    <a:pt x="111347" y="309753"/>
                    <a:pt x="97631" y="309753"/>
                  </a:cubicBezTo>
                  <a:cubicBezTo>
                    <a:pt x="91535" y="309753"/>
                    <a:pt x="85439" y="309753"/>
                    <a:pt x="79248" y="308229"/>
                  </a:cubicBezTo>
                  <a:cubicBezTo>
                    <a:pt x="74676" y="306705"/>
                    <a:pt x="68580" y="305181"/>
                    <a:pt x="64008" y="302133"/>
                  </a:cubicBezTo>
                  <a:cubicBezTo>
                    <a:pt x="59436" y="299085"/>
                    <a:pt x="53340" y="296037"/>
                    <a:pt x="48768" y="291465"/>
                  </a:cubicBezTo>
                  <a:cubicBezTo>
                    <a:pt x="44196" y="286893"/>
                    <a:pt x="38100" y="282321"/>
                    <a:pt x="32003" y="276225"/>
                  </a:cubicBezTo>
                  <a:lnTo>
                    <a:pt x="32003" y="300609"/>
                  </a:lnTo>
                  <a:cubicBezTo>
                    <a:pt x="32003" y="300609"/>
                    <a:pt x="32003" y="302133"/>
                    <a:pt x="32003" y="303657"/>
                  </a:cubicBezTo>
                  <a:cubicBezTo>
                    <a:pt x="30480" y="303657"/>
                    <a:pt x="30480" y="305181"/>
                    <a:pt x="28956" y="305181"/>
                  </a:cubicBezTo>
                  <a:cubicBezTo>
                    <a:pt x="27432" y="305181"/>
                    <a:pt x="25908" y="306705"/>
                    <a:pt x="24384" y="306705"/>
                  </a:cubicBezTo>
                  <a:cubicBezTo>
                    <a:pt x="21336" y="306705"/>
                    <a:pt x="19812" y="306705"/>
                    <a:pt x="16764" y="306705"/>
                  </a:cubicBezTo>
                  <a:cubicBezTo>
                    <a:pt x="13715" y="306705"/>
                    <a:pt x="10668" y="306705"/>
                    <a:pt x="9144" y="306705"/>
                  </a:cubicBezTo>
                  <a:cubicBezTo>
                    <a:pt x="7620" y="306705"/>
                    <a:pt x="4572" y="305181"/>
                    <a:pt x="4572" y="305181"/>
                  </a:cubicBezTo>
                  <a:cubicBezTo>
                    <a:pt x="3048" y="305181"/>
                    <a:pt x="1524" y="303657"/>
                    <a:pt x="1524" y="303657"/>
                  </a:cubicBezTo>
                  <a:cubicBezTo>
                    <a:pt x="1524" y="302133"/>
                    <a:pt x="0" y="300609"/>
                    <a:pt x="0" y="300609"/>
                  </a:cubicBezTo>
                  <a:lnTo>
                    <a:pt x="0" y="7620"/>
                  </a:lnTo>
                  <a:cubicBezTo>
                    <a:pt x="0" y="6096"/>
                    <a:pt x="1524" y="6096"/>
                    <a:pt x="1524" y="4572"/>
                  </a:cubicBezTo>
                  <a:cubicBezTo>
                    <a:pt x="1524" y="3048"/>
                    <a:pt x="3048" y="3048"/>
                    <a:pt x="4572" y="3048"/>
                  </a:cubicBezTo>
                  <a:cubicBezTo>
                    <a:pt x="6096" y="1524"/>
                    <a:pt x="7620" y="1524"/>
                    <a:pt x="9144" y="1524"/>
                  </a:cubicBezTo>
                  <a:cubicBezTo>
                    <a:pt x="12192" y="1524"/>
                    <a:pt x="15240" y="0"/>
                    <a:pt x="18288" y="0"/>
                  </a:cubicBezTo>
                  <a:cubicBezTo>
                    <a:pt x="22860" y="0"/>
                    <a:pt x="24384" y="0"/>
                    <a:pt x="27432" y="1524"/>
                  </a:cubicBezTo>
                  <a:cubicBezTo>
                    <a:pt x="30480" y="1524"/>
                    <a:pt x="32003" y="1524"/>
                    <a:pt x="33527" y="3048"/>
                  </a:cubicBezTo>
                  <a:cubicBezTo>
                    <a:pt x="35052" y="3048"/>
                    <a:pt x="35052" y="3048"/>
                    <a:pt x="36576" y="4572"/>
                  </a:cubicBezTo>
                  <a:cubicBezTo>
                    <a:pt x="36576" y="6096"/>
                    <a:pt x="36576" y="6096"/>
                    <a:pt x="36576" y="7620"/>
                  </a:cubicBezTo>
                  <a:lnTo>
                    <a:pt x="36576" y="125063"/>
                  </a:lnTo>
                  <a:cubicBezTo>
                    <a:pt x="42672" y="118967"/>
                    <a:pt x="48768" y="114395"/>
                    <a:pt x="53340" y="109823"/>
                  </a:cubicBezTo>
                  <a:cubicBezTo>
                    <a:pt x="59436" y="106775"/>
                    <a:pt x="64008" y="103727"/>
                    <a:pt x="70103" y="100679"/>
                  </a:cubicBezTo>
                  <a:cubicBezTo>
                    <a:pt x="74676" y="97631"/>
                    <a:pt x="80772" y="96107"/>
                    <a:pt x="85439" y="94583"/>
                  </a:cubicBezTo>
                  <a:cubicBezTo>
                    <a:pt x="91535" y="94583"/>
                    <a:pt x="96107" y="93059"/>
                    <a:pt x="102203" y="93059"/>
                  </a:cubicBezTo>
                  <a:cubicBezTo>
                    <a:pt x="115919" y="93059"/>
                    <a:pt x="128111" y="96107"/>
                    <a:pt x="138779" y="102203"/>
                  </a:cubicBezTo>
                  <a:cubicBezTo>
                    <a:pt x="149447" y="106775"/>
                    <a:pt x="157067" y="114395"/>
                    <a:pt x="163163" y="125063"/>
                  </a:cubicBezTo>
                  <a:cubicBezTo>
                    <a:pt x="169354" y="134302"/>
                    <a:pt x="173927" y="144970"/>
                    <a:pt x="176974" y="158686"/>
                  </a:cubicBezTo>
                  <a:cubicBezTo>
                    <a:pt x="180022" y="170879"/>
                    <a:pt x="181546" y="184595"/>
                    <a:pt x="181546" y="198406"/>
                  </a:cubicBezTo>
                  <a:close/>
                  <a:moveTo>
                    <a:pt x="143351" y="202978"/>
                  </a:moveTo>
                  <a:cubicBezTo>
                    <a:pt x="143351" y="192214"/>
                    <a:pt x="143351" y="183070"/>
                    <a:pt x="141827" y="173926"/>
                  </a:cubicBezTo>
                  <a:cubicBezTo>
                    <a:pt x="140303" y="164782"/>
                    <a:pt x="137255" y="155639"/>
                    <a:pt x="132683" y="148018"/>
                  </a:cubicBezTo>
                  <a:cubicBezTo>
                    <a:pt x="129635" y="141923"/>
                    <a:pt x="125063" y="135826"/>
                    <a:pt x="118967" y="131254"/>
                  </a:cubicBezTo>
                  <a:cubicBezTo>
                    <a:pt x="111347" y="126587"/>
                    <a:pt x="103727" y="123539"/>
                    <a:pt x="94583" y="123539"/>
                  </a:cubicBezTo>
                  <a:cubicBezTo>
                    <a:pt x="90011" y="123539"/>
                    <a:pt x="85439" y="125063"/>
                    <a:pt x="80772" y="126587"/>
                  </a:cubicBezTo>
                  <a:cubicBezTo>
                    <a:pt x="76200" y="128207"/>
                    <a:pt x="71627" y="129730"/>
                    <a:pt x="67056" y="132779"/>
                  </a:cubicBezTo>
                  <a:cubicBezTo>
                    <a:pt x="62484" y="135826"/>
                    <a:pt x="57912" y="140398"/>
                    <a:pt x="53340" y="144970"/>
                  </a:cubicBezTo>
                  <a:cubicBezTo>
                    <a:pt x="47244" y="149542"/>
                    <a:pt x="42672" y="155639"/>
                    <a:pt x="36576" y="163258"/>
                  </a:cubicBezTo>
                  <a:lnTo>
                    <a:pt x="36576" y="241078"/>
                  </a:lnTo>
                  <a:cubicBezTo>
                    <a:pt x="47244" y="253270"/>
                    <a:pt x="56388" y="262414"/>
                    <a:pt x="65532" y="268605"/>
                  </a:cubicBezTo>
                  <a:cubicBezTo>
                    <a:pt x="74676" y="274701"/>
                    <a:pt x="83915" y="279273"/>
                    <a:pt x="93059" y="279273"/>
                  </a:cubicBezTo>
                  <a:cubicBezTo>
                    <a:pt x="102203" y="279273"/>
                    <a:pt x="109823" y="276225"/>
                    <a:pt x="115919" y="271653"/>
                  </a:cubicBezTo>
                  <a:cubicBezTo>
                    <a:pt x="123539" y="267081"/>
                    <a:pt x="128111" y="262414"/>
                    <a:pt x="132683" y="254794"/>
                  </a:cubicBezTo>
                  <a:cubicBezTo>
                    <a:pt x="135731" y="247174"/>
                    <a:pt x="138779" y="239554"/>
                    <a:pt x="140303" y="230410"/>
                  </a:cubicBezTo>
                  <a:cubicBezTo>
                    <a:pt x="143351" y="221266"/>
                    <a:pt x="143351" y="212122"/>
                    <a:pt x="143351" y="202978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50" name="Path350"/>
            <p:cNvSpPr/>
            <p:nvPr/>
          </p:nvSpPr>
          <p:spPr>
            <a:xfrm>
              <a:off x="6815137" y="2135029"/>
              <a:ext cx="181546" cy="216694"/>
            </a:xfrm>
            <a:custGeom>
              <a:avLst/>
              <a:gdLst/>
              <a:ahLst/>
              <a:cxnLst/>
              <a:rect l="l" t="t" r="r" b="b"/>
              <a:pathLst>
                <a:path w="181546" h="216694">
                  <a:moveTo>
                    <a:pt x="181546" y="99155"/>
                  </a:moveTo>
                  <a:cubicBezTo>
                    <a:pt x="181546" y="105346"/>
                    <a:pt x="180022" y="109918"/>
                    <a:pt x="176974" y="111442"/>
                  </a:cubicBezTo>
                  <a:cubicBezTo>
                    <a:pt x="173927" y="114490"/>
                    <a:pt x="170878" y="116014"/>
                    <a:pt x="167830" y="116014"/>
                  </a:cubicBezTo>
                  <a:lnTo>
                    <a:pt x="38195" y="116014"/>
                  </a:lnTo>
                  <a:cubicBezTo>
                    <a:pt x="38195" y="126682"/>
                    <a:pt x="39719" y="135826"/>
                    <a:pt x="41243" y="144970"/>
                  </a:cubicBezTo>
                  <a:cubicBezTo>
                    <a:pt x="44291" y="154114"/>
                    <a:pt x="47339" y="161735"/>
                    <a:pt x="51911" y="167830"/>
                  </a:cubicBezTo>
                  <a:cubicBezTo>
                    <a:pt x="58007" y="174022"/>
                    <a:pt x="64103" y="178594"/>
                    <a:pt x="71723" y="181642"/>
                  </a:cubicBezTo>
                  <a:cubicBezTo>
                    <a:pt x="80867" y="186214"/>
                    <a:pt x="90011" y="187738"/>
                    <a:pt x="102203" y="187738"/>
                  </a:cubicBezTo>
                  <a:cubicBezTo>
                    <a:pt x="111347" y="187738"/>
                    <a:pt x="120491" y="186214"/>
                    <a:pt x="126682" y="184690"/>
                  </a:cubicBezTo>
                  <a:cubicBezTo>
                    <a:pt x="134303" y="183166"/>
                    <a:pt x="140398" y="181642"/>
                    <a:pt x="146494" y="180118"/>
                  </a:cubicBezTo>
                  <a:cubicBezTo>
                    <a:pt x="151066" y="178594"/>
                    <a:pt x="155639" y="175546"/>
                    <a:pt x="158686" y="174022"/>
                  </a:cubicBezTo>
                  <a:cubicBezTo>
                    <a:pt x="163258" y="172498"/>
                    <a:pt x="164782" y="172498"/>
                    <a:pt x="166306" y="172498"/>
                  </a:cubicBezTo>
                  <a:cubicBezTo>
                    <a:pt x="167830" y="172498"/>
                    <a:pt x="169354" y="172498"/>
                    <a:pt x="169354" y="172498"/>
                  </a:cubicBezTo>
                  <a:cubicBezTo>
                    <a:pt x="170878" y="174022"/>
                    <a:pt x="170878" y="174022"/>
                    <a:pt x="170878" y="175546"/>
                  </a:cubicBezTo>
                  <a:cubicBezTo>
                    <a:pt x="172403" y="177070"/>
                    <a:pt x="172403" y="178594"/>
                    <a:pt x="172403" y="180118"/>
                  </a:cubicBezTo>
                  <a:cubicBezTo>
                    <a:pt x="172403" y="181642"/>
                    <a:pt x="172403" y="183166"/>
                    <a:pt x="172403" y="186214"/>
                  </a:cubicBezTo>
                  <a:cubicBezTo>
                    <a:pt x="172403" y="187738"/>
                    <a:pt x="172403" y="189262"/>
                    <a:pt x="172403" y="190786"/>
                  </a:cubicBezTo>
                  <a:cubicBezTo>
                    <a:pt x="172403" y="192310"/>
                    <a:pt x="172403" y="193834"/>
                    <a:pt x="172403" y="195358"/>
                  </a:cubicBezTo>
                  <a:cubicBezTo>
                    <a:pt x="172403" y="195358"/>
                    <a:pt x="170878" y="196882"/>
                    <a:pt x="170878" y="198406"/>
                  </a:cubicBezTo>
                  <a:cubicBezTo>
                    <a:pt x="170878" y="198406"/>
                    <a:pt x="169354" y="199930"/>
                    <a:pt x="169354" y="199930"/>
                  </a:cubicBezTo>
                  <a:cubicBezTo>
                    <a:pt x="167830" y="201454"/>
                    <a:pt x="166306" y="202978"/>
                    <a:pt x="161734" y="204502"/>
                  </a:cubicBezTo>
                  <a:cubicBezTo>
                    <a:pt x="158686" y="206026"/>
                    <a:pt x="152590" y="207550"/>
                    <a:pt x="146494" y="209074"/>
                  </a:cubicBezTo>
                  <a:cubicBezTo>
                    <a:pt x="140398" y="212122"/>
                    <a:pt x="132778" y="213646"/>
                    <a:pt x="125158" y="215170"/>
                  </a:cubicBezTo>
                  <a:cubicBezTo>
                    <a:pt x="115919" y="215170"/>
                    <a:pt x="108299" y="216694"/>
                    <a:pt x="99155" y="216694"/>
                  </a:cubicBezTo>
                  <a:cubicBezTo>
                    <a:pt x="82391" y="216694"/>
                    <a:pt x="68675" y="213646"/>
                    <a:pt x="56483" y="209074"/>
                  </a:cubicBezTo>
                  <a:cubicBezTo>
                    <a:pt x="44291" y="206026"/>
                    <a:pt x="33623" y="198406"/>
                    <a:pt x="24384" y="189262"/>
                  </a:cubicBezTo>
                  <a:cubicBezTo>
                    <a:pt x="16764" y="180118"/>
                    <a:pt x="10668" y="169354"/>
                    <a:pt x="6096" y="155638"/>
                  </a:cubicBezTo>
                  <a:cubicBezTo>
                    <a:pt x="1524" y="143446"/>
                    <a:pt x="0" y="126682"/>
                    <a:pt x="0" y="109918"/>
                  </a:cubicBezTo>
                  <a:cubicBezTo>
                    <a:pt x="0" y="93059"/>
                    <a:pt x="1524" y="77819"/>
                    <a:pt x="6096" y="64103"/>
                  </a:cubicBezTo>
                  <a:cubicBezTo>
                    <a:pt x="10668" y="50387"/>
                    <a:pt x="16764" y="38195"/>
                    <a:pt x="25908" y="28956"/>
                  </a:cubicBezTo>
                  <a:cubicBezTo>
                    <a:pt x="33623" y="19812"/>
                    <a:pt x="44291" y="12192"/>
                    <a:pt x="54959" y="7620"/>
                  </a:cubicBezTo>
                  <a:cubicBezTo>
                    <a:pt x="67151" y="3048"/>
                    <a:pt x="79343" y="0"/>
                    <a:pt x="94583" y="0"/>
                  </a:cubicBezTo>
                  <a:cubicBezTo>
                    <a:pt x="109823" y="0"/>
                    <a:pt x="123634" y="3048"/>
                    <a:pt x="134303" y="7620"/>
                  </a:cubicBezTo>
                  <a:cubicBezTo>
                    <a:pt x="144970" y="12192"/>
                    <a:pt x="154115" y="19812"/>
                    <a:pt x="160210" y="27432"/>
                  </a:cubicBezTo>
                  <a:cubicBezTo>
                    <a:pt x="167830" y="36671"/>
                    <a:pt x="172403" y="45815"/>
                    <a:pt x="176974" y="56483"/>
                  </a:cubicBezTo>
                  <a:cubicBezTo>
                    <a:pt x="180022" y="68675"/>
                    <a:pt x="181546" y="80867"/>
                    <a:pt x="181546" y="93059"/>
                  </a:cubicBezTo>
                  <a:lnTo>
                    <a:pt x="181546" y="99155"/>
                  </a:lnTo>
                  <a:close/>
                  <a:moveTo>
                    <a:pt x="144970" y="88487"/>
                  </a:moveTo>
                  <a:cubicBezTo>
                    <a:pt x="144970" y="70199"/>
                    <a:pt x="141922" y="54959"/>
                    <a:pt x="132778" y="44291"/>
                  </a:cubicBezTo>
                  <a:cubicBezTo>
                    <a:pt x="123634" y="33528"/>
                    <a:pt x="109823" y="28956"/>
                    <a:pt x="93059" y="28956"/>
                  </a:cubicBezTo>
                  <a:cubicBezTo>
                    <a:pt x="83915" y="28956"/>
                    <a:pt x="76295" y="30480"/>
                    <a:pt x="70199" y="33528"/>
                  </a:cubicBezTo>
                  <a:cubicBezTo>
                    <a:pt x="62579" y="36671"/>
                    <a:pt x="58007" y="41243"/>
                    <a:pt x="53435" y="47339"/>
                  </a:cubicBezTo>
                  <a:cubicBezTo>
                    <a:pt x="48863" y="51911"/>
                    <a:pt x="44291" y="58007"/>
                    <a:pt x="42767" y="65627"/>
                  </a:cubicBezTo>
                  <a:cubicBezTo>
                    <a:pt x="39719" y="73247"/>
                    <a:pt x="38195" y="80867"/>
                    <a:pt x="38195" y="88487"/>
                  </a:cubicBezTo>
                  <a:lnTo>
                    <a:pt x="144970" y="884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51" name="Path351"/>
            <p:cNvSpPr/>
            <p:nvPr/>
          </p:nvSpPr>
          <p:spPr>
            <a:xfrm>
              <a:off x="7022593" y="2086166"/>
              <a:ext cx="129730" cy="265557"/>
            </a:xfrm>
            <a:custGeom>
              <a:avLst/>
              <a:gdLst/>
              <a:ahLst/>
              <a:cxnLst/>
              <a:rect l="l" t="t" r="r" b="b"/>
              <a:pathLst>
                <a:path w="129730" h="265557">
                  <a:moveTo>
                    <a:pt x="129731" y="241173"/>
                  </a:moveTo>
                  <a:cubicBezTo>
                    <a:pt x="129731" y="245745"/>
                    <a:pt x="129731" y="248793"/>
                    <a:pt x="128207" y="251841"/>
                  </a:cubicBezTo>
                  <a:cubicBezTo>
                    <a:pt x="128207" y="253365"/>
                    <a:pt x="126683" y="256413"/>
                    <a:pt x="126683" y="256413"/>
                  </a:cubicBezTo>
                  <a:cubicBezTo>
                    <a:pt x="125159" y="257937"/>
                    <a:pt x="123635" y="259461"/>
                    <a:pt x="120587" y="259461"/>
                  </a:cubicBezTo>
                  <a:cubicBezTo>
                    <a:pt x="119063" y="260985"/>
                    <a:pt x="116015" y="262509"/>
                    <a:pt x="112967" y="262509"/>
                  </a:cubicBezTo>
                  <a:cubicBezTo>
                    <a:pt x="109919" y="264033"/>
                    <a:pt x="106871" y="264033"/>
                    <a:pt x="103823" y="264033"/>
                  </a:cubicBezTo>
                  <a:cubicBezTo>
                    <a:pt x="99251" y="264033"/>
                    <a:pt x="96203" y="265557"/>
                    <a:pt x="93155" y="265557"/>
                  </a:cubicBezTo>
                  <a:cubicBezTo>
                    <a:pt x="82392" y="265557"/>
                    <a:pt x="74771" y="264033"/>
                    <a:pt x="67152" y="260985"/>
                  </a:cubicBezTo>
                  <a:cubicBezTo>
                    <a:pt x="59531" y="257937"/>
                    <a:pt x="53436" y="254889"/>
                    <a:pt x="48864" y="248793"/>
                  </a:cubicBezTo>
                  <a:cubicBezTo>
                    <a:pt x="44292" y="242697"/>
                    <a:pt x="41243" y="236601"/>
                    <a:pt x="38195" y="227457"/>
                  </a:cubicBezTo>
                  <a:cubicBezTo>
                    <a:pt x="36671" y="219742"/>
                    <a:pt x="35147" y="209074"/>
                    <a:pt x="35147" y="198406"/>
                  </a:cubicBezTo>
                  <a:lnTo>
                    <a:pt x="35147" y="82391"/>
                  </a:lnTo>
                  <a:lnTo>
                    <a:pt x="7716" y="82391"/>
                  </a:lnTo>
                  <a:cubicBezTo>
                    <a:pt x="6192" y="82391"/>
                    <a:pt x="4668" y="82391"/>
                    <a:pt x="3143" y="79343"/>
                  </a:cubicBezTo>
                  <a:cubicBezTo>
                    <a:pt x="1619" y="77819"/>
                    <a:pt x="0" y="73247"/>
                    <a:pt x="0" y="68675"/>
                  </a:cubicBezTo>
                  <a:cubicBezTo>
                    <a:pt x="0" y="65627"/>
                    <a:pt x="1619" y="62579"/>
                    <a:pt x="1619" y="61055"/>
                  </a:cubicBezTo>
                  <a:cubicBezTo>
                    <a:pt x="1619" y="59531"/>
                    <a:pt x="1619" y="58007"/>
                    <a:pt x="3143" y="56483"/>
                  </a:cubicBezTo>
                  <a:cubicBezTo>
                    <a:pt x="3143" y="54959"/>
                    <a:pt x="4668" y="54959"/>
                    <a:pt x="4668" y="53435"/>
                  </a:cubicBezTo>
                  <a:cubicBezTo>
                    <a:pt x="6192" y="53435"/>
                    <a:pt x="7716" y="53435"/>
                    <a:pt x="7716" y="53435"/>
                  </a:cubicBezTo>
                  <a:lnTo>
                    <a:pt x="35147" y="53435"/>
                  </a:lnTo>
                  <a:lnTo>
                    <a:pt x="35147" y="6096"/>
                  </a:lnTo>
                  <a:cubicBezTo>
                    <a:pt x="35147" y="4572"/>
                    <a:pt x="35147" y="4572"/>
                    <a:pt x="36671" y="3048"/>
                  </a:cubicBezTo>
                  <a:cubicBezTo>
                    <a:pt x="36671" y="3048"/>
                    <a:pt x="38195" y="1524"/>
                    <a:pt x="39719" y="1524"/>
                  </a:cubicBezTo>
                  <a:cubicBezTo>
                    <a:pt x="41243" y="0"/>
                    <a:pt x="42768" y="0"/>
                    <a:pt x="44292" y="0"/>
                  </a:cubicBezTo>
                  <a:cubicBezTo>
                    <a:pt x="47340" y="0"/>
                    <a:pt x="50388" y="0"/>
                    <a:pt x="53436" y="0"/>
                  </a:cubicBezTo>
                  <a:cubicBezTo>
                    <a:pt x="56483" y="0"/>
                    <a:pt x="59531" y="0"/>
                    <a:pt x="62580" y="0"/>
                  </a:cubicBezTo>
                  <a:cubicBezTo>
                    <a:pt x="64104" y="0"/>
                    <a:pt x="67152" y="0"/>
                    <a:pt x="68676" y="1524"/>
                  </a:cubicBezTo>
                  <a:cubicBezTo>
                    <a:pt x="68676" y="1524"/>
                    <a:pt x="70200" y="3048"/>
                    <a:pt x="70200" y="3048"/>
                  </a:cubicBezTo>
                  <a:cubicBezTo>
                    <a:pt x="71724" y="4572"/>
                    <a:pt x="71724" y="4572"/>
                    <a:pt x="71724" y="6096"/>
                  </a:cubicBezTo>
                  <a:lnTo>
                    <a:pt x="71724" y="53435"/>
                  </a:lnTo>
                  <a:lnTo>
                    <a:pt x="122111" y="53435"/>
                  </a:lnTo>
                  <a:cubicBezTo>
                    <a:pt x="123635" y="53435"/>
                    <a:pt x="125159" y="53435"/>
                    <a:pt x="125159" y="53435"/>
                  </a:cubicBezTo>
                  <a:cubicBezTo>
                    <a:pt x="126683" y="54959"/>
                    <a:pt x="126683" y="54959"/>
                    <a:pt x="128207" y="56483"/>
                  </a:cubicBezTo>
                  <a:cubicBezTo>
                    <a:pt x="128207" y="58007"/>
                    <a:pt x="128207" y="59531"/>
                    <a:pt x="129731" y="61055"/>
                  </a:cubicBezTo>
                  <a:cubicBezTo>
                    <a:pt x="129731" y="62579"/>
                    <a:pt x="129731" y="65627"/>
                    <a:pt x="129731" y="68675"/>
                  </a:cubicBezTo>
                  <a:cubicBezTo>
                    <a:pt x="129731" y="73247"/>
                    <a:pt x="128207" y="77819"/>
                    <a:pt x="128207" y="79343"/>
                  </a:cubicBezTo>
                  <a:cubicBezTo>
                    <a:pt x="126683" y="82391"/>
                    <a:pt x="125159" y="82391"/>
                    <a:pt x="122111" y="82391"/>
                  </a:cubicBezTo>
                  <a:lnTo>
                    <a:pt x="71724" y="82391"/>
                  </a:lnTo>
                  <a:lnTo>
                    <a:pt x="71724" y="192310"/>
                  </a:lnTo>
                  <a:cubicBezTo>
                    <a:pt x="71724" y="206026"/>
                    <a:pt x="73247" y="216694"/>
                    <a:pt x="77819" y="224409"/>
                  </a:cubicBezTo>
                  <a:cubicBezTo>
                    <a:pt x="80868" y="230505"/>
                    <a:pt x="88583" y="233553"/>
                    <a:pt x="99251" y="233553"/>
                  </a:cubicBezTo>
                  <a:cubicBezTo>
                    <a:pt x="102299" y="233553"/>
                    <a:pt x="105347" y="233553"/>
                    <a:pt x="108395" y="233553"/>
                  </a:cubicBezTo>
                  <a:cubicBezTo>
                    <a:pt x="111443" y="232029"/>
                    <a:pt x="112967" y="232029"/>
                    <a:pt x="114491" y="230505"/>
                  </a:cubicBezTo>
                  <a:cubicBezTo>
                    <a:pt x="117539" y="230505"/>
                    <a:pt x="119063" y="228981"/>
                    <a:pt x="120587" y="228981"/>
                  </a:cubicBezTo>
                  <a:cubicBezTo>
                    <a:pt x="122111" y="228981"/>
                    <a:pt x="123635" y="227457"/>
                    <a:pt x="125159" y="227457"/>
                  </a:cubicBezTo>
                  <a:cubicBezTo>
                    <a:pt x="125159" y="227457"/>
                    <a:pt x="125159" y="227457"/>
                    <a:pt x="126683" y="228981"/>
                  </a:cubicBezTo>
                  <a:cubicBezTo>
                    <a:pt x="126683" y="228981"/>
                    <a:pt x="128207" y="228981"/>
                    <a:pt x="128207" y="230505"/>
                  </a:cubicBezTo>
                  <a:cubicBezTo>
                    <a:pt x="128207" y="232029"/>
                    <a:pt x="128207" y="233553"/>
                    <a:pt x="129731" y="235077"/>
                  </a:cubicBezTo>
                  <a:cubicBezTo>
                    <a:pt x="129731" y="236601"/>
                    <a:pt x="129731" y="238125"/>
                    <a:pt x="129731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52" name="Path352"/>
            <p:cNvSpPr/>
            <p:nvPr/>
          </p:nvSpPr>
          <p:spPr>
            <a:xfrm>
              <a:off x="7178230" y="2138077"/>
              <a:ext cx="297561" cy="210598"/>
            </a:xfrm>
            <a:custGeom>
              <a:avLst/>
              <a:gdLst/>
              <a:ahLst/>
              <a:cxnLst/>
              <a:rect l="l" t="t" r="r" b="b"/>
              <a:pathLst>
                <a:path w="297561" h="210598">
                  <a:moveTo>
                    <a:pt x="297561" y="6096"/>
                  </a:moveTo>
                  <a:cubicBezTo>
                    <a:pt x="297561" y="7620"/>
                    <a:pt x="297561" y="9144"/>
                    <a:pt x="296037" y="10668"/>
                  </a:cubicBezTo>
                  <a:cubicBezTo>
                    <a:pt x="296037" y="12192"/>
                    <a:pt x="296037" y="13716"/>
                    <a:pt x="294513" y="15240"/>
                  </a:cubicBezTo>
                  <a:lnTo>
                    <a:pt x="236506" y="202978"/>
                  </a:lnTo>
                  <a:cubicBezTo>
                    <a:pt x="236506" y="204502"/>
                    <a:pt x="236506" y="206026"/>
                    <a:pt x="234982" y="206026"/>
                  </a:cubicBezTo>
                  <a:cubicBezTo>
                    <a:pt x="233458" y="207550"/>
                    <a:pt x="233458" y="209074"/>
                    <a:pt x="230410" y="209074"/>
                  </a:cubicBezTo>
                  <a:cubicBezTo>
                    <a:pt x="228886" y="209074"/>
                    <a:pt x="227361" y="210598"/>
                    <a:pt x="224313" y="210598"/>
                  </a:cubicBezTo>
                  <a:cubicBezTo>
                    <a:pt x="221266" y="210598"/>
                    <a:pt x="218218" y="210598"/>
                    <a:pt x="213646" y="210598"/>
                  </a:cubicBezTo>
                  <a:cubicBezTo>
                    <a:pt x="209073" y="210598"/>
                    <a:pt x="204501" y="210598"/>
                    <a:pt x="201454" y="210598"/>
                  </a:cubicBezTo>
                  <a:cubicBezTo>
                    <a:pt x="198406" y="210598"/>
                    <a:pt x="196882" y="209074"/>
                    <a:pt x="193739" y="209074"/>
                  </a:cubicBezTo>
                  <a:cubicBezTo>
                    <a:pt x="192215" y="209074"/>
                    <a:pt x="190691" y="207550"/>
                    <a:pt x="190691" y="206026"/>
                  </a:cubicBezTo>
                  <a:cubicBezTo>
                    <a:pt x="189167" y="206026"/>
                    <a:pt x="189167" y="204502"/>
                    <a:pt x="189167" y="202978"/>
                  </a:cubicBezTo>
                  <a:lnTo>
                    <a:pt x="146494" y="59531"/>
                  </a:lnTo>
                  <a:lnTo>
                    <a:pt x="146494" y="58007"/>
                  </a:lnTo>
                  <a:lnTo>
                    <a:pt x="146494" y="59531"/>
                  </a:lnTo>
                  <a:lnTo>
                    <a:pt x="108394" y="202978"/>
                  </a:lnTo>
                  <a:cubicBezTo>
                    <a:pt x="106870" y="204502"/>
                    <a:pt x="106870" y="206026"/>
                    <a:pt x="105251" y="206026"/>
                  </a:cubicBezTo>
                  <a:cubicBezTo>
                    <a:pt x="105251" y="207550"/>
                    <a:pt x="103727" y="209074"/>
                    <a:pt x="102203" y="209074"/>
                  </a:cubicBezTo>
                  <a:cubicBezTo>
                    <a:pt x="99155" y="209074"/>
                    <a:pt x="97631" y="210598"/>
                    <a:pt x="94583" y="210598"/>
                  </a:cubicBezTo>
                  <a:cubicBezTo>
                    <a:pt x="91536" y="210598"/>
                    <a:pt x="86963" y="210598"/>
                    <a:pt x="83915" y="210598"/>
                  </a:cubicBezTo>
                  <a:cubicBezTo>
                    <a:pt x="79343" y="210598"/>
                    <a:pt x="74771" y="210598"/>
                    <a:pt x="71723" y="210598"/>
                  </a:cubicBezTo>
                  <a:cubicBezTo>
                    <a:pt x="68675" y="210598"/>
                    <a:pt x="67151" y="209074"/>
                    <a:pt x="65627" y="209074"/>
                  </a:cubicBezTo>
                  <a:cubicBezTo>
                    <a:pt x="64103" y="209074"/>
                    <a:pt x="62579" y="207550"/>
                    <a:pt x="61055" y="206026"/>
                  </a:cubicBezTo>
                  <a:cubicBezTo>
                    <a:pt x="59531" y="206026"/>
                    <a:pt x="59531" y="204502"/>
                    <a:pt x="59531" y="202978"/>
                  </a:cubicBezTo>
                  <a:lnTo>
                    <a:pt x="1524" y="15240"/>
                  </a:lnTo>
                  <a:cubicBezTo>
                    <a:pt x="1524" y="13716"/>
                    <a:pt x="0" y="12192"/>
                    <a:pt x="0" y="10668"/>
                  </a:cubicBezTo>
                  <a:cubicBezTo>
                    <a:pt x="0" y="9144"/>
                    <a:pt x="0" y="7620"/>
                    <a:pt x="0" y="6096"/>
                  </a:cubicBezTo>
                  <a:cubicBezTo>
                    <a:pt x="0" y="4572"/>
                    <a:pt x="0" y="4572"/>
                    <a:pt x="0" y="3048"/>
                  </a:cubicBezTo>
                  <a:cubicBezTo>
                    <a:pt x="1524" y="3048"/>
                    <a:pt x="1524" y="1524"/>
                    <a:pt x="3048" y="1524"/>
                  </a:cubicBezTo>
                  <a:cubicBezTo>
                    <a:pt x="4572" y="1524"/>
                    <a:pt x="6096" y="0"/>
                    <a:pt x="9144" y="0"/>
                  </a:cubicBezTo>
                  <a:cubicBezTo>
                    <a:pt x="10668" y="0"/>
                    <a:pt x="13716" y="0"/>
                    <a:pt x="18288" y="0"/>
                  </a:cubicBezTo>
                  <a:cubicBezTo>
                    <a:pt x="21431" y="0"/>
                    <a:pt x="24479" y="0"/>
                    <a:pt x="27527" y="0"/>
                  </a:cubicBezTo>
                  <a:cubicBezTo>
                    <a:pt x="30575" y="0"/>
                    <a:pt x="32099" y="1524"/>
                    <a:pt x="33623" y="1524"/>
                  </a:cubicBezTo>
                  <a:cubicBezTo>
                    <a:pt x="35147" y="1524"/>
                    <a:pt x="35147" y="3048"/>
                    <a:pt x="36671" y="3048"/>
                  </a:cubicBezTo>
                  <a:cubicBezTo>
                    <a:pt x="36671" y="4572"/>
                    <a:pt x="36671" y="6096"/>
                    <a:pt x="38195" y="7620"/>
                  </a:cubicBezTo>
                  <a:lnTo>
                    <a:pt x="85439" y="169450"/>
                  </a:lnTo>
                  <a:lnTo>
                    <a:pt x="85439" y="170974"/>
                  </a:lnTo>
                  <a:lnTo>
                    <a:pt x="85439" y="169450"/>
                  </a:lnTo>
                  <a:lnTo>
                    <a:pt x="129730" y="7620"/>
                  </a:lnTo>
                  <a:cubicBezTo>
                    <a:pt x="129730" y="6096"/>
                    <a:pt x="129730" y="4572"/>
                    <a:pt x="131255" y="3048"/>
                  </a:cubicBezTo>
                  <a:cubicBezTo>
                    <a:pt x="131255" y="3048"/>
                    <a:pt x="132779" y="1524"/>
                    <a:pt x="134303" y="1524"/>
                  </a:cubicBezTo>
                  <a:cubicBezTo>
                    <a:pt x="135827" y="1524"/>
                    <a:pt x="137351" y="0"/>
                    <a:pt x="138874" y="0"/>
                  </a:cubicBezTo>
                  <a:cubicBezTo>
                    <a:pt x="141922" y="0"/>
                    <a:pt x="144970" y="0"/>
                    <a:pt x="148018" y="0"/>
                  </a:cubicBezTo>
                  <a:cubicBezTo>
                    <a:pt x="151067" y="0"/>
                    <a:pt x="154115" y="0"/>
                    <a:pt x="157163" y="0"/>
                  </a:cubicBezTo>
                  <a:cubicBezTo>
                    <a:pt x="158686" y="0"/>
                    <a:pt x="160210" y="1524"/>
                    <a:pt x="161734" y="1524"/>
                  </a:cubicBezTo>
                  <a:cubicBezTo>
                    <a:pt x="163258" y="1524"/>
                    <a:pt x="164782" y="3048"/>
                    <a:pt x="164782" y="3048"/>
                  </a:cubicBezTo>
                  <a:cubicBezTo>
                    <a:pt x="164782" y="4572"/>
                    <a:pt x="166306" y="6096"/>
                    <a:pt x="166306" y="6096"/>
                  </a:cubicBezTo>
                  <a:lnTo>
                    <a:pt x="213646" y="169450"/>
                  </a:lnTo>
                  <a:lnTo>
                    <a:pt x="213646" y="170974"/>
                  </a:lnTo>
                  <a:lnTo>
                    <a:pt x="213646" y="169450"/>
                  </a:lnTo>
                  <a:lnTo>
                    <a:pt x="260890" y="7620"/>
                  </a:lnTo>
                  <a:cubicBezTo>
                    <a:pt x="260890" y="6096"/>
                    <a:pt x="260890" y="4572"/>
                    <a:pt x="262413" y="3048"/>
                  </a:cubicBezTo>
                  <a:cubicBezTo>
                    <a:pt x="262413" y="3048"/>
                    <a:pt x="263937" y="1524"/>
                    <a:pt x="265461" y="1524"/>
                  </a:cubicBezTo>
                  <a:cubicBezTo>
                    <a:pt x="266986" y="1524"/>
                    <a:pt x="268510" y="0"/>
                    <a:pt x="271558" y="0"/>
                  </a:cubicBezTo>
                  <a:cubicBezTo>
                    <a:pt x="273082" y="0"/>
                    <a:pt x="276130" y="0"/>
                    <a:pt x="280701" y="0"/>
                  </a:cubicBezTo>
                  <a:cubicBezTo>
                    <a:pt x="283845" y="0"/>
                    <a:pt x="286893" y="0"/>
                    <a:pt x="288417" y="0"/>
                  </a:cubicBezTo>
                  <a:cubicBezTo>
                    <a:pt x="289941" y="0"/>
                    <a:pt x="292989" y="1524"/>
                    <a:pt x="292989" y="1524"/>
                  </a:cubicBezTo>
                  <a:cubicBezTo>
                    <a:pt x="294513" y="1524"/>
                    <a:pt x="296037" y="3048"/>
                    <a:pt x="296037" y="3048"/>
                  </a:cubicBezTo>
                  <a:cubicBezTo>
                    <a:pt x="296037" y="4572"/>
                    <a:pt x="297561" y="4572"/>
                    <a:pt x="297561" y="609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53" name="Path353"/>
            <p:cNvSpPr/>
            <p:nvPr/>
          </p:nvSpPr>
          <p:spPr>
            <a:xfrm>
              <a:off x="7503224" y="2135029"/>
              <a:ext cx="181546" cy="216694"/>
            </a:xfrm>
            <a:custGeom>
              <a:avLst/>
              <a:gdLst/>
              <a:ahLst/>
              <a:cxnLst/>
              <a:rect l="l" t="t" r="r" b="b"/>
              <a:pathLst>
                <a:path w="181546" h="216694">
                  <a:moveTo>
                    <a:pt x="181546" y="99155"/>
                  </a:moveTo>
                  <a:cubicBezTo>
                    <a:pt x="181546" y="105346"/>
                    <a:pt x="180022" y="109918"/>
                    <a:pt x="176974" y="111442"/>
                  </a:cubicBezTo>
                  <a:cubicBezTo>
                    <a:pt x="173927" y="114490"/>
                    <a:pt x="170878" y="116014"/>
                    <a:pt x="166306" y="116014"/>
                  </a:cubicBezTo>
                  <a:lnTo>
                    <a:pt x="38100" y="116014"/>
                  </a:lnTo>
                  <a:cubicBezTo>
                    <a:pt x="38100" y="126682"/>
                    <a:pt x="39624" y="135826"/>
                    <a:pt x="41148" y="144970"/>
                  </a:cubicBezTo>
                  <a:cubicBezTo>
                    <a:pt x="42672" y="154114"/>
                    <a:pt x="47339" y="161735"/>
                    <a:pt x="51911" y="167830"/>
                  </a:cubicBezTo>
                  <a:cubicBezTo>
                    <a:pt x="56483" y="174022"/>
                    <a:pt x="64103" y="178594"/>
                    <a:pt x="71723" y="181642"/>
                  </a:cubicBezTo>
                  <a:cubicBezTo>
                    <a:pt x="79343" y="186214"/>
                    <a:pt x="90011" y="187738"/>
                    <a:pt x="102203" y="187738"/>
                  </a:cubicBezTo>
                  <a:cubicBezTo>
                    <a:pt x="111347" y="187738"/>
                    <a:pt x="118967" y="186214"/>
                    <a:pt x="126587" y="184690"/>
                  </a:cubicBezTo>
                  <a:cubicBezTo>
                    <a:pt x="134303" y="183166"/>
                    <a:pt x="140398" y="181642"/>
                    <a:pt x="146494" y="180118"/>
                  </a:cubicBezTo>
                  <a:cubicBezTo>
                    <a:pt x="151066" y="178594"/>
                    <a:pt x="155639" y="175546"/>
                    <a:pt x="158686" y="174022"/>
                  </a:cubicBezTo>
                  <a:cubicBezTo>
                    <a:pt x="161734" y="172498"/>
                    <a:pt x="164782" y="172498"/>
                    <a:pt x="166306" y="172498"/>
                  </a:cubicBezTo>
                  <a:cubicBezTo>
                    <a:pt x="167830" y="172498"/>
                    <a:pt x="167830" y="172498"/>
                    <a:pt x="169354" y="172498"/>
                  </a:cubicBezTo>
                  <a:cubicBezTo>
                    <a:pt x="170878" y="174022"/>
                    <a:pt x="170878" y="174022"/>
                    <a:pt x="170878" y="175546"/>
                  </a:cubicBezTo>
                  <a:cubicBezTo>
                    <a:pt x="172403" y="177070"/>
                    <a:pt x="172403" y="178594"/>
                    <a:pt x="172403" y="180118"/>
                  </a:cubicBezTo>
                  <a:cubicBezTo>
                    <a:pt x="172403" y="181642"/>
                    <a:pt x="172403" y="183166"/>
                    <a:pt x="172403" y="186214"/>
                  </a:cubicBezTo>
                  <a:cubicBezTo>
                    <a:pt x="172403" y="187738"/>
                    <a:pt x="172403" y="189262"/>
                    <a:pt x="172403" y="190786"/>
                  </a:cubicBezTo>
                  <a:cubicBezTo>
                    <a:pt x="172403" y="192310"/>
                    <a:pt x="172403" y="193834"/>
                    <a:pt x="172403" y="195358"/>
                  </a:cubicBezTo>
                  <a:cubicBezTo>
                    <a:pt x="170878" y="195358"/>
                    <a:pt x="170878" y="196882"/>
                    <a:pt x="170878" y="198406"/>
                  </a:cubicBezTo>
                  <a:cubicBezTo>
                    <a:pt x="170878" y="198406"/>
                    <a:pt x="169354" y="199930"/>
                    <a:pt x="169354" y="199930"/>
                  </a:cubicBezTo>
                  <a:cubicBezTo>
                    <a:pt x="167830" y="201454"/>
                    <a:pt x="166306" y="202978"/>
                    <a:pt x="161734" y="204502"/>
                  </a:cubicBezTo>
                  <a:cubicBezTo>
                    <a:pt x="157163" y="206026"/>
                    <a:pt x="152590" y="207550"/>
                    <a:pt x="146494" y="209074"/>
                  </a:cubicBezTo>
                  <a:cubicBezTo>
                    <a:pt x="140398" y="212122"/>
                    <a:pt x="132778" y="213646"/>
                    <a:pt x="125063" y="215170"/>
                  </a:cubicBezTo>
                  <a:cubicBezTo>
                    <a:pt x="115919" y="215170"/>
                    <a:pt x="108299" y="216694"/>
                    <a:pt x="97631" y="216694"/>
                  </a:cubicBezTo>
                  <a:cubicBezTo>
                    <a:pt x="82391" y="216694"/>
                    <a:pt x="68675" y="213646"/>
                    <a:pt x="54959" y="209074"/>
                  </a:cubicBezTo>
                  <a:cubicBezTo>
                    <a:pt x="44291" y="206026"/>
                    <a:pt x="33527" y="198406"/>
                    <a:pt x="24384" y="189262"/>
                  </a:cubicBezTo>
                  <a:cubicBezTo>
                    <a:pt x="16764" y="180118"/>
                    <a:pt x="10668" y="169354"/>
                    <a:pt x="6096" y="155638"/>
                  </a:cubicBezTo>
                  <a:cubicBezTo>
                    <a:pt x="1524" y="143446"/>
                    <a:pt x="0" y="126682"/>
                    <a:pt x="0" y="109918"/>
                  </a:cubicBezTo>
                  <a:cubicBezTo>
                    <a:pt x="0" y="93059"/>
                    <a:pt x="1524" y="77819"/>
                    <a:pt x="6096" y="64103"/>
                  </a:cubicBezTo>
                  <a:cubicBezTo>
                    <a:pt x="10668" y="50387"/>
                    <a:pt x="16764" y="38195"/>
                    <a:pt x="25908" y="28956"/>
                  </a:cubicBezTo>
                  <a:cubicBezTo>
                    <a:pt x="33527" y="19812"/>
                    <a:pt x="42672" y="12192"/>
                    <a:pt x="54959" y="7620"/>
                  </a:cubicBezTo>
                  <a:cubicBezTo>
                    <a:pt x="67151" y="3048"/>
                    <a:pt x="79343" y="0"/>
                    <a:pt x="94583" y="0"/>
                  </a:cubicBezTo>
                  <a:cubicBezTo>
                    <a:pt x="109823" y="0"/>
                    <a:pt x="123539" y="3048"/>
                    <a:pt x="134303" y="7620"/>
                  </a:cubicBezTo>
                  <a:cubicBezTo>
                    <a:pt x="144970" y="12192"/>
                    <a:pt x="154115" y="19812"/>
                    <a:pt x="160210" y="27432"/>
                  </a:cubicBezTo>
                  <a:cubicBezTo>
                    <a:pt x="167830" y="36671"/>
                    <a:pt x="172403" y="45815"/>
                    <a:pt x="175451" y="56483"/>
                  </a:cubicBezTo>
                  <a:cubicBezTo>
                    <a:pt x="180022" y="68675"/>
                    <a:pt x="181546" y="80867"/>
                    <a:pt x="181546" y="93059"/>
                  </a:cubicBezTo>
                  <a:lnTo>
                    <a:pt x="181546" y="99155"/>
                  </a:lnTo>
                  <a:close/>
                  <a:moveTo>
                    <a:pt x="144970" y="88487"/>
                  </a:moveTo>
                  <a:cubicBezTo>
                    <a:pt x="144970" y="70199"/>
                    <a:pt x="140398" y="54959"/>
                    <a:pt x="132778" y="44291"/>
                  </a:cubicBezTo>
                  <a:cubicBezTo>
                    <a:pt x="123539" y="33528"/>
                    <a:pt x="109823" y="28956"/>
                    <a:pt x="93059" y="28956"/>
                  </a:cubicBezTo>
                  <a:cubicBezTo>
                    <a:pt x="83915" y="28956"/>
                    <a:pt x="76295" y="30480"/>
                    <a:pt x="68675" y="33528"/>
                  </a:cubicBezTo>
                  <a:cubicBezTo>
                    <a:pt x="62579" y="36671"/>
                    <a:pt x="56483" y="41243"/>
                    <a:pt x="51911" y="47339"/>
                  </a:cubicBezTo>
                  <a:cubicBezTo>
                    <a:pt x="47339" y="51911"/>
                    <a:pt x="44291" y="58007"/>
                    <a:pt x="42672" y="65627"/>
                  </a:cubicBezTo>
                  <a:cubicBezTo>
                    <a:pt x="39624" y="73247"/>
                    <a:pt x="38100" y="80867"/>
                    <a:pt x="38100" y="88487"/>
                  </a:cubicBezTo>
                  <a:lnTo>
                    <a:pt x="144970" y="884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54" name="Path354"/>
            <p:cNvSpPr/>
            <p:nvPr/>
          </p:nvSpPr>
          <p:spPr>
            <a:xfrm>
              <a:off x="7726014" y="2135029"/>
              <a:ext cx="181546" cy="216694"/>
            </a:xfrm>
            <a:custGeom>
              <a:avLst/>
              <a:gdLst/>
              <a:ahLst/>
              <a:cxnLst/>
              <a:rect l="l" t="t" r="r" b="b"/>
              <a:pathLst>
                <a:path w="181546" h="216694">
                  <a:moveTo>
                    <a:pt x="181546" y="99155"/>
                  </a:moveTo>
                  <a:cubicBezTo>
                    <a:pt x="181546" y="105346"/>
                    <a:pt x="180022" y="109918"/>
                    <a:pt x="176974" y="111442"/>
                  </a:cubicBezTo>
                  <a:cubicBezTo>
                    <a:pt x="173927" y="114490"/>
                    <a:pt x="170878" y="116014"/>
                    <a:pt x="167735" y="116014"/>
                  </a:cubicBezTo>
                  <a:lnTo>
                    <a:pt x="38100" y="116014"/>
                  </a:lnTo>
                  <a:cubicBezTo>
                    <a:pt x="38100" y="126682"/>
                    <a:pt x="39624" y="135826"/>
                    <a:pt x="41148" y="144970"/>
                  </a:cubicBezTo>
                  <a:cubicBezTo>
                    <a:pt x="44196" y="154114"/>
                    <a:pt x="47244" y="161735"/>
                    <a:pt x="51815" y="167830"/>
                  </a:cubicBezTo>
                  <a:cubicBezTo>
                    <a:pt x="57912" y="174022"/>
                    <a:pt x="64008" y="178594"/>
                    <a:pt x="71627" y="181642"/>
                  </a:cubicBezTo>
                  <a:cubicBezTo>
                    <a:pt x="80772" y="186214"/>
                    <a:pt x="90011" y="187738"/>
                    <a:pt x="102203" y="187738"/>
                  </a:cubicBezTo>
                  <a:cubicBezTo>
                    <a:pt x="111347" y="187738"/>
                    <a:pt x="120491" y="186214"/>
                    <a:pt x="126587" y="184690"/>
                  </a:cubicBezTo>
                  <a:cubicBezTo>
                    <a:pt x="134207" y="183166"/>
                    <a:pt x="140303" y="181642"/>
                    <a:pt x="146399" y="180118"/>
                  </a:cubicBezTo>
                  <a:cubicBezTo>
                    <a:pt x="150971" y="178594"/>
                    <a:pt x="155543" y="175546"/>
                    <a:pt x="158591" y="174022"/>
                  </a:cubicBezTo>
                  <a:cubicBezTo>
                    <a:pt x="163163" y="172498"/>
                    <a:pt x="164687" y="172498"/>
                    <a:pt x="167735" y="172498"/>
                  </a:cubicBezTo>
                  <a:cubicBezTo>
                    <a:pt x="167735" y="172498"/>
                    <a:pt x="169259" y="172498"/>
                    <a:pt x="169259" y="172498"/>
                  </a:cubicBezTo>
                  <a:cubicBezTo>
                    <a:pt x="170878" y="174022"/>
                    <a:pt x="170878" y="174022"/>
                    <a:pt x="172403" y="175546"/>
                  </a:cubicBezTo>
                  <a:cubicBezTo>
                    <a:pt x="172403" y="177070"/>
                    <a:pt x="172403" y="178594"/>
                    <a:pt x="172403" y="180118"/>
                  </a:cubicBezTo>
                  <a:cubicBezTo>
                    <a:pt x="172403" y="181642"/>
                    <a:pt x="172403" y="183166"/>
                    <a:pt x="172403" y="186214"/>
                  </a:cubicBezTo>
                  <a:cubicBezTo>
                    <a:pt x="172403" y="187738"/>
                    <a:pt x="172403" y="189262"/>
                    <a:pt x="172403" y="190786"/>
                  </a:cubicBezTo>
                  <a:cubicBezTo>
                    <a:pt x="172403" y="192310"/>
                    <a:pt x="172403" y="193834"/>
                    <a:pt x="172403" y="195358"/>
                  </a:cubicBezTo>
                  <a:cubicBezTo>
                    <a:pt x="172403" y="195358"/>
                    <a:pt x="172403" y="196882"/>
                    <a:pt x="170878" y="198406"/>
                  </a:cubicBezTo>
                  <a:cubicBezTo>
                    <a:pt x="170878" y="198406"/>
                    <a:pt x="169259" y="199930"/>
                    <a:pt x="169259" y="199930"/>
                  </a:cubicBezTo>
                  <a:cubicBezTo>
                    <a:pt x="167735" y="201454"/>
                    <a:pt x="166211" y="202978"/>
                    <a:pt x="161639" y="204502"/>
                  </a:cubicBezTo>
                  <a:cubicBezTo>
                    <a:pt x="158591" y="206026"/>
                    <a:pt x="152495" y="207550"/>
                    <a:pt x="146399" y="209074"/>
                  </a:cubicBezTo>
                  <a:cubicBezTo>
                    <a:pt x="140303" y="212122"/>
                    <a:pt x="132683" y="213646"/>
                    <a:pt x="125063" y="215170"/>
                  </a:cubicBezTo>
                  <a:cubicBezTo>
                    <a:pt x="117443" y="215170"/>
                    <a:pt x="108299" y="216694"/>
                    <a:pt x="99155" y="216694"/>
                  </a:cubicBezTo>
                  <a:cubicBezTo>
                    <a:pt x="82391" y="216694"/>
                    <a:pt x="68580" y="213646"/>
                    <a:pt x="56388" y="209074"/>
                  </a:cubicBezTo>
                  <a:cubicBezTo>
                    <a:pt x="44196" y="206026"/>
                    <a:pt x="33527" y="198406"/>
                    <a:pt x="25908" y="189262"/>
                  </a:cubicBezTo>
                  <a:cubicBezTo>
                    <a:pt x="16764" y="180118"/>
                    <a:pt x="10668" y="169354"/>
                    <a:pt x="6096" y="155638"/>
                  </a:cubicBezTo>
                  <a:cubicBezTo>
                    <a:pt x="3048" y="143446"/>
                    <a:pt x="0" y="126682"/>
                    <a:pt x="0" y="109918"/>
                  </a:cubicBezTo>
                  <a:cubicBezTo>
                    <a:pt x="0" y="93059"/>
                    <a:pt x="3048" y="77819"/>
                    <a:pt x="6096" y="64103"/>
                  </a:cubicBezTo>
                  <a:cubicBezTo>
                    <a:pt x="10668" y="50387"/>
                    <a:pt x="16764" y="38195"/>
                    <a:pt x="25908" y="28956"/>
                  </a:cubicBezTo>
                  <a:cubicBezTo>
                    <a:pt x="33527" y="19812"/>
                    <a:pt x="44196" y="12192"/>
                    <a:pt x="54864" y="7620"/>
                  </a:cubicBezTo>
                  <a:cubicBezTo>
                    <a:pt x="67056" y="3048"/>
                    <a:pt x="80772" y="0"/>
                    <a:pt x="94583" y="0"/>
                  </a:cubicBezTo>
                  <a:cubicBezTo>
                    <a:pt x="109823" y="0"/>
                    <a:pt x="123539" y="3048"/>
                    <a:pt x="134207" y="7620"/>
                  </a:cubicBezTo>
                  <a:cubicBezTo>
                    <a:pt x="144875" y="12192"/>
                    <a:pt x="154019" y="19812"/>
                    <a:pt x="161639" y="27432"/>
                  </a:cubicBezTo>
                  <a:cubicBezTo>
                    <a:pt x="167735" y="36671"/>
                    <a:pt x="172403" y="45815"/>
                    <a:pt x="176974" y="56483"/>
                  </a:cubicBezTo>
                  <a:cubicBezTo>
                    <a:pt x="180022" y="68675"/>
                    <a:pt x="181546" y="80867"/>
                    <a:pt x="181546" y="93059"/>
                  </a:cubicBezTo>
                  <a:lnTo>
                    <a:pt x="181546" y="99155"/>
                  </a:lnTo>
                  <a:close/>
                  <a:moveTo>
                    <a:pt x="144875" y="88487"/>
                  </a:moveTo>
                  <a:cubicBezTo>
                    <a:pt x="144875" y="70199"/>
                    <a:pt x="141827" y="54959"/>
                    <a:pt x="132683" y="44291"/>
                  </a:cubicBezTo>
                  <a:cubicBezTo>
                    <a:pt x="123539" y="33528"/>
                    <a:pt x="109823" y="28956"/>
                    <a:pt x="93059" y="28956"/>
                  </a:cubicBezTo>
                  <a:cubicBezTo>
                    <a:pt x="83915" y="28956"/>
                    <a:pt x="76200" y="30480"/>
                    <a:pt x="70103" y="33528"/>
                  </a:cubicBezTo>
                  <a:cubicBezTo>
                    <a:pt x="62484" y="36671"/>
                    <a:pt x="57912" y="41243"/>
                    <a:pt x="53340" y="47339"/>
                  </a:cubicBezTo>
                  <a:cubicBezTo>
                    <a:pt x="48768" y="51911"/>
                    <a:pt x="44196" y="58007"/>
                    <a:pt x="42672" y="65627"/>
                  </a:cubicBezTo>
                  <a:cubicBezTo>
                    <a:pt x="39624" y="73247"/>
                    <a:pt x="38100" y="80867"/>
                    <a:pt x="38100" y="88487"/>
                  </a:cubicBezTo>
                  <a:lnTo>
                    <a:pt x="144875" y="884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55" name="Path355"/>
            <p:cNvSpPr/>
            <p:nvPr/>
          </p:nvSpPr>
          <p:spPr>
            <a:xfrm>
              <a:off x="7962424" y="2135029"/>
              <a:ext cx="169354" cy="213646"/>
            </a:xfrm>
            <a:custGeom>
              <a:avLst/>
              <a:gdLst/>
              <a:ahLst/>
              <a:cxnLst/>
              <a:rect l="l" t="t" r="r" b="b"/>
              <a:pathLst>
                <a:path w="169354" h="213646">
                  <a:moveTo>
                    <a:pt x="169355" y="207550"/>
                  </a:moveTo>
                  <a:cubicBezTo>
                    <a:pt x="169355" y="207550"/>
                    <a:pt x="169355" y="209074"/>
                    <a:pt x="169355" y="210598"/>
                  </a:cubicBezTo>
                  <a:cubicBezTo>
                    <a:pt x="167831" y="210598"/>
                    <a:pt x="167831" y="210598"/>
                    <a:pt x="166307" y="212122"/>
                  </a:cubicBezTo>
                  <a:cubicBezTo>
                    <a:pt x="164783" y="212122"/>
                    <a:pt x="163259" y="213646"/>
                    <a:pt x="160211" y="213646"/>
                  </a:cubicBezTo>
                  <a:cubicBezTo>
                    <a:pt x="158686" y="213646"/>
                    <a:pt x="155639" y="213646"/>
                    <a:pt x="151067" y="213646"/>
                  </a:cubicBezTo>
                  <a:cubicBezTo>
                    <a:pt x="148019" y="213646"/>
                    <a:pt x="144971" y="213646"/>
                    <a:pt x="141923" y="213646"/>
                  </a:cubicBezTo>
                  <a:cubicBezTo>
                    <a:pt x="140398" y="213646"/>
                    <a:pt x="138874" y="212122"/>
                    <a:pt x="137351" y="212122"/>
                  </a:cubicBezTo>
                  <a:cubicBezTo>
                    <a:pt x="135827" y="212122"/>
                    <a:pt x="134303" y="210598"/>
                    <a:pt x="134303" y="210598"/>
                  </a:cubicBezTo>
                  <a:cubicBezTo>
                    <a:pt x="134303" y="209074"/>
                    <a:pt x="132779" y="207550"/>
                    <a:pt x="132779" y="207550"/>
                  </a:cubicBezTo>
                  <a:lnTo>
                    <a:pt x="132779" y="91535"/>
                  </a:lnTo>
                  <a:cubicBezTo>
                    <a:pt x="132779" y="80867"/>
                    <a:pt x="132779" y="71723"/>
                    <a:pt x="131255" y="64103"/>
                  </a:cubicBezTo>
                  <a:cubicBezTo>
                    <a:pt x="129731" y="58007"/>
                    <a:pt x="126683" y="51911"/>
                    <a:pt x="123635" y="47339"/>
                  </a:cubicBezTo>
                  <a:cubicBezTo>
                    <a:pt x="120586" y="41243"/>
                    <a:pt x="116015" y="38195"/>
                    <a:pt x="109919" y="35147"/>
                  </a:cubicBezTo>
                  <a:cubicBezTo>
                    <a:pt x="105252" y="32004"/>
                    <a:pt x="99155" y="32004"/>
                    <a:pt x="91536" y="32004"/>
                  </a:cubicBezTo>
                  <a:cubicBezTo>
                    <a:pt x="82392" y="32004"/>
                    <a:pt x="73247" y="35147"/>
                    <a:pt x="64104" y="41243"/>
                  </a:cubicBezTo>
                  <a:cubicBezTo>
                    <a:pt x="54959" y="47339"/>
                    <a:pt x="45816" y="56483"/>
                    <a:pt x="36671" y="68675"/>
                  </a:cubicBezTo>
                  <a:lnTo>
                    <a:pt x="36671" y="207550"/>
                  </a:lnTo>
                  <a:cubicBezTo>
                    <a:pt x="36671" y="207550"/>
                    <a:pt x="35147" y="209074"/>
                    <a:pt x="35147" y="210598"/>
                  </a:cubicBezTo>
                  <a:cubicBezTo>
                    <a:pt x="35147" y="210598"/>
                    <a:pt x="33624" y="210598"/>
                    <a:pt x="32100" y="212122"/>
                  </a:cubicBezTo>
                  <a:cubicBezTo>
                    <a:pt x="30576" y="212122"/>
                    <a:pt x="29052" y="213646"/>
                    <a:pt x="27528" y="213646"/>
                  </a:cubicBezTo>
                  <a:cubicBezTo>
                    <a:pt x="24480" y="213646"/>
                    <a:pt x="21431" y="213646"/>
                    <a:pt x="18288" y="213646"/>
                  </a:cubicBezTo>
                  <a:cubicBezTo>
                    <a:pt x="13716" y="213646"/>
                    <a:pt x="12192" y="213646"/>
                    <a:pt x="9144" y="213646"/>
                  </a:cubicBezTo>
                  <a:cubicBezTo>
                    <a:pt x="6097" y="213646"/>
                    <a:pt x="4573" y="212122"/>
                    <a:pt x="3049" y="212122"/>
                  </a:cubicBezTo>
                  <a:cubicBezTo>
                    <a:pt x="1524" y="212122"/>
                    <a:pt x="1524" y="210598"/>
                    <a:pt x="0" y="210598"/>
                  </a:cubicBezTo>
                  <a:cubicBezTo>
                    <a:pt x="0" y="209074"/>
                    <a:pt x="0" y="207550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0" y="7620"/>
                  </a:cubicBezTo>
                  <a:cubicBezTo>
                    <a:pt x="1524" y="6096"/>
                    <a:pt x="1524" y="6096"/>
                    <a:pt x="3049" y="4572"/>
                  </a:cubicBezTo>
                  <a:cubicBezTo>
                    <a:pt x="4573" y="4572"/>
                    <a:pt x="6097" y="3048"/>
                    <a:pt x="7620" y="3048"/>
                  </a:cubicBezTo>
                  <a:cubicBezTo>
                    <a:pt x="10668" y="3048"/>
                    <a:pt x="12192" y="3048"/>
                    <a:pt x="16764" y="3048"/>
                  </a:cubicBezTo>
                  <a:cubicBezTo>
                    <a:pt x="19812" y="3048"/>
                    <a:pt x="22955" y="3048"/>
                    <a:pt x="24480" y="3048"/>
                  </a:cubicBezTo>
                  <a:cubicBezTo>
                    <a:pt x="26004" y="3048"/>
                    <a:pt x="27528" y="4572"/>
                    <a:pt x="29052" y="4572"/>
                  </a:cubicBezTo>
                  <a:cubicBezTo>
                    <a:pt x="30576" y="6096"/>
                    <a:pt x="30576" y="6096"/>
                    <a:pt x="32100" y="7620"/>
                  </a:cubicBezTo>
                  <a:cubicBezTo>
                    <a:pt x="32100" y="7620"/>
                    <a:pt x="32100" y="9144"/>
                    <a:pt x="32100" y="10668"/>
                  </a:cubicBezTo>
                  <a:lnTo>
                    <a:pt x="32100" y="36671"/>
                  </a:lnTo>
                  <a:cubicBezTo>
                    <a:pt x="44292" y="22860"/>
                    <a:pt x="54959" y="15240"/>
                    <a:pt x="65628" y="9144"/>
                  </a:cubicBezTo>
                  <a:cubicBezTo>
                    <a:pt x="76295" y="3048"/>
                    <a:pt x="88488" y="0"/>
                    <a:pt x="99155" y="0"/>
                  </a:cubicBezTo>
                  <a:cubicBezTo>
                    <a:pt x="112967" y="0"/>
                    <a:pt x="123635" y="3048"/>
                    <a:pt x="132779" y="6096"/>
                  </a:cubicBezTo>
                  <a:cubicBezTo>
                    <a:pt x="141923" y="10668"/>
                    <a:pt x="148019" y="16764"/>
                    <a:pt x="154115" y="24384"/>
                  </a:cubicBezTo>
                  <a:cubicBezTo>
                    <a:pt x="160211" y="32004"/>
                    <a:pt x="163259" y="41243"/>
                    <a:pt x="166307" y="50387"/>
                  </a:cubicBezTo>
                  <a:cubicBezTo>
                    <a:pt x="167831" y="61055"/>
                    <a:pt x="169355" y="73247"/>
                    <a:pt x="169355" y="86963"/>
                  </a:cubicBezTo>
                  <a:lnTo>
                    <a:pt x="169355" y="2075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356" name="Group356"/>
          <p:cNvGrpSpPr/>
          <p:nvPr/>
        </p:nvGrpSpPr>
        <p:grpSpPr>
          <a:xfrm>
            <a:off x="1013079" y="2579084"/>
            <a:ext cx="498824" cy="309848"/>
            <a:chOff x="1013079" y="2579084"/>
            <a:chExt cx="498824" cy="309848"/>
          </a:xfrm>
        </p:grpSpPr>
        <p:sp>
          <p:nvSpPr>
            <p:cNvPr id="357" name="Path357"/>
            <p:cNvSpPr/>
            <p:nvPr/>
          </p:nvSpPr>
          <p:spPr>
            <a:xfrm>
              <a:off x="1013079" y="2579084"/>
              <a:ext cx="71628" cy="111443"/>
            </a:xfrm>
            <a:custGeom>
              <a:avLst/>
              <a:gdLst/>
              <a:ahLst/>
              <a:cxnLst/>
              <a:rect l="l" t="t" r="r" b="b"/>
              <a:pathLst>
                <a:path w="71628" h="111443">
                  <a:moveTo>
                    <a:pt x="41148" y="65627"/>
                  </a:moveTo>
                  <a:lnTo>
                    <a:pt x="41148" y="94679"/>
                  </a:lnTo>
                  <a:cubicBezTo>
                    <a:pt x="41148" y="97727"/>
                    <a:pt x="41148" y="100775"/>
                    <a:pt x="39624" y="103823"/>
                  </a:cubicBezTo>
                  <a:cubicBezTo>
                    <a:pt x="39624" y="105347"/>
                    <a:pt x="38100" y="108395"/>
                    <a:pt x="36576" y="108395"/>
                  </a:cubicBezTo>
                  <a:cubicBezTo>
                    <a:pt x="35052" y="109919"/>
                    <a:pt x="32004" y="111443"/>
                    <a:pt x="28956" y="111443"/>
                  </a:cubicBezTo>
                  <a:cubicBezTo>
                    <a:pt x="27432" y="111443"/>
                    <a:pt x="24384" y="111443"/>
                    <a:pt x="19812" y="111443"/>
                  </a:cubicBezTo>
                  <a:cubicBezTo>
                    <a:pt x="16764" y="111443"/>
                    <a:pt x="13716" y="111443"/>
                    <a:pt x="10668" y="111443"/>
                  </a:cubicBezTo>
                  <a:cubicBezTo>
                    <a:pt x="7620" y="111443"/>
                    <a:pt x="6096" y="109919"/>
                    <a:pt x="4572" y="108395"/>
                  </a:cubicBezTo>
                  <a:cubicBezTo>
                    <a:pt x="3048" y="108395"/>
                    <a:pt x="1524" y="105347"/>
                    <a:pt x="0" y="103823"/>
                  </a:cubicBezTo>
                  <a:cubicBezTo>
                    <a:pt x="0" y="100775"/>
                    <a:pt x="0" y="97727"/>
                    <a:pt x="0" y="94679"/>
                  </a:cubicBezTo>
                  <a:cubicBezTo>
                    <a:pt x="0" y="90107"/>
                    <a:pt x="0" y="85535"/>
                    <a:pt x="0" y="82487"/>
                  </a:cubicBezTo>
                  <a:cubicBezTo>
                    <a:pt x="0" y="77915"/>
                    <a:pt x="1524" y="74867"/>
                    <a:pt x="1524" y="71723"/>
                  </a:cubicBezTo>
                  <a:cubicBezTo>
                    <a:pt x="3048" y="67151"/>
                    <a:pt x="4572" y="64103"/>
                    <a:pt x="6096" y="61055"/>
                  </a:cubicBezTo>
                  <a:cubicBezTo>
                    <a:pt x="7620" y="58007"/>
                    <a:pt x="10668" y="54959"/>
                    <a:pt x="12192" y="50387"/>
                  </a:cubicBezTo>
                  <a:lnTo>
                    <a:pt x="42672" y="6191"/>
                  </a:lnTo>
                  <a:cubicBezTo>
                    <a:pt x="42672" y="4667"/>
                    <a:pt x="44196" y="3048"/>
                    <a:pt x="44196" y="3048"/>
                  </a:cubicBezTo>
                  <a:cubicBezTo>
                    <a:pt x="45720" y="1524"/>
                    <a:pt x="47244" y="1524"/>
                    <a:pt x="48768" y="1524"/>
                  </a:cubicBezTo>
                  <a:cubicBezTo>
                    <a:pt x="50292" y="0"/>
                    <a:pt x="51816" y="0"/>
                    <a:pt x="53340" y="0"/>
                  </a:cubicBezTo>
                  <a:cubicBezTo>
                    <a:pt x="54864" y="0"/>
                    <a:pt x="56388" y="0"/>
                    <a:pt x="59436" y="0"/>
                  </a:cubicBezTo>
                  <a:cubicBezTo>
                    <a:pt x="62484" y="0"/>
                    <a:pt x="64008" y="0"/>
                    <a:pt x="65532" y="0"/>
                  </a:cubicBezTo>
                  <a:cubicBezTo>
                    <a:pt x="68580" y="0"/>
                    <a:pt x="68580" y="0"/>
                    <a:pt x="70104" y="0"/>
                  </a:cubicBezTo>
                  <a:cubicBezTo>
                    <a:pt x="70104" y="1524"/>
                    <a:pt x="71628" y="1524"/>
                    <a:pt x="71628" y="3048"/>
                  </a:cubicBezTo>
                  <a:cubicBezTo>
                    <a:pt x="71628" y="3048"/>
                    <a:pt x="71628" y="4667"/>
                    <a:pt x="70104" y="6191"/>
                  </a:cubicBezTo>
                  <a:lnTo>
                    <a:pt x="41148" y="6562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58" name="Path358"/>
            <p:cNvSpPr/>
            <p:nvPr/>
          </p:nvSpPr>
          <p:spPr>
            <a:xfrm>
              <a:off x="1127474" y="2580608"/>
              <a:ext cx="169355" cy="305276"/>
            </a:xfrm>
            <a:custGeom>
              <a:avLst/>
              <a:gdLst/>
              <a:ahLst/>
              <a:cxnLst/>
              <a:rect l="l" t="t" r="r" b="b"/>
              <a:pathLst>
                <a:path w="169355" h="305276">
                  <a:moveTo>
                    <a:pt x="169354" y="299180"/>
                  </a:moveTo>
                  <a:cubicBezTo>
                    <a:pt x="169354" y="300704"/>
                    <a:pt x="169354" y="300704"/>
                    <a:pt x="169354" y="302228"/>
                  </a:cubicBezTo>
                  <a:cubicBezTo>
                    <a:pt x="167830" y="302228"/>
                    <a:pt x="167830" y="303752"/>
                    <a:pt x="166307" y="303752"/>
                  </a:cubicBezTo>
                  <a:cubicBezTo>
                    <a:pt x="164782" y="305276"/>
                    <a:pt x="163258" y="305276"/>
                    <a:pt x="160210" y="305276"/>
                  </a:cubicBezTo>
                  <a:cubicBezTo>
                    <a:pt x="158687" y="305276"/>
                    <a:pt x="155638" y="305276"/>
                    <a:pt x="151066" y="305276"/>
                  </a:cubicBezTo>
                  <a:cubicBezTo>
                    <a:pt x="148018" y="305276"/>
                    <a:pt x="144971" y="305276"/>
                    <a:pt x="143446" y="305276"/>
                  </a:cubicBezTo>
                  <a:cubicBezTo>
                    <a:pt x="140399" y="305276"/>
                    <a:pt x="138874" y="305276"/>
                    <a:pt x="137255" y="303752"/>
                  </a:cubicBezTo>
                  <a:cubicBezTo>
                    <a:pt x="135731" y="303752"/>
                    <a:pt x="134207" y="302228"/>
                    <a:pt x="134207" y="302228"/>
                  </a:cubicBezTo>
                  <a:cubicBezTo>
                    <a:pt x="134207" y="300704"/>
                    <a:pt x="132683" y="300704"/>
                    <a:pt x="132683" y="299180"/>
                  </a:cubicBezTo>
                  <a:lnTo>
                    <a:pt x="132683" y="183166"/>
                  </a:lnTo>
                  <a:cubicBezTo>
                    <a:pt x="132683" y="172498"/>
                    <a:pt x="132683" y="163354"/>
                    <a:pt x="131159" y="155734"/>
                  </a:cubicBezTo>
                  <a:cubicBezTo>
                    <a:pt x="129635" y="149638"/>
                    <a:pt x="126587" y="143542"/>
                    <a:pt x="123539" y="138874"/>
                  </a:cubicBezTo>
                  <a:cubicBezTo>
                    <a:pt x="120491" y="134302"/>
                    <a:pt x="115919" y="129730"/>
                    <a:pt x="109823" y="126682"/>
                  </a:cubicBezTo>
                  <a:cubicBezTo>
                    <a:pt x="105251" y="125158"/>
                    <a:pt x="99155" y="123635"/>
                    <a:pt x="91535" y="123635"/>
                  </a:cubicBezTo>
                  <a:cubicBezTo>
                    <a:pt x="82391" y="123635"/>
                    <a:pt x="73247" y="126682"/>
                    <a:pt x="64103" y="132779"/>
                  </a:cubicBezTo>
                  <a:cubicBezTo>
                    <a:pt x="54959" y="138874"/>
                    <a:pt x="45720" y="148114"/>
                    <a:pt x="36576" y="161830"/>
                  </a:cubicBezTo>
                  <a:lnTo>
                    <a:pt x="36576" y="299180"/>
                  </a:lnTo>
                  <a:cubicBezTo>
                    <a:pt x="36576" y="300704"/>
                    <a:pt x="35052" y="300704"/>
                    <a:pt x="35052" y="302228"/>
                  </a:cubicBezTo>
                  <a:cubicBezTo>
                    <a:pt x="35052" y="302228"/>
                    <a:pt x="33528" y="303752"/>
                    <a:pt x="32004" y="303752"/>
                  </a:cubicBezTo>
                  <a:cubicBezTo>
                    <a:pt x="30480" y="305276"/>
                    <a:pt x="28956" y="305276"/>
                    <a:pt x="27432" y="305276"/>
                  </a:cubicBezTo>
                  <a:cubicBezTo>
                    <a:pt x="24384" y="305276"/>
                    <a:pt x="21336" y="305276"/>
                    <a:pt x="18288" y="305276"/>
                  </a:cubicBezTo>
                  <a:cubicBezTo>
                    <a:pt x="13716" y="305276"/>
                    <a:pt x="12192" y="305276"/>
                    <a:pt x="9144" y="305276"/>
                  </a:cubicBezTo>
                  <a:cubicBezTo>
                    <a:pt x="6096" y="305276"/>
                    <a:pt x="4572" y="305276"/>
                    <a:pt x="3048" y="303752"/>
                  </a:cubicBezTo>
                  <a:cubicBezTo>
                    <a:pt x="1524" y="303752"/>
                    <a:pt x="1524" y="302228"/>
                    <a:pt x="0" y="302228"/>
                  </a:cubicBezTo>
                  <a:cubicBezTo>
                    <a:pt x="0" y="300704"/>
                    <a:pt x="0" y="300704"/>
                    <a:pt x="0" y="299180"/>
                  </a:cubicBezTo>
                  <a:lnTo>
                    <a:pt x="0" y="6191"/>
                  </a:lnTo>
                  <a:cubicBezTo>
                    <a:pt x="0" y="4667"/>
                    <a:pt x="0" y="4667"/>
                    <a:pt x="0" y="3143"/>
                  </a:cubicBezTo>
                  <a:cubicBezTo>
                    <a:pt x="1524" y="3143"/>
                    <a:pt x="1524" y="1524"/>
                    <a:pt x="3048" y="1524"/>
                  </a:cubicBezTo>
                  <a:cubicBezTo>
                    <a:pt x="4572" y="0"/>
                    <a:pt x="6096" y="0"/>
                    <a:pt x="9144" y="0"/>
                  </a:cubicBezTo>
                  <a:cubicBezTo>
                    <a:pt x="10668" y="0"/>
                    <a:pt x="13716" y="0"/>
                    <a:pt x="18288" y="0"/>
                  </a:cubicBezTo>
                  <a:cubicBezTo>
                    <a:pt x="21336" y="0"/>
                    <a:pt x="24384" y="0"/>
                    <a:pt x="27432" y="0"/>
                  </a:cubicBezTo>
                  <a:cubicBezTo>
                    <a:pt x="28956" y="0"/>
                    <a:pt x="30480" y="0"/>
                    <a:pt x="32004" y="1524"/>
                  </a:cubicBezTo>
                  <a:cubicBezTo>
                    <a:pt x="33528" y="1524"/>
                    <a:pt x="35052" y="3143"/>
                    <a:pt x="35052" y="3143"/>
                  </a:cubicBezTo>
                  <a:cubicBezTo>
                    <a:pt x="35052" y="4667"/>
                    <a:pt x="36576" y="4667"/>
                    <a:pt x="36576" y="6191"/>
                  </a:cubicBezTo>
                  <a:lnTo>
                    <a:pt x="36576" y="123635"/>
                  </a:lnTo>
                  <a:cubicBezTo>
                    <a:pt x="45720" y="112966"/>
                    <a:pt x="56483" y="105346"/>
                    <a:pt x="67151" y="99251"/>
                  </a:cubicBezTo>
                  <a:cubicBezTo>
                    <a:pt x="77819" y="94679"/>
                    <a:pt x="88487" y="91630"/>
                    <a:pt x="99155" y="91630"/>
                  </a:cubicBezTo>
                  <a:cubicBezTo>
                    <a:pt x="112871" y="91630"/>
                    <a:pt x="123539" y="94679"/>
                    <a:pt x="132683" y="99251"/>
                  </a:cubicBezTo>
                  <a:cubicBezTo>
                    <a:pt x="141923" y="102298"/>
                    <a:pt x="148018" y="108394"/>
                    <a:pt x="154115" y="116014"/>
                  </a:cubicBezTo>
                  <a:cubicBezTo>
                    <a:pt x="160210" y="123635"/>
                    <a:pt x="163258" y="132779"/>
                    <a:pt x="166307" y="142018"/>
                  </a:cubicBezTo>
                  <a:cubicBezTo>
                    <a:pt x="167830" y="152686"/>
                    <a:pt x="169354" y="164878"/>
                    <a:pt x="169354" y="178594"/>
                  </a:cubicBezTo>
                  <a:lnTo>
                    <a:pt x="169354" y="29918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59" name="Path359"/>
            <p:cNvSpPr/>
            <p:nvPr/>
          </p:nvSpPr>
          <p:spPr>
            <a:xfrm>
              <a:off x="1348645" y="2672239"/>
              <a:ext cx="163258" cy="216693"/>
            </a:xfrm>
            <a:custGeom>
              <a:avLst/>
              <a:gdLst/>
              <a:ahLst/>
              <a:cxnLst/>
              <a:rect l="l" t="t" r="r" b="b"/>
              <a:pathLst>
                <a:path w="163258" h="216693">
                  <a:moveTo>
                    <a:pt x="163259" y="207550"/>
                  </a:moveTo>
                  <a:cubicBezTo>
                    <a:pt x="163259" y="209074"/>
                    <a:pt x="161735" y="210598"/>
                    <a:pt x="160211" y="212122"/>
                  </a:cubicBezTo>
                  <a:cubicBezTo>
                    <a:pt x="160211" y="212122"/>
                    <a:pt x="158687" y="213646"/>
                    <a:pt x="155639" y="213646"/>
                  </a:cubicBezTo>
                  <a:cubicBezTo>
                    <a:pt x="154115" y="213646"/>
                    <a:pt x="151067" y="213646"/>
                    <a:pt x="146495" y="213646"/>
                  </a:cubicBezTo>
                  <a:cubicBezTo>
                    <a:pt x="143447" y="213646"/>
                    <a:pt x="140399" y="213646"/>
                    <a:pt x="137351" y="213646"/>
                  </a:cubicBezTo>
                  <a:cubicBezTo>
                    <a:pt x="135827" y="213646"/>
                    <a:pt x="134303" y="212122"/>
                    <a:pt x="132779" y="212122"/>
                  </a:cubicBezTo>
                  <a:cubicBezTo>
                    <a:pt x="132779" y="210598"/>
                    <a:pt x="131255" y="209074"/>
                    <a:pt x="131255" y="207550"/>
                  </a:cubicBezTo>
                  <a:lnTo>
                    <a:pt x="131255" y="187738"/>
                  </a:lnTo>
                  <a:cubicBezTo>
                    <a:pt x="123635" y="196882"/>
                    <a:pt x="112967" y="204502"/>
                    <a:pt x="102299" y="209074"/>
                  </a:cubicBezTo>
                  <a:cubicBezTo>
                    <a:pt x="91631" y="213646"/>
                    <a:pt x="80867" y="216694"/>
                    <a:pt x="68675" y="216694"/>
                  </a:cubicBezTo>
                  <a:cubicBezTo>
                    <a:pt x="59531" y="216694"/>
                    <a:pt x="48863" y="215170"/>
                    <a:pt x="41243" y="213646"/>
                  </a:cubicBezTo>
                  <a:cubicBezTo>
                    <a:pt x="32099" y="210598"/>
                    <a:pt x="26003" y="206026"/>
                    <a:pt x="19907" y="201454"/>
                  </a:cubicBezTo>
                  <a:cubicBezTo>
                    <a:pt x="13811" y="196882"/>
                    <a:pt x="9239" y="189262"/>
                    <a:pt x="6191" y="183070"/>
                  </a:cubicBezTo>
                  <a:cubicBezTo>
                    <a:pt x="3048" y="175451"/>
                    <a:pt x="0" y="166307"/>
                    <a:pt x="0" y="157163"/>
                  </a:cubicBezTo>
                  <a:cubicBezTo>
                    <a:pt x="0" y="146495"/>
                    <a:pt x="3048" y="135826"/>
                    <a:pt x="7715" y="128207"/>
                  </a:cubicBezTo>
                  <a:cubicBezTo>
                    <a:pt x="12287" y="120586"/>
                    <a:pt x="18383" y="112871"/>
                    <a:pt x="27527" y="108299"/>
                  </a:cubicBezTo>
                  <a:cubicBezTo>
                    <a:pt x="35147" y="102203"/>
                    <a:pt x="45815" y="97631"/>
                    <a:pt x="58007" y="96107"/>
                  </a:cubicBezTo>
                  <a:cubicBezTo>
                    <a:pt x="70199" y="93059"/>
                    <a:pt x="83915" y="91535"/>
                    <a:pt x="99251" y="91535"/>
                  </a:cubicBezTo>
                  <a:lnTo>
                    <a:pt x="126683" y="91535"/>
                  </a:lnTo>
                  <a:lnTo>
                    <a:pt x="126683" y="76295"/>
                  </a:lnTo>
                  <a:cubicBezTo>
                    <a:pt x="126683" y="68675"/>
                    <a:pt x="126683" y="62579"/>
                    <a:pt x="123635" y="56483"/>
                  </a:cubicBezTo>
                  <a:cubicBezTo>
                    <a:pt x="122111" y="50387"/>
                    <a:pt x="120587" y="45720"/>
                    <a:pt x="116015" y="41148"/>
                  </a:cubicBezTo>
                  <a:cubicBezTo>
                    <a:pt x="112967" y="38100"/>
                    <a:pt x="108395" y="35052"/>
                    <a:pt x="102299" y="32004"/>
                  </a:cubicBezTo>
                  <a:cubicBezTo>
                    <a:pt x="96203" y="30480"/>
                    <a:pt x="90011" y="28956"/>
                    <a:pt x="80867" y="28956"/>
                  </a:cubicBezTo>
                  <a:cubicBezTo>
                    <a:pt x="73247" y="28956"/>
                    <a:pt x="64103" y="30480"/>
                    <a:pt x="58007" y="33528"/>
                  </a:cubicBezTo>
                  <a:cubicBezTo>
                    <a:pt x="50387" y="35052"/>
                    <a:pt x="44291" y="36576"/>
                    <a:pt x="39719" y="39624"/>
                  </a:cubicBezTo>
                  <a:cubicBezTo>
                    <a:pt x="33623" y="42672"/>
                    <a:pt x="29051" y="44196"/>
                    <a:pt x="26003" y="47244"/>
                  </a:cubicBezTo>
                  <a:cubicBezTo>
                    <a:pt x="21431" y="48863"/>
                    <a:pt x="19907" y="50387"/>
                    <a:pt x="18383" y="50387"/>
                  </a:cubicBezTo>
                  <a:cubicBezTo>
                    <a:pt x="16859" y="50387"/>
                    <a:pt x="15335" y="50387"/>
                    <a:pt x="15335" y="48863"/>
                  </a:cubicBezTo>
                  <a:cubicBezTo>
                    <a:pt x="13811" y="48863"/>
                    <a:pt x="12287" y="47244"/>
                    <a:pt x="12287" y="47244"/>
                  </a:cubicBezTo>
                  <a:cubicBezTo>
                    <a:pt x="12287" y="45720"/>
                    <a:pt x="10763" y="44196"/>
                    <a:pt x="10763" y="42672"/>
                  </a:cubicBezTo>
                  <a:cubicBezTo>
                    <a:pt x="10763" y="39624"/>
                    <a:pt x="10763" y="38100"/>
                    <a:pt x="10763" y="36576"/>
                  </a:cubicBezTo>
                  <a:cubicBezTo>
                    <a:pt x="10763" y="32004"/>
                    <a:pt x="10763" y="28956"/>
                    <a:pt x="10763" y="27432"/>
                  </a:cubicBezTo>
                  <a:cubicBezTo>
                    <a:pt x="12287" y="25908"/>
                    <a:pt x="12287" y="22860"/>
                    <a:pt x="15335" y="21336"/>
                  </a:cubicBezTo>
                  <a:cubicBezTo>
                    <a:pt x="16859" y="19812"/>
                    <a:pt x="19907" y="16764"/>
                    <a:pt x="24479" y="15240"/>
                  </a:cubicBezTo>
                  <a:cubicBezTo>
                    <a:pt x="30575" y="12192"/>
                    <a:pt x="35147" y="9144"/>
                    <a:pt x="41243" y="7620"/>
                  </a:cubicBezTo>
                  <a:cubicBezTo>
                    <a:pt x="47339" y="6096"/>
                    <a:pt x="54959" y="4572"/>
                    <a:pt x="62579" y="3048"/>
                  </a:cubicBezTo>
                  <a:cubicBezTo>
                    <a:pt x="70199" y="1524"/>
                    <a:pt x="77819" y="0"/>
                    <a:pt x="85439" y="0"/>
                  </a:cubicBezTo>
                  <a:cubicBezTo>
                    <a:pt x="99251" y="0"/>
                    <a:pt x="111443" y="1524"/>
                    <a:pt x="120587" y="4572"/>
                  </a:cubicBezTo>
                  <a:cubicBezTo>
                    <a:pt x="131255" y="7620"/>
                    <a:pt x="138875" y="13716"/>
                    <a:pt x="144971" y="19812"/>
                  </a:cubicBezTo>
                  <a:cubicBezTo>
                    <a:pt x="151067" y="25908"/>
                    <a:pt x="155639" y="33528"/>
                    <a:pt x="158687" y="42672"/>
                  </a:cubicBezTo>
                  <a:cubicBezTo>
                    <a:pt x="161735" y="51911"/>
                    <a:pt x="163259" y="62579"/>
                    <a:pt x="163259" y="74771"/>
                  </a:cubicBezTo>
                  <a:lnTo>
                    <a:pt x="163259" y="207550"/>
                  </a:lnTo>
                  <a:close/>
                  <a:moveTo>
                    <a:pt x="126683" y="117539"/>
                  </a:moveTo>
                  <a:lnTo>
                    <a:pt x="96203" y="117539"/>
                  </a:lnTo>
                  <a:cubicBezTo>
                    <a:pt x="85439" y="117539"/>
                    <a:pt x="77819" y="119063"/>
                    <a:pt x="70199" y="120586"/>
                  </a:cubicBezTo>
                  <a:cubicBezTo>
                    <a:pt x="62579" y="122111"/>
                    <a:pt x="56483" y="123635"/>
                    <a:pt x="51911" y="128207"/>
                  </a:cubicBezTo>
                  <a:cubicBezTo>
                    <a:pt x="47339" y="131254"/>
                    <a:pt x="42767" y="134302"/>
                    <a:pt x="41243" y="138874"/>
                  </a:cubicBezTo>
                  <a:cubicBezTo>
                    <a:pt x="39719" y="143446"/>
                    <a:pt x="38195" y="149542"/>
                    <a:pt x="38195" y="155639"/>
                  </a:cubicBezTo>
                  <a:cubicBezTo>
                    <a:pt x="38195" y="164783"/>
                    <a:pt x="41243" y="173926"/>
                    <a:pt x="47339" y="180023"/>
                  </a:cubicBezTo>
                  <a:cubicBezTo>
                    <a:pt x="53435" y="186214"/>
                    <a:pt x="62579" y="189262"/>
                    <a:pt x="74771" y="189262"/>
                  </a:cubicBezTo>
                  <a:cubicBezTo>
                    <a:pt x="83915" y="189262"/>
                    <a:pt x="93155" y="186214"/>
                    <a:pt x="100775" y="181546"/>
                  </a:cubicBezTo>
                  <a:cubicBezTo>
                    <a:pt x="109919" y="176974"/>
                    <a:pt x="117539" y="169354"/>
                    <a:pt x="126683" y="158686"/>
                  </a:cubicBezTo>
                  <a:lnTo>
                    <a:pt x="126683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360" name="Group360"/>
          <p:cNvGrpSpPr/>
          <p:nvPr/>
        </p:nvGrpSpPr>
        <p:grpSpPr>
          <a:xfrm>
            <a:off x="1577531" y="2579084"/>
            <a:ext cx="732282" cy="386144"/>
            <a:chOff x="1577531" y="2579084"/>
            <a:chExt cx="732282" cy="386144"/>
          </a:xfrm>
        </p:grpSpPr>
        <p:sp>
          <p:nvSpPr>
            <p:cNvPr id="361" name="Path361"/>
            <p:cNvSpPr/>
            <p:nvPr/>
          </p:nvSpPr>
          <p:spPr>
            <a:xfrm>
              <a:off x="1577531" y="2672239"/>
              <a:ext cx="181546" cy="292989"/>
            </a:xfrm>
            <a:custGeom>
              <a:avLst/>
              <a:gdLst/>
              <a:ahLst/>
              <a:cxnLst/>
              <a:rect l="l" t="t" r="r" b="b"/>
              <a:pathLst>
                <a:path w="181546" h="292989">
                  <a:moveTo>
                    <a:pt x="181546" y="105251"/>
                  </a:moveTo>
                  <a:cubicBezTo>
                    <a:pt x="181546" y="123635"/>
                    <a:pt x="180023" y="138875"/>
                    <a:pt x="175451" y="152591"/>
                  </a:cubicBezTo>
                  <a:cubicBezTo>
                    <a:pt x="172402" y="166307"/>
                    <a:pt x="166307" y="176975"/>
                    <a:pt x="158686" y="187738"/>
                  </a:cubicBezTo>
                  <a:cubicBezTo>
                    <a:pt x="152591" y="196882"/>
                    <a:pt x="143446" y="204502"/>
                    <a:pt x="132779" y="209074"/>
                  </a:cubicBezTo>
                  <a:cubicBezTo>
                    <a:pt x="122015" y="213646"/>
                    <a:pt x="109823" y="216694"/>
                    <a:pt x="96107" y="216694"/>
                  </a:cubicBezTo>
                  <a:cubicBezTo>
                    <a:pt x="90011" y="216694"/>
                    <a:pt x="85439" y="216694"/>
                    <a:pt x="79343" y="215170"/>
                  </a:cubicBezTo>
                  <a:cubicBezTo>
                    <a:pt x="74771" y="213646"/>
                    <a:pt x="70199" y="212122"/>
                    <a:pt x="65627" y="209074"/>
                  </a:cubicBezTo>
                  <a:cubicBezTo>
                    <a:pt x="61055" y="207550"/>
                    <a:pt x="56483" y="204502"/>
                    <a:pt x="50387" y="199930"/>
                  </a:cubicBezTo>
                  <a:cubicBezTo>
                    <a:pt x="45815" y="196882"/>
                    <a:pt x="41243" y="192310"/>
                    <a:pt x="36671" y="187738"/>
                  </a:cubicBezTo>
                  <a:lnTo>
                    <a:pt x="36671" y="285369"/>
                  </a:lnTo>
                  <a:cubicBezTo>
                    <a:pt x="36671" y="286893"/>
                    <a:pt x="36671" y="288417"/>
                    <a:pt x="35052" y="288417"/>
                  </a:cubicBezTo>
                  <a:cubicBezTo>
                    <a:pt x="35052" y="289941"/>
                    <a:pt x="33528" y="289941"/>
                    <a:pt x="32004" y="291465"/>
                  </a:cubicBezTo>
                  <a:cubicBezTo>
                    <a:pt x="30480" y="291465"/>
                    <a:pt x="28956" y="291465"/>
                    <a:pt x="27432" y="291465"/>
                  </a:cubicBezTo>
                  <a:cubicBezTo>
                    <a:pt x="24384" y="292989"/>
                    <a:pt x="21336" y="292989"/>
                    <a:pt x="18288" y="292989"/>
                  </a:cubicBezTo>
                  <a:cubicBezTo>
                    <a:pt x="15240" y="292989"/>
                    <a:pt x="12192" y="292989"/>
                    <a:pt x="9144" y="291465"/>
                  </a:cubicBezTo>
                  <a:cubicBezTo>
                    <a:pt x="7620" y="291465"/>
                    <a:pt x="4572" y="291465"/>
                    <a:pt x="3048" y="291465"/>
                  </a:cubicBezTo>
                  <a:cubicBezTo>
                    <a:pt x="3048" y="289941"/>
                    <a:pt x="1524" y="289941"/>
                    <a:pt x="1524" y="288417"/>
                  </a:cubicBezTo>
                  <a:cubicBezTo>
                    <a:pt x="0" y="288417"/>
                    <a:pt x="0" y="286893"/>
                    <a:pt x="0" y="285369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0" y="7620"/>
                  </a:cubicBezTo>
                  <a:cubicBezTo>
                    <a:pt x="1524" y="6096"/>
                    <a:pt x="1524" y="6096"/>
                    <a:pt x="3048" y="4572"/>
                  </a:cubicBezTo>
                  <a:cubicBezTo>
                    <a:pt x="4572" y="4572"/>
                    <a:pt x="6096" y="4572"/>
                    <a:pt x="7620" y="3048"/>
                  </a:cubicBezTo>
                  <a:cubicBezTo>
                    <a:pt x="10668" y="3048"/>
                    <a:pt x="12192" y="3048"/>
                    <a:pt x="15240" y="3048"/>
                  </a:cubicBezTo>
                  <a:cubicBezTo>
                    <a:pt x="18288" y="3048"/>
                    <a:pt x="21336" y="3048"/>
                    <a:pt x="22860" y="3048"/>
                  </a:cubicBezTo>
                  <a:cubicBezTo>
                    <a:pt x="25908" y="4572"/>
                    <a:pt x="27432" y="4572"/>
                    <a:pt x="28956" y="4572"/>
                  </a:cubicBezTo>
                  <a:cubicBezTo>
                    <a:pt x="28956" y="6096"/>
                    <a:pt x="30480" y="6096"/>
                    <a:pt x="30480" y="7620"/>
                  </a:cubicBezTo>
                  <a:cubicBezTo>
                    <a:pt x="32004" y="7620"/>
                    <a:pt x="32004" y="9144"/>
                    <a:pt x="32004" y="10668"/>
                  </a:cubicBezTo>
                  <a:lnTo>
                    <a:pt x="32004" y="36576"/>
                  </a:lnTo>
                  <a:cubicBezTo>
                    <a:pt x="38195" y="30480"/>
                    <a:pt x="44291" y="25908"/>
                    <a:pt x="48863" y="21336"/>
                  </a:cubicBezTo>
                  <a:cubicBezTo>
                    <a:pt x="54959" y="16764"/>
                    <a:pt x="59531" y="12192"/>
                    <a:pt x="65627" y="9144"/>
                  </a:cubicBezTo>
                  <a:cubicBezTo>
                    <a:pt x="71723" y="6096"/>
                    <a:pt x="77819" y="4572"/>
                    <a:pt x="82391" y="3048"/>
                  </a:cubicBezTo>
                  <a:cubicBezTo>
                    <a:pt x="88487" y="1524"/>
                    <a:pt x="94583" y="0"/>
                    <a:pt x="102203" y="0"/>
                  </a:cubicBezTo>
                  <a:cubicBezTo>
                    <a:pt x="115919" y="0"/>
                    <a:pt x="128207" y="3048"/>
                    <a:pt x="138874" y="9144"/>
                  </a:cubicBezTo>
                  <a:cubicBezTo>
                    <a:pt x="148018" y="13716"/>
                    <a:pt x="157163" y="21336"/>
                    <a:pt x="163258" y="32004"/>
                  </a:cubicBezTo>
                  <a:cubicBezTo>
                    <a:pt x="169354" y="41148"/>
                    <a:pt x="173926" y="51911"/>
                    <a:pt x="176974" y="65627"/>
                  </a:cubicBezTo>
                  <a:cubicBezTo>
                    <a:pt x="180023" y="77819"/>
                    <a:pt x="181546" y="91535"/>
                    <a:pt x="181546" y="105251"/>
                  </a:cubicBezTo>
                  <a:close/>
                  <a:moveTo>
                    <a:pt x="143446" y="109823"/>
                  </a:moveTo>
                  <a:cubicBezTo>
                    <a:pt x="143446" y="99155"/>
                    <a:pt x="141923" y="90011"/>
                    <a:pt x="140398" y="80867"/>
                  </a:cubicBezTo>
                  <a:cubicBezTo>
                    <a:pt x="138874" y="71723"/>
                    <a:pt x="137351" y="62579"/>
                    <a:pt x="132779" y="54959"/>
                  </a:cubicBezTo>
                  <a:cubicBezTo>
                    <a:pt x="129730" y="48863"/>
                    <a:pt x="125158" y="42672"/>
                    <a:pt x="117443" y="38100"/>
                  </a:cubicBezTo>
                  <a:cubicBezTo>
                    <a:pt x="111347" y="33528"/>
                    <a:pt x="103727" y="32004"/>
                    <a:pt x="94583" y="32004"/>
                  </a:cubicBezTo>
                  <a:cubicBezTo>
                    <a:pt x="90011" y="32004"/>
                    <a:pt x="85439" y="32004"/>
                    <a:pt x="80867" y="33528"/>
                  </a:cubicBezTo>
                  <a:cubicBezTo>
                    <a:pt x="76295" y="35052"/>
                    <a:pt x="71723" y="36576"/>
                    <a:pt x="67151" y="39624"/>
                  </a:cubicBezTo>
                  <a:cubicBezTo>
                    <a:pt x="62579" y="42672"/>
                    <a:pt x="58007" y="47244"/>
                    <a:pt x="51911" y="51911"/>
                  </a:cubicBezTo>
                  <a:cubicBezTo>
                    <a:pt x="47339" y="56483"/>
                    <a:pt x="41243" y="62579"/>
                    <a:pt x="36671" y="70199"/>
                  </a:cubicBezTo>
                  <a:lnTo>
                    <a:pt x="36671" y="148018"/>
                  </a:lnTo>
                  <a:cubicBezTo>
                    <a:pt x="45815" y="160211"/>
                    <a:pt x="54959" y="169355"/>
                    <a:pt x="64103" y="175451"/>
                  </a:cubicBezTo>
                  <a:cubicBezTo>
                    <a:pt x="73247" y="183071"/>
                    <a:pt x="82391" y="186214"/>
                    <a:pt x="93059" y="186214"/>
                  </a:cubicBezTo>
                  <a:cubicBezTo>
                    <a:pt x="100679" y="186214"/>
                    <a:pt x="109823" y="183071"/>
                    <a:pt x="115919" y="180023"/>
                  </a:cubicBezTo>
                  <a:cubicBezTo>
                    <a:pt x="122015" y="175451"/>
                    <a:pt x="128207" y="169355"/>
                    <a:pt x="131254" y="161735"/>
                  </a:cubicBezTo>
                  <a:cubicBezTo>
                    <a:pt x="135826" y="154115"/>
                    <a:pt x="138874" y="146495"/>
                    <a:pt x="140398" y="137351"/>
                  </a:cubicBezTo>
                  <a:cubicBezTo>
                    <a:pt x="141923" y="128207"/>
                    <a:pt x="143446" y="119063"/>
                    <a:pt x="143446" y="10982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62" name="Path362"/>
            <p:cNvSpPr/>
            <p:nvPr/>
          </p:nvSpPr>
          <p:spPr>
            <a:xfrm>
              <a:off x="1812512" y="2672239"/>
              <a:ext cx="181547" cy="292989"/>
            </a:xfrm>
            <a:custGeom>
              <a:avLst/>
              <a:gdLst/>
              <a:ahLst/>
              <a:cxnLst/>
              <a:rect l="l" t="t" r="r" b="b"/>
              <a:pathLst>
                <a:path w="181547" h="292989">
                  <a:moveTo>
                    <a:pt x="181546" y="105251"/>
                  </a:moveTo>
                  <a:cubicBezTo>
                    <a:pt x="181546" y="123635"/>
                    <a:pt x="180023" y="138875"/>
                    <a:pt x="176974" y="152591"/>
                  </a:cubicBezTo>
                  <a:cubicBezTo>
                    <a:pt x="172402" y="166307"/>
                    <a:pt x="166307" y="176975"/>
                    <a:pt x="160211" y="187738"/>
                  </a:cubicBezTo>
                  <a:cubicBezTo>
                    <a:pt x="152591" y="196882"/>
                    <a:pt x="143351" y="204502"/>
                    <a:pt x="132683" y="209074"/>
                  </a:cubicBezTo>
                  <a:cubicBezTo>
                    <a:pt x="122015" y="213646"/>
                    <a:pt x="109823" y="216694"/>
                    <a:pt x="96107" y="216694"/>
                  </a:cubicBezTo>
                  <a:cubicBezTo>
                    <a:pt x="90011" y="216694"/>
                    <a:pt x="85439" y="216694"/>
                    <a:pt x="80867" y="215170"/>
                  </a:cubicBezTo>
                  <a:cubicBezTo>
                    <a:pt x="74771" y="213646"/>
                    <a:pt x="70199" y="212122"/>
                    <a:pt x="65627" y="209074"/>
                  </a:cubicBezTo>
                  <a:cubicBezTo>
                    <a:pt x="60960" y="207550"/>
                    <a:pt x="56388" y="204502"/>
                    <a:pt x="51816" y="199930"/>
                  </a:cubicBezTo>
                  <a:cubicBezTo>
                    <a:pt x="47244" y="196882"/>
                    <a:pt x="41148" y="192310"/>
                    <a:pt x="36576" y="187738"/>
                  </a:cubicBezTo>
                  <a:lnTo>
                    <a:pt x="36576" y="285369"/>
                  </a:lnTo>
                  <a:cubicBezTo>
                    <a:pt x="36576" y="286893"/>
                    <a:pt x="36576" y="288417"/>
                    <a:pt x="35052" y="288417"/>
                  </a:cubicBezTo>
                  <a:cubicBezTo>
                    <a:pt x="35052" y="289941"/>
                    <a:pt x="33528" y="289941"/>
                    <a:pt x="33528" y="291465"/>
                  </a:cubicBezTo>
                  <a:cubicBezTo>
                    <a:pt x="32004" y="291465"/>
                    <a:pt x="30480" y="291465"/>
                    <a:pt x="27432" y="291465"/>
                  </a:cubicBezTo>
                  <a:cubicBezTo>
                    <a:pt x="24384" y="292989"/>
                    <a:pt x="22860" y="292989"/>
                    <a:pt x="18288" y="292989"/>
                  </a:cubicBezTo>
                  <a:cubicBezTo>
                    <a:pt x="15240" y="292989"/>
                    <a:pt x="12192" y="292989"/>
                    <a:pt x="9144" y="291465"/>
                  </a:cubicBezTo>
                  <a:cubicBezTo>
                    <a:pt x="7620" y="291465"/>
                    <a:pt x="6096" y="291465"/>
                    <a:pt x="4572" y="291465"/>
                  </a:cubicBezTo>
                  <a:cubicBezTo>
                    <a:pt x="3048" y="289941"/>
                    <a:pt x="1524" y="289941"/>
                    <a:pt x="1524" y="288417"/>
                  </a:cubicBezTo>
                  <a:cubicBezTo>
                    <a:pt x="1524" y="288417"/>
                    <a:pt x="0" y="286893"/>
                    <a:pt x="0" y="285369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1524" y="7620"/>
                  </a:cubicBezTo>
                  <a:cubicBezTo>
                    <a:pt x="1524" y="6096"/>
                    <a:pt x="3048" y="6096"/>
                    <a:pt x="3048" y="4572"/>
                  </a:cubicBezTo>
                  <a:cubicBezTo>
                    <a:pt x="4572" y="4572"/>
                    <a:pt x="6096" y="4572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1336" y="3048"/>
                    <a:pt x="24384" y="3048"/>
                  </a:cubicBezTo>
                  <a:cubicBezTo>
                    <a:pt x="25908" y="4572"/>
                    <a:pt x="27432" y="4572"/>
                    <a:pt x="28956" y="4572"/>
                  </a:cubicBezTo>
                  <a:cubicBezTo>
                    <a:pt x="30480" y="6096"/>
                    <a:pt x="30480" y="6096"/>
                    <a:pt x="32004" y="7620"/>
                  </a:cubicBezTo>
                  <a:cubicBezTo>
                    <a:pt x="32004" y="7620"/>
                    <a:pt x="32004" y="9144"/>
                    <a:pt x="32004" y="10668"/>
                  </a:cubicBezTo>
                  <a:lnTo>
                    <a:pt x="32004" y="36576"/>
                  </a:lnTo>
                  <a:cubicBezTo>
                    <a:pt x="38100" y="30480"/>
                    <a:pt x="44196" y="25908"/>
                    <a:pt x="48768" y="21336"/>
                  </a:cubicBezTo>
                  <a:cubicBezTo>
                    <a:pt x="54864" y="16764"/>
                    <a:pt x="60960" y="12192"/>
                    <a:pt x="65627" y="9144"/>
                  </a:cubicBezTo>
                  <a:cubicBezTo>
                    <a:pt x="71723" y="6096"/>
                    <a:pt x="77819" y="4572"/>
                    <a:pt x="83915" y="3048"/>
                  </a:cubicBezTo>
                  <a:cubicBezTo>
                    <a:pt x="90011" y="1524"/>
                    <a:pt x="96107" y="0"/>
                    <a:pt x="102203" y="0"/>
                  </a:cubicBezTo>
                  <a:cubicBezTo>
                    <a:pt x="115919" y="0"/>
                    <a:pt x="128111" y="3048"/>
                    <a:pt x="138779" y="9144"/>
                  </a:cubicBezTo>
                  <a:cubicBezTo>
                    <a:pt x="149447" y="13716"/>
                    <a:pt x="157163" y="21336"/>
                    <a:pt x="163258" y="32004"/>
                  </a:cubicBezTo>
                  <a:cubicBezTo>
                    <a:pt x="169354" y="41148"/>
                    <a:pt x="173926" y="51911"/>
                    <a:pt x="176974" y="65627"/>
                  </a:cubicBezTo>
                  <a:cubicBezTo>
                    <a:pt x="180023" y="77819"/>
                    <a:pt x="181546" y="91535"/>
                    <a:pt x="181546" y="105251"/>
                  </a:cubicBezTo>
                  <a:close/>
                  <a:moveTo>
                    <a:pt x="143351" y="109823"/>
                  </a:moveTo>
                  <a:cubicBezTo>
                    <a:pt x="143351" y="99155"/>
                    <a:pt x="143351" y="90011"/>
                    <a:pt x="141827" y="80867"/>
                  </a:cubicBezTo>
                  <a:cubicBezTo>
                    <a:pt x="140303" y="71723"/>
                    <a:pt x="137255" y="62579"/>
                    <a:pt x="134207" y="54959"/>
                  </a:cubicBezTo>
                  <a:cubicBezTo>
                    <a:pt x="129635" y="48863"/>
                    <a:pt x="125063" y="42672"/>
                    <a:pt x="118967" y="38100"/>
                  </a:cubicBezTo>
                  <a:cubicBezTo>
                    <a:pt x="112871" y="33528"/>
                    <a:pt x="105251" y="32004"/>
                    <a:pt x="94583" y="32004"/>
                  </a:cubicBezTo>
                  <a:cubicBezTo>
                    <a:pt x="90011" y="32004"/>
                    <a:pt x="85439" y="32004"/>
                    <a:pt x="80867" y="33528"/>
                  </a:cubicBezTo>
                  <a:cubicBezTo>
                    <a:pt x="76295" y="35052"/>
                    <a:pt x="71723" y="36576"/>
                    <a:pt x="67151" y="39624"/>
                  </a:cubicBezTo>
                  <a:cubicBezTo>
                    <a:pt x="62484" y="42672"/>
                    <a:pt x="57912" y="47244"/>
                    <a:pt x="53340" y="51911"/>
                  </a:cubicBezTo>
                  <a:cubicBezTo>
                    <a:pt x="47244" y="56483"/>
                    <a:pt x="42672" y="62579"/>
                    <a:pt x="36576" y="70199"/>
                  </a:cubicBezTo>
                  <a:lnTo>
                    <a:pt x="36576" y="148018"/>
                  </a:lnTo>
                  <a:cubicBezTo>
                    <a:pt x="45720" y="160211"/>
                    <a:pt x="56388" y="169355"/>
                    <a:pt x="65627" y="175451"/>
                  </a:cubicBezTo>
                  <a:cubicBezTo>
                    <a:pt x="73247" y="183071"/>
                    <a:pt x="82391" y="186214"/>
                    <a:pt x="93059" y="186214"/>
                  </a:cubicBezTo>
                  <a:cubicBezTo>
                    <a:pt x="102203" y="186214"/>
                    <a:pt x="109823" y="183071"/>
                    <a:pt x="115919" y="180023"/>
                  </a:cubicBezTo>
                  <a:cubicBezTo>
                    <a:pt x="122015" y="175451"/>
                    <a:pt x="128111" y="169355"/>
                    <a:pt x="132683" y="161735"/>
                  </a:cubicBezTo>
                  <a:cubicBezTo>
                    <a:pt x="135731" y="154115"/>
                    <a:pt x="138779" y="146495"/>
                    <a:pt x="140303" y="137351"/>
                  </a:cubicBezTo>
                  <a:cubicBezTo>
                    <a:pt x="143351" y="128207"/>
                    <a:pt x="143351" y="119063"/>
                    <a:pt x="143351" y="10982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63" name="Path363"/>
            <p:cNvSpPr/>
            <p:nvPr/>
          </p:nvSpPr>
          <p:spPr>
            <a:xfrm>
              <a:off x="2019967" y="2675287"/>
              <a:ext cx="187642" cy="289941"/>
            </a:xfrm>
            <a:custGeom>
              <a:avLst/>
              <a:gdLst/>
              <a:ahLst/>
              <a:cxnLst/>
              <a:rect l="l" t="t" r="r" b="b"/>
              <a:pathLst>
                <a:path w="187642" h="289941">
                  <a:moveTo>
                    <a:pt x="115919" y="209074"/>
                  </a:moveTo>
                  <a:lnTo>
                    <a:pt x="90011" y="282321"/>
                  </a:lnTo>
                  <a:cubicBezTo>
                    <a:pt x="88487" y="283845"/>
                    <a:pt x="85439" y="286893"/>
                    <a:pt x="82391" y="286893"/>
                  </a:cubicBezTo>
                  <a:cubicBezTo>
                    <a:pt x="79343" y="288417"/>
                    <a:pt x="73247" y="289941"/>
                    <a:pt x="65627" y="289941"/>
                  </a:cubicBezTo>
                  <a:cubicBezTo>
                    <a:pt x="62579" y="289941"/>
                    <a:pt x="59531" y="289941"/>
                    <a:pt x="56483" y="288417"/>
                  </a:cubicBezTo>
                  <a:cubicBezTo>
                    <a:pt x="54959" y="288417"/>
                    <a:pt x="53435" y="288417"/>
                    <a:pt x="51911" y="286893"/>
                  </a:cubicBezTo>
                  <a:cubicBezTo>
                    <a:pt x="50387" y="286893"/>
                    <a:pt x="50387" y="285369"/>
                    <a:pt x="50387" y="283845"/>
                  </a:cubicBezTo>
                  <a:cubicBezTo>
                    <a:pt x="48863" y="282321"/>
                    <a:pt x="50387" y="280797"/>
                    <a:pt x="50387" y="277749"/>
                  </a:cubicBezTo>
                  <a:lnTo>
                    <a:pt x="77819" y="209074"/>
                  </a:lnTo>
                  <a:cubicBezTo>
                    <a:pt x="76295" y="209074"/>
                    <a:pt x="74771" y="207550"/>
                    <a:pt x="74771" y="207550"/>
                  </a:cubicBezTo>
                  <a:cubicBezTo>
                    <a:pt x="73247" y="206026"/>
                    <a:pt x="71723" y="204502"/>
                    <a:pt x="71723" y="202978"/>
                  </a:cubicBezTo>
                  <a:lnTo>
                    <a:pt x="1524" y="13716"/>
                  </a:lnTo>
                  <a:cubicBezTo>
                    <a:pt x="0" y="10668"/>
                    <a:pt x="0" y="9144"/>
                    <a:pt x="0" y="7620"/>
                  </a:cubicBezTo>
                  <a:cubicBezTo>
                    <a:pt x="0" y="6096"/>
                    <a:pt x="0" y="4572"/>
                    <a:pt x="1524" y="3048"/>
                  </a:cubicBezTo>
                  <a:cubicBezTo>
                    <a:pt x="3048" y="1524"/>
                    <a:pt x="4572" y="1524"/>
                    <a:pt x="7620" y="1524"/>
                  </a:cubicBezTo>
                  <a:cubicBezTo>
                    <a:pt x="9144" y="0"/>
                    <a:pt x="13716" y="0"/>
                    <a:pt x="18288" y="0"/>
                  </a:cubicBezTo>
                  <a:cubicBezTo>
                    <a:pt x="21336" y="0"/>
                    <a:pt x="25908" y="0"/>
                    <a:pt x="27432" y="0"/>
                  </a:cubicBezTo>
                  <a:cubicBezTo>
                    <a:pt x="30575" y="1524"/>
                    <a:pt x="32099" y="1524"/>
                    <a:pt x="33623" y="1524"/>
                  </a:cubicBezTo>
                  <a:cubicBezTo>
                    <a:pt x="35147" y="3048"/>
                    <a:pt x="36671" y="3048"/>
                    <a:pt x="36671" y="4572"/>
                  </a:cubicBezTo>
                  <a:cubicBezTo>
                    <a:pt x="38195" y="6096"/>
                    <a:pt x="38195" y="7620"/>
                    <a:pt x="39719" y="9144"/>
                  </a:cubicBezTo>
                  <a:lnTo>
                    <a:pt x="96107" y="166307"/>
                  </a:lnTo>
                  <a:lnTo>
                    <a:pt x="96107" y="166307"/>
                  </a:lnTo>
                  <a:lnTo>
                    <a:pt x="151067" y="7620"/>
                  </a:lnTo>
                  <a:cubicBezTo>
                    <a:pt x="151067" y="4572"/>
                    <a:pt x="152591" y="3048"/>
                    <a:pt x="154115" y="3048"/>
                  </a:cubicBezTo>
                  <a:cubicBezTo>
                    <a:pt x="154115" y="1524"/>
                    <a:pt x="157163" y="1524"/>
                    <a:pt x="158686" y="1524"/>
                  </a:cubicBezTo>
                  <a:cubicBezTo>
                    <a:pt x="161735" y="0"/>
                    <a:pt x="164783" y="0"/>
                    <a:pt x="169355" y="0"/>
                  </a:cubicBezTo>
                  <a:cubicBezTo>
                    <a:pt x="173927" y="0"/>
                    <a:pt x="176974" y="0"/>
                    <a:pt x="180023" y="1524"/>
                  </a:cubicBezTo>
                  <a:cubicBezTo>
                    <a:pt x="183071" y="1524"/>
                    <a:pt x="184595" y="1524"/>
                    <a:pt x="186118" y="3048"/>
                  </a:cubicBezTo>
                  <a:cubicBezTo>
                    <a:pt x="187643" y="4572"/>
                    <a:pt x="187643" y="6096"/>
                    <a:pt x="187643" y="7620"/>
                  </a:cubicBezTo>
                  <a:cubicBezTo>
                    <a:pt x="187643" y="9144"/>
                    <a:pt x="187643" y="10668"/>
                    <a:pt x="186118" y="13716"/>
                  </a:cubicBezTo>
                  <a:lnTo>
                    <a:pt x="115919" y="20907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64" name="Path364"/>
            <p:cNvSpPr/>
            <p:nvPr/>
          </p:nvSpPr>
          <p:spPr>
            <a:xfrm>
              <a:off x="2238185" y="2579084"/>
              <a:ext cx="71628" cy="111443"/>
            </a:xfrm>
            <a:custGeom>
              <a:avLst/>
              <a:gdLst/>
              <a:ahLst/>
              <a:cxnLst/>
              <a:rect l="l" t="t" r="r" b="b"/>
              <a:pathLst>
                <a:path w="71628" h="111443">
                  <a:moveTo>
                    <a:pt x="71628" y="16859"/>
                  </a:moveTo>
                  <a:cubicBezTo>
                    <a:pt x="71628" y="21431"/>
                    <a:pt x="71628" y="26003"/>
                    <a:pt x="70104" y="29052"/>
                  </a:cubicBezTo>
                  <a:cubicBezTo>
                    <a:pt x="70104" y="33624"/>
                    <a:pt x="70104" y="36671"/>
                    <a:pt x="68580" y="39719"/>
                  </a:cubicBezTo>
                  <a:cubicBezTo>
                    <a:pt x="67056" y="44291"/>
                    <a:pt x="65532" y="47339"/>
                    <a:pt x="64008" y="50387"/>
                  </a:cubicBezTo>
                  <a:cubicBezTo>
                    <a:pt x="62484" y="53436"/>
                    <a:pt x="60960" y="56483"/>
                    <a:pt x="57912" y="61055"/>
                  </a:cubicBezTo>
                  <a:lnTo>
                    <a:pt x="28956" y="105347"/>
                  </a:lnTo>
                  <a:cubicBezTo>
                    <a:pt x="27432" y="106871"/>
                    <a:pt x="27432" y="108395"/>
                    <a:pt x="25908" y="108395"/>
                  </a:cubicBezTo>
                  <a:cubicBezTo>
                    <a:pt x="24384" y="109919"/>
                    <a:pt x="24384" y="109919"/>
                    <a:pt x="22860" y="111443"/>
                  </a:cubicBezTo>
                  <a:cubicBezTo>
                    <a:pt x="21336" y="111443"/>
                    <a:pt x="19812" y="111443"/>
                    <a:pt x="16764" y="111443"/>
                  </a:cubicBezTo>
                  <a:cubicBezTo>
                    <a:pt x="15240" y="111443"/>
                    <a:pt x="13716" y="111443"/>
                    <a:pt x="10668" y="111443"/>
                  </a:cubicBezTo>
                  <a:cubicBezTo>
                    <a:pt x="7620" y="111443"/>
                    <a:pt x="6096" y="111443"/>
                    <a:pt x="4572" y="111443"/>
                  </a:cubicBezTo>
                  <a:cubicBezTo>
                    <a:pt x="3048" y="111443"/>
                    <a:pt x="1524" y="111443"/>
                    <a:pt x="0" y="111443"/>
                  </a:cubicBezTo>
                  <a:cubicBezTo>
                    <a:pt x="0" y="109919"/>
                    <a:pt x="0" y="109919"/>
                    <a:pt x="0" y="108395"/>
                  </a:cubicBezTo>
                  <a:cubicBezTo>
                    <a:pt x="0" y="108395"/>
                    <a:pt x="0" y="106871"/>
                    <a:pt x="0" y="105347"/>
                  </a:cubicBezTo>
                  <a:lnTo>
                    <a:pt x="28956" y="45815"/>
                  </a:lnTo>
                  <a:lnTo>
                    <a:pt x="28956" y="16859"/>
                  </a:lnTo>
                  <a:cubicBezTo>
                    <a:pt x="28956" y="13811"/>
                    <a:pt x="30480" y="10763"/>
                    <a:pt x="30480" y="7715"/>
                  </a:cubicBezTo>
                  <a:cubicBezTo>
                    <a:pt x="32004" y="6191"/>
                    <a:pt x="32004" y="4667"/>
                    <a:pt x="35052" y="3048"/>
                  </a:cubicBezTo>
                  <a:cubicBezTo>
                    <a:pt x="36576" y="1524"/>
                    <a:pt x="38100" y="0"/>
                    <a:pt x="41148" y="0"/>
                  </a:cubicBezTo>
                  <a:cubicBezTo>
                    <a:pt x="44196" y="0"/>
                    <a:pt x="47244" y="0"/>
                    <a:pt x="50292" y="0"/>
                  </a:cubicBezTo>
                  <a:cubicBezTo>
                    <a:pt x="54864" y="0"/>
                    <a:pt x="57912" y="0"/>
                    <a:pt x="59436" y="0"/>
                  </a:cubicBezTo>
                  <a:cubicBezTo>
                    <a:pt x="62484" y="0"/>
                    <a:pt x="64008" y="1524"/>
                    <a:pt x="67056" y="3048"/>
                  </a:cubicBezTo>
                  <a:cubicBezTo>
                    <a:pt x="68580" y="4667"/>
                    <a:pt x="68580" y="6191"/>
                    <a:pt x="70104" y="7715"/>
                  </a:cubicBezTo>
                  <a:cubicBezTo>
                    <a:pt x="71628" y="10763"/>
                    <a:pt x="71628" y="13811"/>
                    <a:pt x="71628" y="1685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365" name="Path365"/>
          <p:cNvSpPr/>
          <p:nvPr/>
        </p:nvSpPr>
        <p:spPr>
          <a:xfrm>
            <a:off x="2462403" y="2672239"/>
            <a:ext cx="161735" cy="216693"/>
          </a:xfrm>
          <a:custGeom>
            <a:avLst/>
            <a:gdLst/>
            <a:ahLst/>
            <a:cxnLst/>
            <a:rect l="l" t="t" r="r" b="b"/>
            <a:pathLst>
              <a:path w="161735" h="216693">
                <a:moveTo>
                  <a:pt x="161735" y="207550"/>
                </a:moveTo>
                <a:cubicBezTo>
                  <a:pt x="161735" y="209074"/>
                  <a:pt x="161735" y="210598"/>
                  <a:pt x="160211" y="212122"/>
                </a:cubicBezTo>
                <a:cubicBezTo>
                  <a:pt x="158686" y="212122"/>
                  <a:pt x="157163" y="213646"/>
                  <a:pt x="155639" y="213646"/>
                </a:cubicBezTo>
                <a:cubicBezTo>
                  <a:pt x="154114" y="213646"/>
                  <a:pt x="151067" y="213646"/>
                  <a:pt x="146495" y="213646"/>
                </a:cubicBezTo>
                <a:cubicBezTo>
                  <a:pt x="143446" y="213646"/>
                  <a:pt x="140399" y="213646"/>
                  <a:pt x="137351" y="213646"/>
                </a:cubicBezTo>
                <a:cubicBezTo>
                  <a:pt x="135827" y="213646"/>
                  <a:pt x="134302" y="212122"/>
                  <a:pt x="132779" y="212122"/>
                </a:cubicBezTo>
                <a:cubicBezTo>
                  <a:pt x="131255" y="210598"/>
                  <a:pt x="131255" y="209074"/>
                  <a:pt x="131255" y="207550"/>
                </a:cubicBezTo>
                <a:lnTo>
                  <a:pt x="131255" y="187738"/>
                </a:lnTo>
                <a:cubicBezTo>
                  <a:pt x="122111" y="196882"/>
                  <a:pt x="112967" y="204502"/>
                  <a:pt x="102203" y="209074"/>
                </a:cubicBezTo>
                <a:cubicBezTo>
                  <a:pt x="91535" y="213646"/>
                  <a:pt x="80867" y="216694"/>
                  <a:pt x="68675" y="216694"/>
                </a:cubicBezTo>
                <a:cubicBezTo>
                  <a:pt x="58007" y="216694"/>
                  <a:pt x="48863" y="215170"/>
                  <a:pt x="41243" y="213646"/>
                </a:cubicBezTo>
                <a:cubicBezTo>
                  <a:pt x="32099" y="210598"/>
                  <a:pt x="24479" y="206026"/>
                  <a:pt x="19812" y="201454"/>
                </a:cubicBezTo>
                <a:cubicBezTo>
                  <a:pt x="13716" y="196882"/>
                  <a:pt x="9144" y="189262"/>
                  <a:pt x="6096" y="183070"/>
                </a:cubicBezTo>
                <a:cubicBezTo>
                  <a:pt x="1524" y="175451"/>
                  <a:pt x="0" y="166307"/>
                  <a:pt x="0" y="157163"/>
                </a:cubicBezTo>
                <a:cubicBezTo>
                  <a:pt x="0" y="146495"/>
                  <a:pt x="3048" y="135826"/>
                  <a:pt x="7620" y="128207"/>
                </a:cubicBezTo>
                <a:cubicBezTo>
                  <a:pt x="12192" y="120586"/>
                  <a:pt x="18288" y="112871"/>
                  <a:pt x="27527" y="108299"/>
                </a:cubicBezTo>
                <a:cubicBezTo>
                  <a:pt x="35147" y="102203"/>
                  <a:pt x="45815" y="97631"/>
                  <a:pt x="58007" y="96107"/>
                </a:cubicBezTo>
                <a:cubicBezTo>
                  <a:pt x="70199" y="93059"/>
                  <a:pt x="83915" y="91535"/>
                  <a:pt x="99155" y="91535"/>
                </a:cubicBezTo>
                <a:lnTo>
                  <a:pt x="126683" y="91535"/>
                </a:lnTo>
                <a:lnTo>
                  <a:pt x="126683" y="76295"/>
                </a:lnTo>
                <a:cubicBezTo>
                  <a:pt x="126683" y="68675"/>
                  <a:pt x="125158" y="62579"/>
                  <a:pt x="123635" y="56483"/>
                </a:cubicBezTo>
                <a:cubicBezTo>
                  <a:pt x="122111" y="50387"/>
                  <a:pt x="120586" y="45720"/>
                  <a:pt x="116014" y="41148"/>
                </a:cubicBezTo>
                <a:cubicBezTo>
                  <a:pt x="112967" y="38100"/>
                  <a:pt x="108299" y="35052"/>
                  <a:pt x="102203" y="32004"/>
                </a:cubicBezTo>
                <a:cubicBezTo>
                  <a:pt x="96107" y="30480"/>
                  <a:pt x="90011" y="28956"/>
                  <a:pt x="80867" y="28956"/>
                </a:cubicBezTo>
                <a:cubicBezTo>
                  <a:pt x="71723" y="28956"/>
                  <a:pt x="64103" y="30480"/>
                  <a:pt x="58007" y="33528"/>
                </a:cubicBezTo>
                <a:cubicBezTo>
                  <a:pt x="50387" y="35052"/>
                  <a:pt x="44291" y="36576"/>
                  <a:pt x="38195" y="39624"/>
                </a:cubicBezTo>
                <a:cubicBezTo>
                  <a:pt x="33623" y="42672"/>
                  <a:pt x="29051" y="44196"/>
                  <a:pt x="26003" y="47244"/>
                </a:cubicBezTo>
                <a:cubicBezTo>
                  <a:pt x="21336" y="48863"/>
                  <a:pt x="18288" y="50387"/>
                  <a:pt x="16764" y="50387"/>
                </a:cubicBezTo>
                <a:cubicBezTo>
                  <a:pt x="16764" y="50387"/>
                  <a:pt x="15240" y="50387"/>
                  <a:pt x="13716" y="48863"/>
                </a:cubicBezTo>
                <a:cubicBezTo>
                  <a:pt x="13716" y="48863"/>
                  <a:pt x="12192" y="47244"/>
                  <a:pt x="12192" y="47244"/>
                </a:cubicBezTo>
                <a:cubicBezTo>
                  <a:pt x="10668" y="45720"/>
                  <a:pt x="10668" y="44196"/>
                  <a:pt x="10668" y="42672"/>
                </a:cubicBezTo>
                <a:cubicBezTo>
                  <a:pt x="10668" y="39624"/>
                  <a:pt x="10668" y="38100"/>
                  <a:pt x="10668" y="36576"/>
                </a:cubicBezTo>
                <a:cubicBezTo>
                  <a:pt x="10668" y="32004"/>
                  <a:pt x="10668" y="28956"/>
                  <a:pt x="10668" y="27432"/>
                </a:cubicBezTo>
                <a:cubicBezTo>
                  <a:pt x="10668" y="25908"/>
                  <a:pt x="12192" y="22860"/>
                  <a:pt x="15240" y="21336"/>
                </a:cubicBezTo>
                <a:cubicBezTo>
                  <a:pt x="16764" y="19812"/>
                  <a:pt x="19812" y="16764"/>
                  <a:pt x="24479" y="15240"/>
                </a:cubicBezTo>
                <a:cubicBezTo>
                  <a:pt x="29051" y="12192"/>
                  <a:pt x="35147" y="9144"/>
                  <a:pt x="41243" y="7620"/>
                </a:cubicBezTo>
                <a:cubicBezTo>
                  <a:pt x="47339" y="6096"/>
                  <a:pt x="54959" y="4572"/>
                  <a:pt x="62579" y="3048"/>
                </a:cubicBezTo>
                <a:cubicBezTo>
                  <a:pt x="70199" y="1524"/>
                  <a:pt x="76295" y="0"/>
                  <a:pt x="83915" y="0"/>
                </a:cubicBezTo>
                <a:cubicBezTo>
                  <a:pt x="99155" y="0"/>
                  <a:pt x="111442" y="1524"/>
                  <a:pt x="120586" y="4572"/>
                </a:cubicBezTo>
                <a:cubicBezTo>
                  <a:pt x="131255" y="7620"/>
                  <a:pt x="138874" y="13716"/>
                  <a:pt x="144970" y="19812"/>
                </a:cubicBezTo>
                <a:cubicBezTo>
                  <a:pt x="151067" y="25908"/>
                  <a:pt x="155639" y="33528"/>
                  <a:pt x="158686" y="42672"/>
                </a:cubicBezTo>
                <a:cubicBezTo>
                  <a:pt x="160211" y="51911"/>
                  <a:pt x="161735" y="62579"/>
                  <a:pt x="161735" y="74771"/>
                </a:cubicBezTo>
                <a:lnTo>
                  <a:pt x="161735" y="207550"/>
                </a:lnTo>
                <a:close/>
                <a:moveTo>
                  <a:pt x="126683" y="117539"/>
                </a:moveTo>
                <a:lnTo>
                  <a:pt x="96107" y="117539"/>
                </a:lnTo>
                <a:cubicBezTo>
                  <a:pt x="85439" y="117539"/>
                  <a:pt x="76295" y="119063"/>
                  <a:pt x="70199" y="120586"/>
                </a:cubicBezTo>
                <a:cubicBezTo>
                  <a:pt x="62579" y="122111"/>
                  <a:pt x="56483" y="123635"/>
                  <a:pt x="51911" y="128207"/>
                </a:cubicBezTo>
                <a:cubicBezTo>
                  <a:pt x="47339" y="131254"/>
                  <a:pt x="42767" y="134302"/>
                  <a:pt x="41243" y="138874"/>
                </a:cubicBezTo>
                <a:cubicBezTo>
                  <a:pt x="38195" y="143446"/>
                  <a:pt x="38195" y="149542"/>
                  <a:pt x="38195" y="155639"/>
                </a:cubicBezTo>
                <a:cubicBezTo>
                  <a:pt x="38195" y="164783"/>
                  <a:pt x="41243" y="173926"/>
                  <a:pt x="47339" y="180023"/>
                </a:cubicBezTo>
                <a:cubicBezTo>
                  <a:pt x="53435" y="186214"/>
                  <a:pt x="62579" y="189262"/>
                  <a:pt x="74771" y="189262"/>
                </a:cubicBezTo>
                <a:cubicBezTo>
                  <a:pt x="83915" y="189262"/>
                  <a:pt x="93059" y="186214"/>
                  <a:pt x="100679" y="181546"/>
                </a:cubicBezTo>
                <a:cubicBezTo>
                  <a:pt x="108299" y="176974"/>
                  <a:pt x="117539" y="169354"/>
                  <a:pt x="126683" y="158686"/>
                </a:cubicBezTo>
                <a:lnTo>
                  <a:pt x="126683" y="117539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366" name="Group366"/>
          <p:cNvGrpSpPr/>
          <p:nvPr/>
        </p:nvGrpSpPr>
        <p:grpSpPr>
          <a:xfrm>
            <a:off x="2691288" y="2580608"/>
            <a:ext cx="404241" cy="308324"/>
            <a:chOff x="2691288" y="2580608"/>
            <a:chExt cx="404241" cy="308324"/>
          </a:xfrm>
        </p:grpSpPr>
        <p:sp>
          <p:nvSpPr>
            <p:cNvPr id="367" name="Path367"/>
            <p:cNvSpPr/>
            <p:nvPr/>
          </p:nvSpPr>
          <p:spPr>
            <a:xfrm>
              <a:off x="2691288" y="2672239"/>
              <a:ext cx="169355" cy="213645"/>
            </a:xfrm>
            <a:custGeom>
              <a:avLst/>
              <a:gdLst/>
              <a:ahLst/>
              <a:cxnLst/>
              <a:rect l="l" t="t" r="r" b="b"/>
              <a:pathLst>
                <a:path w="169355" h="213645">
                  <a:moveTo>
                    <a:pt x="169355" y="207550"/>
                  </a:moveTo>
                  <a:cubicBezTo>
                    <a:pt x="169355" y="209074"/>
                    <a:pt x="169355" y="209074"/>
                    <a:pt x="167831" y="210598"/>
                  </a:cubicBezTo>
                  <a:cubicBezTo>
                    <a:pt x="167831" y="210598"/>
                    <a:pt x="166307" y="212122"/>
                    <a:pt x="166307" y="212122"/>
                  </a:cubicBezTo>
                  <a:cubicBezTo>
                    <a:pt x="164783" y="213646"/>
                    <a:pt x="163259" y="213646"/>
                    <a:pt x="160211" y="213646"/>
                  </a:cubicBezTo>
                  <a:cubicBezTo>
                    <a:pt x="158687" y="213646"/>
                    <a:pt x="155639" y="213646"/>
                    <a:pt x="151067" y="213646"/>
                  </a:cubicBezTo>
                  <a:cubicBezTo>
                    <a:pt x="148019" y="213646"/>
                    <a:pt x="144971" y="213646"/>
                    <a:pt x="141827" y="213646"/>
                  </a:cubicBezTo>
                  <a:cubicBezTo>
                    <a:pt x="140303" y="213646"/>
                    <a:pt x="138779" y="213646"/>
                    <a:pt x="137255" y="212122"/>
                  </a:cubicBezTo>
                  <a:cubicBezTo>
                    <a:pt x="135731" y="212122"/>
                    <a:pt x="134207" y="210598"/>
                    <a:pt x="134207" y="210598"/>
                  </a:cubicBezTo>
                  <a:cubicBezTo>
                    <a:pt x="134207" y="209074"/>
                    <a:pt x="132683" y="209074"/>
                    <a:pt x="132683" y="207550"/>
                  </a:cubicBezTo>
                  <a:lnTo>
                    <a:pt x="132683" y="91535"/>
                  </a:lnTo>
                  <a:cubicBezTo>
                    <a:pt x="132683" y="80867"/>
                    <a:pt x="132683" y="71723"/>
                    <a:pt x="131159" y="64103"/>
                  </a:cubicBezTo>
                  <a:cubicBezTo>
                    <a:pt x="129635" y="58007"/>
                    <a:pt x="126587" y="51911"/>
                    <a:pt x="123539" y="47244"/>
                  </a:cubicBezTo>
                  <a:cubicBezTo>
                    <a:pt x="118967" y="42672"/>
                    <a:pt x="115919" y="38100"/>
                    <a:pt x="109823" y="35052"/>
                  </a:cubicBezTo>
                  <a:cubicBezTo>
                    <a:pt x="105251" y="33528"/>
                    <a:pt x="99155" y="32004"/>
                    <a:pt x="91535" y="32004"/>
                  </a:cubicBezTo>
                  <a:cubicBezTo>
                    <a:pt x="82391" y="32004"/>
                    <a:pt x="73247" y="35052"/>
                    <a:pt x="64103" y="41148"/>
                  </a:cubicBezTo>
                  <a:cubicBezTo>
                    <a:pt x="54864" y="47244"/>
                    <a:pt x="45720" y="56483"/>
                    <a:pt x="36576" y="70199"/>
                  </a:cubicBezTo>
                  <a:lnTo>
                    <a:pt x="36576" y="207550"/>
                  </a:lnTo>
                  <a:cubicBezTo>
                    <a:pt x="36576" y="209074"/>
                    <a:pt x="35052" y="209074"/>
                    <a:pt x="35052" y="210598"/>
                  </a:cubicBezTo>
                  <a:cubicBezTo>
                    <a:pt x="35052" y="210598"/>
                    <a:pt x="33528" y="212122"/>
                    <a:pt x="32004" y="212122"/>
                  </a:cubicBezTo>
                  <a:cubicBezTo>
                    <a:pt x="30480" y="213646"/>
                    <a:pt x="28956" y="213646"/>
                    <a:pt x="25908" y="213646"/>
                  </a:cubicBezTo>
                  <a:cubicBezTo>
                    <a:pt x="24384" y="213646"/>
                    <a:pt x="21336" y="213646"/>
                    <a:pt x="18288" y="213646"/>
                  </a:cubicBezTo>
                  <a:cubicBezTo>
                    <a:pt x="13716" y="213646"/>
                    <a:pt x="10668" y="213646"/>
                    <a:pt x="9144" y="213646"/>
                  </a:cubicBezTo>
                  <a:cubicBezTo>
                    <a:pt x="6096" y="213646"/>
                    <a:pt x="4572" y="213646"/>
                    <a:pt x="3048" y="212122"/>
                  </a:cubicBezTo>
                  <a:cubicBezTo>
                    <a:pt x="1524" y="212122"/>
                    <a:pt x="1524" y="210598"/>
                    <a:pt x="0" y="210598"/>
                  </a:cubicBezTo>
                  <a:cubicBezTo>
                    <a:pt x="0" y="209074"/>
                    <a:pt x="0" y="209074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0" y="7620"/>
                  </a:cubicBezTo>
                  <a:cubicBezTo>
                    <a:pt x="1524" y="6096"/>
                    <a:pt x="1524" y="6096"/>
                    <a:pt x="3048" y="4572"/>
                  </a:cubicBezTo>
                  <a:cubicBezTo>
                    <a:pt x="4572" y="4572"/>
                    <a:pt x="6096" y="4572"/>
                    <a:pt x="7620" y="3048"/>
                  </a:cubicBezTo>
                  <a:cubicBezTo>
                    <a:pt x="10668" y="3048"/>
                    <a:pt x="12192" y="3048"/>
                    <a:pt x="16764" y="3048"/>
                  </a:cubicBezTo>
                  <a:cubicBezTo>
                    <a:pt x="19812" y="3048"/>
                    <a:pt x="21336" y="3048"/>
                    <a:pt x="24384" y="3048"/>
                  </a:cubicBezTo>
                  <a:cubicBezTo>
                    <a:pt x="25908" y="4572"/>
                    <a:pt x="27432" y="4572"/>
                    <a:pt x="28956" y="4572"/>
                  </a:cubicBezTo>
                  <a:cubicBezTo>
                    <a:pt x="30480" y="6096"/>
                    <a:pt x="30480" y="6096"/>
                    <a:pt x="32004" y="7620"/>
                  </a:cubicBezTo>
                  <a:cubicBezTo>
                    <a:pt x="32004" y="7620"/>
                    <a:pt x="32004" y="9144"/>
                    <a:pt x="32004" y="10668"/>
                  </a:cubicBezTo>
                  <a:lnTo>
                    <a:pt x="32004" y="36576"/>
                  </a:lnTo>
                  <a:cubicBezTo>
                    <a:pt x="42672" y="24384"/>
                    <a:pt x="54864" y="15240"/>
                    <a:pt x="65627" y="9144"/>
                  </a:cubicBezTo>
                  <a:cubicBezTo>
                    <a:pt x="76295" y="3048"/>
                    <a:pt x="86963" y="0"/>
                    <a:pt x="99155" y="0"/>
                  </a:cubicBezTo>
                  <a:cubicBezTo>
                    <a:pt x="111347" y="0"/>
                    <a:pt x="123539" y="3048"/>
                    <a:pt x="132683" y="7620"/>
                  </a:cubicBezTo>
                  <a:cubicBezTo>
                    <a:pt x="140303" y="10668"/>
                    <a:pt x="148019" y="16764"/>
                    <a:pt x="154115" y="24384"/>
                  </a:cubicBezTo>
                  <a:cubicBezTo>
                    <a:pt x="158687" y="32004"/>
                    <a:pt x="163259" y="41148"/>
                    <a:pt x="166307" y="50387"/>
                  </a:cubicBezTo>
                  <a:cubicBezTo>
                    <a:pt x="167831" y="61055"/>
                    <a:pt x="169355" y="73247"/>
                    <a:pt x="169355" y="86963"/>
                  </a:cubicBezTo>
                  <a:lnTo>
                    <a:pt x="169355" y="2075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68" name="Path368"/>
            <p:cNvSpPr/>
            <p:nvPr/>
          </p:nvSpPr>
          <p:spPr>
            <a:xfrm>
              <a:off x="2913983" y="2580608"/>
              <a:ext cx="181546" cy="308324"/>
            </a:xfrm>
            <a:custGeom>
              <a:avLst/>
              <a:gdLst/>
              <a:ahLst/>
              <a:cxnLst/>
              <a:rect l="l" t="t" r="r" b="b"/>
              <a:pathLst>
                <a:path w="181546" h="308324">
                  <a:moveTo>
                    <a:pt x="181546" y="299180"/>
                  </a:moveTo>
                  <a:cubicBezTo>
                    <a:pt x="181546" y="300704"/>
                    <a:pt x="181546" y="300704"/>
                    <a:pt x="180023" y="302228"/>
                  </a:cubicBezTo>
                  <a:cubicBezTo>
                    <a:pt x="180023" y="302228"/>
                    <a:pt x="178498" y="303752"/>
                    <a:pt x="178498" y="303752"/>
                  </a:cubicBezTo>
                  <a:cubicBezTo>
                    <a:pt x="176974" y="305276"/>
                    <a:pt x="175451" y="305276"/>
                    <a:pt x="172402" y="305276"/>
                  </a:cubicBezTo>
                  <a:cubicBezTo>
                    <a:pt x="170879" y="305276"/>
                    <a:pt x="167830" y="305276"/>
                    <a:pt x="164782" y="305276"/>
                  </a:cubicBezTo>
                  <a:cubicBezTo>
                    <a:pt x="161735" y="305276"/>
                    <a:pt x="160211" y="305276"/>
                    <a:pt x="157163" y="305276"/>
                  </a:cubicBezTo>
                  <a:cubicBezTo>
                    <a:pt x="155639" y="305276"/>
                    <a:pt x="154114" y="305276"/>
                    <a:pt x="152591" y="303752"/>
                  </a:cubicBezTo>
                  <a:cubicBezTo>
                    <a:pt x="151067" y="303752"/>
                    <a:pt x="151067" y="302228"/>
                    <a:pt x="149542" y="302228"/>
                  </a:cubicBezTo>
                  <a:cubicBezTo>
                    <a:pt x="149542" y="300704"/>
                    <a:pt x="149542" y="300704"/>
                    <a:pt x="149542" y="299180"/>
                  </a:cubicBezTo>
                  <a:lnTo>
                    <a:pt x="149542" y="273177"/>
                  </a:lnTo>
                  <a:cubicBezTo>
                    <a:pt x="138874" y="283940"/>
                    <a:pt x="128207" y="293084"/>
                    <a:pt x="117539" y="299180"/>
                  </a:cubicBezTo>
                  <a:cubicBezTo>
                    <a:pt x="105346" y="305276"/>
                    <a:pt x="93059" y="308324"/>
                    <a:pt x="79343" y="308324"/>
                  </a:cubicBezTo>
                  <a:cubicBezTo>
                    <a:pt x="65627" y="308324"/>
                    <a:pt x="53435" y="305276"/>
                    <a:pt x="42767" y="300704"/>
                  </a:cubicBezTo>
                  <a:cubicBezTo>
                    <a:pt x="33623" y="294608"/>
                    <a:pt x="24479" y="286988"/>
                    <a:pt x="18383" y="277844"/>
                  </a:cubicBezTo>
                  <a:cubicBezTo>
                    <a:pt x="12287" y="267081"/>
                    <a:pt x="7620" y="256413"/>
                    <a:pt x="4572" y="244221"/>
                  </a:cubicBezTo>
                  <a:cubicBezTo>
                    <a:pt x="1524" y="230505"/>
                    <a:pt x="0" y="216789"/>
                    <a:pt x="0" y="202978"/>
                  </a:cubicBezTo>
                  <a:cubicBezTo>
                    <a:pt x="0" y="186214"/>
                    <a:pt x="1524" y="170974"/>
                    <a:pt x="6096" y="157258"/>
                  </a:cubicBezTo>
                  <a:cubicBezTo>
                    <a:pt x="9239" y="143542"/>
                    <a:pt x="13811" y="131254"/>
                    <a:pt x="21431" y="122110"/>
                  </a:cubicBezTo>
                  <a:cubicBezTo>
                    <a:pt x="29051" y="112966"/>
                    <a:pt x="38195" y="105346"/>
                    <a:pt x="48863" y="99251"/>
                  </a:cubicBezTo>
                  <a:cubicBezTo>
                    <a:pt x="58007" y="94679"/>
                    <a:pt x="71723" y="91630"/>
                    <a:pt x="85439" y="91630"/>
                  </a:cubicBezTo>
                  <a:cubicBezTo>
                    <a:pt x="96202" y="91630"/>
                    <a:pt x="106870" y="94679"/>
                    <a:pt x="116014" y="99251"/>
                  </a:cubicBezTo>
                  <a:cubicBezTo>
                    <a:pt x="126682" y="105346"/>
                    <a:pt x="135826" y="111442"/>
                    <a:pt x="144970" y="122110"/>
                  </a:cubicBezTo>
                  <a:lnTo>
                    <a:pt x="144970" y="7715"/>
                  </a:lnTo>
                  <a:cubicBezTo>
                    <a:pt x="144970" y="6191"/>
                    <a:pt x="144970" y="4667"/>
                    <a:pt x="144970" y="4667"/>
                  </a:cubicBezTo>
                  <a:cubicBezTo>
                    <a:pt x="146495" y="3143"/>
                    <a:pt x="146495" y="3143"/>
                    <a:pt x="148018" y="1524"/>
                  </a:cubicBezTo>
                  <a:cubicBezTo>
                    <a:pt x="149542" y="1524"/>
                    <a:pt x="152591" y="1524"/>
                    <a:pt x="154114" y="0"/>
                  </a:cubicBezTo>
                  <a:cubicBezTo>
                    <a:pt x="157163" y="0"/>
                    <a:pt x="158686" y="0"/>
                    <a:pt x="163258" y="0"/>
                  </a:cubicBezTo>
                  <a:cubicBezTo>
                    <a:pt x="166307" y="0"/>
                    <a:pt x="169354" y="0"/>
                    <a:pt x="172402" y="0"/>
                  </a:cubicBezTo>
                  <a:cubicBezTo>
                    <a:pt x="173926" y="1524"/>
                    <a:pt x="175451" y="1524"/>
                    <a:pt x="176974" y="1524"/>
                  </a:cubicBezTo>
                  <a:cubicBezTo>
                    <a:pt x="178498" y="3143"/>
                    <a:pt x="180023" y="3143"/>
                    <a:pt x="180023" y="4667"/>
                  </a:cubicBezTo>
                  <a:cubicBezTo>
                    <a:pt x="181546" y="4667"/>
                    <a:pt x="181546" y="6191"/>
                    <a:pt x="181546" y="7715"/>
                  </a:cubicBezTo>
                  <a:lnTo>
                    <a:pt x="181546" y="299180"/>
                  </a:lnTo>
                  <a:close/>
                  <a:moveTo>
                    <a:pt x="144970" y="160306"/>
                  </a:moveTo>
                  <a:cubicBezTo>
                    <a:pt x="135826" y="148114"/>
                    <a:pt x="125158" y="138874"/>
                    <a:pt x="116014" y="132779"/>
                  </a:cubicBezTo>
                  <a:cubicBezTo>
                    <a:pt x="106870" y="126682"/>
                    <a:pt x="97726" y="123635"/>
                    <a:pt x="88487" y="123635"/>
                  </a:cubicBezTo>
                  <a:cubicBezTo>
                    <a:pt x="79343" y="123635"/>
                    <a:pt x="71723" y="125158"/>
                    <a:pt x="64103" y="129730"/>
                  </a:cubicBezTo>
                  <a:cubicBezTo>
                    <a:pt x="58007" y="134302"/>
                    <a:pt x="53435" y="140494"/>
                    <a:pt x="48863" y="146590"/>
                  </a:cubicBezTo>
                  <a:cubicBezTo>
                    <a:pt x="44291" y="154210"/>
                    <a:pt x="42767" y="161830"/>
                    <a:pt x="39719" y="170974"/>
                  </a:cubicBezTo>
                  <a:cubicBezTo>
                    <a:pt x="38195" y="180118"/>
                    <a:pt x="38195" y="189262"/>
                    <a:pt x="38195" y="198406"/>
                  </a:cubicBezTo>
                  <a:cubicBezTo>
                    <a:pt x="38195" y="209169"/>
                    <a:pt x="38195" y="218313"/>
                    <a:pt x="39719" y="227457"/>
                  </a:cubicBezTo>
                  <a:cubicBezTo>
                    <a:pt x="41243" y="238125"/>
                    <a:pt x="44291" y="245745"/>
                    <a:pt x="47339" y="253365"/>
                  </a:cubicBezTo>
                  <a:cubicBezTo>
                    <a:pt x="51911" y="260985"/>
                    <a:pt x="56483" y="267081"/>
                    <a:pt x="62579" y="271653"/>
                  </a:cubicBezTo>
                  <a:cubicBezTo>
                    <a:pt x="68675" y="274701"/>
                    <a:pt x="76295" y="277844"/>
                    <a:pt x="86963" y="277844"/>
                  </a:cubicBezTo>
                  <a:cubicBezTo>
                    <a:pt x="91535" y="277844"/>
                    <a:pt x="96202" y="277844"/>
                    <a:pt x="100774" y="276225"/>
                  </a:cubicBezTo>
                  <a:cubicBezTo>
                    <a:pt x="105346" y="274701"/>
                    <a:pt x="109918" y="271653"/>
                    <a:pt x="114490" y="268605"/>
                  </a:cubicBezTo>
                  <a:cubicBezTo>
                    <a:pt x="119063" y="265557"/>
                    <a:pt x="123635" y="262509"/>
                    <a:pt x="128207" y="257937"/>
                  </a:cubicBezTo>
                  <a:cubicBezTo>
                    <a:pt x="134302" y="251841"/>
                    <a:pt x="138874" y="245745"/>
                    <a:pt x="144970" y="239649"/>
                  </a:cubicBezTo>
                  <a:lnTo>
                    <a:pt x="144970" y="16030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369" name="Group369"/>
          <p:cNvGrpSpPr/>
          <p:nvPr/>
        </p:nvGrpSpPr>
        <p:grpSpPr>
          <a:xfrm>
            <a:off x="3261836" y="2579084"/>
            <a:ext cx="283845" cy="309848"/>
            <a:chOff x="3261836" y="2579084"/>
            <a:chExt cx="283845" cy="309848"/>
          </a:xfrm>
        </p:grpSpPr>
        <p:sp>
          <p:nvSpPr>
            <p:cNvPr id="370" name="Path370"/>
            <p:cNvSpPr/>
            <p:nvPr/>
          </p:nvSpPr>
          <p:spPr>
            <a:xfrm>
              <a:off x="3261836" y="2579084"/>
              <a:ext cx="71723" cy="111443"/>
            </a:xfrm>
            <a:custGeom>
              <a:avLst/>
              <a:gdLst/>
              <a:ahLst/>
              <a:cxnLst/>
              <a:rect l="l" t="t" r="r" b="b"/>
              <a:pathLst>
                <a:path w="71723" h="111443">
                  <a:moveTo>
                    <a:pt x="41243" y="65627"/>
                  </a:moveTo>
                  <a:lnTo>
                    <a:pt x="41243" y="94679"/>
                  </a:lnTo>
                  <a:cubicBezTo>
                    <a:pt x="41243" y="97727"/>
                    <a:pt x="41243" y="100775"/>
                    <a:pt x="41243" y="103823"/>
                  </a:cubicBezTo>
                  <a:cubicBezTo>
                    <a:pt x="39719" y="105347"/>
                    <a:pt x="38195" y="108395"/>
                    <a:pt x="36671" y="108395"/>
                  </a:cubicBezTo>
                  <a:cubicBezTo>
                    <a:pt x="35147" y="109919"/>
                    <a:pt x="32099" y="111443"/>
                    <a:pt x="30575" y="111443"/>
                  </a:cubicBezTo>
                  <a:cubicBezTo>
                    <a:pt x="27527" y="111443"/>
                    <a:pt x="24479" y="111443"/>
                    <a:pt x="21431" y="111443"/>
                  </a:cubicBezTo>
                  <a:cubicBezTo>
                    <a:pt x="16859" y="111443"/>
                    <a:pt x="13811" y="111443"/>
                    <a:pt x="10763" y="111443"/>
                  </a:cubicBezTo>
                  <a:cubicBezTo>
                    <a:pt x="9144" y="111443"/>
                    <a:pt x="6096" y="109919"/>
                    <a:pt x="4572" y="108395"/>
                  </a:cubicBezTo>
                  <a:cubicBezTo>
                    <a:pt x="3048" y="108395"/>
                    <a:pt x="1524" y="105347"/>
                    <a:pt x="1524" y="103823"/>
                  </a:cubicBezTo>
                  <a:cubicBezTo>
                    <a:pt x="0" y="100775"/>
                    <a:pt x="0" y="97727"/>
                    <a:pt x="0" y="94679"/>
                  </a:cubicBezTo>
                  <a:cubicBezTo>
                    <a:pt x="0" y="90107"/>
                    <a:pt x="0" y="85535"/>
                    <a:pt x="0" y="82487"/>
                  </a:cubicBezTo>
                  <a:cubicBezTo>
                    <a:pt x="1524" y="77915"/>
                    <a:pt x="1524" y="74867"/>
                    <a:pt x="3048" y="71723"/>
                  </a:cubicBezTo>
                  <a:cubicBezTo>
                    <a:pt x="3048" y="67151"/>
                    <a:pt x="4572" y="64103"/>
                    <a:pt x="6096" y="61055"/>
                  </a:cubicBezTo>
                  <a:cubicBezTo>
                    <a:pt x="7620" y="58007"/>
                    <a:pt x="10763" y="54959"/>
                    <a:pt x="13811" y="50387"/>
                  </a:cubicBezTo>
                  <a:lnTo>
                    <a:pt x="42767" y="6191"/>
                  </a:lnTo>
                  <a:cubicBezTo>
                    <a:pt x="44291" y="4667"/>
                    <a:pt x="44291" y="3048"/>
                    <a:pt x="45815" y="3048"/>
                  </a:cubicBezTo>
                  <a:cubicBezTo>
                    <a:pt x="45815" y="1524"/>
                    <a:pt x="47339" y="1524"/>
                    <a:pt x="48863" y="1524"/>
                  </a:cubicBezTo>
                  <a:cubicBezTo>
                    <a:pt x="50387" y="0"/>
                    <a:pt x="51911" y="0"/>
                    <a:pt x="53435" y="0"/>
                  </a:cubicBezTo>
                  <a:cubicBezTo>
                    <a:pt x="54959" y="0"/>
                    <a:pt x="58007" y="0"/>
                    <a:pt x="61055" y="0"/>
                  </a:cubicBezTo>
                  <a:cubicBezTo>
                    <a:pt x="62579" y="0"/>
                    <a:pt x="65627" y="0"/>
                    <a:pt x="67151" y="0"/>
                  </a:cubicBezTo>
                  <a:cubicBezTo>
                    <a:pt x="68675" y="0"/>
                    <a:pt x="70199" y="0"/>
                    <a:pt x="70199" y="0"/>
                  </a:cubicBezTo>
                  <a:cubicBezTo>
                    <a:pt x="71723" y="1524"/>
                    <a:pt x="71723" y="1524"/>
                    <a:pt x="71723" y="3048"/>
                  </a:cubicBezTo>
                  <a:cubicBezTo>
                    <a:pt x="71723" y="3048"/>
                    <a:pt x="71723" y="4667"/>
                    <a:pt x="70199" y="6191"/>
                  </a:cubicBezTo>
                  <a:lnTo>
                    <a:pt x="41243" y="6562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71" name="Path371"/>
            <p:cNvSpPr/>
            <p:nvPr/>
          </p:nvSpPr>
          <p:spPr>
            <a:xfrm>
              <a:off x="3376327" y="2675286"/>
              <a:ext cx="169354" cy="213646"/>
            </a:xfrm>
            <a:custGeom>
              <a:avLst/>
              <a:gdLst/>
              <a:ahLst/>
              <a:cxnLst/>
              <a:rect l="l" t="t" r="r" b="b"/>
              <a:pathLst>
                <a:path w="169354" h="213646">
                  <a:moveTo>
                    <a:pt x="169354" y="204502"/>
                  </a:moveTo>
                  <a:cubicBezTo>
                    <a:pt x="169354" y="206026"/>
                    <a:pt x="169354" y="206026"/>
                    <a:pt x="167830" y="207550"/>
                  </a:cubicBezTo>
                  <a:cubicBezTo>
                    <a:pt x="167830" y="207550"/>
                    <a:pt x="166307" y="209074"/>
                    <a:pt x="166307" y="209074"/>
                  </a:cubicBezTo>
                  <a:cubicBezTo>
                    <a:pt x="164783" y="210598"/>
                    <a:pt x="163258" y="210598"/>
                    <a:pt x="160210" y="210598"/>
                  </a:cubicBezTo>
                  <a:cubicBezTo>
                    <a:pt x="158686" y="210598"/>
                    <a:pt x="155543" y="210598"/>
                    <a:pt x="152495" y="210598"/>
                  </a:cubicBezTo>
                  <a:cubicBezTo>
                    <a:pt x="149447" y="210598"/>
                    <a:pt x="146399" y="210598"/>
                    <a:pt x="144875" y="210598"/>
                  </a:cubicBezTo>
                  <a:cubicBezTo>
                    <a:pt x="141827" y="210598"/>
                    <a:pt x="140303" y="210598"/>
                    <a:pt x="138779" y="209074"/>
                  </a:cubicBezTo>
                  <a:cubicBezTo>
                    <a:pt x="138779" y="209074"/>
                    <a:pt x="137255" y="207550"/>
                    <a:pt x="137255" y="207550"/>
                  </a:cubicBezTo>
                  <a:cubicBezTo>
                    <a:pt x="137255" y="206026"/>
                    <a:pt x="135731" y="206026"/>
                    <a:pt x="135731" y="204502"/>
                  </a:cubicBezTo>
                  <a:lnTo>
                    <a:pt x="135731" y="178499"/>
                  </a:lnTo>
                  <a:cubicBezTo>
                    <a:pt x="125063" y="190786"/>
                    <a:pt x="114395" y="199930"/>
                    <a:pt x="103727" y="206026"/>
                  </a:cubicBezTo>
                  <a:cubicBezTo>
                    <a:pt x="91535" y="210598"/>
                    <a:pt x="80867" y="213646"/>
                    <a:pt x="70199" y="213646"/>
                  </a:cubicBezTo>
                  <a:cubicBezTo>
                    <a:pt x="56388" y="213646"/>
                    <a:pt x="45720" y="212122"/>
                    <a:pt x="36576" y="207550"/>
                  </a:cubicBezTo>
                  <a:cubicBezTo>
                    <a:pt x="27432" y="202978"/>
                    <a:pt x="19812" y="196882"/>
                    <a:pt x="15240" y="189262"/>
                  </a:cubicBezTo>
                  <a:cubicBezTo>
                    <a:pt x="9144" y="181547"/>
                    <a:pt x="4572" y="173927"/>
                    <a:pt x="3048" y="163259"/>
                  </a:cubicBezTo>
                  <a:cubicBezTo>
                    <a:pt x="0" y="152591"/>
                    <a:pt x="0" y="140399"/>
                    <a:pt x="0" y="126683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0" y="4572"/>
                  </a:cubicBezTo>
                  <a:cubicBezTo>
                    <a:pt x="0" y="3048"/>
                    <a:pt x="1524" y="3048"/>
                    <a:pt x="3048" y="1524"/>
                  </a:cubicBezTo>
                  <a:cubicBezTo>
                    <a:pt x="4572" y="1524"/>
                    <a:pt x="6096" y="1524"/>
                    <a:pt x="9144" y="0"/>
                  </a:cubicBezTo>
                  <a:cubicBezTo>
                    <a:pt x="10668" y="0"/>
                    <a:pt x="13716" y="0"/>
                    <a:pt x="16764" y="0"/>
                  </a:cubicBezTo>
                  <a:cubicBezTo>
                    <a:pt x="21336" y="0"/>
                    <a:pt x="24384" y="0"/>
                    <a:pt x="25908" y="0"/>
                  </a:cubicBezTo>
                  <a:cubicBezTo>
                    <a:pt x="28956" y="1524"/>
                    <a:pt x="30480" y="1524"/>
                    <a:pt x="32004" y="1524"/>
                  </a:cubicBezTo>
                  <a:cubicBezTo>
                    <a:pt x="33528" y="3048"/>
                    <a:pt x="33528" y="3048"/>
                    <a:pt x="35052" y="4572"/>
                  </a:cubicBezTo>
                  <a:cubicBezTo>
                    <a:pt x="35052" y="4572"/>
                    <a:pt x="35052" y="6096"/>
                    <a:pt x="35052" y="7620"/>
                  </a:cubicBezTo>
                  <a:lnTo>
                    <a:pt x="35052" y="122111"/>
                  </a:lnTo>
                  <a:cubicBezTo>
                    <a:pt x="35052" y="132779"/>
                    <a:pt x="36576" y="141923"/>
                    <a:pt x="38100" y="149543"/>
                  </a:cubicBezTo>
                  <a:cubicBezTo>
                    <a:pt x="39624" y="157163"/>
                    <a:pt x="42672" y="161735"/>
                    <a:pt x="45720" y="167831"/>
                  </a:cubicBezTo>
                  <a:cubicBezTo>
                    <a:pt x="48768" y="172403"/>
                    <a:pt x="53340" y="175451"/>
                    <a:pt x="59436" y="178499"/>
                  </a:cubicBezTo>
                  <a:cubicBezTo>
                    <a:pt x="64008" y="181547"/>
                    <a:pt x="70199" y="183166"/>
                    <a:pt x="77819" y="183166"/>
                  </a:cubicBezTo>
                  <a:cubicBezTo>
                    <a:pt x="85439" y="183166"/>
                    <a:pt x="94583" y="180023"/>
                    <a:pt x="103727" y="172403"/>
                  </a:cubicBezTo>
                  <a:cubicBezTo>
                    <a:pt x="112871" y="166307"/>
                    <a:pt x="122015" y="157163"/>
                    <a:pt x="132683" y="144971"/>
                  </a:cubicBezTo>
                  <a:lnTo>
                    <a:pt x="132683" y="7620"/>
                  </a:lnTo>
                  <a:cubicBezTo>
                    <a:pt x="132683" y="6096"/>
                    <a:pt x="132683" y="4572"/>
                    <a:pt x="134207" y="4572"/>
                  </a:cubicBezTo>
                  <a:cubicBezTo>
                    <a:pt x="134207" y="3048"/>
                    <a:pt x="135731" y="3048"/>
                    <a:pt x="137255" y="1524"/>
                  </a:cubicBezTo>
                  <a:cubicBezTo>
                    <a:pt x="137255" y="1524"/>
                    <a:pt x="140303" y="1524"/>
                    <a:pt x="141827" y="0"/>
                  </a:cubicBezTo>
                  <a:cubicBezTo>
                    <a:pt x="144875" y="0"/>
                    <a:pt x="147923" y="0"/>
                    <a:pt x="150971" y="0"/>
                  </a:cubicBezTo>
                  <a:cubicBezTo>
                    <a:pt x="154019" y="0"/>
                    <a:pt x="157163" y="0"/>
                    <a:pt x="160210" y="0"/>
                  </a:cubicBezTo>
                  <a:cubicBezTo>
                    <a:pt x="161734" y="1524"/>
                    <a:pt x="163258" y="1524"/>
                    <a:pt x="164783" y="1524"/>
                  </a:cubicBezTo>
                  <a:cubicBezTo>
                    <a:pt x="166307" y="3048"/>
                    <a:pt x="167830" y="3048"/>
                    <a:pt x="167830" y="4572"/>
                  </a:cubicBezTo>
                  <a:cubicBezTo>
                    <a:pt x="169354" y="4572"/>
                    <a:pt x="169354" y="6096"/>
                    <a:pt x="169354" y="7620"/>
                  </a:cubicBezTo>
                  <a:lnTo>
                    <a:pt x="169354" y="2045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372" name="Path372"/>
          <p:cNvSpPr/>
          <p:nvPr/>
        </p:nvSpPr>
        <p:spPr>
          <a:xfrm>
            <a:off x="3612737" y="2672239"/>
            <a:ext cx="169355" cy="213645"/>
          </a:xfrm>
          <a:custGeom>
            <a:avLst/>
            <a:gdLst/>
            <a:ahLst/>
            <a:cxnLst/>
            <a:rect l="l" t="t" r="r" b="b"/>
            <a:pathLst>
              <a:path w="169355" h="213645">
                <a:moveTo>
                  <a:pt x="169354" y="207550"/>
                </a:moveTo>
                <a:cubicBezTo>
                  <a:pt x="169354" y="209074"/>
                  <a:pt x="169354" y="209074"/>
                  <a:pt x="167830" y="210598"/>
                </a:cubicBezTo>
                <a:cubicBezTo>
                  <a:pt x="167830" y="210598"/>
                  <a:pt x="166307" y="212122"/>
                  <a:pt x="164783" y="212122"/>
                </a:cubicBezTo>
                <a:cubicBezTo>
                  <a:pt x="163258" y="213646"/>
                  <a:pt x="161734" y="213646"/>
                  <a:pt x="160210" y="213646"/>
                </a:cubicBezTo>
                <a:cubicBezTo>
                  <a:pt x="157163" y="213646"/>
                  <a:pt x="154114" y="213646"/>
                  <a:pt x="150971" y="213646"/>
                </a:cubicBezTo>
                <a:cubicBezTo>
                  <a:pt x="147923" y="213646"/>
                  <a:pt x="144875" y="213646"/>
                  <a:pt x="141827" y="213646"/>
                </a:cubicBezTo>
                <a:cubicBezTo>
                  <a:pt x="140303" y="213646"/>
                  <a:pt x="137255" y="213646"/>
                  <a:pt x="137255" y="212122"/>
                </a:cubicBezTo>
                <a:cubicBezTo>
                  <a:pt x="135731" y="212122"/>
                  <a:pt x="134207" y="210598"/>
                  <a:pt x="134207" y="210598"/>
                </a:cubicBezTo>
                <a:cubicBezTo>
                  <a:pt x="132683" y="209074"/>
                  <a:pt x="132683" y="209074"/>
                  <a:pt x="132683" y="207550"/>
                </a:cubicBezTo>
                <a:lnTo>
                  <a:pt x="132683" y="91535"/>
                </a:lnTo>
                <a:cubicBezTo>
                  <a:pt x="132683" y="80867"/>
                  <a:pt x="132683" y="71723"/>
                  <a:pt x="129635" y="64103"/>
                </a:cubicBezTo>
                <a:cubicBezTo>
                  <a:pt x="128111" y="58007"/>
                  <a:pt x="126587" y="51911"/>
                  <a:pt x="122015" y="47244"/>
                </a:cubicBezTo>
                <a:cubicBezTo>
                  <a:pt x="118967" y="42672"/>
                  <a:pt x="114395" y="38100"/>
                  <a:pt x="109823" y="35052"/>
                </a:cubicBezTo>
                <a:cubicBezTo>
                  <a:pt x="103727" y="33528"/>
                  <a:pt x="97631" y="32004"/>
                  <a:pt x="91535" y="32004"/>
                </a:cubicBezTo>
                <a:cubicBezTo>
                  <a:pt x="82391" y="32004"/>
                  <a:pt x="73247" y="35052"/>
                  <a:pt x="64008" y="41148"/>
                </a:cubicBezTo>
                <a:cubicBezTo>
                  <a:pt x="54864" y="47244"/>
                  <a:pt x="45720" y="56483"/>
                  <a:pt x="35052" y="70199"/>
                </a:cubicBezTo>
                <a:lnTo>
                  <a:pt x="35052" y="207550"/>
                </a:lnTo>
                <a:cubicBezTo>
                  <a:pt x="35052" y="209074"/>
                  <a:pt x="35052" y="209074"/>
                  <a:pt x="35052" y="210598"/>
                </a:cubicBezTo>
                <a:cubicBezTo>
                  <a:pt x="33528" y="210598"/>
                  <a:pt x="33528" y="212122"/>
                  <a:pt x="32004" y="212122"/>
                </a:cubicBezTo>
                <a:cubicBezTo>
                  <a:pt x="30480" y="213646"/>
                  <a:pt x="28956" y="213646"/>
                  <a:pt x="25908" y="213646"/>
                </a:cubicBezTo>
                <a:cubicBezTo>
                  <a:pt x="24384" y="213646"/>
                  <a:pt x="21336" y="213646"/>
                  <a:pt x="16764" y="213646"/>
                </a:cubicBezTo>
                <a:cubicBezTo>
                  <a:pt x="13716" y="213646"/>
                  <a:pt x="10668" y="213646"/>
                  <a:pt x="9144" y="213646"/>
                </a:cubicBezTo>
                <a:cubicBezTo>
                  <a:pt x="6096" y="213646"/>
                  <a:pt x="4572" y="213646"/>
                  <a:pt x="3048" y="212122"/>
                </a:cubicBezTo>
                <a:cubicBezTo>
                  <a:pt x="1524" y="212122"/>
                  <a:pt x="0" y="210598"/>
                  <a:pt x="0" y="210598"/>
                </a:cubicBezTo>
                <a:cubicBezTo>
                  <a:pt x="0" y="209074"/>
                  <a:pt x="0" y="209074"/>
                  <a:pt x="0" y="207550"/>
                </a:cubicBezTo>
                <a:lnTo>
                  <a:pt x="0" y="10668"/>
                </a:lnTo>
                <a:cubicBezTo>
                  <a:pt x="0" y="9144"/>
                  <a:pt x="0" y="7620"/>
                  <a:pt x="0" y="7620"/>
                </a:cubicBezTo>
                <a:cubicBezTo>
                  <a:pt x="0" y="6096"/>
                  <a:pt x="1524" y="6096"/>
                  <a:pt x="3048" y="4572"/>
                </a:cubicBezTo>
                <a:cubicBezTo>
                  <a:pt x="4572" y="4572"/>
                  <a:pt x="6096" y="4572"/>
                  <a:pt x="7620" y="3048"/>
                </a:cubicBezTo>
                <a:cubicBezTo>
                  <a:pt x="9144" y="3048"/>
                  <a:pt x="12192" y="3048"/>
                  <a:pt x="15240" y="3048"/>
                </a:cubicBezTo>
                <a:cubicBezTo>
                  <a:pt x="18288" y="3048"/>
                  <a:pt x="21336" y="3048"/>
                  <a:pt x="24384" y="3048"/>
                </a:cubicBezTo>
                <a:cubicBezTo>
                  <a:pt x="25908" y="4572"/>
                  <a:pt x="27432" y="4572"/>
                  <a:pt x="28956" y="4572"/>
                </a:cubicBezTo>
                <a:cubicBezTo>
                  <a:pt x="30480" y="6096"/>
                  <a:pt x="30480" y="6096"/>
                  <a:pt x="30480" y="7620"/>
                </a:cubicBezTo>
                <a:cubicBezTo>
                  <a:pt x="32004" y="7620"/>
                  <a:pt x="32004" y="9144"/>
                  <a:pt x="32004" y="10668"/>
                </a:cubicBezTo>
                <a:lnTo>
                  <a:pt x="32004" y="36576"/>
                </a:lnTo>
                <a:cubicBezTo>
                  <a:pt x="42672" y="24384"/>
                  <a:pt x="53340" y="15240"/>
                  <a:pt x="65532" y="9144"/>
                </a:cubicBezTo>
                <a:cubicBezTo>
                  <a:pt x="76295" y="3048"/>
                  <a:pt x="86963" y="0"/>
                  <a:pt x="99155" y="0"/>
                </a:cubicBezTo>
                <a:cubicBezTo>
                  <a:pt x="111347" y="0"/>
                  <a:pt x="122015" y="3048"/>
                  <a:pt x="131159" y="7620"/>
                </a:cubicBezTo>
                <a:cubicBezTo>
                  <a:pt x="140303" y="10668"/>
                  <a:pt x="147923" y="16764"/>
                  <a:pt x="154114" y="24384"/>
                </a:cubicBezTo>
                <a:cubicBezTo>
                  <a:pt x="158686" y="32004"/>
                  <a:pt x="163258" y="41148"/>
                  <a:pt x="164783" y="50387"/>
                </a:cubicBezTo>
                <a:cubicBezTo>
                  <a:pt x="167830" y="61055"/>
                  <a:pt x="169354" y="73247"/>
                  <a:pt x="169354" y="86963"/>
                </a:cubicBezTo>
                <a:lnTo>
                  <a:pt x="169354" y="20755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373" name="Group373"/>
          <p:cNvGrpSpPr/>
          <p:nvPr/>
        </p:nvGrpSpPr>
        <p:grpSpPr>
          <a:xfrm>
            <a:off x="3847719" y="2580608"/>
            <a:ext cx="382905" cy="308324"/>
            <a:chOff x="3847719" y="2580608"/>
            <a:chExt cx="382905" cy="308324"/>
          </a:xfrm>
        </p:grpSpPr>
        <p:sp>
          <p:nvSpPr>
            <p:cNvPr id="374" name="Path374"/>
            <p:cNvSpPr/>
            <p:nvPr/>
          </p:nvSpPr>
          <p:spPr>
            <a:xfrm>
              <a:off x="3847719" y="2580608"/>
              <a:ext cx="169355" cy="305276"/>
            </a:xfrm>
            <a:custGeom>
              <a:avLst/>
              <a:gdLst/>
              <a:ahLst/>
              <a:cxnLst/>
              <a:rect l="l" t="t" r="r" b="b"/>
              <a:pathLst>
                <a:path w="169355" h="305276">
                  <a:moveTo>
                    <a:pt x="169354" y="299180"/>
                  </a:moveTo>
                  <a:cubicBezTo>
                    <a:pt x="169354" y="300704"/>
                    <a:pt x="169354" y="300704"/>
                    <a:pt x="169354" y="302228"/>
                  </a:cubicBezTo>
                  <a:cubicBezTo>
                    <a:pt x="167830" y="302228"/>
                    <a:pt x="167830" y="303752"/>
                    <a:pt x="166307" y="303752"/>
                  </a:cubicBezTo>
                  <a:cubicBezTo>
                    <a:pt x="164783" y="305276"/>
                    <a:pt x="163258" y="305276"/>
                    <a:pt x="160210" y="305276"/>
                  </a:cubicBezTo>
                  <a:cubicBezTo>
                    <a:pt x="158686" y="305276"/>
                    <a:pt x="155639" y="305276"/>
                    <a:pt x="151066" y="305276"/>
                  </a:cubicBezTo>
                  <a:cubicBezTo>
                    <a:pt x="148018" y="305276"/>
                    <a:pt x="144970" y="305276"/>
                    <a:pt x="141922" y="305276"/>
                  </a:cubicBezTo>
                  <a:cubicBezTo>
                    <a:pt x="140398" y="305276"/>
                    <a:pt x="138874" y="305276"/>
                    <a:pt x="137351" y="303752"/>
                  </a:cubicBezTo>
                  <a:cubicBezTo>
                    <a:pt x="135826" y="303752"/>
                    <a:pt x="134302" y="302228"/>
                    <a:pt x="134302" y="302228"/>
                  </a:cubicBezTo>
                  <a:cubicBezTo>
                    <a:pt x="134302" y="300704"/>
                    <a:pt x="132778" y="300704"/>
                    <a:pt x="132778" y="299180"/>
                  </a:cubicBezTo>
                  <a:lnTo>
                    <a:pt x="132778" y="183166"/>
                  </a:lnTo>
                  <a:cubicBezTo>
                    <a:pt x="132778" y="172498"/>
                    <a:pt x="132778" y="163354"/>
                    <a:pt x="131254" y="155734"/>
                  </a:cubicBezTo>
                  <a:cubicBezTo>
                    <a:pt x="129730" y="149638"/>
                    <a:pt x="126683" y="143542"/>
                    <a:pt x="123634" y="138874"/>
                  </a:cubicBezTo>
                  <a:cubicBezTo>
                    <a:pt x="120491" y="134302"/>
                    <a:pt x="115919" y="129730"/>
                    <a:pt x="109823" y="126682"/>
                  </a:cubicBezTo>
                  <a:cubicBezTo>
                    <a:pt x="105251" y="125158"/>
                    <a:pt x="99155" y="123635"/>
                    <a:pt x="91535" y="123635"/>
                  </a:cubicBezTo>
                  <a:cubicBezTo>
                    <a:pt x="82391" y="123635"/>
                    <a:pt x="73247" y="126682"/>
                    <a:pt x="64103" y="132779"/>
                  </a:cubicBezTo>
                  <a:cubicBezTo>
                    <a:pt x="54959" y="138874"/>
                    <a:pt x="45815" y="148114"/>
                    <a:pt x="36671" y="161830"/>
                  </a:cubicBezTo>
                  <a:lnTo>
                    <a:pt x="36671" y="299180"/>
                  </a:lnTo>
                  <a:cubicBezTo>
                    <a:pt x="36671" y="300704"/>
                    <a:pt x="35147" y="300704"/>
                    <a:pt x="35147" y="302228"/>
                  </a:cubicBezTo>
                  <a:cubicBezTo>
                    <a:pt x="35147" y="302228"/>
                    <a:pt x="33528" y="303752"/>
                    <a:pt x="32004" y="303752"/>
                  </a:cubicBezTo>
                  <a:cubicBezTo>
                    <a:pt x="30480" y="305276"/>
                    <a:pt x="28956" y="305276"/>
                    <a:pt x="27432" y="305276"/>
                  </a:cubicBezTo>
                  <a:cubicBezTo>
                    <a:pt x="24384" y="305276"/>
                    <a:pt x="21336" y="305276"/>
                    <a:pt x="18288" y="305276"/>
                  </a:cubicBezTo>
                  <a:cubicBezTo>
                    <a:pt x="13716" y="305276"/>
                    <a:pt x="10668" y="305276"/>
                    <a:pt x="9144" y="305276"/>
                  </a:cubicBezTo>
                  <a:cubicBezTo>
                    <a:pt x="6096" y="305276"/>
                    <a:pt x="4572" y="305276"/>
                    <a:pt x="3048" y="303752"/>
                  </a:cubicBezTo>
                  <a:cubicBezTo>
                    <a:pt x="1524" y="303752"/>
                    <a:pt x="1524" y="302228"/>
                    <a:pt x="0" y="302228"/>
                  </a:cubicBezTo>
                  <a:cubicBezTo>
                    <a:pt x="0" y="300704"/>
                    <a:pt x="0" y="300704"/>
                    <a:pt x="0" y="299180"/>
                  </a:cubicBezTo>
                  <a:lnTo>
                    <a:pt x="0" y="6191"/>
                  </a:lnTo>
                  <a:cubicBezTo>
                    <a:pt x="0" y="4667"/>
                    <a:pt x="0" y="4667"/>
                    <a:pt x="0" y="3143"/>
                  </a:cubicBezTo>
                  <a:cubicBezTo>
                    <a:pt x="1524" y="3143"/>
                    <a:pt x="1524" y="1524"/>
                    <a:pt x="3048" y="1524"/>
                  </a:cubicBezTo>
                  <a:cubicBezTo>
                    <a:pt x="4572" y="0"/>
                    <a:pt x="6096" y="0"/>
                    <a:pt x="9144" y="0"/>
                  </a:cubicBezTo>
                  <a:cubicBezTo>
                    <a:pt x="10668" y="0"/>
                    <a:pt x="13716" y="0"/>
                    <a:pt x="18288" y="0"/>
                  </a:cubicBezTo>
                  <a:cubicBezTo>
                    <a:pt x="21336" y="0"/>
                    <a:pt x="24384" y="0"/>
                    <a:pt x="27432" y="0"/>
                  </a:cubicBezTo>
                  <a:cubicBezTo>
                    <a:pt x="28956" y="0"/>
                    <a:pt x="30480" y="0"/>
                    <a:pt x="32004" y="1524"/>
                  </a:cubicBezTo>
                  <a:cubicBezTo>
                    <a:pt x="33528" y="1524"/>
                    <a:pt x="35147" y="3143"/>
                    <a:pt x="35147" y="3143"/>
                  </a:cubicBezTo>
                  <a:cubicBezTo>
                    <a:pt x="35147" y="4667"/>
                    <a:pt x="36671" y="4667"/>
                    <a:pt x="36671" y="6191"/>
                  </a:cubicBezTo>
                  <a:lnTo>
                    <a:pt x="36671" y="123635"/>
                  </a:lnTo>
                  <a:cubicBezTo>
                    <a:pt x="45815" y="112966"/>
                    <a:pt x="56483" y="105346"/>
                    <a:pt x="67151" y="99251"/>
                  </a:cubicBezTo>
                  <a:cubicBezTo>
                    <a:pt x="77819" y="94679"/>
                    <a:pt x="88487" y="91630"/>
                    <a:pt x="99155" y="91630"/>
                  </a:cubicBezTo>
                  <a:cubicBezTo>
                    <a:pt x="111347" y="91630"/>
                    <a:pt x="123634" y="94679"/>
                    <a:pt x="132778" y="99251"/>
                  </a:cubicBezTo>
                  <a:cubicBezTo>
                    <a:pt x="140398" y="102298"/>
                    <a:pt x="148018" y="108394"/>
                    <a:pt x="154114" y="116014"/>
                  </a:cubicBezTo>
                  <a:cubicBezTo>
                    <a:pt x="158686" y="123635"/>
                    <a:pt x="163258" y="132779"/>
                    <a:pt x="166307" y="142018"/>
                  </a:cubicBezTo>
                  <a:cubicBezTo>
                    <a:pt x="167830" y="152686"/>
                    <a:pt x="169354" y="164878"/>
                    <a:pt x="169354" y="178594"/>
                  </a:cubicBezTo>
                  <a:lnTo>
                    <a:pt x="169354" y="29918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75" name="Path375"/>
            <p:cNvSpPr/>
            <p:nvPr/>
          </p:nvSpPr>
          <p:spPr>
            <a:xfrm>
              <a:off x="4068985" y="2672239"/>
              <a:ext cx="161639" cy="216693"/>
            </a:xfrm>
            <a:custGeom>
              <a:avLst/>
              <a:gdLst/>
              <a:ahLst/>
              <a:cxnLst/>
              <a:rect l="l" t="t" r="r" b="b"/>
              <a:pathLst>
                <a:path w="161639" h="216693">
                  <a:moveTo>
                    <a:pt x="161639" y="207550"/>
                  </a:moveTo>
                  <a:cubicBezTo>
                    <a:pt x="161639" y="209074"/>
                    <a:pt x="161639" y="210598"/>
                    <a:pt x="160115" y="212122"/>
                  </a:cubicBezTo>
                  <a:cubicBezTo>
                    <a:pt x="160115" y="212122"/>
                    <a:pt x="158591" y="213646"/>
                    <a:pt x="155543" y="213646"/>
                  </a:cubicBezTo>
                  <a:cubicBezTo>
                    <a:pt x="154019" y="213646"/>
                    <a:pt x="150971" y="213646"/>
                    <a:pt x="146399" y="213646"/>
                  </a:cubicBezTo>
                  <a:cubicBezTo>
                    <a:pt x="143351" y="213646"/>
                    <a:pt x="140303" y="213646"/>
                    <a:pt x="137255" y="213646"/>
                  </a:cubicBezTo>
                  <a:cubicBezTo>
                    <a:pt x="135731" y="213646"/>
                    <a:pt x="134207" y="212122"/>
                    <a:pt x="132683" y="212122"/>
                  </a:cubicBezTo>
                  <a:cubicBezTo>
                    <a:pt x="131159" y="210598"/>
                    <a:pt x="131159" y="209074"/>
                    <a:pt x="131159" y="207550"/>
                  </a:cubicBezTo>
                  <a:lnTo>
                    <a:pt x="131159" y="187738"/>
                  </a:lnTo>
                  <a:cubicBezTo>
                    <a:pt x="122015" y="196882"/>
                    <a:pt x="112871" y="204502"/>
                    <a:pt x="102203" y="209074"/>
                  </a:cubicBezTo>
                  <a:cubicBezTo>
                    <a:pt x="91536" y="213646"/>
                    <a:pt x="80868" y="216694"/>
                    <a:pt x="68580" y="216694"/>
                  </a:cubicBezTo>
                  <a:cubicBezTo>
                    <a:pt x="57912" y="216694"/>
                    <a:pt x="48768" y="215170"/>
                    <a:pt x="41148" y="213646"/>
                  </a:cubicBezTo>
                  <a:cubicBezTo>
                    <a:pt x="32004" y="210598"/>
                    <a:pt x="25908" y="206026"/>
                    <a:pt x="19812" y="201454"/>
                  </a:cubicBezTo>
                  <a:cubicBezTo>
                    <a:pt x="13716" y="196882"/>
                    <a:pt x="9144" y="189262"/>
                    <a:pt x="6096" y="183070"/>
                  </a:cubicBezTo>
                  <a:cubicBezTo>
                    <a:pt x="1524" y="175451"/>
                    <a:pt x="0" y="166307"/>
                    <a:pt x="0" y="157163"/>
                  </a:cubicBezTo>
                  <a:cubicBezTo>
                    <a:pt x="0" y="146495"/>
                    <a:pt x="3048" y="135826"/>
                    <a:pt x="7620" y="128207"/>
                  </a:cubicBezTo>
                  <a:cubicBezTo>
                    <a:pt x="12192" y="120586"/>
                    <a:pt x="18288" y="112871"/>
                    <a:pt x="27432" y="108299"/>
                  </a:cubicBezTo>
                  <a:cubicBezTo>
                    <a:pt x="35052" y="102203"/>
                    <a:pt x="45720" y="97631"/>
                    <a:pt x="57912" y="96107"/>
                  </a:cubicBezTo>
                  <a:cubicBezTo>
                    <a:pt x="70104" y="93059"/>
                    <a:pt x="83915" y="91535"/>
                    <a:pt x="99155" y="91535"/>
                  </a:cubicBezTo>
                  <a:lnTo>
                    <a:pt x="126587" y="91535"/>
                  </a:lnTo>
                  <a:lnTo>
                    <a:pt x="126587" y="76295"/>
                  </a:lnTo>
                  <a:cubicBezTo>
                    <a:pt x="126587" y="68675"/>
                    <a:pt x="125063" y="62579"/>
                    <a:pt x="123539" y="56483"/>
                  </a:cubicBezTo>
                  <a:cubicBezTo>
                    <a:pt x="122015" y="50387"/>
                    <a:pt x="120491" y="45720"/>
                    <a:pt x="115919" y="41148"/>
                  </a:cubicBezTo>
                  <a:cubicBezTo>
                    <a:pt x="112871" y="38100"/>
                    <a:pt x="108299" y="35052"/>
                    <a:pt x="102203" y="32004"/>
                  </a:cubicBezTo>
                  <a:cubicBezTo>
                    <a:pt x="96107" y="30480"/>
                    <a:pt x="90011" y="28956"/>
                    <a:pt x="80868" y="28956"/>
                  </a:cubicBezTo>
                  <a:cubicBezTo>
                    <a:pt x="73152" y="28956"/>
                    <a:pt x="64008" y="30480"/>
                    <a:pt x="57912" y="33528"/>
                  </a:cubicBezTo>
                  <a:cubicBezTo>
                    <a:pt x="50292" y="35052"/>
                    <a:pt x="44196" y="36576"/>
                    <a:pt x="38100" y="39624"/>
                  </a:cubicBezTo>
                  <a:cubicBezTo>
                    <a:pt x="33528" y="42672"/>
                    <a:pt x="28956" y="44196"/>
                    <a:pt x="25908" y="47244"/>
                  </a:cubicBezTo>
                  <a:cubicBezTo>
                    <a:pt x="21336" y="48863"/>
                    <a:pt x="19812" y="50387"/>
                    <a:pt x="16764" y="50387"/>
                  </a:cubicBezTo>
                  <a:cubicBezTo>
                    <a:pt x="16764" y="50387"/>
                    <a:pt x="15240" y="50387"/>
                    <a:pt x="13716" y="48863"/>
                  </a:cubicBezTo>
                  <a:cubicBezTo>
                    <a:pt x="13716" y="48863"/>
                    <a:pt x="12192" y="47244"/>
                    <a:pt x="12192" y="47244"/>
                  </a:cubicBezTo>
                  <a:cubicBezTo>
                    <a:pt x="12192" y="45720"/>
                    <a:pt x="10668" y="44196"/>
                    <a:pt x="10668" y="42672"/>
                  </a:cubicBezTo>
                  <a:cubicBezTo>
                    <a:pt x="10668" y="39624"/>
                    <a:pt x="10668" y="38100"/>
                    <a:pt x="10668" y="36576"/>
                  </a:cubicBezTo>
                  <a:cubicBezTo>
                    <a:pt x="10668" y="32004"/>
                    <a:pt x="10668" y="28956"/>
                    <a:pt x="10668" y="27432"/>
                  </a:cubicBezTo>
                  <a:cubicBezTo>
                    <a:pt x="12192" y="25908"/>
                    <a:pt x="12192" y="22860"/>
                    <a:pt x="15240" y="21336"/>
                  </a:cubicBezTo>
                  <a:cubicBezTo>
                    <a:pt x="16764" y="19812"/>
                    <a:pt x="19812" y="16764"/>
                    <a:pt x="24384" y="15240"/>
                  </a:cubicBezTo>
                  <a:cubicBezTo>
                    <a:pt x="28956" y="12192"/>
                    <a:pt x="35052" y="9144"/>
                    <a:pt x="41148" y="7620"/>
                  </a:cubicBezTo>
                  <a:cubicBezTo>
                    <a:pt x="47244" y="6096"/>
                    <a:pt x="54864" y="4572"/>
                    <a:pt x="62484" y="3048"/>
                  </a:cubicBezTo>
                  <a:cubicBezTo>
                    <a:pt x="70104" y="1524"/>
                    <a:pt x="76295" y="0"/>
                    <a:pt x="85439" y="0"/>
                  </a:cubicBezTo>
                  <a:cubicBezTo>
                    <a:pt x="99155" y="0"/>
                    <a:pt x="111347" y="1524"/>
                    <a:pt x="120491" y="4572"/>
                  </a:cubicBezTo>
                  <a:cubicBezTo>
                    <a:pt x="131159" y="7620"/>
                    <a:pt x="138780" y="13716"/>
                    <a:pt x="144875" y="19812"/>
                  </a:cubicBezTo>
                  <a:cubicBezTo>
                    <a:pt x="150971" y="25908"/>
                    <a:pt x="155543" y="33528"/>
                    <a:pt x="158591" y="42672"/>
                  </a:cubicBezTo>
                  <a:cubicBezTo>
                    <a:pt x="161639" y="51911"/>
                    <a:pt x="161639" y="62579"/>
                    <a:pt x="161639" y="74771"/>
                  </a:cubicBezTo>
                  <a:lnTo>
                    <a:pt x="161639" y="207550"/>
                  </a:lnTo>
                  <a:close/>
                  <a:moveTo>
                    <a:pt x="126587" y="117539"/>
                  </a:moveTo>
                  <a:lnTo>
                    <a:pt x="96107" y="117539"/>
                  </a:lnTo>
                  <a:cubicBezTo>
                    <a:pt x="85439" y="117539"/>
                    <a:pt x="77819" y="119063"/>
                    <a:pt x="70104" y="120586"/>
                  </a:cubicBezTo>
                  <a:cubicBezTo>
                    <a:pt x="62484" y="122111"/>
                    <a:pt x="56388" y="123635"/>
                    <a:pt x="51816" y="128207"/>
                  </a:cubicBezTo>
                  <a:cubicBezTo>
                    <a:pt x="47244" y="131254"/>
                    <a:pt x="42672" y="134302"/>
                    <a:pt x="41148" y="138874"/>
                  </a:cubicBezTo>
                  <a:cubicBezTo>
                    <a:pt x="38100" y="143446"/>
                    <a:pt x="38100" y="149542"/>
                    <a:pt x="38100" y="155639"/>
                  </a:cubicBezTo>
                  <a:cubicBezTo>
                    <a:pt x="38100" y="164783"/>
                    <a:pt x="41148" y="173926"/>
                    <a:pt x="47244" y="180023"/>
                  </a:cubicBezTo>
                  <a:cubicBezTo>
                    <a:pt x="53340" y="186214"/>
                    <a:pt x="62484" y="189262"/>
                    <a:pt x="74676" y="189262"/>
                  </a:cubicBezTo>
                  <a:cubicBezTo>
                    <a:pt x="83915" y="189262"/>
                    <a:pt x="93059" y="186214"/>
                    <a:pt x="100680" y="181546"/>
                  </a:cubicBezTo>
                  <a:cubicBezTo>
                    <a:pt x="109824" y="176974"/>
                    <a:pt x="117443" y="169354"/>
                    <a:pt x="126587" y="158686"/>
                  </a:cubicBezTo>
                  <a:lnTo>
                    <a:pt x="126587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376" name="Group376"/>
          <p:cNvGrpSpPr/>
          <p:nvPr/>
        </p:nvGrpSpPr>
        <p:grpSpPr>
          <a:xfrm>
            <a:off x="4297775" y="2579084"/>
            <a:ext cx="730854" cy="386144"/>
            <a:chOff x="4297775" y="2579084"/>
            <a:chExt cx="730854" cy="386144"/>
          </a:xfrm>
        </p:grpSpPr>
        <p:sp>
          <p:nvSpPr>
            <p:cNvPr id="377" name="Path377"/>
            <p:cNvSpPr/>
            <p:nvPr/>
          </p:nvSpPr>
          <p:spPr>
            <a:xfrm>
              <a:off x="4297775" y="2672239"/>
              <a:ext cx="181547" cy="292989"/>
            </a:xfrm>
            <a:custGeom>
              <a:avLst/>
              <a:gdLst/>
              <a:ahLst/>
              <a:cxnLst/>
              <a:rect l="l" t="t" r="r" b="b"/>
              <a:pathLst>
                <a:path w="181547" h="292989">
                  <a:moveTo>
                    <a:pt x="181547" y="105251"/>
                  </a:moveTo>
                  <a:cubicBezTo>
                    <a:pt x="181547" y="123635"/>
                    <a:pt x="180023" y="138875"/>
                    <a:pt x="175451" y="152591"/>
                  </a:cubicBezTo>
                  <a:cubicBezTo>
                    <a:pt x="172403" y="166307"/>
                    <a:pt x="166307" y="176975"/>
                    <a:pt x="158687" y="187738"/>
                  </a:cubicBezTo>
                  <a:cubicBezTo>
                    <a:pt x="152591" y="196882"/>
                    <a:pt x="143447" y="204502"/>
                    <a:pt x="132779" y="209074"/>
                  </a:cubicBezTo>
                  <a:cubicBezTo>
                    <a:pt x="122111" y="213646"/>
                    <a:pt x="109918" y="216694"/>
                    <a:pt x="96107" y="216694"/>
                  </a:cubicBezTo>
                  <a:cubicBezTo>
                    <a:pt x="90012" y="216694"/>
                    <a:pt x="83915" y="216694"/>
                    <a:pt x="79344" y="215170"/>
                  </a:cubicBezTo>
                  <a:cubicBezTo>
                    <a:pt x="74771" y="213646"/>
                    <a:pt x="70200" y="212122"/>
                    <a:pt x="65627" y="209074"/>
                  </a:cubicBezTo>
                  <a:cubicBezTo>
                    <a:pt x="61056" y="207550"/>
                    <a:pt x="54959" y="204502"/>
                    <a:pt x="50388" y="199930"/>
                  </a:cubicBezTo>
                  <a:cubicBezTo>
                    <a:pt x="45815" y="196882"/>
                    <a:pt x="41244" y="192310"/>
                    <a:pt x="36671" y="187738"/>
                  </a:cubicBezTo>
                  <a:lnTo>
                    <a:pt x="36671" y="285369"/>
                  </a:lnTo>
                  <a:cubicBezTo>
                    <a:pt x="36671" y="286893"/>
                    <a:pt x="35147" y="288417"/>
                    <a:pt x="35147" y="288417"/>
                  </a:cubicBezTo>
                  <a:cubicBezTo>
                    <a:pt x="35147" y="289941"/>
                    <a:pt x="33624" y="289941"/>
                    <a:pt x="32100" y="291465"/>
                  </a:cubicBezTo>
                  <a:cubicBezTo>
                    <a:pt x="30575" y="291465"/>
                    <a:pt x="29051" y="291465"/>
                    <a:pt x="27527" y="291465"/>
                  </a:cubicBezTo>
                  <a:cubicBezTo>
                    <a:pt x="24480" y="292989"/>
                    <a:pt x="21431" y="292989"/>
                    <a:pt x="18288" y="292989"/>
                  </a:cubicBezTo>
                  <a:cubicBezTo>
                    <a:pt x="13716" y="292989"/>
                    <a:pt x="12192" y="292989"/>
                    <a:pt x="9144" y="291465"/>
                  </a:cubicBezTo>
                  <a:cubicBezTo>
                    <a:pt x="6096" y="291465"/>
                    <a:pt x="4572" y="291465"/>
                    <a:pt x="3048" y="291465"/>
                  </a:cubicBezTo>
                  <a:cubicBezTo>
                    <a:pt x="1524" y="289941"/>
                    <a:pt x="1524" y="289941"/>
                    <a:pt x="0" y="288417"/>
                  </a:cubicBezTo>
                  <a:cubicBezTo>
                    <a:pt x="0" y="288417"/>
                    <a:pt x="0" y="286893"/>
                    <a:pt x="0" y="285369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0" y="7620"/>
                  </a:cubicBezTo>
                  <a:cubicBezTo>
                    <a:pt x="1524" y="6096"/>
                    <a:pt x="1524" y="6096"/>
                    <a:pt x="3048" y="4572"/>
                  </a:cubicBezTo>
                  <a:cubicBezTo>
                    <a:pt x="4572" y="4572"/>
                    <a:pt x="6096" y="4572"/>
                    <a:pt x="7620" y="3048"/>
                  </a:cubicBezTo>
                  <a:cubicBezTo>
                    <a:pt x="10668" y="3048"/>
                    <a:pt x="12192" y="3048"/>
                    <a:pt x="15240" y="3048"/>
                  </a:cubicBezTo>
                  <a:cubicBezTo>
                    <a:pt x="18288" y="3048"/>
                    <a:pt x="21431" y="3048"/>
                    <a:pt x="22956" y="3048"/>
                  </a:cubicBezTo>
                  <a:cubicBezTo>
                    <a:pt x="26003" y="4572"/>
                    <a:pt x="27527" y="4572"/>
                    <a:pt x="27527" y="4572"/>
                  </a:cubicBezTo>
                  <a:cubicBezTo>
                    <a:pt x="29051" y="6096"/>
                    <a:pt x="30575" y="6096"/>
                    <a:pt x="30575" y="7620"/>
                  </a:cubicBezTo>
                  <a:cubicBezTo>
                    <a:pt x="32100" y="7620"/>
                    <a:pt x="32100" y="9144"/>
                    <a:pt x="32100" y="10668"/>
                  </a:cubicBezTo>
                  <a:lnTo>
                    <a:pt x="32100" y="36576"/>
                  </a:lnTo>
                  <a:cubicBezTo>
                    <a:pt x="38195" y="30480"/>
                    <a:pt x="42768" y="25908"/>
                    <a:pt x="48863" y="21336"/>
                  </a:cubicBezTo>
                  <a:cubicBezTo>
                    <a:pt x="54959" y="16764"/>
                    <a:pt x="59531" y="12192"/>
                    <a:pt x="65627" y="9144"/>
                  </a:cubicBezTo>
                  <a:cubicBezTo>
                    <a:pt x="71724" y="6096"/>
                    <a:pt x="77819" y="4572"/>
                    <a:pt x="82391" y="3048"/>
                  </a:cubicBezTo>
                  <a:cubicBezTo>
                    <a:pt x="88488" y="1524"/>
                    <a:pt x="94583" y="0"/>
                    <a:pt x="102203" y="0"/>
                  </a:cubicBezTo>
                  <a:cubicBezTo>
                    <a:pt x="116015" y="0"/>
                    <a:pt x="128207" y="3048"/>
                    <a:pt x="138875" y="9144"/>
                  </a:cubicBezTo>
                  <a:cubicBezTo>
                    <a:pt x="148018" y="13716"/>
                    <a:pt x="157163" y="21336"/>
                    <a:pt x="163259" y="32004"/>
                  </a:cubicBezTo>
                  <a:cubicBezTo>
                    <a:pt x="169355" y="41148"/>
                    <a:pt x="173927" y="51911"/>
                    <a:pt x="176975" y="65627"/>
                  </a:cubicBezTo>
                  <a:cubicBezTo>
                    <a:pt x="180023" y="77819"/>
                    <a:pt x="181547" y="91535"/>
                    <a:pt x="181547" y="105251"/>
                  </a:cubicBezTo>
                  <a:close/>
                  <a:moveTo>
                    <a:pt x="143447" y="109823"/>
                  </a:moveTo>
                  <a:cubicBezTo>
                    <a:pt x="143447" y="99155"/>
                    <a:pt x="141923" y="90011"/>
                    <a:pt x="140399" y="80867"/>
                  </a:cubicBezTo>
                  <a:cubicBezTo>
                    <a:pt x="138875" y="71723"/>
                    <a:pt x="137351" y="62579"/>
                    <a:pt x="132779" y="54959"/>
                  </a:cubicBezTo>
                  <a:cubicBezTo>
                    <a:pt x="129731" y="48863"/>
                    <a:pt x="123635" y="42672"/>
                    <a:pt x="117539" y="38100"/>
                  </a:cubicBezTo>
                  <a:cubicBezTo>
                    <a:pt x="111443" y="33528"/>
                    <a:pt x="103727" y="32004"/>
                    <a:pt x="94583" y="32004"/>
                  </a:cubicBezTo>
                  <a:cubicBezTo>
                    <a:pt x="90012" y="32004"/>
                    <a:pt x="85439" y="32004"/>
                    <a:pt x="80868" y="33528"/>
                  </a:cubicBezTo>
                  <a:cubicBezTo>
                    <a:pt x="76295" y="35052"/>
                    <a:pt x="71724" y="36576"/>
                    <a:pt x="67151" y="39624"/>
                  </a:cubicBezTo>
                  <a:cubicBezTo>
                    <a:pt x="62580" y="42672"/>
                    <a:pt x="58007" y="47244"/>
                    <a:pt x="51912" y="51911"/>
                  </a:cubicBezTo>
                  <a:cubicBezTo>
                    <a:pt x="47339" y="56483"/>
                    <a:pt x="41244" y="62579"/>
                    <a:pt x="36671" y="70199"/>
                  </a:cubicBezTo>
                  <a:lnTo>
                    <a:pt x="36671" y="148018"/>
                  </a:lnTo>
                  <a:cubicBezTo>
                    <a:pt x="45815" y="160211"/>
                    <a:pt x="54959" y="169355"/>
                    <a:pt x="64103" y="175451"/>
                  </a:cubicBezTo>
                  <a:cubicBezTo>
                    <a:pt x="73247" y="183071"/>
                    <a:pt x="82391" y="186214"/>
                    <a:pt x="93059" y="186214"/>
                  </a:cubicBezTo>
                  <a:cubicBezTo>
                    <a:pt x="100680" y="186214"/>
                    <a:pt x="108395" y="183071"/>
                    <a:pt x="116015" y="180023"/>
                  </a:cubicBezTo>
                  <a:cubicBezTo>
                    <a:pt x="122111" y="175451"/>
                    <a:pt x="126683" y="169355"/>
                    <a:pt x="131255" y="161735"/>
                  </a:cubicBezTo>
                  <a:cubicBezTo>
                    <a:pt x="135827" y="154115"/>
                    <a:pt x="138875" y="146495"/>
                    <a:pt x="140399" y="137351"/>
                  </a:cubicBezTo>
                  <a:cubicBezTo>
                    <a:pt x="141923" y="128207"/>
                    <a:pt x="143447" y="119063"/>
                    <a:pt x="143447" y="10982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78" name="Path378"/>
            <p:cNvSpPr/>
            <p:nvPr/>
          </p:nvSpPr>
          <p:spPr>
            <a:xfrm>
              <a:off x="4531233" y="2672239"/>
              <a:ext cx="181547" cy="292989"/>
            </a:xfrm>
            <a:custGeom>
              <a:avLst/>
              <a:gdLst/>
              <a:ahLst/>
              <a:cxnLst/>
              <a:rect l="l" t="t" r="r" b="b"/>
              <a:pathLst>
                <a:path w="181547" h="292989">
                  <a:moveTo>
                    <a:pt x="181547" y="105251"/>
                  </a:moveTo>
                  <a:cubicBezTo>
                    <a:pt x="181547" y="123635"/>
                    <a:pt x="180023" y="138875"/>
                    <a:pt x="176975" y="152591"/>
                  </a:cubicBezTo>
                  <a:cubicBezTo>
                    <a:pt x="172403" y="166307"/>
                    <a:pt x="167831" y="176975"/>
                    <a:pt x="160211" y="187738"/>
                  </a:cubicBezTo>
                  <a:cubicBezTo>
                    <a:pt x="152591" y="196882"/>
                    <a:pt x="143447" y="204502"/>
                    <a:pt x="132683" y="209074"/>
                  </a:cubicBezTo>
                  <a:cubicBezTo>
                    <a:pt x="122015" y="213646"/>
                    <a:pt x="109824" y="216694"/>
                    <a:pt x="96107" y="216694"/>
                  </a:cubicBezTo>
                  <a:cubicBezTo>
                    <a:pt x="90012" y="216694"/>
                    <a:pt x="85439" y="216694"/>
                    <a:pt x="80868" y="215170"/>
                  </a:cubicBezTo>
                  <a:cubicBezTo>
                    <a:pt x="74771" y="213646"/>
                    <a:pt x="70200" y="212122"/>
                    <a:pt x="65627" y="209074"/>
                  </a:cubicBezTo>
                  <a:cubicBezTo>
                    <a:pt x="61056" y="207550"/>
                    <a:pt x="56483" y="204502"/>
                    <a:pt x="51912" y="199930"/>
                  </a:cubicBezTo>
                  <a:cubicBezTo>
                    <a:pt x="47244" y="196882"/>
                    <a:pt x="42672" y="192310"/>
                    <a:pt x="36576" y="187738"/>
                  </a:cubicBezTo>
                  <a:lnTo>
                    <a:pt x="36576" y="285369"/>
                  </a:lnTo>
                  <a:cubicBezTo>
                    <a:pt x="36576" y="286893"/>
                    <a:pt x="36576" y="288417"/>
                    <a:pt x="35052" y="288417"/>
                  </a:cubicBezTo>
                  <a:cubicBezTo>
                    <a:pt x="35052" y="289941"/>
                    <a:pt x="33528" y="289941"/>
                    <a:pt x="33528" y="291465"/>
                  </a:cubicBezTo>
                  <a:cubicBezTo>
                    <a:pt x="32004" y="291465"/>
                    <a:pt x="30480" y="291465"/>
                    <a:pt x="27432" y="291465"/>
                  </a:cubicBezTo>
                  <a:cubicBezTo>
                    <a:pt x="25908" y="292989"/>
                    <a:pt x="22860" y="292989"/>
                    <a:pt x="18288" y="292989"/>
                  </a:cubicBezTo>
                  <a:cubicBezTo>
                    <a:pt x="15240" y="292989"/>
                    <a:pt x="12192" y="292989"/>
                    <a:pt x="9144" y="291465"/>
                  </a:cubicBezTo>
                  <a:cubicBezTo>
                    <a:pt x="7620" y="291465"/>
                    <a:pt x="6096" y="291465"/>
                    <a:pt x="4572" y="291465"/>
                  </a:cubicBezTo>
                  <a:cubicBezTo>
                    <a:pt x="3048" y="289941"/>
                    <a:pt x="1524" y="289941"/>
                    <a:pt x="1524" y="288417"/>
                  </a:cubicBezTo>
                  <a:cubicBezTo>
                    <a:pt x="1524" y="288417"/>
                    <a:pt x="0" y="286893"/>
                    <a:pt x="0" y="285369"/>
                  </a:cubicBezTo>
                  <a:lnTo>
                    <a:pt x="0" y="10668"/>
                  </a:lnTo>
                  <a:cubicBezTo>
                    <a:pt x="0" y="9144"/>
                    <a:pt x="1524" y="7620"/>
                    <a:pt x="1524" y="7620"/>
                  </a:cubicBezTo>
                  <a:cubicBezTo>
                    <a:pt x="1524" y="6096"/>
                    <a:pt x="3048" y="6096"/>
                    <a:pt x="4572" y="4572"/>
                  </a:cubicBezTo>
                  <a:cubicBezTo>
                    <a:pt x="4572" y="4572"/>
                    <a:pt x="6096" y="4572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1336" y="3048"/>
                    <a:pt x="24384" y="3048"/>
                  </a:cubicBezTo>
                  <a:cubicBezTo>
                    <a:pt x="25908" y="4572"/>
                    <a:pt x="27432" y="4572"/>
                    <a:pt x="28956" y="4572"/>
                  </a:cubicBezTo>
                  <a:cubicBezTo>
                    <a:pt x="30480" y="6096"/>
                    <a:pt x="30480" y="6096"/>
                    <a:pt x="32004" y="7620"/>
                  </a:cubicBezTo>
                  <a:cubicBezTo>
                    <a:pt x="32004" y="7620"/>
                    <a:pt x="32004" y="9144"/>
                    <a:pt x="32004" y="10668"/>
                  </a:cubicBezTo>
                  <a:lnTo>
                    <a:pt x="32004" y="36576"/>
                  </a:lnTo>
                  <a:cubicBezTo>
                    <a:pt x="38100" y="30480"/>
                    <a:pt x="44196" y="25908"/>
                    <a:pt x="50388" y="21336"/>
                  </a:cubicBezTo>
                  <a:cubicBezTo>
                    <a:pt x="54959" y="16764"/>
                    <a:pt x="61056" y="12192"/>
                    <a:pt x="67151" y="9144"/>
                  </a:cubicBezTo>
                  <a:cubicBezTo>
                    <a:pt x="71724" y="6096"/>
                    <a:pt x="77819" y="4572"/>
                    <a:pt x="83915" y="3048"/>
                  </a:cubicBezTo>
                  <a:cubicBezTo>
                    <a:pt x="90012" y="1524"/>
                    <a:pt x="96107" y="0"/>
                    <a:pt x="102203" y="0"/>
                  </a:cubicBezTo>
                  <a:cubicBezTo>
                    <a:pt x="115919" y="0"/>
                    <a:pt x="128112" y="3048"/>
                    <a:pt x="138875" y="9144"/>
                  </a:cubicBezTo>
                  <a:cubicBezTo>
                    <a:pt x="149543" y="13716"/>
                    <a:pt x="157163" y="21336"/>
                    <a:pt x="163259" y="32004"/>
                  </a:cubicBezTo>
                  <a:cubicBezTo>
                    <a:pt x="169355" y="41148"/>
                    <a:pt x="173927" y="51911"/>
                    <a:pt x="176975" y="65627"/>
                  </a:cubicBezTo>
                  <a:cubicBezTo>
                    <a:pt x="180023" y="77819"/>
                    <a:pt x="181547" y="91535"/>
                    <a:pt x="181547" y="105251"/>
                  </a:cubicBezTo>
                  <a:close/>
                  <a:moveTo>
                    <a:pt x="143447" y="109823"/>
                  </a:moveTo>
                  <a:cubicBezTo>
                    <a:pt x="143447" y="99155"/>
                    <a:pt x="143447" y="90011"/>
                    <a:pt x="141923" y="80867"/>
                  </a:cubicBezTo>
                  <a:cubicBezTo>
                    <a:pt x="140399" y="71723"/>
                    <a:pt x="137351" y="62579"/>
                    <a:pt x="134207" y="54959"/>
                  </a:cubicBezTo>
                  <a:cubicBezTo>
                    <a:pt x="129636" y="48863"/>
                    <a:pt x="125063" y="42672"/>
                    <a:pt x="118968" y="38100"/>
                  </a:cubicBezTo>
                  <a:cubicBezTo>
                    <a:pt x="112871" y="33528"/>
                    <a:pt x="105251" y="32004"/>
                    <a:pt x="94583" y="32004"/>
                  </a:cubicBezTo>
                  <a:cubicBezTo>
                    <a:pt x="90012" y="32004"/>
                    <a:pt x="85439" y="32004"/>
                    <a:pt x="80868" y="33528"/>
                  </a:cubicBezTo>
                  <a:cubicBezTo>
                    <a:pt x="76295" y="35052"/>
                    <a:pt x="71724" y="36576"/>
                    <a:pt x="67151" y="39624"/>
                  </a:cubicBezTo>
                  <a:cubicBezTo>
                    <a:pt x="62580" y="42672"/>
                    <a:pt x="58007" y="47244"/>
                    <a:pt x="53436" y="51911"/>
                  </a:cubicBezTo>
                  <a:cubicBezTo>
                    <a:pt x="47244" y="56483"/>
                    <a:pt x="42672" y="62579"/>
                    <a:pt x="36576" y="70199"/>
                  </a:cubicBezTo>
                  <a:lnTo>
                    <a:pt x="36576" y="148018"/>
                  </a:lnTo>
                  <a:cubicBezTo>
                    <a:pt x="47244" y="160211"/>
                    <a:pt x="56483" y="169355"/>
                    <a:pt x="65627" y="175451"/>
                  </a:cubicBezTo>
                  <a:cubicBezTo>
                    <a:pt x="73247" y="183071"/>
                    <a:pt x="82391" y="186214"/>
                    <a:pt x="93059" y="186214"/>
                  </a:cubicBezTo>
                  <a:cubicBezTo>
                    <a:pt x="102203" y="186214"/>
                    <a:pt x="109824" y="183071"/>
                    <a:pt x="115919" y="180023"/>
                  </a:cubicBezTo>
                  <a:cubicBezTo>
                    <a:pt x="122015" y="175451"/>
                    <a:pt x="128112" y="169355"/>
                    <a:pt x="132683" y="161735"/>
                  </a:cubicBezTo>
                  <a:cubicBezTo>
                    <a:pt x="135731" y="154115"/>
                    <a:pt x="138875" y="146495"/>
                    <a:pt x="140399" y="137351"/>
                  </a:cubicBezTo>
                  <a:cubicBezTo>
                    <a:pt x="143447" y="128207"/>
                    <a:pt x="143447" y="119063"/>
                    <a:pt x="143447" y="10982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79" name="Path379"/>
            <p:cNvSpPr/>
            <p:nvPr/>
          </p:nvSpPr>
          <p:spPr>
            <a:xfrm>
              <a:off x="4738688" y="2675287"/>
              <a:ext cx="187643" cy="289941"/>
            </a:xfrm>
            <a:custGeom>
              <a:avLst/>
              <a:gdLst/>
              <a:ahLst/>
              <a:cxnLst/>
              <a:rect l="l" t="t" r="r" b="b"/>
              <a:pathLst>
                <a:path w="187643" h="289941">
                  <a:moveTo>
                    <a:pt x="116015" y="209074"/>
                  </a:moveTo>
                  <a:lnTo>
                    <a:pt x="90012" y="282321"/>
                  </a:lnTo>
                  <a:cubicBezTo>
                    <a:pt x="88487" y="283845"/>
                    <a:pt x="86963" y="286893"/>
                    <a:pt x="82391" y="286893"/>
                  </a:cubicBezTo>
                  <a:cubicBezTo>
                    <a:pt x="79343" y="288417"/>
                    <a:pt x="74771" y="289941"/>
                    <a:pt x="67151" y="289941"/>
                  </a:cubicBezTo>
                  <a:cubicBezTo>
                    <a:pt x="62580" y="289941"/>
                    <a:pt x="59531" y="289941"/>
                    <a:pt x="58007" y="288417"/>
                  </a:cubicBezTo>
                  <a:cubicBezTo>
                    <a:pt x="54959" y="288417"/>
                    <a:pt x="53436" y="288417"/>
                    <a:pt x="51912" y="286893"/>
                  </a:cubicBezTo>
                  <a:cubicBezTo>
                    <a:pt x="50387" y="286893"/>
                    <a:pt x="50387" y="285369"/>
                    <a:pt x="50387" y="283845"/>
                  </a:cubicBezTo>
                  <a:cubicBezTo>
                    <a:pt x="50387" y="282321"/>
                    <a:pt x="50387" y="280797"/>
                    <a:pt x="51912" y="277749"/>
                  </a:cubicBezTo>
                  <a:lnTo>
                    <a:pt x="77819" y="209074"/>
                  </a:lnTo>
                  <a:cubicBezTo>
                    <a:pt x="77819" y="209074"/>
                    <a:pt x="76295" y="207550"/>
                    <a:pt x="74771" y="207550"/>
                  </a:cubicBezTo>
                  <a:cubicBezTo>
                    <a:pt x="73247" y="206026"/>
                    <a:pt x="73247" y="204502"/>
                    <a:pt x="71724" y="202978"/>
                  </a:cubicBezTo>
                  <a:lnTo>
                    <a:pt x="1524" y="13716"/>
                  </a:lnTo>
                  <a:cubicBezTo>
                    <a:pt x="1524" y="10668"/>
                    <a:pt x="0" y="9144"/>
                    <a:pt x="0" y="7620"/>
                  </a:cubicBezTo>
                  <a:cubicBezTo>
                    <a:pt x="0" y="6096"/>
                    <a:pt x="0" y="4572"/>
                    <a:pt x="1524" y="3048"/>
                  </a:cubicBezTo>
                  <a:cubicBezTo>
                    <a:pt x="3048" y="1524"/>
                    <a:pt x="4572" y="1524"/>
                    <a:pt x="7620" y="1524"/>
                  </a:cubicBezTo>
                  <a:cubicBezTo>
                    <a:pt x="10668" y="0"/>
                    <a:pt x="13716" y="0"/>
                    <a:pt x="18383" y="0"/>
                  </a:cubicBezTo>
                  <a:cubicBezTo>
                    <a:pt x="22955" y="0"/>
                    <a:pt x="26003" y="0"/>
                    <a:pt x="29051" y="0"/>
                  </a:cubicBezTo>
                  <a:cubicBezTo>
                    <a:pt x="30575" y="1524"/>
                    <a:pt x="33624" y="1524"/>
                    <a:pt x="35147" y="1524"/>
                  </a:cubicBezTo>
                  <a:cubicBezTo>
                    <a:pt x="35147" y="3048"/>
                    <a:pt x="36671" y="3048"/>
                    <a:pt x="38195" y="4572"/>
                  </a:cubicBezTo>
                  <a:cubicBezTo>
                    <a:pt x="38195" y="6096"/>
                    <a:pt x="38195" y="7620"/>
                    <a:pt x="39719" y="9144"/>
                  </a:cubicBezTo>
                  <a:lnTo>
                    <a:pt x="96107" y="166307"/>
                  </a:lnTo>
                  <a:lnTo>
                    <a:pt x="96107" y="166307"/>
                  </a:lnTo>
                  <a:lnTo>
                    <a:pt x="151067" y="7620"/>
                  </a:lnTo>
                  <a:cubicBezTo>
                    <a:pt x="151067" y="4572"/>
                    <a:pt x="152591" y="3048"/>
                    <a:pt x="154115" y="3048"/>
                  </a:cubicBezTo>
                  <a:cubicBezTo>
                    <a:pt x="155639" y="1524"/>
                    <a:pt x="157163" y="1524"/>
                    <a:pt x="160211" y="1524"/>
                  </a:cubicBezTo>
                  <a:cubicBezTo>
                    <a:pt x="161735" y="0"/>
                    <a:pt x="166307" y="0"/>
                    <a:pt x="170879" y="0"/>
                  </a:cubicBezTo>
                  <a:cubicBezTo>
                    <a:pt x="173927" y="0"/>
                    <a:pt x="178499" y="0"/>
                    <a:pt x="180023" y="1524"/>
                  </a:cubicBezTo>
                  <a:cubicBezTo>
                    <a:pt x="183071" y="1524"/>
                    <a:pt x="184595" y="1524"/>
                    <a:pt x="186118" y="3048"/>
                  </a:cubicBezTo>
                  <a:cubicBezTo>
                    <a:pt x="187643" y="4572"/>
                    <a:pt x="187643" y="6096"/>
                    <a:pt x="187643" y="7620"/>
                  </a:cubicBezTo>
                  <a:cubicBezTo>
                    <a:pt x="187643" y="9144"/>
                    <a:pt x="187643" y="10668"/>
                    <a:pt x="186118" y="13716"/>
                  </a:cubicBezTo>
                  <a:lnTo>
                    <a:pt x="116015" y="20907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80" name="Path380"/>
            <p:cNvSpPr/>
            <p:nvPr/>
          </p:nvSpPr>
          <p:spPr>
            <a:xfrm>
              <a:off x="4956906" y="2579084"/>
              <a:ext cx="71723" cy="111443"/>
            </a:xfrm>
            <a:custGeom>
              <a:avLst/>
              <a:gdLst/>
              <a:ahLst/>
              <a:cxnLst/>
              <a:rect l="l" t="t" r="r" b="b"/>
              <a:pathLst>
                <a:path w="71723" h="111443">
                  <a:moveTo>
                    <a:pt x="71723" y="16859"/>
                  </a:moveTo>
                  <a:cubicBezTo>
                    <a:pt x="71723" y="21431"/>
                    <a:pt x="71723" y="26003"/>
                    <a:pt x="71723" y="29052"/>
                  </a:cubicBezTo>
                  <a:cubicBezTo>
                    <a:pt x="70199" y="33624"/>
                    <a:pt x="70199" y="36671"/>
                    <a:pt x="68675" y="39719"/>
                  </a:cubicBezTo>
                  <a:cubicBezTo>
                    <a:pt x="68675" y="44291"/>
                    <a:pt x="67151" y="47339"/>
                    <a:pt x="65627" y="50387"/>
                  </a:cubicBezTo>
                  <a:cubicBezTo>
                    <a:pt x="64103" y="53436"/>
                    <a:pt x="61055" y="56483"/>
                    <a:pt x="59436" y="61055"/>
                  </a:cubicBezTo>
                  <a:lnTo>
                    <a:pt x="28956" y="105347"/>
                  </a:lnTo>
                  <a:cubicBezTo>
                    <a:pt x="27432" y="106871"/>
                    <a:pt x="27432" y="108395"/>
                    <a:pt x="25908" y="108395"/>
                  </a:cubicBezTo>
                  <a:cubicBezTo>
                    <a:pt x="25908" y="109919"/>
                    <a:pt x="24384" y="109919"/>
                    <a:pt x="22860" y="111443"/>
                  </a:cubicBezTo>
                  <a:cubicBezTo>
                    <a:pt x="21336" y="111443"/>
                    <a:pt x="19812" y="111443"/>
                    <a:pt x="18288" y="111443"/>
                  </a:cubicBezTo>
                  <a:cubicBezTo>
                    <a:pt x="16764" y="111443"/>
                    <a:pt x="13716" y="111443"/>
                    <a:pt x="10668" y="111443"/>
                  </a:cubicBezTo>
                  <a:cubicBezTo>
                    <a:pt x="9144" y="111443"/>
                    <a:pt x="6096" y="111443"/>
                    <a:pt x="4572" y="111443"/>
                  </a:cubicBezTo>
                  <a:cubicBezTo>
                    <a:pt x="3048" y="111443"/>
                    <a:pt x="1524" y="111443"/>
                    <a:pt x="1524" y="111443"/>
                  </a:cubicBezTo>
                  <a:cubicBezTo>
                    <a:pt x="0" y="109919"/>
                    <a:pt x="0" y="109919"/>
                    <a:pt x="0" y="108395"/>
                  </a:cubicBezTo>
                  <a:cubicBezTo>
                    <a:pt x="0" y="108395"/>
                    <a:pt x="0" y="106871"/>
                    <a:pt x="1524" y="105347"/>
                  </a:cubicBezTo>
                  <a:lnTo>
                    <a:pt x="30480" y="45815"/>
                  </a:lnTo>
                  <a:lnTo>
                    <a:pt x="30480" y="16859"/>
                  </a:lnTo>
                  <a:cubicBezTo>
                    <a:pt x="30480" y="13811"/>
                    <a:pt x="30480" y="10763"/>
                    <a:pt x="30480" y="7715"/>
                  </a:cubicBezTo>
                  <a:cubicBezTo>
                    <a:pt x="32004" y="6191"/>
                    <a:pt x="33528" y="4667"/>
                    <a:pt x="35052" y="3048"/>
                  </a:cubicBezTo>
                  <a:cubicBezTo>
                    <a:pt x="36576" y="1524"/>
                    <a:pt x="39624" y="0"/>
                    <a:pt x="41148" y="0"/>
                  </a:cubicBezTo>
                  <a:cubicBezTo>
                    <a:pt x="44196" y="0"/>
                    <a:pt x="47244" y="0"/>
                    <a:pt x="51816" y="0"/>
                  </a:cubicBezTo>
                  <a:cubicBezTo>
                    <a:pt x="54864" y="0"/>
                    <a:pt x="57912" y="0"/>
                    <a:pt x="61055" y="0"/>
                  </a:cubicBezTo>
                  <a:cubicBezTo>
                    <a:pt x="62579" y="0"/>
                    <a:pt x="65627" y="1524"/>
                    <a:pt x="67151" y="3048"/>
                  </a:cubicBezTo>
                  <a:cubicBezTo>
                    <a:pt x="68675" y="4667"/>
                    <a:pt x="70199" y="6191"/>
                    <a:pt x="70199" y="7715"/>
                  </a:cubicBezTo>
                  <a:cubicBezTo>
                    <a:pt x="71723" y="10763"/>
                    <a:pt x="71723" y="13811"/>
                    <a:pt x="71723" y="1685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381" name="Group381"/>
          <p:cNvGrpSpPr/>
          <p:nvPr/>
        </p:nvGrpSpPr>
        <p:grpSpPr>
          <a:xfrm>
            <a:off x="5182647" y="2623376"/>
            <a:ext cx="1132048" cy="265652"/>
            <a:chOff x="5182647" y="2623376"/>
            <a:chExt cx="1132048" cy="265652"/>
          </a:xfrm>
        </p:grpSpPr>
        <p:sp>
          <p:nvSpPr>
            <p:cNvPr id="382" name="Path382"/>
            <p:cNvSpPr/>
            <p:nvPr/>
          </p:nvSpPr>
          <p:spPr>
            <a:xfrm>
              <a:off x="5182647" y="2672239"/>
              <a:ext cx="140399" cy="216694"/>
            </a:xfrm>
            <a:custGeom>
              <a:avLst/>
              <a:gdLst/>
              <a:ahLst/>
              <a:cxnLst/>
              <a:rect l="l" t="t" r="r" b="b"/>
              <a:pathLst>
                <a:path w="140399" h="216694">
                  <a:moveTo>
                    <a:pt x="140398" y="154115"/>
                  </a:moveTo>
                  <a:cubicBezTo>
                    <a:pt x="140398" y="163259"/>
                    <a:pt x="138874" y="172403"/>
                    <a:pt x="134302" y="180023"/>
                  </a:cubicBezTo>
                  <a:cubicBezTo>
                    <a:pt x="131254" y="189262"/>
                    <a:pt x="125158" y="195358"/>
                    <a:pt x="119063" y="199930"/>
                  </a:cubicBezTo>
                  <a:cubicBezTo>
                    <a:pt x="111442" y="206026"/>
                    <a:pt x="103822" y="210598"/>
                    <a:pt x="94583" y="212122"/>
                  </a:cubicBezTo>
                  <a:cubicBezTo>
                    <a:pt x="85439" y="215170"/>
                    <a:pt x="74771" y="216694"/>
                    <a:pt x="62579" y="216694"/>
                  </a:cubicBezTo>
                  <a:cubicBezTo>
                    <a:pt x="56483" y="216694"/>
                    <a:pt x="48863" y="216694"/>
                    <a:pt x="42767" y="215170"/>
                  </a:cubicBezTo>
                  <a:cubicBezTo>
                    <a:pt x="36671" y="213646"/>
                    <a:pt x="30575" y="213646"/>
                    <a:pt x="26003" y="210598"/>
                  </a:cubicBezTo>
                  <a:cubicBezTo>
                    <a:pt x="21431" y="209074"/>
                    <a:pt x="16859" y="207550"/>
                    <a:pt x="12287" y="206026"/>
                  </a:cubicBezTo>
                  <a:cubicBezTo>
                    <a:pt x="9239" y="204502"/>
                    <a:pt x="6096" y="202978"/>
                    <a:pt x="4572" y="201454"/>
                  </a:cubicBezTo>
                  <a:cubicBezTo>
                    <a:pt x="3048" y="199930"/>
                    <a:pt x="3048" y="196882"/>
                    <a:pt x="1524" y="195358"/>
                  </a:cubicBezTo>
                  <a:cubicBezTo>
                    <a:pt x="1524" y="192310"/>
                    <a:pt x="0" y="189262"/>
                    <a:pt x="0" y="184595"/>
                  </a:cubicBezTo>
                  <a:cubicBezTo>
                    <a:pt x="0" y="181547"/>
                    <a:pt x="0" y="178499"/>
                    <a:pt x="1524" y="176975"/>
                  </a:cubicBezTo>
                  <a:cubicBezTo>
                    <a:pt x="1524" y="175451"/>
                    <a:pt x="1524" y="173927"/>
                    <a:pt x="1524" y="172403"/>
                  </a:cubicBezTo>
                  <a:cubicBezTo>
                    <a:pt x="3048" y="170879"/>
                    <a:pt x="3048" y="170879"/>
                    <a:pt x="4572" y="169355"/>
                  </a:cubicBezTo>
                  <a:cubicBezTo>
                    <a:pt x="4572" y="169355"/>
                    <a:pt x="6096" y="169355"/>
                    <a:pt x="6096" y="169355"/>
                  </a:cubicBezTo>
                  <a:cubicBezTo>
                    <a:pt x="7620" y="169355"/>
                    <a:pt x="10763" y="170879"/>
                    <a:pt x="13811" y="172403"/>
                  </a:cubicBezTo>
                  <a:cubicBezTo>
                    <a:pt x="16859" y="173927"/>
                    <a:pt x="21431" y="175451"/>
                    <a:pt x="26003" y="178499"/>
                  </a:cubicBezTo>
                  <a:cubicBezTo>
                    <a:pt x="30575" y="181547"/>
                    <a:pt x="35147" y="183071"/>
                    <a:pt x="41243" y="184595"/>
                  </a:cubicBezTo>
                  <a:cubicBezTo>
                    <a:pt x="47339" y="187738"/>
                    <a:pt x="54959" y="187738"/>
                    <a:pt x="64103" y="187738"/>
                  </a:cubicBezTo>
                  <a:cubicBezTo>
                    <a:pt x="70199" y="187738"/>
                    <a:pt x="74771" y="187738"/>
                    <a:pt x="79343" y="186214"/>
                  </a:cubicBezTo>
                  <a:cubicBezTo>
                    <a:pt x="85439" y="184595"/>
                    <a:pt x="90011" y="183071"/>
                    <a:pt x="93059" y="180023"/>
                  </a:cubicBezTo>
                  <a:cubicBezTo>
                    <a:pt x="96202" y="176975"/>
                    <a:pt x="99251" y="173927"/>
                    <a:pt x="100774" y="170879"/>
                  </a:cubicBezTo>
                  <a:cubicBezTo>
                    <a:pt x="103822" y="166307"/>
                    <a:pt x="103822" y="161735"/>
                    <a:pt x="103822" y="157163"/>
                  </a:cubicBezTo>
                  <a:cubicBezTo>
                    <a:pt x="103822" y="151067"/>
                    <a:pt x="102298" y="146495"/>
                    <a:pt x="100774" y="141923"/>
                  </a:cubicBezTo>
                  <a:cubicBezTo>
                    <a:pt x="97727" y="138875"/>
                    <a:pt x="93059" y="135827"/>
                    <a:pt x="88487" y="132779"/>
                  </a:cubicBezTo>
                  <a:cubicBezTo>
                    <a:pt x="83915" y="129731"/>
                    <a:pt x="79343" y="126683"/>
                    <a:pt x="73247" y="125159"/>
                  </a:cubicBezTo>
                  <a:cubicBezTo>
                    <a:pt x="67151" y="122111"/>
                    <a:pt x="61055" y="120587"/>
                    <a:pt x="54959" y="117539"/>
                  </a:cubicBezTo>
                  <a:cubicBezTo>
                    <a:pt x="48863" y="114395"/>
                    <a:pt x="42767" y="112871"/>
                    <a:pt x="36671" y="109823"/>
                  </a:cubicBezTo>
                  <a:cubicBezTo>
                    <a:pt x="30575" y="105251"/>
                    <a:pt x="26003" y="102203"/>
                    <a:pt x="21431" y="97631"/>
                  </a:cubicBezTo>
                  <a:cubicBezTo>
                    <a:pt x="16859" y="93059"/>
                    <a:pt x="12287" y="88487"/>
                    <a:pt x="9239" y="80867"/>
                  </a:cubicBezTo>
                  <a:cubicBezTo>
                    <a:pt x="6096" y="74771"/>
                    <a:pt x="6096" y="67151"/>
                    <a:pt x="6096" y="59531"/>
                  </a:cubicBezTo>
                  <a:cubicBezTo>
                    <a:pt x="6096" y="51911"/>
                    <a:pt x="6096" y="44196"/>
                    <a:pt x="9239" y="36576"/>
                  </a:cubicBezTo>
                  <a:cubicBezTo>
                    <a:pt x="12287" y="28956"/>
                    <a:pt x="16859" y="22860"/>
                    <a:pt x="22955" y="18288"/>
                  </a:cubicBezTo>
                  <a:cubicBezTo>
                    <a:pt x="29051" y="12192"/>
                    <a:pt x="36671" y="9144"/>
                    <a:pt x="45815" y="4572"/>
                  </a:cubicBezTo>
                  <a:cubicBezTo>
                    <a:pt x="54959" y="1524"/>
                    <a:pt x="65627" y="0"/>
                    <a:pt x="77819" y="0"/>
                  </a:cubicBezTo>
                  <a:cubicBezTo>
                    <a:pt x="82391" y="0"/>
                    <a:pt x="88487" y="1524"/>
                    <a:pt x="93059" y="1524"/>
                  </a:cubicBezTo>
                  <a:cubicBezTo>
                    <a:pt x="97727" y="3048"/>
                    <a:pt x="102298" y="3048"/>
                    <a:pt x="106870" y="4572"/>
                  </a:cubicBezTo>
                  <a:cubicBezTo>
                    <a:pt x="111442" y="6096"/>
                    <a:pt x="114490" y="7620"/>
                    <a:pt x="117539" y="9144"/>
                  </a:cubicBezTo>
                  <a:cubicBezTo>
                    <a:pt x="120586" y="10668"/>
                    <a:pt x="123634" y="12192"/>
                    <a:pt x="125158" y="13716"/>
                  </a:cubicBezTo>
                  <a:cubicBezTo>
                    <a:pt x="126683" y="13716"/>
                    <a:pt x="126683" y="15240"/>
                    <a:pt x="128207" y="16764"/>
                  </a:cubicBezTo>
                  <a:cubicBezTo>
                    <a:pt x="128207" y="16764"/>
                    <a:pt x="128207" y="18288"/>
                    <a:pt x="129730" y="19812"/>
                  </a:cubicBezTo>
                  <a:cubicBezTo>
                    <a:pt x="129730" y="19812"/>
                    <a:pt x="129730" y="21336"/>
                    <a:pt x="129730" y="22860"/>
                  </a:cubicBezTo>
                  <a:cubicBezTo>
                    <a:pt x="129730" y="24384"/>
                    <a:pt x="129730" y="27432"/>
                    <a:pt x="129730" y="28956"/>
                  </a:cubicBezTo>
                  <a:cubicBezTo>
                    <a:pt x="129730" y="32004"/>
                    <a:pt x="129730" y="33528"/>
                    <a:pt x="129730" y="35052"/>
                  </a:cubicBezTo>
                  <a:cubicBezTo>
                    <a:pt x="129730" y="38100"/>
                    <a:pt x="129730" y="39624"/>
                    <a:pt x="128207" y="39624"/>
                  </a:cubicBezTo>
                  <a:cubicBezTo>
                    <a:pt x="128207" y="41148"/>
                    <a:pt x="128207" y="42672"/>
                    <a:pt x="126683" y="42672"/>
                  </a:cubicBezTo>
                  <a:cubicBezTo>
                    <a:pt x="126683" y="42672"/>
                    <a:pt x="125158" y="44196"/>
                    <a:pt x="123634" y="44196"/>
                  </a:cubicBezTo>
                  <a:cubicBezTo>
                    <a:pt x="123634" y="44196"/>
                    <a:pt x="120586" y="42672"/>
                    <a:pt x="119063" y="41148"/>
                  </a:cubicBezTo>
                  <a:cubicBezTo>
                    <a:pt x="116014" y="39624"/>
                    <a:pt x="112966" y="38100"/>
                    <a:pt x="108395" y="36576"/>
                  </a:cubicBezTo>
                  <a:cubicBezTo>
                    <a:pt x="105346" y="33528"/>
                    <a:pt x="100774" y="32004"/>
                    <a:pt x="94583" y="30480"/>
                  </a:cubicBezTo>
                  <a:cubicBezTo>
                    <a:pt x="90011" y="28956"/>
                    <a:pt x="83915" y="28956"/>
                    <a:pt x="76295" y="28956"/>
                  </a:cubicBezTo>
                  <a:cubicBezTo>
                    <a:pt x="70199" y="28956"/>
                    <a:pt x="65627" y="28956"/>
                    <a:pt x="61055" y="30480"/>
                  </a:cubicBezTo>
                  <a:cubicBezTo>
                    <a:pt x="56483" y="32004"/>
                    <a:pt x="51911" y="33528"/>
                    <a:pt x="48863" y="36576"/>
                  </a:cubicBezTo>
                  <a:cubicBezTo>
                    <a:pt x="45815" y="39624"/>
                    <a:pt x="44291" y="42672"/>
                    <a:pt x="42767" y="45720"/>
                  </a:cubicBezTo>
                  <a:cubicBezTo>
                    <a:pt x="41243" y="48863"/>
                    <a:pt x="39719" y="53435"/>
                    <a:pt x="39719" y="56483"/>
                  </a:cubicBezTo>
                  <a:cubicBezTo>
                    <a:pt x="39719" y="62579"/>
                    <a:pt x="41243" y="67151"/>
                    <a:pt x="44291" y="71723"/>
                  </a:cubicBezTo>
                  <a:cubicBezTo>
                    <a:pt x="47339" y="74771"/>
                    <a:pt x="50387" y="77819"/>
                    <a:pt x="56483" y="80867"/>
                  </a:cubicBezTo>
                  <a:cubicBezTo>
                    <a:pt x="61055" y="83915"/>
                    <a:pt x="65627" y="86963"/>
                    <a:pt x="71723" y="90011"/>
                  </a:cubicBezTo>
                  <a:cubicBezTo>
                    <a:pt x="77819" y="91535"/>
                    <a:pt x="83915" y="94583"/>
                    <a:pt x="90011" y="96107"/>
                  </a:cubicBezTo>
                  <a:cubicBezTo>
                    <a:pt x="96202" y="99155"/>
                    <a:pt x="102298" y="102203"/>
                    <a:pt x="108395" y="105251"/>
                  </a:cubicBezTo>
                  <a:cubicBezTo>
                    <a:pt x="114490" y="108299"/>
                    <a:pt x="120586" y="111347"/>
                    <a:pt x="125158" y="115919"/>
                  </a:cubicBezTo>
                  <a:cubicBezTo>
                    <a:pt x="129730" y="120587"/>
                    <a:pt x="132778" y="125159"/>
                    <a:pt x="135827" y="131255"/>
                  </a:cubicBezTo>
                  <a:cubicBezTo>
                    <a:pt x="138874" y="137351"/>
                    <a:pt x="140398" y="144971"/>
                    <a:pt x="140398" y="15411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83" name="Path383"/>
            <p:cNvSpPr/>
            <p:nvPr/>
          </p:nvSpPr>
          <p:spPr>
            <a:xfrm>
              <a:off x="5342859" y="2623376"/>
              <a:ext cx="128206" cy="265557"/>
            </a:xfrm>
            <a:custGeom>
              <a:avLst/>
              <a:gdLst/>
              <a:ahLst/>
              <a:cxnLst/>
              <a:rect l="l" t="t" r="r" b="b"/>
              <a:pathLst>
                <a:path w="128206" h="265557">
                  <a:moveTo>
                    <a:pt x="128207" y="241173"/>
                  </a:moveTo>
                  <a:cubicBezTo>
                    <a:pt x="128207" y="245745"/>
                    <a:pt x="128207" y="248793"/>
                    <a:pt x="126683" y="251841"/>
                  </a:cubicBezTo>
                  <a:cubicBezTo>
                    <a:pt x="126683" y="254889"/>
                    <a:pt x="125159" y="256413"/>
                    <a:pt x="125159" y="257937"/>
                  </a:cubicBezTo>
                  <a:cubicBezTo>
                    <a:pt x="123635" y="257937"/>
                    <a:pt x="122110" y="259461"/>
                    <a:pt x="119063" y="260985"/>
                  </a:cubicBezTo>
                  <a:cubicBezTo>
                    <a:pt x="117539" y="260985"/>
                    <a:pt x="114491" y="262509"/>
                    <a:pt x="111442" y="262509"/>
                  </a:cubicBezTo>
                  <a:cubicBezTo>
                    <a:pt x="108299" y="264033"/>
                    <a:pt x="105251" y="264033"/>
                    <a:pt x="102203" y="264033"/>
                  </a:cubicBezTo>
                  <a:cubicBezTo>
                    <a:pt x="99155" y="265557"/>
                    <a:pt x="94583" y="265557"/>
                    <a:pt x="91535" y="265557"/>
                  </a:cubicBezTo>
                  <a:cubicBezTo>
                    <a:pt x="82391" y="265557"/>
                    <a:pt x="73247" y="264033"/>
                    <a:pt x="65627" y="260985"/>
                  </a:cubicBezTo>
                  <a:cubicBezTo>
                    <a:pt x="58007" y="259461"/>
                    <a:pt x="51911" y="254889"/>
                    <a:pt x="47339" y="248793"/>
                  </a:cubicBezTo>
                  <a:cubicBezTo>
                    <a:pt x="42767" y="244221"/>
                    <a:pt x="39719" y="236601"/>
                    <a:pt x="38195" y="228886"/>
                  </a:cubicBezTo>
                  <a:cubicBezTo>
                    <a:pt x="35147" y="219742"/>
                    <a:pt x="33623" y="210598"/>
                    <a:pt x="33623" y="198406"/>
                  </a:cubicBezTo>
                  <a:lnTo>
                    <a:pt x="33623" y="83915"/>
                  </a:lnTo>
                  <a:lnTo>
                    <a:pt x="6096" y="83915"/>
                  </a:lnTo>
                  <a:cubicBezTo>
                    <a:pt x="4572" y="83915"/>
                    <a:pt x="3048" y="82391"/>
                    <a:pt x="1524" y="79343"/>
                  </a:cubicBezTo>
                  <a:cubicBezTo>
                    <a:pt x="0" y="77819"/>
                    <a:pt x="0" y="73247"/>
                    <a:pt x="0" y="68675"/>
                  </a:cubicBezTo>
                  <a:cubicBezTo>
                    <a:pt x="0" y="65627"/>
                    <a:pt x="0" y="64103"/>
                    <a:pt x="0" y="61055"/>
                  </a:cubicBezTo>
                  <a:cubicBezTo>
                    <a:pt x="0" y="59531"/>
                    <a:pt x="0" y="58007"/>
                    <a:pt x="1524" y="56483"/>
                  </a:cubicBezTo>
                  <a:cubicBezTo>
                    <a:pt x="1524" y="54959"/>
                    <a:pt x="3048" y="54959"/>
                    <a:pt x="3048" y="53435"/>
                  </a:cubicBezTo>
                  <a:cubicBezTo>
                    <a:pt x="4572" y="53435"/>
                    <a:pt x="6096" y="53435"/>
                    <a:pt x="6096" y="53435"/>
                  </a:cubicBezTo>
                  <a:lnTo>
                    <a:pt x="33623" y="53435"/>
                  </a:lnTo>
                  <a:lnTo>
                    <a:pt x="33623" y="6096"/>
                  </a:lnTo>
                  <a:cubicBezTo>
                    <a:pt x="33623" y="6096"/>
                    <a:pt x="35147" y="4572"/>
                    <a:pt x="35147" y="3048"/>
                  </a:cubicBezTo>
                  <a:cubicBezTo>
                    <a:pt x="35147" y="3048"/>
                    <a:pt x="36671" y="1524"/>
                    <a:pt x="38195" y="1524"/>
                  </a:cubicBezTo>
                  <a:cubicBezTo>
                    <a:pt x="39719" y="0"/>
                    <a:pt x="41243" y="0"/>
                    <a:pt x="42767" y="0"/>
                  </a:cubicBezTo>
                  <a:cubicBezTo>
                    <a:pt x="45815" y="0"/>
                    <a:pt x="48863" y="0"/>
                    <a:pt x="51911" y="0"/>
                  </a:cubicBezTo>
                  <a:cubicBezTo>
                    <a:pt x="56483" y="0"/>
                    <a:pt x="59531" y="0"/>
                    <a:pt x="61055" y="0"/>
                  </a:cubicBezTo>
                  <a:cubicBezTo>
                    <a:pt x="64103" y="0"/>
                    <a:pt x="65627" y="0"/>
                    <a:pt x="67151" y="1524"/>
                  </a:cubicBezTo>
                  <a:cubicBezTo>
                    <a:pt x="68675" y="1524"/>
                    <a:pt x="68675" y="3048"/>
                    <a:pt x="70199" y="3048"/>
                  </a:cubicBezTo>
                  <a:cubicBezTo>
                    <a:pt x="70199" y="4572"/>
                    <a:pt x="70199" y="6096"/>
                    <a:pt x="70199" y="6096"/>
                  </a:cubicBezTo>
                  <a:lnTo>
                    <a:pt x="70199" y="53435"/>
                  </a:lnTo>
                  <a:lnTo>
                    <a:pt x="120586" y="53435"/>
                  </a:lnTo>
                  <a:cubicBezTo>
                    <a:pt x="122110" y="53435"/>
                    <a:pt x="123635" y="53435"/>
                    <a:pt x="123635" y="53435"/>
                  </a:cubicBezTo>
                  <a:cubicBezTo>
                    <a:pt x="125159" y="54959"/>
                    <a:pt x="125159" y="54959"/>
                    <a:pt x="126683" y="56483"/>
                  </a:cubicBezTo>
                  <a:cubicBezTo>
                    <a:pt x="126683" y="58007"/>
                    <a:pt x="126683" y="59531"/>
                    <a:pt x="128207" y="61055"/>
                  </a:cubicBezTo>
                  <a:cubicBezTo>
                    <a:pt x="128207" y="64103"/>
                    <a:pt x="128207" y="65627"/>
                    <a:pt x="128207" y="68675"/>
                  </a:cubicBezTo>
                  <a:cubicBezTo>
                    <a:pt x="128207" y="73247"/>
                    <a:pt x="128207" y="77819"/>
                    <a:pt x="126683" y="79343"/>
                  </a:cubicBezTo>
                  <a:cubicBezTo>
                    <a:pt x="125159" y="82391"/>
                    <a:pt x="123635" y="83915"/>
                    <a:pt x="120586" y="83915"/>
                  </a:cubicBezTo>
                  <a:lnTo>
                    <a:pt x="70199" y="83915"/>
                  </a:lnTo>
                  <a:lnTo>
                    <a:pt x="70199" y="193834"/>
                  </a:lnTo>
                  <a:cubicBezTo>
                    <a:pt x="70199" y="207550"/>
                    <a:pt x="71723" y="216694"/>
                    <a:pt x="76295" y="224314"/>
                  </a:cubicBezTo>
                  <a:cubicBezTo>
                    <a:pt x="80867" y="230410"/>
                    <a:pt x="86963" y="235077"/>
                    <a:pt x="97631" y="235077"/>
                  </a:cubicBezTo>
                  <a:cubicBezTo>
                    <a:pt x="100679" y="235077"/>
                    <a:pt x="103727" y="233458"/>
                    <a:pt x="106775" y="233458"/>
                  </a:cubicBezTo>
                  <a:cubicBezTo>
                    <a:pt x="109823" y="233458"/>
                    <a:pt x="111442" y="231934"/>
                    <a:pt x="114491" y="231934"/>
                  </a:cubicBezTo>
                  <a:cubicBezTo>
                    <a:pt x="116015" y="230410"/>
                    <a:pt x="117539" y="230410"/>
                    <a:pt x="119063" y="228886"/>
                  </a:cubicBezTo>
                  <a:cubicBezTo>
                    <a:pt x="120586" y="228886"/>
                    <a:pt x="122110" y="228886"/>
                    <a:pt x="123635" y="228886"/>
                  </a:cubicBezTo>
                  <a:cubicBezTo>
                    <a:pt x="123635" y="228886"/>
                    <a:pt x="125159" y="228886"/>
                    <a:pt x="125159" y="228886"/>
                  </a:cubicBezTo>
                  <a:cubicBezTo>
                    <a:pt x="125159" y="228886"/>
                    <a:pt x="126683" y="230410"/>
                    <a:pt x="126683" y="230410"/>
                  </a:cubicBezTo>
                  <a:cubicBezTo>
                    <a:pt x="126683" y="231934"/>
                    <a:pt x="126683" y="233458"/>
                    <a:pt x="128207" y="235077"/>
                  </a:cubicBezTo>
                  <a:cubicBezTo>
                    <a:pt x="128207" y="236601"/>
                    <a:pt x="128207" y="239649"/>
                    <a:pt x="128207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84" name="Path384"/>
            <p:cNvSpPr/>
            <p:nvPr/>
          </p:nvSpPr>
          <p:spPr>
            <a:xfrm>
              <a:off x="5500021" y="2672239"/>
              <a:ext cx="161734" cy="216789"/>
            </a:xfrm>
            <a:custGeom>
              <a:avLst/>
              <a:gdLst/>
              <a:ahLst/>
              <a:cxnLst/>
              <a:rect l="l" t="t" r="r" b="b"/>
              <a:pathLst>
                <a:path w="161734" h="216789">
                  <a:moveTo>
                    <a:pt x="161734" y="207550"/>
                  </a:moveTo>
                  <a:cubicBezTo>
                    <a:pt x="161734" y="209074"/>
                    <a:pt x="160210" y="210598"/>
                    <a:pt x="160210" y="212217"/>
                  </a:cubicBezTo>
                  <a:cubicBezTo>
                    <a:pt x="158686" y="212217"/>
                    <a:pt x="157163" y="213741"/>
                    <a:pt x="154114" y="213741"/>
                  </a:cubicBezTo>
                  <a:cubicBezTo>
                    <a:pt x="152590" y="213741"/>
                    <a:pt x="149542" y="213741"/>
                    <a:pt x="146494" y="213741"/>
                  </a:cubicBezTo>
                  <a:cubicBezTo>
                    <a:pt x="141922" y="213741"/>
                    <a:pt x="138874" y="213741"/>
                    <a:pt x="137350" y="213741"/>
                  </a:cubicBezTo>
                  <a:cubicBezTo>
                    <a:pt x="134302" y="213741"/>
                    <a:pt x="132778" y="212217"/>
                    <a:pt x="131254" y="212217"/>
                  </a:cubicBezTo>
                  <a:cubicBezTo>
                    <a:pt x="131254" y="210598"/>
                    <a:pt x="129730" y="209074"/>
                    <a:pt x="129730" y="207550"/>
                  </a:cubicBezTo>
                  <a:lnTo>
                    <a:pt x="129730" y="187738"/>
                  </a:lnTo>
                  <a:cubicBezTo>
                    <a:pt x="122110" y="196882"/>
                    <a:pt x="111442" y="204502"/>
                    <a:pt x="102298" y="209074"/>
                  </a:cubicBezTo>
                  <a:cubicBezTo>
                    <a:pt x="91630" y="213741"/>
                    <a:pt x="79343" y="216789"/>
                    <a:pt x="67151" y="216789"/>
                  </a:cubicBezTo>
                  <a:cubicBezTo>
                    <a:pt x="58007" y="216789"/>
                    <a:pt x="48863" y="215265"/>
                    <a:pt x="39719" y="213741"/>
                  </a:cubicBezTo>
                  <a:cubicBezTo>
                    <a:pt x="32099" y="210598"/>
                    <a:pt x="24479" y="206026"/>
                    <a:pt x="18383" y="201454"/>
                  </a:cubicBezTo>
                  <a:cubicBezTo>
                    <a:pt x="12287" y="196882"/>
                    <a:pt x="7715" y="189262"/>
                    <a:pt x="4667" y="181642"/>
                  </a:cubicBezTo>
                  <a:cubicBezTo>
                    <a:pt x="1619" y="175546"/>
                    <a:pt x="0" y="166402"/>
                    <a:pt x="0" y="157258"/>
                  </a:cubicBezTo>
                  <a:cubicBezTo>
                    <a:pt x="0" y="146590"/>
                    <a:pt x="1619" y="135826"/>
                    <a:pt x="6191" y="128207"/>
                  </a:cubicBezTo>
                  <a:cubicBezTo>
                    <a:pt x="10763" y="120586"/>
                    <a:pt x="16859" y="112967"/>
                    <a:pt x="26003" y="108395"/>
                  </a:cubicBezTo>
                  <a:cubicBezTo>
                    <a:pt x="33623" y="102298"/>
                    <a:pt x="44291" y="97726"/>
                    <a:pt x="56483" y="96202"/>
                  </a:cubicBezTo>
                  <a:cubicBezTo>
                    <a:pt x="68675" y="93154"/>
                    <a:pt x="82391" y="91630"/>
                    <a:pt x="97726" y="91630"/>
                  </a:cubicBezTo>
                  <a:lnTo>
                    <a:pt x="125158" y="91630"/>
                  </a:lnTo>
                  <a:lnTo>
                    <a:pt x="125158" y="76390"/>
                  </a:lnTo>
                  <a:cubicBezTo>
                    <a:pt x="125158" y="68675"/>
                    <a:pt x="125158" y="62579"/>
                    <a:pt x="123634" y="56483"/>
                  </a:cubicBezTo>
                  <a:cubicBezTo>
                    <a:pt x="122110" y="50387"/>
                    <a:pt x="119063" y="45815"/>
                    <a:pt x="116014" y="41243"/>
                  </a:cubicBezTo>
                  <a:cubicBezTo>
                    <a:pt x="111442" y="38195"/>
                    <a:pt x="106870" y="35147"/>
                    <a:pt x="100774" y="32099"/>
                  </a:cubicBezTo>
                  <a:cubicBezTo>
                    <a:pt x="96202" y="30575"/>
                    <a:pt x="88582" y="29051"/>
                    <a:pt x="80867" y="29051"/>
                  </a:cubicBezTo>
                  <a:cubicBezTo>
                    <a:pt x="71723" y="29051"/>
                    <a:pt x="64103" y="30575"/>
                    <a:pt x="56483" y="33623"/>
                  </a:cubicBezTo>
                  <a:cubicBezTo>
                    <a:pt x="48863" y="35147"/>
                    <a:pt x="42767" y="36671"/>
                    <a:pt x="38195" y="39719"/>
                  </a:cubicBezTo>
                  <a:cubicBezTo>
                    <a:pt x="32099" y="42767"/>
                    <a:pt x="27527" y="44291"/>
                    <a:pt x="24479" y="47339"/>
                  </a:cubicBezTo>
                  <a:cubicBezTo>
                    <a:pt x="21431" y="48863"/>
                    <a:pt x="18383" y="50387"/>
                    <a:pt x="16859" y="50387"/>
                  </a:cubicBezTo>
                  <a:cubicBezTo>
                    <a:pt x="15335" y="50387"/>
                    <a:pt x="13811" y="50387"/>
                    <a:pt x="13811" y="48863"/>
                  </a:cubicBezTo>
                  <a:cubicBezTo>
                    <a:pt x="12287" y="48863"/>
                    <a:pt x="12287" y="47339"/>
                    <a:pt x="10763" y="47339"/>
                  </a:cubicBezTo>
                  <a:cubicBezTo>
                    <a:pt x="10763" y="45815"/>
                    <a:pt x="10763" y="44291"/>
                    <a:pt x="9239" y="42767"/>
                  </a:cubicBezTo>
                  <a:cubicBezTo>
                    <a:pt x="9239" y="39719"/>
                    <a:pt x="9239" y="38195"/>
                    <a:pt x="9239" y="36671"/>
                  </a:cubicBezTo>
                  <a:cubicBezTo>
                    <a:pt x="9239" y="32099"/>
                    <a:pt x="9239" y="29051"/>
                    <a:pt x="10763" y="27527"/>
                  </a:cubicBezTo>
                  <a:cubicBezTo>
                    <a:pt x="10763" y="26003"/>
                    <a:pt x="12287" y="22955"/>
                    <a:pt x="13811" y="21431"/>
                  </a:cubicBezTo>
                  <a:cubicBezTo>
                    <a:pt x="15335" y="19907"/>
                    <a:pt x="18383" y="16859"/>
                    <a:pt x="24479" y="15335"/>
                  </a:cubicBezTo>
                  <a:cubicBezTo>
                    <a:pt x="29051" y="12287"/>
                    <a:pt x="33623" y="9239"/>
                    <a:pt x="41243" y="7715"/>
                  </a:cubicBezTo>
                  <a:cubicBezTo>
                    <a:pt x="47339" y="6191"/>
                    <a:pt x="53435" y="4667"/>
                    <a:pt x="61055" y="3048"/>
                  </a:cubicBezTo>
                  <a:cubicBezTo>
                    <a:pt x="68675" y="1524"/>
                    <a:pt x="76295" y="0"/>
                    <a:pt x="83915" y="0"/>
                  </a:cubicBezTo>
                  <a:cubicBezTo>
                    <a:pt x="97726" y="0"/>
                    <a:pt x="109918" y="1524"/>
                    <a:pt x="119063" y="4667"/>
                  </a:cubicBezTo>
                  <a:cubicBezTo>
                    <a:pt x="129730" y="7715"/>
                    <a:pt x="137350" y="13811"/>
                    <a:pt x="143446" y="19907"/>
                  </a:cubicBezTo>
                  <a:cubicBezTo>
                    <a:pt x="149542" y="26003"/>
                    <a:pt x="154114" y="33623"/>
                    <a:pt x="157163" y="42767"/>
                  </a:cubicBezTo>
                  <a:cubicBezTo>
                    <a:pt x="160210" y="51911"/>
                    <a:pt x="161734" y="62579"/>
                    <a:pt x="161734" y="74867"/>
                  </a:cubicBezTo>
                  <a:lnTo>
                    <a:pt x="161734" y="207550"/>
                  </a:lnTo>
                  <a:close/>
                  <a:moveTo>
                    <a:pt x="125158" y="117539"/>
                  </a:moveTo>
                  <a:lnTo>
                    <a:pt x="94678" y="117539"/>
                  </a:lnTo>
                  <a:cubicBezTo>
                    <a:pt x="85439" y="117539"/>
                    <a:pt x="76295" y="119063"/>
                    <a:pt x="68675" y="120586"/>
                  </a:cubicBezTo>
                  <a:cubicBezTo>
                    <a:pt x="61055" y="122111"/>
                    <a:pt x="54959" y="123635"/>
                    <a:pt x="50387" y="128207"/>
                  </a:cubicBezTo>
                  <a:cubicBezTo>
                    <a:pt x="45815" y="131254"/>
                    <a:pt x="42767" y="134302"/>
                    <a:pt x="39719" y="138874"/>
                  </a:cubicBezTo>
                  <a:cubicBezTo>
                    <a:pt x="38195" y="143542"/>
                    <a:pt x="36671" y="149638"/>
                    <a:pt x="36671" y="155734"/>
                  </a:cubicBezTo>
                  <a:cubicBezTo>
                    <a:pt x="36671" y="164878"/>
                    <a:pt x="39719" y="174022"/>
                    <a:pt x="45815" y="180118"/>
                  </a:cubicBezTo>
                  <a:cubicBezTo>
                    <a:pt x="53435" y="186214"/>
                    <a:pt x="62579" y="189262"/>
                    <a:pt x="73247" y="189262"/>
                  </a:cubicBezTo>
                  <a:cubicBezTo>
                    <a:pt x="82391" y="189262"/>
                    <a:pt x="91630" y="186214"/>
                    <a:pt x="100774" y="181642"/>
                  </a:cubicBezTo>
                  <a:cubicBezTo>
                    <a:pt x="108394" y="177070"/>
                    <a:pt x="116014" y="169450"/>
                    <a:pt x="125158" y="158782"/>
                  </a:cubicBezTo>
                  <a:lnTo>
                    <a:pt x="125158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85" name="Path385"/>
            <p:cNvSpPr/>
            <p:nvPr/>
          </p:nvSpPr>
          <p:spPr>
            <a:xfrm>
              <a:off x="5698332" y="2623376"/>
              <a:ext cx="128206" cy="265557"/>
            </a:xfrm>
            <a:custGeom>
              <a:avLst/>
              <a:gdLst/>
              <a:ahLst/>
              <a:cxnLst/>
              <a:rect l="l" t="t" r="r" b="b"/>
              <a:pathLst>
                <a:path w="128206" h="265557">
                  <a:moveTo>
                    <a:pt x="128207" y="241173"/>
                  </a:moveTo>
                  <a:cubicBezTo>
                    <a:pt x="128207" y="245745"/>
                    <a:pt x="128207" y="248793"/>
                    <a:pt x="128207" y="251841"/>
                  </a:cubicBezTo>
                  <a:cubicBezTo>
                    <a:pt x="126683" y="254889"/>
                    <a:pt x="126683" y="256413"/>
                    <a:pt x="125159" y="257937"/>
                  </a:cubicBezTo>
                  <a:cubicBezTo>
                    <a:pt x="123635" y="257937"/>
                    <a:pt x="122110" y="259461"/>
                    <a:pt x="120586" y="260985"/>
                  </a:cubicBezTo>
                  <a:cubicBezTo>
                    <a:pt x="117539" y="260985"/>
                    <a:pt x="114491" y="262509"/>
                    <a:pt x="111442" y="262509"/>
                  </a:cubicBezTo>
                  <a:cubicBezTo>
                    <a:pt x="108395" y="264033"/>
                    <a:pt x="105347" y="264033"/>
                    <a:pt x="102203" y="264033"/>
                  </a:cubicBezTo>
                  <a:cubicBezTo>
                    <a:pt x="99155" y="265557"/>
                    <a:pt x="96107" y="265557"/>
                    <a:pt x="93059" y="265557"/>
                  </a:cubicBezTo>
                  <a:cubicBezTo>
                    <a:pt x="82391" y="265557"/>
                    <a:pt x="73247" y="264033"/>
                    <a:pt x="65627" y="260985"/>
                  </a:cubicBezTo>
                  <a:cubicBezTo>
                    <a:pt x="59531" y="259461"/>
                    <a:pt x="53435" y="254889"/>
                    <a:pt x="48863" y="248793"/>
                  </a:cubicBezTo>
                  <a:cubicBezTo>
                    <a:pt x="44291" y="244221"/>
                    <a:pt x="39719" y="236601"/>
                    <a:pt x="38195" y="228886"/>
                  </a:cubicBezTo>
                  <a:cubicBezTo>
                    <a:pt x="36671" y="219742"/>
                    <a:pt x="35147" y="210598"/>
                    <a:pt x="35147" y="198406"/>
                  </a:cubicBezTo>
                  <a:lnTo>
                    <a:pt x="35147" y="83915"/>
                  </a:lnTo>
                  <a:lnTo>
                    <a:pt x="7620" y="83915"/>
                  </a:lnTo>
                  <a:cubicBezTo>
                    <a:pt x="4572" y="83915"/>
                    <a:pt x="3048" y="82391"/>
                    <a:pt x="1524" y="79343"/>
                  </a:cubicBezTo>
                  <a:cubicBezTo>
                    <a:pt x="0" y="77819"/>
                    <a:pt x="0" y="73247"/>
                    <a:pt x="0" y="68675"/>
                  </a:cubicBezTo>
                  <a:cubicBezTo>
                    <a:pt x="0" y="65627"/>
                    <a:pt x="0" y="64103"/>
                    <a:pt x="0" y="61055"/>
                  </a:cubicBezTo>
                  <a:cubicBezTo>
                    <a:pt x="1524" y="59531"/>
                    <a:pt x="1524" y="58007"/>
                    <a:pt x="1524" y="56483"/>
                  </a:cubicBezTo>
                  <a:cubicBezTo>
                    <a:pt x="3048" y="54959"/>
                    <a:pt x="3048" y="54959"/>
                    <a:pt x="4572" y="53435"/>
                  </a:cubicBezTo>
                  <a:cubicBezTo>
                    <a:pt x="4572" y="53435"/>
                    <a:pt x="6096" y="53435"/>
                    <a:pt x="7620" y="53435"/>
                  </a:cubicBezTo>
                  <a:lnTo>
                    <a:pt x="35147" y="53435"/>
                  </a:lnTo>
                  <a:lnTo>
                    <a:pt x="35147" y="6096"/>
                  </a:lnTo>
                  <a:cubicBezTo>
                    <a:pt x="35147" y="6096"/>
                    <a:pt x="35147" y="4572"/>
                    <a:pt x="35147" y="3048"/>
                  </a:cubicBezTo>
                  <a:cubicBezTo>
                    <a:pt x="36671" y="3048"/>
                    <a:pt x="36671" y="1524"/>
                    <a:pt x="38195" y="1524"/>
                  </a:cubicBezTo>
                  <a:cubicBezTo>
                    <a:pt x="39719" y="0"/>
                    <a:pt x="41243" y="0"/>
                    <a:pt x="44291" y="0"/>
                  </a:cubicBezTo>
                  <a:cubicBezTo>
                    <a:pt x="45815" y="0"/>
                    <a:pt x="48863" y="0"/>
                    <a:pt x="53435" y="0"/>
                  </a:cubicBezTo>
                  <a:cubicBezTo>
                    <a:pt x="56483" y="0"/>
                    <a:pt x="59531" y="0"/>
                    <a:pt x="61055" y="0"/>
                  </a:cubicBezTo>
                  <a:cubicBezTo>
                    <a:pt x="64103" y="0"/>
                    <a:pt x="65627" y="0"/>
                    <a:pt x="67151" y="1524"/>
                  </a:cubicBezTo>
                  <a:cubicBezTo>
                    <a:pt x="68675" y="1524"/>
                    <a:pt x="68675" y="3048"/>
                    <a:pt x="70199" y="3048"/>
                  </a:cubicBezTo>
                  <a:cubicBezTo>
                    <a:pt x="70199" y="4572"/>
                    <a:pt x="70199" y="6096"/>
                    <a:pt x="70199" y="6096"/>
                  </a:cubicBezTo>
                  <a:lnTo>
                    <a:pt x="70199" y="53435"/>
                  </a:lnTo>
                  <a:lnTo>
                    <a:pt x="122110" y="53435"/>
                  </a:lnTo>
                  <a:cubicBezTo>
                    <a:pt x="122110" y="53435"/>
                    <a:pt x="123635" y="53435"/>
                    <a:pt x="125159" y="53435"/>
                  </a:cubicBezTo>
                  <a:cubicBezTo>
                    <a:pt x="125159" y="54959"/>
                    <a:pt x="126683" y="54959"/>
                    <a:pt x="126683" y="56483"/>
                  </a:cubicBezTo>
                  <a:cubicBezTo>
                    <a:pt x="128207" y="58007"/>
                    <a:pt x="128207" y="59531"/>
                    <a:pt x="128207" y="61055"/>
                  </a:cubicBezTo>
                  <a:cubicBezTo>
                    <a:pt x="128207" y="64103"/>
                    <a:pt x="128207" y="65627"/>
                    <a:pt x="128207" y="68675"/>
                  </a:cubicBezTo>
                  <a:cubicBezTo>
                    <a:pt x="128207" y="73247"/>
                    <a:pt x="128207" y="77819"/>
                    <a:pt x="126683" y="79343"/>
                  </a:cubicBezTo>
                  <a:cubicBezTo>
                    <a:pt x="125159" y="82391"/>
                    <a:pt x="123635" y="83915"/>
                    <a:pt x="122110" y="83915"/>
                  </a:cubicBezTo>
                  <a:lnTo>
                    <a:pt x="70199" y="83915"/>
                  </a:lnTo>
                  <a:lnTo>
                    <a:pt x="70199" y="193834"/>
                  </a:lnTo>
                  <a:cubicBezTo>
                    <a:pt x="70199" y="207550"/>
                    <a:pt x="73247" y="216694"/>
                    <a:pt x="76295" y="224314"/>
                  </a:cubicBezTo>
                  <a:cubicBezTo>
                    <a:pt x="80867" y="230410"/>
                    <a:pt x="88487" y="235077"/>
                    <a:pt x="99155" y="235077"/>
                  </a:cubicBezTo>
                  <a:cubicBezTo>
                    <a:pt x="102203" y="235077"/>
                    <a:pt x="105347" y="233458"/>
                    <a:pt x="106871" y="233458"/>
                  </a:cubicBezTo>
                  <a:cubicBezTo>
                    <a:pt x="109918" y="233458"/>
                    <a:pt x="112966" y="231934"/>
                    <a:pt x="114491" y="231934"/>
                  </a:cubicBezTo>
                  <a:cubicBezTo>
                    <a:pt x="116015" y="230410"/>
                    <a:pt x="117539" y="230410"/>
                    <a:pt x="119063" y="228886"/>
                  </a:cubicBezTo>
                  <a:cubicBezTo>
                    <a:pt x="120586" y="228886"/>
                    <a:pt x="122110" y="228886"/>
                    <a:pt x="123635" y="228886"/>
                  </a:cubicBezTo>
                  <a:cubicBezTo>
                    <a:pt x="125159" y="228886"/>
                    <a:pt x="125159" y="228886"/>
                    <a:pt x="125159" y="228886"/>
                  </a:cubicBezTo>
                  <a:cubicBezTo>
                    <a:pt x="126683" y="228886"/>
                    <a:pt x="126683" y="230410"/>
                    <a:pt x="126683" y="230410"/>
                  </a:cubicBezTo>
                  <a:cubicBezTo>
                    <a:pt x="128207" y="231934"/>
                    <a:pt x="128207" y="233458"/>
                    <a:pt x="128207" y="235077"/>
                  </a:cubicBezTo>
                  <a:cubicBezTo>
                    <a:pt x="128207" y="236601"/>
                    <a:pt x="128207" y="239649"/>
                    <a:pt x="128207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86" name="Path386"/>
            <p:cNvSpPr/>
            <p:nvPr/>
          </p:nvSpPr>
          <p:spPr>
            <a:xfrm>
              <a:off x="5855398" y="2672144"/>
              <a:ext cx="181642" cy="216693"/>
            </a:xfrm>
            <a:custGeom>
              <a:avLst/>
              <a:gdLst/>
              <a:ahLst/>
              <a:cxnLst/>
              <a:rect l="l" t="t" r="r" b="b"/>
              <a:pathLst>
                <a:path w="181642" h="216693">
                  <a:moveTo>
                    <a:pt x="181642" y="100774"/>
                  </a:moveTo>
                  <a:cubicBezTo>
                    <a:pt x="181642" y="105346"/>
                    <a:pt x="180118" y="109918"/>
                    <a:pt x="176974" y="112967"/>
                  </a:cubicBezTo>
                  <a:cubicBezTo>
                    <a:pt x="173926" y="114490"/>
                    <a:pt x="170878" y="116014"/>
                    <a:pt x="167830" y="116014"/>
                  </a:cubicBezTo>
                  <a:lnTo>
                    <a:pt x="38195" y="116014"/>
                  </a:lnTo>
                  <a:cubicBezTo>
                    <a:pt x="38195" y="126682"/>
                    <a:pt x="39719" y="137351"/>
                    <a:pt x="41243" y="144970"/>
                  </a:cubicBezTo>
                  <a:cubicBezTo>
                    <a:pt x="44291" y="154210"/>
                    <a:pt x="47339" y="161830"/>
                    <a:pt x="53435" y="167926"/>
                  </a:cubicBezTo>
                  <a:cubicBezTo>
                    <a:pt x="58007" y="174022"/>
                    <a:pt x="64103" y="178594"/>
                    <a:pt x="73247" y="183166"/>
                  </a:cubicBezTo>
                  <a:cubicBezTo>
                    <a:pt x="80867" y="186214"/>
                    <a:pt x="91630" y="187738"/>
                    <a:pt x="102298" y="187738"/>
                  </a:cubicBezTo>
                  <a:cubicBezTo>
                    <a:pt x="111442" y="187738"/>
                    <a:pt x="120586" y="186214"/>
                    <a:pt x="128207" y="184690"/>
                  </a:cubicBezTo>
                  <a:cubicBezTo>
                    <a:pt x="134302" y="183166"/>
                    <a:pt x="141922" y="181642"/>
                    <a:pt x="146495" y="180118"/>
                  </a:cubicBezTo>
                  <a:cubicBezTo>
                    <a:pt x="151066" y="178594"/>
                    <a:pt x="155639" y="177070"/>
                    <a:pt x="160210" y="175546"/>
                  </a:cubicBezTo>
                  <a:cubicBezTo>
                    <a:pt x="163258" y="174022"/>
                    <a:pt x="166307" y="172498"/>
                    <a:pt x="167830" y="172498"/>
                  </a:cubicBezTo>
                  <a:cubicBezTo>
                    <a:pt x="167830" y="172498"/>
                    <a:pt x="169354" y="172498"/>
                    <a:pt x="170878" y="174022"/>
                  </a:cubicBezTo>
                  <a:cubicBezTo>
                    <a:pt x="170878" y="174022"/>
                    <a:pt x="170878" y="174022"/>
                    <a:pt x="172402" y="175546"/>
                  </a:cubicBezTo>
                  <a:cubicBezTo>
                    <a:pt x="172402" y="177070"/>
                    <a:pt x="172402" y="178594"/>
                    <a:pt x="172402" y="180118"/>
                  </a:cubicBezTo>
                  <a:cubicBezTo>
                    <a:pt x="173926" y="181642"/>
                    <a:pt x="173926" y="184690"/>
                    <a:pt x="173926" y="186214"/>
                  </a:cubicBezTo>
                  <a:cubicBezTo>
                    <a:pt x="173926" y="189262"/>
                    <a:pt x="173926" y="190786"/>
                    <a:pt x="172402" y="192310"/>
                  </a:cubicBezTo>
                  <a:cubicBezTo>
                    <a:pt x="172402" y="192310"/>
                    <a:pt x="172402" y="193834"/>
                    <a:pt x="172402" y="195358"/>
                  </a:cubicBezTo>
                  <a:cubicBezTo>
                    <a:pt x="172402" y="196882"/>
                    <a:pt x="172402" y="196882"/>
                    <a:pt x="170878" y="198406"/>
                  </a:cubicBezTo>
                  <a:cubicBezTo>
                    <a:pt x="170878" y="199930"/>
                    <a:pt x="170878" y="199930"/>
                    <a:pt x="169354" y="201454"/>
                  </a:cubicBezTo>
                  <a:cubicBezTo>
                    <a:pt x="169354" y="201454"/>
                    <a:pt x="166307" y="202978"/>
                    <a:pt x="161734" y="204502"/>
                  </a:cubicBezTo>
                  <a:cubicBezTo>
                    <a:pt x="158686" y="206026"/>
                    <a:pt x="154114" y="209074"/>
                    <a:pt x="146495" y="210598"/>
                  </a:cubicBezTo>
                  <a:cubicBezTo>
                    <a:pt x="140398" y="212122"/>
                    <a:pt x="134302" y="213646"/>
                    <a:pt x="125158" y="215170"/>
                  </a:cubicBezTo>
                  <a:cubicBezTo>
                    <a:pt x="117539" y="216694"/>
                    <a:pt x="108395" y="216694"/>
                    <a:pt x="99251" y="216694"/>
                  </a:cubicBezTo>
                  <a:cubicBezTo>
                    <a:pt x="82391" y="216694"/>
                    <a:pt x="68675" y="215170"/>
                    <a:pt x="56483" y="210598"/>
                  </a:cubicBezTo>
                  <a:cubicBezTo>
                    <a:pt x="44291" y="206026"/>
                    <a:pt x="33623" y="198406"/>
                    <a:pt x="26003" y="190786"/>
                  </a:cubicBezTo>
                  <a:cubicBezTo>
                    <a:pt x="16859" y="181642"/>
                    <a:pt x="10763" y="169450"/>
                    <a:pt x="6191" y="157258"/>
                  </a:cubicBezTo>
                  <a:cubicBezTo>
                    <a:pt x="3048" y="143446"/>
                    <a:pt x="0" y="128207"/>
                    <a:pt x="0" y="109918"/>
                  </a:cubicBezTo>
                  <a:cubicBezTo>
                    <a:pt x="0" y="93154"/>
                    <a:pt x="3048" y="77819"/>
                    <a:pt x="7715" y="64103"/>
                  </a:cubicBezTo>
                  <a:cubicBezTo>
                    <a:pt x="10763" y="50387"/>
                    <a:pt x="18383" y="39719"/>
                    <a:pt x="26003" y="29051"/>
                  </a:cubicBezTo>
                  <a:cubicBezTo>
                    <a:pt x="33623" y="19907"/>
                    <a:pt x="44291" y="13811"/>
                    <a:pt x="56483" y="7620"/>
                  </a:cubicBezTo>
                  <a:cubicBezTo>
                    <a:pt x="67151" y="3048"/>
                    <a:pt x="80867" y="0"/>
                    <a:pt x="94678" y="0"/>
                  </a:cubicBezTo>
                  <a:cubicBezTo>
                    <a:pt x="109918" y="0"/>
                    <a:pt x="123634" y="3048"/>
                    <a:pt x="134302" y="7620"/>
                  </a:cubicBezTo>
                  <a:cubicBezTo>
                    <a:pt x="144970" y="12287"/>
                    <a:pt x="154114" y="19907"/>
                    <a:pt x="161734" y="27527"/>
                  </a:cubicBezTo>
                  <a:cubicBezTo>
                    <a:pt x="167830" y="36671"/>
                    <a:pt x="173926" y="45815"/>
                    <a:pt x="176974" y="58007"/>
                  </a:cubicBezTo>
                  <a:cubicBezTo>
                    <a:pt x="180118" y="68675"/>
                    <a:pt x="181642" y="80963"/>
                    <a:pt x="181642" y="93154"/>
                  </a:cubicBezTo>
                  <a:lnTo>
                    <a:pt x="181642" y="100774"/>
                  </a:lnTo>
                  <a:close/>
                  <a:moveTo>
                    <a:pt x="144970" y="90107"/>
                  </a:moveTo>
                  <a:cubicBezTo>
                    <a:pt x="146495" y="70199"/>
                    <a:pt x="141922" y="56483"/>
                    <a:pt x="132778" y="44291"/>
                  </a:cubicBezTo>
                  <a:cubicBezTo>
                    <a:pt x="123634" y="33623"/>
                    <a:pt x="111442" y="29051"/>
                    <a:pt x="93154" y="29051"/>
                  </a:cubicBezTo>
                  <a:cubicBezTo>
                    <a:pt x="83915" y="29051"/>
                    <a:pt x="76295" y="30575"/>
                    <a:pt x="70199" y="33623"/>
                  </a:cubicBezTo>
                  <a:cubicBezTo>
                    <a:pt x="64103" y="36671"/>
                    <a:pt x="58007" y="41243"/>
                    <a:pt x="53435" y="47339"/>
                  </a:cubicBezTo>
                  <a:cubicBezTo>
                    <a:pt x="48863" y="51911"/>
                    <a:pt x="45815" y="59531"/>
                    <a:pt x="42767" y="67151"/>
                  </a:cubicBezTo>
                  <a:cubicBezTo>
                    <a:pt x="39719" y="73247"/>
                    <a:pt x="38195" y="80963"/>
                    <a:pt x="38195" y="90107"/>
                  </a:cubicBezTo>
                  <a:lnTo>
                    <a:pt x="144970" y="9010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87" name="Path387"/>
            <p:cNvSpPr/>
            <p:nvPr/>
          </p:nvSpPr>
          <p:spPr>
            <a:xfrm>
              <a:off x="6076759" y="2672239"/>
              <a:ext cx="138779" cy="216694"/>
            </a:xfrm>
            <a:custGeom>
              <a:avLst/>
              <a:gdLst/>
              <a:ahLst/>
              <a:cxnLst/>
              <a:rect l="l" t="t" r="r" b="b"/>
              <a:pathLst>
                <a:path w="138779" h="216694">
                  <a:moveTo>
                    <a:pt x="138779" y="154115"/>
                  </a:moveTo>
                  <a:cubicBezTo>
                    <a:pt x="138779" y="163259"/>
                    <a:pt x="137255" y="172403"/>
                    <a:pt x="134207" y="180023"/>
                  </a:cubicBezTo>
                  <a:cubicBezTo>
                    <a:pt x="129635" y="189262"/>
                    <a:pt x="125063" y="195358"/>
                    <a:pt x="117443" y="199930"/>
                  </a:cubicBezTo>
                  <a:cubicBezTo>
                    <a:pt x="111347" y="206026"/>
                    <a:pt x="102203" y="210598"/>
                    <a:pt x="93059" y="212122"/>
                  </a:cubicBezTo>
                  <a:cubicBezTo>
                    <a:pt x="83915" y="215170"/>
                    <a:pt x="73152" y="216694"/>
                    <a:pt x="62484" y="216694"/>
                  </a:cubicBezTo>
                  <a:cubicBezTo>
                    <a:pt x="54864" y="216694"/>
                    <a:pt x="48768" y="216694"/>
                    <a:pt x="42672" y="215170"/>
                  </a:cubicBezTo>
                  <a:cubicBezTo>
                    <a:pt x="35052" y="213646"/>
                    <a:pt x="30480" y="213646"/>
                    <a:pt x="24384" y="210598"/>
                  </a:cubicBezTo>
                  <a:cubicBezTo>
                    <a:pt x="19812" y="209074"/>
                    <a:pt x="15240" y="207550"/>
                    <a:pt x="12192" y="206026"/>
                  </a:cubicBezTo>
                  <a:cubicBezTo>
                    <a:pt x="9144" y="204502"/>
                    <a:pt x="6096" y="202978"/>
                    <a:pt x="4572" y="201454"/>
                  </a:cubicBezTo>
                  <a:cubicBezTo>
                    <a:pt x="3048" y="199930"/>
                    <a:pt x="1524" y="196882"/>
                    <a:pt x="1524" y="195358"/>
                  </a:cubicBezTo>
                  <a:cubicBezTo>
                    <a:pt x="0" y="192310"/>
                    <a:pt x="0" y="189262"/>
                    <a:pt x="0" y="184595"/>
                  </a:cubicBezTo>
                  <a:cubicBezTo>
                    <a:pt x="0" y="181547"/>
                    <a:pt x="0" y="178499"/>
                    <a:pt x="0" y="176975"/>
                  </a:cubicBezTo>
                  <a:cubicBezTo>
                    <a:pt x="0" y="175451"/>
                    <a:pt x="1524" y="173927"/>
                    <a:pt x="1524" y="172403"/>
                  </a:cubicBezTo>
                  <a:cubicBezTo>
                    <a:pt x="1524" y="170879"/>
                    <a:pt x="3048" y="170879"/>
                    <a:pt x="3048" y="169355"/>
                  </a:cubicBezTo>
                  <a:cubicBezTo>
                    <a:pt x="4572" y="169355"/>
                    <a:pt x="4572" y="169355"/>
                    <a:pt x="6096" y="169355"/>
                  </a:cubicBezTo>
                  <a:cubicBezTo>
                    <a:pt x="7620" y="169355"/>
                    <a:pt x="9144" y="170879"/>
                    <a:pt x="13716" y="172403"/>
                  </a:cubicBezTo>
                  <a:cubicBezTo>
                    <a:pt x="16764" y="173927"/>
                    <a:pt x="19812" y="175451"/>
                    <a:pt x="24384" y="178499"/>
                  </a:cubicBezTo>
                  <a:cubicBezTo>
                    <a:pt x="28956" y="181547"/>
                    <a:pt x="35052" y="183071"/>
                    <a:pt x="41148" y="184595"/>
                  </a:cubicBezTo>
                  <a:cubicBezTo>
                    <a:pt x="47244" y="187738"/>
                    <a:pt x="54864" y="187738"/>
                    <a:pt x="62484" y="187738"/>
                  </a:cubicBezTo>
                  <a:cubicBezTo>
                    <a:pt x="68580" y="187738"/>
                    <a:pt x="74771" y="187738"/>
                    <a:pt x="79343" y="186214"/>
                  </a:cubicBezTo>
                  <a:cubicBezTo>
                    <a:pt x="83915" y="184595"/>
                    <a:pt x="88487" y="183071"/>
                    <a:pt x="91535" y="180023"/>
                  </a:cubicBezTo>
                  <a:cubicBezTo>
                    <a:pt x="96107" y="176975"/>
                    <a:pt x="99155" y="173927"/>
                    <a:pt x="100679" y="170879"/>
                  </a:cubicBezTo>
                  <a:cubicBezTo>
                    <a:pt x="102203" y="166307"/>
                    <a:pt x="103727" y="161735"/>
                    <a:pt x="103727" y="157163"/>
                  </a:cubicBezTo>
                  <a:cubicBezTo>
                    <a:pt x="103727" y="151067"/>
                    <a:pt x="102203" y="146495"/>
                    <a:pt x="99155" y="141923"/>
                  </a:cubicBezTo>
                  <a:cubicBezTo>
                    <a:pt x="96107" y="138875"/>
                    <a:pt x="93059" y="135827"/>
                    <a:pt x="88487" y="132779"/>
                  </a:cubicBezTo>
                  <a:cubicBezTo>
                    <a:pt x="83915" y="129731"/>
                    <a:pt x="77819" y="126683"/>
                    <a:pt x="71628" y="125159"/>
                  </a:cubicBezTo>
                  <a:cubicBezTo>
                    <a:pt x="67056" y="122111"/>
                    <a:pt x="60960" y="120587"/>
                    <a:pt x="54864" y="117539"/>
                  </a:cubicBezTo>
                  <a:cubicBezTo>
                    <a:pt x="48768" y="114395"/>
                    <a:pt x="42672" y="112871"/>
                    <a:pt x="36576" y="109823"/>
                  </a:cubicBezTo>
                  <a:cubicBezTo>
                    <a:pt x="30480" y="105251"/>
                    <a:pt x="24384" y="102203"/>
                    <a:pt x="19812" y="97631"/>
                  </a:cubicBezTo>
                  <a:cubicBezTo>
                    <a:pt x="15240" y="93059"/>
                    <a:pt x="12192" y="88487"/>
                    <a:pt x="9144" y="80867"/>
                  </a:cubicBezTo>
                  <a:cubicBezTo>
                    <a:pt x="6096" y="74771"/>
                    <a:pt x="4572" y="67151"/>
                    <a:pt x="4572" y="59531"/>
                  </a:cubicBezTo>
                  <a:cubicBezTo>
                    <a:pt x="4572" y="51911"/>
                    <a:pt x="6096" y="44196"/>
                    <a:pt x="9144" y="36576"/>
                  </a:cubicBezTo>
                  <a:cubicBezTo>
                    <a:pt x="12192" y="28956"/>
                    <a:pt x="16764" y="22860"/>
                    <a:pt x="22860" y="18288"/>
                  </a:cubicBezTo>
                  <a:cubicBezTo>
                    <a:pt x="28956" y="12192"/>
                    <a:pt x="36576" y="9144"/>
                    <a:pt x="45720" y="4572"/>
                  </a:cubicBezTo>
                  <a:cubicBezTo>
                    <a:pt x="53340" y="1524"/>
                    <a:pt x="64008" y="0"/>
                    <a:pt x="76295" y="0"/>
                  </a:cubicBezTo>
                  <a:cubicBezTo>
                    <a:pt x="82391" y="0"/>
                    <a:pt x="86963" y="1524"/>
                    <a:pt x="91535" y="1524"/>
                  </a:cubicBezTo>
                  <a:cubicBezTo>
                    <a:pt x="97631" y="3048"/>
                    <a:pt x="102203" y="3048"/>
                    <a:pt x="106775" y="4572"/>
                  </a:cubicBezTo>
                  <a:cubicBezTo>
                    <a:pt x="111347" y="6096"/>
                    <a:pt x="114395" y="7620"/>
                    <a:pt x="117443" y="9144"/>
                  </a:cubicBezTo>
                  <a:cubicBezTo>
                    <a:pt x="120491" y="10668"/>
                    <a:pt x="122015" y="12192"/>
                    <a:pt x="123539" y="13716"/>
                  </a:cubicBezTo>
                  <a:cubicBezTo>
                    <a:pt x="125063" y="13716"/>
                    <a:pt x="126587" y="15240"/>
                    <a:pt x="126587" y="16764"/>
                  </a:cubicBezTo>
                  <a:cubicBezTo>
                    <a:pt x="128111" y="16764"/>
                    <a:pt x="128111" y="18288"/>
                    <a:pt x="128111" y="19812"/>
                  </a:cubicBezTo>
                  <a:cubicBezTo>
                    <a:pt x="128111" y="19812"/>
                    <a:pt x="128111" y="21336"/>
                    <a:pt x="128111" y="22860"/>
                  </a:cubicBezTo>
                  <a:cubicBezTo>
                    <a:pt x="129635" y="24384"/>
                    <a:pt x="129635" y="27432"/>
                    <a:pt x="129635" y="28956"/>
                  </a:cubicBezTo>
                  <a:cubicBezTo>
                    <a:pt x="129635" y="32004"/>
                    <a:pt x="129635" y="33528"/>
                    <a:pt x="128111" y="35052"/>
                  </a:cubicBezTo>
                  <a:cubicBezTo>
                    <a:pt x="128111" y="38100"/>
                    <a:pt x="128111" y="39624"/>
                    <a:pt x="128111" y="39624"/>
                  </a:cubicBezTo>
                  <a:cubicBezTo>
                    <a:pt x="126587" y="41148"/>
                    <a:pt x="126587" y="42672"/>
                    <a:pt x="126587" y="42672"/>
                  </a:cubicBezTo>
                  <a:cubicBezTo>
                    <a:pt x="125063" y="42672"/>
                    <a:pt x="125063" y="44196"/>
                    <a:pt x="123539" y="44196"/>
                  </a:cubicBezTo>
                  <a:cubicBezTo>
                    <a:pt x="122015" y="44196"/>
                    <a:pt x="120491" y="42672"/>
                    <a:pt x="117443" y="41148"/>
                  </a:cubicBezTo>
                  <a:cubicBezTo>
                    <a:pt x="115919" y="39624"/>
                    <a:pt x="112871" y="38100"/>
                    <a:pt x="108299" y="36576"/>
                  </a:cubicBezTo>
                  <a:cubicBezTo>
                    <a:pt x="103727" y="33528"/>
                    <a:pt x="99155" y="32004"/>
                    <a:pt x="94583" y="30480"/>
                  </a:cubicBezTo>
                  <a:cubicBezTo>
                    <a:pt x="88487" y="28956"/>
                    <a:pt x="82391" y="28956"/>
                    <a:pt x="76295" y="28956"/>
                  </a:cubicBezTo>
                  <a:cubicBezTo>
                    <a:pt x="70104" y="28956"/>
                    <a:pt x="64008" y="28956"/>
                    <a:pt x="59436" y="30480"/>
                  </a:cubicBezTo>
                  <a:cubicBezTo>
                    <a:pt x="54864" y="32004"/>
                    <a:pt x="51816" y="33528"/>
                    <a:pt x="48768" y="36576"/>
                  </a:cubicBezTo>
                  <a:cubicBezTo>
                    <a:pt x="45720" y="39624"/>
                    <a:pt x="42672" y="42672"/>
                    <a:pt x="41148" y="45720"/>
                  </a:cubicBezTo>
                  <a:cubicBezTo>
                    <a:pt x="39624" y="48863"/>
                    <a:pt x="39624" y="53435"/>
                    <a:pt x="39624" y="56483"/>
                  </a:cubicBezTo>
                  <a:cubicBezTo>
                    <a:pt x="39624" y="62579"/>
                    <a:pt x="41148" y="67151"/>
                    <a:pt x="44196" y="71723"/>
                  </a:cubicBezTo>
                  <a:cubicBezTo>
                    <a:pt x="45720" y="74771"/>
                    <a:pt x="50292" y="77819"/>
                    <a:pt x="54864" y="80867"/>
                  </a:cubicBezTo>
                  <a:cubicBezTo>
                    <a:pt x="59436" y="83915"/>
                    <a:pt x="65532" y="86963"/>
                    <a:pt x="71628" y="90011"/>
                  </a:cubicBezTo>
                  <a:cubicBezTo>
                    <a:pt x="76295" y="91535"/>
                    <a:pt x="82391" y="94583"/>
                    <a:pt x="90011" y="96107"/>
                  </a:cubicBezTo>
                  <a:cubicBezTo>
                    <a:pt x="96107" y="99155"/>
                    <a:pt x="102203" y="102203"/>
                    <a:pt x="108299" y="105251"/>
                  </a:cubicBezTo>
                  <a:cubicBezTo>
                    <a:pt x="114395" y="108299"/>
                    <a:pt x="118967" y="111347"/>
                    <a:pt x="123539" y="115919"/>
                  </a:cubicBezTo>
                  <a:cubicBezTo>
                    <a:pt x="128111" y="120587"/>
                    <a:pt x="132683" y="125159"/>
                    <a:pt x="135731" y="131255"/>
                  </a:cubicBezTo>
                  <a:cubicBezTo>
                    <a:pt x="137255" y="137351"/>
                    <a:pt x="138779" y="144971"/>
                    <a:pt x="138779" y="15411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88" name="Path388"/>
            <p:cNvSpPr/>
            <p:nvPr/>
          </p:nvSpPr>
          <p:spPr>
            <a:xfrm>
              <a:off x="6267451" y="2835498"/>
              <a:ext cx="47244" cy="51911"/>
            </a:xfrm>
            <a:custGeom>
              <a:avLst/>
              <a:gdLst/>
              <a:ahLst/>
              <a:cxnLst/>
              <a:rect l="l" t="t" r="r" b="b"/>
              <a:pathLst>
                <a:path w="47244" h="51911">
                  <a:moveTo>
                    <a:pt x="47244" y="26003"/>
                  </a:moveTo>
                  <a:cubicBezTo>
                    <a:pt x="47244" y="36671"/>
                    <a:pt x="45720" y="42767"/>
                    <a:pt x="41148" y="45815"/>
                  </a:cubicBezTo>
                  <a:cubicBezTo>
                    <a:pt x="38100" y="50387"/>
                    <a:pt x="32004" y="51911"/>
                    <a:pt x="22860" y="51911"/>
                  </a:cubicBezTo>
                  <a:cubicBezTo>
                    <a:pt x="13716" y="51911"/>
                    <a:pt x="7620" y="50387"/>
                    <a:pt x="4572" y="45815"/>
                  </a:cubicBezTo>
                  <a:cubicBezTo>
                    <a:pt x="1524" y="42767"/>
                    <a:pt x="0" y="36671"/>
                    <a:pt x="0" y="26003"/>
                  </a:cubicBezTo>
                  <a:cubicBezTo>
                    <a:pt x="0" y="16764"/>
                    <a:pt x="1524" y="9144"/>
                    <a:pt x="4572" y="6096"/>
                  </a:cubicBezTo>
                  <a:cubicBezTo>
                    <a:pt x="7620" y="1524"/>
                    <a:pt x="15240" y="0"/>
                    <a:pt x="22860" y="0"/>
                  </a:cubicBezTo>
                  <a:cubicBezTo>
                    <a:pt x="32004" y="0"/>
                    <a:pt x="38100" y="1524"/>
                    <a:pt x="41148" y="6096"/>
                  </a:cubicBezTo>
                  <a:cubicBezTo>
                    <a:pt x="45720" y="9144"/>
                    <a:pt x="47244" y="15240"/>
                    <a:pt x="47244" y="2600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Image3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0058400" cy="7554468"/>
          </a:xfrm>
          <a:prstGeom prst="rect">
            <a:avLst/>
          </a:prstGeom>
          <a:noFill/>
        </p:spPr>
      </p:pic>
      <p:pic>
        <p:nvPicPr>
          <p:cNvPr id="390" name="Image3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2" y="393192"/>
            <a:ext cx="9160764" cy="1513332"/>
          </a:xfrm>
          <a:prstGeom prst="rect">
            <a:avLst/>
          </a:prstGeom>
          <a:noFill/>
        </p:spPr>
      </p:pic>
      <p:sp>
        <p:nvSpPr>
          <p:cNvPr id="391" name="Path391"/>
          <p:cNvSpPr/>
          <p:nvPr/>
        </p:nvSpPr>
        <p:spPr>
          <a:xfrm>
            <a:off x="628555" y="2135029"/>
            <a:ext cx="109823" cy="111443"/>
          </a:xfrm>
          <a:custGeom>
            <a:avLst/>
            <a:gdLst/>
            <a:ahLst/>
            <a:cxnLst/>
            <a:rect l="l" t="t" r="r" b="b"/>
            <a:pathLst>
              <a:path w="109823" h="111443">
                <a:moveTo>
                  <a:pt x="0" y="54959"/>
                </a:moveTo>
                <a:cubicBezTo>
                  <a:pt x="0" y="39719"/>
                  <a:pt x="4572" y="27432"/>
                  <a:pt x="15240" y="16764"/>
                </a:cubicBezTo>
                <a:cubicBezTo>
                  <a:pt x="26003" y="6096"/>
                  <a:pt x="39719" y="0"/>
                  <a:pt x="54959" y="0"/>
                </a:cubicBezTo>
                <a:cubicBezTo>
                  <a:pt x="70199" y="0"/>
                  <a:pt x="82391" y="4572"/>
                  <a:pt x="94583" y="16764"/>
                </a:cubicBezTo>
                <a:cubicBezTo>
                  <a:pt x="105251" y="27432"/>
                  <a:pt x="109823" y="39719"/>
                  <a:pt x="109823" y="54959"/>
                </a:cubicBezTo>
                <a:cubicBezTo>
                  <a:pt x="109823" y="70199"/>
                  <a:pt x="105251" y="83915"/>
                  <a:pt x="94583" y="94583"/>
                </a:cubicBezTo>
                <a:cubicBezTo>
                  <a:pt x="83915" y="105347"/>
                  <a:pt x="70199" y="111443"/>
                  <a:pt x="54959" y="111443"/>
                </a:cubicBezTo>
                <a:cubicBezTo>
                  <a:pt x="39719" y="111443"/>
                  <a:pt x="26003" y="105347"/>
                  <a:pt x="15240" y="94583"/>
                </a:cubicBezTo>
                <a:cubicBezTo>
                  <a:pt x="4572" y="83915"/>
                  <a:pt x="0" y="70199"/>
                  <a:pt x="0" y="5495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pic>
        <p:nvPicPr>
          <p:cNvPr id="392" name="Image3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2041969"/>
            <a:ext cx="2254949" cy="384525"/>
          </a:xfrm>
          <a:prstGeom prst="rect">
            <a:avLst/>
          </a:prstGeom>
          <a:noFill/>
        </p:spPr>
      </p:pic>
      <p:grpSp>
        <p:nvGrpSpPr>
          <p:cNvPr id="393" name="Group393"/>
          <p:cNvGrpSpPr/>
          <p:nvPr/>
        </p:nvGrpSpPr>
        <p:grpSpPr>
          <a:xfrm>
            <a:off x="3417475" y="2063306"/>
            <a:ext cx="1220533" cy="364712"/>
            <a:chOff x="3417475" y="2063306"/>
            <a:chExt cx="1220533" cy="364712"/>
          </a:xfrm>
        </p:grpSpPr>
        <p:sp>
          <p:nvSpPr>
            <p:cNvPr id="394" name="Path394"/>
            <p:cNvSpPr/>
            <p:nvPr/>
          </p:nvSpPr>
          <p:spPr>
            <a:xfrm>
              <a:off x="3417475" y="2063306"/>
              <a:ext cx="244126" cy="285369"/>
            </a:xfrm>
            <a:custGeom>
              <a:avLst/>
              <a:gdLst/>
              <a:ahLst/>
              <a:cxnLst/>
              <a:rect l="l" t="t" r="r" b="b"/>
              <a:pathLst>
                <a:path w="244126" h="285369">
                  <a:moveTo>
                    <a:pt x="242602" y="270129"/>
                  </a:moveTo>
                  <a:cubicBezTo>
                    <a:pt x="244126" y="274701"/>
                    <a:pt x="244126" y="276225"/>
                    <a:pt x="244126" y="279273"/>
                  </a:cubicBezTo>
                  <a:cubicBezTo>
                    <a:pt x="244126" y="280797"/>
                    <a:pt x="244126" y="282321"/>
                    <a:pt x="242602" y="282321"/>
                  </a:cubicBezTo>
                  <a:cubicBezTo>
                    <a:pt x="241078" y="283845"/>
                    <a:pt x="239554" y="285369"/>
                    <a:pt x="236506" y="285369"/>
                  </a:cubicBezTo>
                  <a:cubicBezTo>
                    <a:pt x="233458" y="285369"/>
                    <a:pt x="230410" y="285369"/>
                    <a:pt x="225838" y="285369"/>
                  </a:cubicBezTo>
                  <a:cubicBezTo>
                    <a:pt x="221266" y="285369"/>
                    <a:pt x="218218" y="285369"/>
                    <a:pt x="215170" y="285369"/>
                  </a:cubicBezTo>
                  <a:cubicBezTo>
                    <a:pt x="212122" y="285369"/>
                    <a:pt x="210598" y="283845"/>
                    <a:pt x="209074" y="283845"/>
                  </a:cubicBezTo>
                  <a:cubicBezTo>
                    <a:pt x="207550" y="283845"/>
                    <a:pt x="206026" y="282321"/>
                    <a:pt x="206026" y="282321"/>
                  </a:cubicBezTo>
                  <a:cubicBezTo>
                    <a:pt x="206026" y="280797"/>
                    <a:pt x="204502" y="279273"/>
                    <a:pt x="204502" y="279273"/>
                  </a:cubicBezTo>
                  <a:lnTo>
                    <a:pt x="180023" y="209074"/>
                  </a:lnTo>
                  <a:lnTo>
                    <a:pt x="62580" y="209074"/>
                  </a:lnTo>
                  <a:lnTo>
                    <a:pt x="38195" y="277749"/>
                  </a:lnTo>
                  <a:cubicBezTo>
                    <a:pt x="38195" y="279273"/>
                    <a:pt x="38195" y="280797"/>
                    <a:pt x="36671" y="280797"/>
                  </a:cubicBezTo>
                  <a:cubicBezTo>
                    <a:pt x="36671" y="282321"/>
                    <a:pt x="35147" y="282321"/>
                    <a:pt x="33623" y="283845"/>
                  </a:cubicBezTo>
                  <a:cubicBezTo>
                    <a:pt x="32099" y="283845"/>
                    <a:pt x="30575" y="285369"/>
                    <a:pt x="27432" y="285369"/>
                  </a:cubicBezTo>
                  <a:cubicBezTo>
                    <a:pt x="25908" y="285369"/>
                    <a:pt x="22860" y="285369"/>
                    <a:pt x="18288" y="285369"/>
                  </a:cubicBezTo>
                  <a:cubicBezTo>
                    <a:pt x="13716" y="285369"/>
                    <a:pt x="10668" y="285369"/>
                    <a:pt x="7620" y="285369"/>
                  </a:cubicBezTo>
                  <a:cubicBezTo>
                    <a:pt x="4572" y="283845"/>
                    <a:pt x="3048" y="283845"/>
                    <a:pt x="1524" y="282321"/>
                  </a:cubicBezTo>
                  <a:cubicBezTo>
                    <a:pt x="1524" y="282321"/>
                    <a:pt x="0" y="280797"/>
                    <a:pt x="0" y="277749"/>
                  </a:cubicBezTo>
                  <a:cubicBezTo>
                    <a:pt x="0" y="276225"/>
                    <a:pt x="1524" y="273177"/>
                    <a:pt x="1524" y="270129"/>
                  </a:cubicBezTo>
                  <a:lnTo>
                    <a:pt x="97631" y="7620"/>
                  </a:lnTo>
                  <a:cubicBezTo>
                    <a:pt x="97631" y="6096"/>
                    <a:pt x="99155" y="4572"/>
                    <a:pt x="99155" y="3048"/>
                  </a:cubicBezTo>
                  <a:cubicBezTo>
                    <a:pt x="100680" y="3048"/>
                    <a:pt x="102203" y="1524"/>
                    <a:pt x="103727" y="1524"/>
                  </a:cubicBezTo>
                  <a:cubicBezTo>
                    <a:pt x="105251" y="0"/>
                    <a:pt x="108299" y="0"/>
                    <a:pt x="111347" y="0"/>
                  </a:cubicBezTo>
                  <a:cubicBezTo>
                    <a:pt x="112871" y="0"/>
                    <a:pt x="117539" y="0"/>
                    <a:pt x="122111" y="0"/>
                  </a:cubicBezTo>
                  <a:cubicBezTo>
                    <a:pt x="126683" y="0"/>
                    <a:pt x="129730" y="0"/>
                    <a:pt x="132779" y="0"/>
                  </a:cubicBezTo>
                  <a:cubicBezTo>
                    <a:pt x="135827" y="0"/>
                    <a:pt x="138874" y="0"/>
                    <a:pt x="140399" y="1524"/>
                  </a:cubicBezTo>
                  <a:cubicBezTo>
                    <a:pt x="141923" y="1524"/>
                    <a:pt x="143447" y="3048"/>
                    <a:pt x="144971" y="3048"/>
                  </a:cubicBezTo>
                  <a:cubicBezTo>
                    <a:pt x="146495" y="4572"/>
                    <a:pt x="146495" y="6096"/>
                    <a:pt x="148018" y="7620"/>
                  </a:cubicBezTo>
                  <a:lnTo>
                    <a:pt x="242602" y="270129"/>
                  </a:lnTo>
                  <a:close/>
                  <a:moveTo>
                    <a:pt x="120586" y="38195"/>
                  </a:moveTo>
                  <a:lnTo>
                    <a:pt x="120586" y="38195"/>
                  </a:lnTo>
                  <a:lnTo>
                    <a:pt x="71723" y="180118"/>
                  </a:lnTo>
                  <a:lnTo>
                    <a:pt x="169355" y="180118"/>
                  </a:lnTo>
                  <a:lnTo>
                    <a:pt x="120586" y="3819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95" name="Path395"/>
            <p:cNvSpPr/>
            <p:nvPr/>
          </p:nvSpPr>
          <p:spPr>
            <a:xfrm>
              <a:off x="3681413" y="2135029"/>
              <a:ext cx="186118" cy="292989"/>
            </a:xfrm>
            <a:custGeom>
              <a:avLst/>
              <a:gdLst/>
              <a:ahLst/>
              <a:cxnLst/>
              <a:rect l="l" t="t" r="r" b="b"/>
              <a:pathLst>
                <a:path w="186118" h="292989">
                  <a:moveTo>
                    <a:pt x="186118" y="18288"/>
                  </a:moveTo>
                  <a:cubicBezTo>
                    <a:pt x="186118" y="24384"/>
                    <a:pt x="186118" y="27432"/>
                    <a:pt x="184595" y="30480"/>
                  </a:cubicBezTo>
                  <a:cubicBezTo>
                    <a:pt x="183071" y="32004"/>
                    <a:pt x="181547" y="33528"/>
                    <a:pt x="178498" y="33528"/>
                  </a:cubicBezTo>
                  <a:lnTo>
                    <a:pt x="151066" y="33528"/>
                  </a:lnTo>
                  <a:cubicBezTo>
                    <a:pt x="155639" y="38195"/>
                    <a:pt x="158686" y="44291"/>
                    <a:pt x="161734" y="50387"/>
                  </a:cubicBezTo>
                  <a:cubicBezTo>
                    <a:pt x="163259" y="56483"/>
                    <a:pt x="164783" y="64103"/>
                    <a:pt x="164783" y="70199"/>
                  </a:cubicBezTo>
                  <a:cubicBezTo>
                    <a:pt x="164783" y="82391"/>
                    <a:pt x="163259" y="91535"/>
                    <a:pt x="158686" y="100679"/>
                  </a:cubicBezTo>
                  <a:cubicBezTo>
                    <a:pt x="155639" y="109918"/>
                    <a:pt x="149542" y="117539"/>
                    <a:pt x="143447" y="123635"/>
                  </a:cubicBezTo>
                  <a:cubicBezTo>
                    <a:pt x="135827" y="129730"/>
                    <a:pt x="128207" y="134302"/>
                    <a:pt x="119063" y="137351"/>
                  </a:cubicBezTo>
                  <a:cubicBezTo>
                    <a:pt x="109823" y="140399"/>
                    <a:pt x="99155" y="141923"/>
                    <a:pt x="88487" y="141923"/>
                  </a:cubicBezTo>
                  <a:cubicBezTo>
                    <a:pt x="79343" y="141923"/>
                    <a:pt x="71723" y="140399"/>
                    <a:pt x="65627" y="138874"/>
                  </a:cubicBezTo>
                  <a:cubicBezTo>
                    <a:pt x="58007" y="135827"/>
                    <a:pt x="51911" y="134302"/>
                    <a:pt x="48863" y="131255"/>
                  </a:cubicBezTo>
                  <a:cubicBezTo>
                    <a:pt x="45815" y="132779"/>
                    <a:pt x="44291" y="135827"/>
                    <a:pt x="41243" y="138874"/>
                  </a:cubicBezTo>
                  <a:cubicBezTo>
                    <a:pt x="39719" y="143446"/>
                    <a:pt x="39719" y="146495"/>
                    <a:pt x="39719" y="151067"/>
                  </a:cubicBezTo>
                  <a:cubicBezTo>
                    <a:pt x="39719" y="155639"/>
                    <a:pt x="41243" y="160211"/>
                    <a:pt x="45815" y="163258"/>
                  </a:cubicBezTo>
                  <a:cubicBezTo>
                    <a:pt x="51911" y="166307"/>
                    <a:pt x="58007" y="169355"/>
                    <a:pt x="65627" y="169355"/>
                  </a:cubicBezTo>
                  <a:lnTo>
                    <a:pt x="117539" y="170879"/>
                  </a:lnTo>
                  <a:cubicBezTo>
                    <a:pt x="126683" y="172498"/>
                    <a:pt x="135827" y="172498"/>
                    <a:pt x="143447" y="175546"/>
                  </a:cubicBezTo>
                  <a:cubicBezTo>
                    <a:pt x="152590" y="178594"/>
                    <a:pt x="158686" y="181642"/>
                    <a:pt x="164783" y="186214"/>
                  </a:cubicBezTo>
                  <a:cubicBezTo>
                    <a:pt x="170878" y="190786"/>
                    <a:pt x="175451" y="195358"/>
                    <a:pt x="178498" y="202978"/>
                  </a:cubicBezTo>
                  <a:cubicBezTo>
                    <a:pt x="181547" y="209074"/>
                    <a:pt x="184595" y="216694"/>
                    <a:pt x="184595" y="224314"/>
                  </a:cubicBezTo>
                  <a:cubicBezTo>
                    <a:pt x="184595" y="233458"/>
                    <a:pt x="181547" y="242697"/>
                    <a:pt x="178498" y="250317"/>
                  </a:cubicBezTo>
                  <a:cubicBezTo>
                    <a:pt x="173927" y="259461"/>
                    <a:pt x="169354" y="265557"/>
                    <a:pt x="160210" y="271653"/>
                  </a:cubicBezTo>
                  <a:cubicBezTo>
                    <a:pt x="152590" y="277749"/>
                    <a:pt x="143447" y="283845"/>
                    <a:pt x="131254" y="286893"/>
                  </a:cubicBezTo>
                  <a:cubicBezTo>
                    <a:pt x="119063" y="289941"/>
                    <a:pt x="105251" y="292989"/>
                    <a:pt x="88487" y="292989"/>
                  </a:cubicBezTo>
                  <a:cubicBezTo>
                    <a:pt x="71723" y="292989"/>
                    <a:pt x="58007" y="291465"/>
                    <a:pt x="47339" y="288417"/>
                  </a:cubicBezTo>
                  <a:cubicBezTo>
                    <a:pt x="36671" y="285369"/>
                    <a:pt x="27527" y="282321"/>
                    <a:pt x="19812" y="277749"/>
                  </a:cubicBezTo>
                  <a:cubicBezTo>
                    <a:pt x="13716" y="273177"/>
                    <a:pt x="7620" y="267081"/>
                    <a:pt x="4572" y="260985"/>
                  </a:cubicBezTo>
                  <a:cubicBezTo>
                    <a:pt x="1524" y="253365"/>
                    <a:pt x="0" y="247269"/>
                    <a:pt x="0" y="239554"/>
                  </a:cubicBezTo>
                  <a:cubicBezTo>
                    <a:pt x="0" y="234982"/>
                    <a:pt x="0" y="230410"/>
                    <a:pt x="1524" y="225838"/>
                  </a:cubicBezTo>
                  <a:cubicBezTo>
                    <a:pt x="3048" y="221266"/>
                    <a:pt x="4572" y="216694"/>
                    <a:pt x="7620" y="212122"/>
                  </a:cubicBezTo>
                  <a:cubicBezTo>
                    <a:pt x="9144" y="209074"/>
                    <a:pt x="12192" y="204502"/>
                    <a:pt x="15240" y="201454"/>
                  </a:cubicBezTo>
                  <a:cubicBezTo>
                    <a:pt x="19812" y="196882"/>
                    <a:pt x="22860" y="193834"/>
                    <a:pt x="27527" y="189262"/>
                  </a:cubicBezTo>
                  <a:cubicBezTo>
                    <a:pt x="21336" y="186214"/>
                    <a:pt x="15240" y="181642"/>
                    <a:pt x="12192" y="175546"/>
                  </a:cubicBezTo>
                  <a:cubicBezTo>
                    <a:pt x="9144" y="170879"/>
                    <a:pt x="7620" y="164783"/>
                    <a:pt x="7620" y="157163"/>
                  </a:cubicBezTo>
                  <a:cubicBezTo>
                    <a:pt x="7620" y="149543"/>
                    <a:pt x="9144" y="140399"/>
                    <a:pt x="12192" y="134302"/>
                  </a:cubicBezTo>
                  <a:cubicBezTo>
                    <a:pt x="16764" y="126683"/>
                    <a:pt x="21336" y="120586"/>
                    <a:pt x="25908" y="116015"/>
                  </a:cubicBezTo>
                  <a:cubicBezTo>
                    <a:pt x="21336" y="109918"/>
                    <a:pt x="18288" y="103823"/>
                    <a:pt x="15240" y="97631"/>
                  </a:cubicBezTo>
                  <a:cubicBezTo>
                    <a:pt x="12192" y="90011"/>
                    <a:pt x="12192" y="82391"/>
                    <a:pt x="12192" y="71723"/>
                  </a:cubicBezTo>
                  <a:cubicBezTo>
                    <a:pt x="12192" y="61055"/>
                    <a:pt x="13716" y="50387"/>
                    <a:pt x="16764" y="42767"/>
                  </a:cubicBezTo>
                  <a:cubicBezTo>
                    <a:pt x="21336" y="33528"/>
                    <a:pt x="25908" y="25908"/>
                    <a:pt x="33623" y="19812"/>
                  </a:cubicBezTo>
                  <a:cubicBezTo>
                    <a:pt x="39719" y="13716"/>
                    <a:pt x="47339" y="9144"/>
                    <a:pt x="56483" y="6096"/>
                  </a:cubicBezTo>
                  <a:cubicBezTo>
                    <a:pt x="67151" y="1524"/>
                    <a:pt x="76295" y="0"/>
                    <a:pt x="88487" y="0"/>
                  </a:cubicBezTo>
                  <a:cubicBezTo>
                    <a:pt x="94583" y="0"/>
                    <a:pt x="99155" y="1524"/>
                    <a:pt x="105251" y="1524"/>
                  </a:cubicBezTo>
                  <a:cubicBezTo>
                    <a:pt x="109823" y="1524"/>
                    <a:pt x="114490" y="3048"/>
                    <a:pt x="119063" y="4572"/>
                  </a:cubicBezTo>
                  <a:lnTo>
                    <a:pt x="178498" y="4572"/>
                  </a:lnTo>
                  <a:cubicBezTo>
                    <a:pt x="181547" y="4572"/>
                    <a:pt x="183071" y="6096"/>
                    <a:pt x="184595" y="7620"/>
                  </a:cubicBezTo>
                  <a:cubicBezTo>
                    <a:pt x="186118" y="10668"/>
                    <a:pt x="186118" y="13716"/>
                    <a:pt x="186118" y="18288"/>
                  </a:cubicBezTo>
                  <a:close/>
                  <a:moveTo>
                    <a:pt x="129730" y="70199"/>
                  </a:moveTo>
                  <a:cubicBezTo>
                    <a:pt x="129730" y="58007"/>
                    <a:pt x="126683" y="47339"/>
                    <a:pt x="119063" y="39719"/>
                  </a:cubicBezTo>
                  <a:cubicBezTo>
                    <a:pt x="111347" y="32004"/>
                    <a:pt x="100679" y="27432"/>
                    <a:pt x="86963" y="27432"/>
                  </a:cubicBezTo>
                  <a:cubicBezTo>
                    <a:pt x="80867" y="27432"/>
                    <a:pt x="74771" y="28956"/>
                    <a:pt x="68675" y="32004"/>
                  </a:cubicBezTo>
                  <a:cubicBezTo>
                    <a:pt x="64103" y="33528"/>
                    <a:pt x="59531" y="36671"/>
                    <a:pt x="56483" y="41243"/>
                  </a:cubicBezTo>
                  <a:cubicBezTo>
                    <a:pt x="53435" y="45815"/>
                    <a:pt x="50387" y="50387"/>
                    <a:pt x="48863" y="54959"/>
                  </a:cubicBezTo>
                  <a:cubicBezTo>
                    <a:pt x="47339" y="61055"/>
                    <a:pt x="45815" y="65627"/>
                    <a:pt x="45815" y="71723"/>
                  </a:cubicBezTo>
                  <a:cubicBezTo>
                    <a:pt x="45815" y="85439"/>
                    <a:pt x="48863" y="94583"/>
                    <a:pt x="56483" y="102203"/>
                  </a:cubicBezTo>
                  <a:cubicBezTo>
                    <a:pt x="64103" y="109918"/>
                    <a:pt x="74771" y="114490"/>
                    <a:pt x="88487" y="114490"/>
                  </a:cubicBezTo>
                  <a:cubicBezTo>
                    <a:pt x="94583" y="114490"/>
                    <a:pt x="100679" y="112967"/>
                    <a:pt x="106775" y="109918"/>
                  </a:cubicBezTo>
                  <a:cubicBezTo>
                    <a:pt x="111347" y="108395"/>
                    <a:pt x="116015" y="105346"/>
                    <a:pt x="119063" y="100679"/>
                  </a:cubicBezTo>
                  <a:cubicBezTo>
                    <a:pt x="123634" y="97631"/>
                    <a:pt x="125159" y="93059"/>
                    <a:pt x="126683" y="86963"/>
                  </a:cubicBezTo>
                  <a:cubicBezTo>
                    <a:pt x="128207" y="82391"/>
                    <a:pt x="129730" y="76295"/>
                    <a:pt x="129730" y="70199"/>
                  </a:cubicBezTo>
                  <a:close/>
                  <a:moveTo>
                    <a:pt x="148018" y="227362"/>
                  </a:moveTo>
                  <a:cubicBezTo>
                    <a:pt x="148018" y="218218"/>
                    <a:pt x="144971" y="212122"/>
                    <a:pt x="137351" y="207550"/>
                  </a:cubicBezTo>
                  <a:cubicBezTo>
                    <a:pt x="131254" y="202978"/>
                    <a:pt x="120586" y="199930"/>
                    <a:pt x="109823" y="199930"/>
                  </a:cubicBezTo>
                  <a:lnTo>
                    <a:pt x="58007" y="198406"/>
                  </a:lnTo>
                  <a:cubicBezTo>
                    <a:pt x="53435" y="201454"/>
                    <a:pt x="50387" y="206026"/>
                    <a:pt x="47339" y="209074"/>
                  </a:cubicBezTo>
                  <a:cubicBezTo>
                    <a:pt x="44291" y="212122"/>
                    <a:pt x="41243" y="215170"/>
                    <a:pt x="39719" y="218218"/>
                  </a:cubicBezTo>
                  <a:cubicBezTo>
                    <a:pt x="38195" y="221266"/>
                    <a:pt x="36671" y="224314"/>
                    <a:pt x="36671" y="227362"/>
                  </a:cubicBezTo>
                  <a:cubicBezTo>
                    <a:pt x="35147" y="230410"/>
                    <a:pt x="35147" y="233458"/>
                    <a:pt x="35147" y="236506"/>
                  </a:cubicBezTo>
                  <a:cubicBezTo>
                    <a:pt x="35147" y="245745"/>
                    <a:pt x="39719" y="251841"/>
                    <a:pt x="50387" y="257937"/>
                  </a:cubicBezTo>
                  <a:cubicBezTo>
                    <a:pt x="59531" y="262509"/>
                    <a:pt x="73247" y="264033"/>
                    <a:pt x="90011" y="264033"/>
                  </a:cubicBezTo>
                  <a:cubicBezTo>
                    <a:pt x="100679" y="264033"/>
                    <a:pt x="109823" y="264033"/>
                    <a:pt x="117539" y="260985"/>
                  </a:cubicBezTo>
                  <a:cubicBezTo>
                    <a:pt x="125159" y="259461"/>
                    <a:pt x="131254" y="256413"/>
                    <a:pt x="135827" y="253365"/>
                  </a:cubicBezTo>
                  <a:cubicBezTo>
                    <a:pt x="140398" y="250317"/>
                    <a:pt x="143447" y="245745"/>
                    <a:pt x="144971" y="241173"/>
                  </a:cubicBezTo>
                  <a:cubicBezTo>
                    <a:pt x="146495" y="236506"/>
                    <a:pt x="148018" y="231934"/>
                    <a:pt x="148018" y="227362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96" name="Path396"/>
            <p:cNvSpPr/>
            <p:nvPr/>
          </p:nvSpPr>
          <p:spPr>
            <a:xfrm>
              <a:off x="3896582" y="2135029"/>
              <a:ext cx="181547" cy="216694"/>
            </a:xfrm>
            <a:custGeom>
              <a:avLst/>
              <a:gdLst/>
              <a:ahLst/>
              <a:cxnLst/>
              <a:rect l="l" t="t" r="r" b="b"/>
              <a:pathLst>
                <a:path w="181547" h="216694">
                  <a:moveTo>
                    <a:pt x="181547" y="99155"/>
                  </a:moveTo>
                  <a:cubicBezTo>
                    <a:pt x="181547" y="105346"/>
                    <a:pt x="180023" y="109918"/>
                    <a:pt x="176975" y="111442"/>
                  </a:cubicBezTo>
                  <a:cubicBezTo>
                    <a:pt x="173927" y="114490"/>
                    <a:pt x="170879" y="116014"/>
                    <a:pt x="167831" y="116014"/>
                  </a:cubicBezTo>
                  <a:lnTo>
                    <a:pt x="38100" y="116014"/>
                  </a:lnTo>
                  <a:cubicBezTo>
                    <a:pt x="38100" y="126682"/>
                    <a:pt x="39624" y="135826"/>
                    <a:pt x="41148" y="144970"/>
                  </a:cubicBezTo>
                  <a:cubicBezTo>
                    <a:pt x="44196" y="154114"/>
                    <a:pt x="47244" y="161735"/>
                    <a:pt x="53340" y="167830"/>
                  </a:cubicBezTo>
                  <a:cubicBezTo>
                    <a:pt x="57912" y="174022"/>
                    <a:pt x="64008" y="178594"/>
                    <a:pt x="73247" y="181642"/>
                  </a:cubicBezTo>
                  <a:cubicBezTo>
                    <a:pt x="80868" y="186214"/>
                    <a:pt x="90012" y="187738"/>
                    <a:pt x="102203" y="187738"/>
                  </a:cubicBezTo>
                  <a:cubicBezTo>
                    <a:pt x="111347" y="187738"/>
                    <a:pt x="120491" y="186214"/>
                    <a:pt x="128112" y="184690"/>
                  </a:cubicBezTo>
                  <a:cubicBezTo>
                    <a:pt x="134207" y="183166"/>
                    <a:pt x="140303" y="181642"/>
                    <a:pt x="146400" y="180118"/>
                  </a:cubicBezTo>
                  <a:cubicBezTo>
                    <a:pt x="150971" y="178594"/>
                    <a:pt x="155544" y="175546"/>
                    <a:pt x="160115" y="174022"/>
                  </a:cubicBezTo>
                  <a:cubicBezTo>
                    <a:pt x="163259" y="172498"/>
                    <a:pt x="166307" y="172498"/>
                    <a:pt x="167831" y="172498"/>
                  </a:cubicBezTo>
                  <a:cubicBezTo>
                    <a:pt x="167831" y="172498"/>
                    <a:pt x="169355" y="172498"/>
                    <a:pt x="169355" y="172498"/>
                  </a:cubicBezTo>
                  <a:cubicBezTo>
                    <a:pt x="170879" y="174022"/>
                    <a:pt x="170879" y="174022"/>
                    <a:pt x="172403" y="175546"/>
                  </a:cubicBezTo>
                  <a:cubicBezTo>
                    <a:pt x="172403" y="177070"/>
                    <a:pt x="172403" y="178594"/>
                    <a:pt x="172403" y="180118"/>
                  </a:cubicBezTo>
                  <a:cubicBezTo>
                    <a:pt x="172403" y="181642"/>
                    <a:pt x="173927" y="183166"/>
                    <a:pt x="173927" y="186214"/>
                  </a:cubicBezTo>
                  <a:cubicBezTo>
                    <a:pt x="173927" y="187738"/>
                    <a:pt x="173927" y="189262"/>
                    <a:pt x="172403" y="190786"/>
                  </a:cubicBezTo>
                  <a:cubicBezTo>
                    <a:pt x="172403" y="192310"/>
                    <a:pt x="172403" y="193834"/>
                    <a:pt x="172403" y="195358"/>
                  </a:cubicBezTo>
                  <a:cubicBezTo>
                    <a:pt x="172403" y="195358"/>
                    <a:pt x="172403" y="196882"/>
                    <a:pt x="170879" y="198406"/>
                  </a:cubicBezTo>
                  <a:cubicBezTo>
                    <a:pt x="170879" y="198406"/>
                    <a:pt x="170879" y="199930"/>
                    <a:pt x="169355" y="199930"/>
                  </a:cubicBezTo>
                  <a:cubicBezTo>
                    <a:pt x="169355" y="201454"/>
                    <a:pt x="166307" y="202978"/>
                    <a:pt x="161735" y="204502"/>
                  </a:cubicBezTo>
                  <a:cubicBezTo>
                    <a:pt x="158591" y="206026"/>
                    <a:pt x="154019" y="207550"/>
                    <a:pt x="146400" y="209074"/>
                  </a:cubicBezTo>
                  <a:cubicBezTo>
                    <a:pt x="140303" y="212122"/>
                    <a:pt x="134207" y="213646"/>
                    <a:pt x="125063" y="215170"/>
                  </a:cubicBezTo>
                  <a:cubicBezTo>
                    <a:pt x="117444" y="215170"/>
                    <a:pt x="108300" y="216694"/>
                    <a:pt x="99156" y="216694"/>
                  </a:cubicBezTo>
                  <a:cubicBezTo>
                    <a:pt x="82391" y="216694"/>
                    <a:pt x="68580" y="213646"/>
                    <a:pt x="56388" y="209074"/>
                  </a:cubicBezTo>
                  <a:cubicBezTo>
                    <a:pt x="44196" y="206026"/>
                    <a:pt x="33528" y="198406"/>
                    <a:pt x="25908" y="189262"/>
                  </a:cubicBezTo>
                  <a:cubicBezTo>
                    <a:pt x="16764" y="180118"/>
                    <a:pt x="10668" y="169354"/>
                    <a:pt x="6096" y="155638"/>
                  </a:cubicBezTo>
                  <a:cubicBezTo>
                    <a:pt x="3048" y="143446"/>
                    <a:pt x="0" y="126682"/>
                    <a:pt x="0" y="109918"/>
                  </a:cubicBezTo>
                  <a:cubicBezTo>
                    <a:pt x="0" y="93059"/>
                    <a:pt x="3048" y="77819"/>
                    <a:pt x="7620" y="64103"/>
                  </a:cubicBezTo>
                  <a:cubicBezTo>
                    <a:pt x="10668" y="50387"/>
                    <a:pt x="18288" y="38195"/>
                    <a:pt x="25908" y="28956"/>
                  </a:cubicBezTo>
                  <a:cubicBezTo>
                    <a:pt x="33528" y="19812"/>
                    <a:pt x="44196" y="12192"/>
                    <a:pt x="56388" y="7620"/>
                  </a:cubicBezTo>
                  <a:cubicBezTo>
                    <a:pt x="67056" y="3048"/>
                    <a:pt x="80868" y="0"/>
                    <a:pt x="94583" y="0"/>
                  </a:cubicBezTo>
                  <a:cubicBezTo>
                    <a:pt x="109824" y="0"/>
                    <a:pt x="123539" y="3048"/>
                    <a:pt x="134207" y="7620"/>
                  </a:cubicBezTo>
                  <a:cubicBezTo>
                    <a:pt x="144875" y="12192"/>
                    <a:pt x="154019" y="19812"/>
                    <a:pt x="161735" y="27432"/>
                  </a:cubicBezTo>
                  <a:cubicBezTo>
                    <a:pt x="167831" y="36671"/>
                    <a:pt x="173927" y="45815"/>
                    <a:pt x="176975" y="56483"/>
                  </a:cubicBezTo>
                  <a:cubicBezTo>
                    <a:pt x="180023" y="68675"/>
                    <a:pt x="181547" y="80867"/>
                    <a:pt x="181547" y="93059"/>
                  </a:cubicBezTo>
                  <a:lnTo>
                    <a:pt x="181547" y="99155"/>
                  </a:lnTo>
                  <a:close/>
                  <a:moveTo>
                    <a:pt x="144875" y="88487"/>
                  </a:moveTo>
                  <a:cubicBezTo>
                    <a:pt x="144875" y="70199"/>
                    <a:pt x="141827" y="54959"/>
                    <a:pt x="132683" y="44291"/>
                  </a:cubicBezTo>
                  <a:cubicBezTo>
                    <a:pt x="123539" y="33528"/>
                    <a:pt x="111347" y="28956"/>
                    <a:pt x="93059" y="28956"/>
                  </a:cubicBezTo>
                  <a:cubicBezTo>
                    <a:pt x="83915" y="28956"/>
                    <a:pt x="76295" y="30480"/>
                    <a:pt x="70104" y="33528"/>
                  </a:cubicBezTo>
                  <a:cubicBezTo>
                    <a:pt x="62484" y="36671"/>
                    <a:pt x="57912" y="41243"/>
                    <a:pt x="53340" y="47339"/>
                  </a:cubicBezTo>
                  <a:cubicBezTo>
                    <a:pt x="48768" y="51911"/>
                    <a:pt x="45720" y="58007"/>
                    <a:pt x="42672" y="65627"/>
                  </a:cubicBezTo>
                  <a:cubicBezTo>
                    <a:pt x="39624" y="73247"/>
                    <a:pt x="38100" y="80867"/>
                    <a:pt x="38100" y="88487"/>
                  </a:cubicBezTo>
                  <a:lnTo>
                    <a:pt x="144875" y="884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97" name="Path397"/>
            <p:cNvSpPr/>
            <p:nvPr/>
          </p:nvSpPr>
          <p:spPr>
            <a:xfrm>
              <a:off x="4132993" y="2135029"/>
              <a:ext cx="169355" cy="213646"/>
            </a:xfrm>
            <a:custGeom>
              <a:avLst/>
              <a:gdLst/>
              <a:ahLst/>
              <a:cxnLst/>
              <a:rect l="l" t="t" r="r" b="b"/>
              <a:pathLst>
                <a:path w="169355" h="213646">
                  <a:moveTo>
                    <a:pt x="169354" y="207550"/>
                  </a:moveTo>
                  <a:cubicBezTo>
                    <a:pt x="169354" y="207550"/>
                    <a:pt x="169354" y="209074"/>
                    <a:pt x="169354" y="210598"/>
                  </a:cubicBezTo>
                  <a:cubicBezTo>
                    <a:pt x="167830" y="210598"/>
                    <a:pt x="167830" y="210598"/>
                    <a:pt x="166307" y="212122"/>
                  </a:cubicBezTo>
                  <a:cubicBezTo>
                    <a:pt x="164783" y="212122"/>
                    <a:pt x="163258" y="213646"/>
                    <a:pt x="160210" y="213646"/>
                  </a:cubicBezTo>
                  <a:cubicBezTo>
                    <a:pt x="158686" y="213646"/>
                    <a:pt x="155639" y="213646"/>
                    <a:pt x="152590" y="213646"/>
                  </a:cubicBezTo>
                  <a:cubicBezTo>
                    <a:pt x="148018" y="213646"/>
                    <a:pt x="144970" y="213646"/>
                    <a:pt x="143446" y="213646"/>
                  </a:cubicBezTo>
                  <a:cubicBezTo>
                    <a:pt x="140398" y="213646"/>
                    <a:pt x="138874" y="212122"/>
                    <a:pt x="137351" y="212122"/>
                  </a:cubicBezTo>
                  <a:cubicBezTo>
                    <a:pt x="135826" y="212122"/>
                    <a:pt x="135826" y="210598"/>
                    <a:pt x="134302" y="210598"/>
                  </a:cubicBezTo>
                  <a:cubicBezTo>
                    <a:pt x="134302" y="209074"/>
                    <a:pt x="134302" y="207550"/>
                    <a:pt x="134302" y="207550"/>
                  </a:cubicBezTo>
                  <a:lnTo>
                    <a:pt x="134302" y="91535"/>
                  </a:lnTo>
                  <a:cubicBezTo>
                    <a:pt x="134302" y="80867"/>
                    <a:pt x="132778" y="71723"/>
                    <a:pt x="131254" y="64103"/>
                  </a:cubicBezTo>
                  <a:cubicBezTo>
                    <a:pt x="129730" y="58007"/>
                    <a:pt x="126683" y="51911"/>
                    <a:pt x="123634" y="47339"/>
                  </a:cubicBezTo>
                  <a:cubicBezTo>
                    <a:pt x="120586" y="41243"/>
                    <a:pt x="116014" y="38195"/>
                    <a:pt x="109918" y="35147"/>
                  </a:cubicBezTo>
                  <a:cubicBezTo>
                    <a:pt x="105346" y="32004"/>
                    <a:pt x="99251" y="32004"/>
                    <a:pt x="91535" y="32004"/>
                  </a:cubicBezTo>
                  <a:cubicBezTo>
                    <a:pt x="82391" y="32004"/>
                    <a:pt x="73247" y="35147"/>
                    <a:pt x="64103" y="41243"/>
                  </a:cubicBezTo>
                  <a:cubicBezTo>
                    <a:pt x="56483" y="47339"/>
                    <a:pt x="45815" y="56483"/>
                    <a:pt x="36671" y="68675"/>
                  </a:cubicBezTo>
                  <a:lnTo>
                    <a:pt x="36671" y="207550"/>
                  </a:lnTo>
                  <a:cubicBezTo>
                    <a:pt x="36671" y="207550"/>
                    <a:pt x="36671" y="209074"/>
                    <a:pt x="35147" y="210598"/>
                  </a:cubicBezTo>
                  <a:cubicBezTo>
                    <a:pt x="35147" y="210598"/>
                    <a:pt x="33623" y="210598"/>
                    <a:pt x="32099" y="212122"/>
                  </a:cubicBezTo>
                  <a:cubicBezTo>
                    <a:pt x="30575" y="212122"/>
                    <a:pt x="29051" y="213646"/>
                    <a:pt x="27527" y="213646"/>
                  </a:cubicBezTo>
                  <a:cubicBezTo>
                    <a:pt x="24479" y="213646"/>
                    <a:pt x="21431" y="213646"/>
                    <a:pt x="18383" y="213646"/>
                  </a:cubicBezTo>
                  <a:cubicBezTo>
                    <a:pt x="15335" y="213646"/>
                    <a:pt x="12287" y="213646"/>
                    <a:pt x="9144" y="213646"/>
                  </a:cubicBezTo>
                  <a:cubicBezTo>
                    <a:pt x="7620" y="213646"/>
                    <a:pt x="4572" y="212122"/>
                    <a:pt x="3048" y="212122"/>
                  </a:cubicBezTo>
                  <a:cubicBezTo>
                    <a:pt x="3048" y="212122"/>
                    <a:pt x="1524" y="210598"/>
                    <a:pt x="1524" y="210598"/>
                  </a:cubicBezTo>
                  <a:cubicBezTo>
                    <a:pt x="0" y="209074"/>
                    <a:pt x="0" y="207550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1524" y="7620"/>
                  </a:cubicBezTo>
                  <a:cubicBezTo>
                    <a:pt x="1524" y="6096"/>
                    <a:pt x="1524" y="6096"/>
                    <a:pt x="3048" y="4572"/>
                  </a:cubicBezTo>
                  <a:cubicBezTo>
                    <a:pt x="4572" y="4572"/>
                    <a:pt x="6096" y="3048"/>
                    <a:pt x="9144" y="3048"/>
                  </a:cubicBezTo>
                  <a:cubicBezTo>
                    <a:pt x="10668" y="3048"/>
                    <a:pt x="13811" y="3048"/>
                    <a:pt x="16859" y="3048"/>
                  </a:cubicBezTo>
                  <a:cubicBezTo>
                    <a:pt x="19907" y="3048"/>
                    <a:pt x="22955" y="3048"/>
                    <a:pt x="24479" y="3048"/>
                  </a:cubicBezTo>
                  <a:cubicBezTo>
                    <a:pt x="26003" y="3048"/>
                    <a:pt x="29051" y="4572"/>
                    <a:pt x="29051" y="4572"/>
                  </a:cubicBezTo>
                  <a:cubicBezTo>
                    <a:pt x="30575" y="6096"/>
                    <a:pt x="32099" y="6096"/>
                    <a:pt x="32099" y="7620"/>
                  </a:cubicBezTo>
                  <a:cubicBezTo>
                    <a:pt x="32099" y="7620"/>
                    <a:pt x="33623" y="9144"/>
                    <a:pt x="33623" y="10668"/>
                  </a:cubicBezTo>
                  <a:lnTo>
                    <a:pt x="33623" y="36671"/>
                  </a:lnTo>
                  <a:cubicBezTo>
                    <a:pt x="44291" y="22860"/>
                    <a:pt x="54959" y="15240"/>
                    <a:pt x="65627" y="9144"/>
                  </a:cubicBezTo>
                  <a:cubicBezTo>
                    <a:pt x="76295" y="3048"/>
                    <a:pt x="88487" y="0"/>
                    <a:pt x="99251" y="0"/>
                  </a:cubicBezTo>
                  <a:cubicBezTo>
                    <a:pt x="112966" y="0"/>
                    <a:pt x="123634" y="3048"/>
                    <a:pt x="132778" y="6096"/>
                  </a:cubicBezTo>
                  <a:cubicBezTo>
                    <a:pt x="141922" y="10668"/>
                    <a:pt x="148018" y="16764"/>
                    <a:pt x="154114" y="24384"/>
                  </a:cubicBezTo>
                  <a:cubicBezTo>
                    <a:pt x="160210" y="32004"/>
                    <a:pt x="163258" y="41243"/>
                    <a:pt x="166307" y="50387"/>
                  </a:cubicBezTo>
                  <a:cubicBezTo>
                    <a:pt x="167830" y="61055"/>
                    <a:pt x="169354" y="73247"/>
                    <a:pt x="169354" y="86963"/>
                  </a:cubicBezTo>
                  <a:lnTo>
                    <a:pt x="169354" y="2075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98" name="Path398"/>
            <p:cNvSpPr/>
            <p:nvPr/>
          </p:nvSpPr>
          <p:spPr>
            <a:xfrm>
              <a:off x="4338923" y="2086166"/>
              <a:ext cx="128207" cy="265557"/>
            </a:xfrm>
            <a:custGeom>
              <a:avLst/>
              <a:gdLst/>
              <a:ahLst/>
              <a:cxnLst/>
              <a:rect l="l" t="t" r="r" b="b"/>
              <a:pathLst>
                <a:path w="128207" h="265557">
                  <a:moveTo>
                    <a:pt x="128207" y="241173"/>
                  </a:moveTo>
                  <a:cubicBezTo>
                    <a:pt x="128207" y="245745"/>
                    <a:pt x="128207" y="248793"/>
                    <a:pt x="128207" y="251841"/>
                  </a:cubicBezTo>
                  <a:cubicBezTo>
                    <a:pt x="126587" y="253365"/>
                    <a:pt x="126587" y="256413"/>
                    <a:pt x="125063" y="256413"/>
                  </a:cubicBezTo>
                  <a:cubicBezTo>
                    <a:pt x="123539" y="257937"/>
                    <a:pt x="122015" y="259461"/>
                    <a:pt x="118967" y="259461"/>
                  </a:cubicBezTo>
                  <a:cubicBezTo>
                    <a:pt x="117443" y="260985"/>
                    <a:pt x="114395" y="262509"/>
                    <a:pt x="111347" y="262509"/>
                  </a:cubicBezTo>
                  <a:cubicBezTo>
                    <a:pt x="108299" y="264033"/>
                    <a:pt x="105251" y="264033"/>
                    <a:pt x="102203" y="264033"/>
                  </a:cubicBezTo>
                  <a:cubicBezTo>
                    <a:pt x="99155" y="264033"/>
                    <a:pt x="96107" y="265557"/>
                    <a:pt x="91535" y="265557"/>
                  </a:cubicBezTo>
                  <a:cubicBezTo>
                    <a:pt x="82391" y="265557"/>
                    <a:pt x="73247" y="264033"/>
                    <a:pt x="65627" y="260985"/>
                  </a:cubicBezTo>
                  <a:cubicBezTo>
                    <a:pt x="58007" y="257937"/>
                    <a:pt x="51911" y="254889"/>
                    <a:pt x="47339" y="248793"/>
                  </a:cubicBezTo>
                  <a:cubicBezTo>
                    <a:pt x="42767" y="242697"/>
                    <a:pt x="39624" y="236601"/>
                    <a:pt x="38100" y="227457"/>
                  </a:cubicBezTo>
                  <a:cubicBezTo>
                    <a:pt x="35052" y="219742"/>
                    <a:pt x="35052" y="209074"/>
                    <a:pt x="35052" y="198406"/>
                  </a:cubicBezTo>
                  <a:lnTo>
                    <a:pt x="35052" y="82391"/>
                  </a:lnTo>
                  <a:lnTo>
                    <a:pt x="7620" y="82391"/>
                  </a:lnTo>
                  <a:cubicBezTo>
                    <a:pt x="4572" y="82391"/>
                    <a:pt x="3048" y="82391"/>
                    <a:pt x="1524" y="79343"/>
                  </a:cubicBezTo>
                  <a:cubicBezTo>
                    <a:pt x="0" y="77819"/>
                    <a:pt x="0" y="73247"/>
                    <a:pt x="0" y="68675"/>
                  </a:cubicBezTo>
                  <a:cubicBezTo>
                    <a:pt x="0" y="65627"/>
                    <a:pt x="0" y="62579"/>
                    <a:pt x="0" y="61055"/>
                  </a:cubicBezTo>
                  <a:cubicBezTo>
                    <a:pt x="0" y="59531"/>
                    <a:pt x="1524" y="58007"/>
                    <a:pt x="1524" y="56483"/>
                  </a:cubicBezTo>
                  <a:cubicBezTo>
                    <a:pt x="1524" y="54959"/>
                    <a:pt x="3048" y="54959"/>
                    <a:pt x="4572" y="53435"/>
                  </a:cubicBezTo>
                  <a:cubicBezTo>
                    <a:pt x="4572" y="53435"/>
                    <a:pt x="6096" y="53435"/>
                    <a:pt x="7620" y="53435"/>
                  </a:cubicBezTo>
                  <a:lnTo>
                    <a:pt x="35052" y="53435"/>
                  </a:lnTo>
                  <a:lnTo>
                    <a:pt x="35052" y="6096"/>
                  </a:lnTo>
                  <a:cubicBezTo>
                    <a:pt x="35052" y="4572"/>
                    <a:pt x="35052" y="4572"/>
                    <a:pt x="35052" y="3048"/>
                  </a:cubicBezTo>
                  <a:cubicBezTo>
                    <a:pt x="35052" y="3048"/>
                    <a:pt x="36576" y="1524"/>
                    <a:pt x="38100" y="1524"/>
                  </a:cubicBezTo>
                  <a:cubicBezTo>
                    <a:pt x="39624" y="0"/>
                    <a:pt x="41243" y="0"/>
                    <a:pt x="44291" y="0"/>
                  </a:cubicBezTo>
                  <a:cubicBezTo>
                    <a:pt x="45815" y="0"/>
                    <a:pt x="48863" y="0"/>
                    <a:pt x="51911" y="0"/>
                  </a:cubicBezTo>
                  <a:cubicBezTo>
                    <a:pt x="56483" y="0"/>
                    <a:pt x="59531" y="0"/>
                    <a:pt x="61055" y="0"/>
                  </a:cubicBezTo>
                  <a:cubicBezTo>
                    <a:pt x="64103" y="0"/>
                    <a:pt x="65627" y="0"/>
                    <a:pt x="67151" y="1524"/>
                  </a:cubicBezTo>
                  <a:cubicBezTo>
                    <a:pt x="68675" y="1524"/>
                    <a:pt x="68675" y="3048"/>
                    <a:pt x="70199" y="3048"/>
                  </a:cubicBezTo>
                  <a:cubicBezTo>
                    <a:pt x="70199" y="4572"/>
                    <a:pt x="70199" y="4572"/>
                    <a:pt x="70199" y="6096"/>
                  </a:cubicBezTo>
                  <a:lnTo>
                    <a:pt x="70199" y="53435"/>
                  </a:lnTo>
                  <a:lnTo>
                    <a:pt x="120491" y="53435"/>
                  </a:lnTo>
                  <a:cubicBezTo>
                    <a:pt x="122015" y="53435"/>
                    <a:pt x="123539" y="53435"/>
                    <a:pt x="123539" y="53435"/>
                  </a:cubicBezTo>
                  <a:cubicBezTo>
                    <a:pt x="125063" y="54959"/>
                    <a:pt x="125063" y="54959"/>
                    <a:pt x="126587" y="56483"/>
                  </a:cubicBezTo>
                  <a:cubicBezTo>
                    <a:pt x="126587" y="58007"/>
                    <a:pt x="128207" y="59531"/>
                    <a:pt x="128207" y="61055"/>
                  </a:cubicBezTo>
                  <a:cubicBezTo>
                    <a:pt x="128207" y="62579"/>
                    <a:pt x="128207" y="65627"/>
                    <a:pt x="128207" y="68675"/>
                  </a:cubicBezTo>
                  <a:cubicBezTo>
                    <a:pt x="128207" y="73247"/>
                    <a:pt x="128207" y="77819"/>
                    <a:pt x="126587" y="79343"/>
                  </a:cubicBezTo>
                  <a:cubicBezTo>
                    <a:pt x="125063" y="82391"/>
                    <a:pt x="123539" y="82391"/>
                    <a:pt x="120491" y="82391"/>
                  </a:cubicBezTo>
                  <a:lnTo>
                    <a:pt x="70199" y="82391"/>
                  </a:lnTo>
                  <a:lnTo>
                    <a:pt x="70199" y="192310"/>
                  </a:lnTo>
                  <a:cubicBezTo>
                    <a:pt x="70199" y="206026"/>
                    <a:pt x="73247" y="216694"/>
                    <a:pt x="76295" y="224409"/>
                  </a:cubicBezTo>
                  <a:cubicBezTo>
                    <a:pt x="80867" y="230505"/>
                    <a:pt x="88487" y="233553"/>
                    <a:pt x="97631" y="233553"/>
                  </a:cubicBezTo>
                  <a:cubicBezTo>
                    <a:pt x="100679" y="233553"/>
                    <a:pt x="103727" y="233553"/>
                    <a:pt x="106775" y="233553"/>
                  </a:cubicBezTo>
                  <a:cubicBezTo>
                    <a:pt x="109823" y="232029"/>
                    <a:pt x="111347" y="232029"/>
                    <a:pt x="114395" y="230505"/>
                  </a:cubicBezTo>
                  <a:cubicBezTo>
                    <a:pt x="115919" y="230505"/>
                    <a:pt x="117443" y="228981"/>
                    <a:pt x="118967" y="228981"/>
                  </a:cubicBezTo>
                  <a:cubicBezTo>
                    <a:pt x="120491" y="228981"/>
                    <a:pt x="122015" y="227457"/>
                    <a:pt x="123539" y="227457"/>
                  </a:cubicBezTo>
                  <a:cubicBezTo>
                    <a:pt x="123539" y="227457"/>
                    <a:pt x="125063" y="227457"/>
                    <a:pt x="125063" y="228981"/>
                  </a:cubicBezTo>
                  <a:cubicBezTo>
                    <a:pt x="126587" y="228981"/>
                    <a:pt x="126587" y="228981"/>
                    <a:pt x="126587" y="230505"/>
                  </a:cubicBezTo>
                  <a:cubicBezTo>
                    <a:pt x="126587" y="232029"/>
                    <a:pt x="128207" y="233553"/>
                    <a:pt x="128207" y="235077"/>
                  </a:cubicBezTo>
                  <a:cubicBezTo>
                    <a:pt x="128207" y="236601"/>
                    <a:pt x="128207" y="238125"/>
                    <a:pt x="128207" y="2411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399" name="Path399"/>
            <p:cNvSpPr/>
            <p:nvPr/>
          </p:nvSpPr>
          <p:spPr>
            <a:xfrm>
              <a:off x="4499229" y="2135029"/>
              <a:ext cx="138779" cy="216693"/>
            </a:xfrm>
            <a:custGeom>
              <a:avLst/>
              <a:gdLst/>
              <a:ahLst/>
              <a:cxnLst/>
              <a:rect l="l" t="t" r="r" b="b"/>
              <a:pathLst>
                <a:path w="138779" h="216693">
                  <a:moveTo>
                    <a:pt x="138779" y="152591"/>
                  </a:moveTo>
                  <a:cubicBezTo>
                    <a:pt x="138779" y="163259"/>
                    <a:pt x="137255" y="172498"/>
                    <a:pt x="134207" y="180118"/>
                  </a:cubicBezTo>
                  <a:cubicBezTo>
                    <a:pt x="129635" y="187738"/>
                    <a:pt x="125063" y="195358"/>
                    <a:pt x="117443" y="199930"/>
                  </a:cubicBezTo>
                  <a:cubicBezTo>
                    <a:pt x="111347" y="206026"/>
                    <a:pt x="103727" y="209074"/>
                    <a:pt x="93059" y="212122"/>
                  </a:cubicBezTo>
                  <a:cubicBezTo>
                    <a:pt x="83915" y="215170"/>
                    <a:pt x="73152" y="216694"/>
                    <a:pt x="62484" y="216694"/>
                  </a:cubicBezTo>
                  <a:cubicBezTo>
                    <a:pt x="54864" y="216694"/>
                    <a:pt x="48768" y="216694"/>
                    <a:pt x="42672" y="215170"/>
                  </a:cubicBezTo>
                  <a:cubicBezTo>
                    <a:pt x="35052" y="213646"/>
                    <a:pt x="30480" y="212122"/>
                    <a:pt x="24384" y="210598"/>
                  </a:cubicBezTo>
                  <a:cubicBezTo>
                    <a:pt x="19812" y="209074"/>
                    <a:pt x="15240" y="207550"/>
                    <a:pt x="12192" y="206026"/>
                  </a:cubicBezTo>
                  <a:cubicBezTo>
                    <a:pt x="9144" y="204502"/>
                    <a:pt x="6096" y="201454"/>
                    <a:pt x="4572" y="199930"/>
                  </a:cubicBezTo>
                  <a:cubicBezTo>
                    <a:pt x="3048" y="199930"/>
                    <a:pt x="1524" y="196882"/>
                    <a:pt x="1524" y="193834"/>
                  </a:cubicBezTo>
                  <a:cubicBezTo>
                    <a:pt x="0" y="192310"/>
                    <a:pt x="0" y="187738"/>
                    <a:pt x="0" y="183166"/>
                  </a:cubicBezTo>
                  <a:cubicBezTo>
                    <a:pt x="0" y="181642"/>
                    <a:pt x="0" y="178594"/>
                    <a:pt x="0" y="177070"/>
                  </a:cubicBezTo>
                  <a:cubicBezTo>
                    <a:pt x="0" y="175546"/>
                    <a:pt x="1524" y="174022"/>
                    <a:pt x="1524" y="172498"/>
                  </a:cubicBezTo>
                  <a:cubicBezTo>
                    <a:pt x="1524" y="170879"/>
                    <a:pt x="3048" y="170879"/>
                    <a:pt x="3048" y="169355"/>
                  </a:cubicBezTo>
                  <a:cubicBezTo>
                    <a:pt x="4572" y="169355"/>
                    <a:pt x="4572" y="169355"/>
                    <a:pt x="6096" y="169355"/>
                  </a:cubicBezTo>
                  <a:cubicBezTo>
                    <a:pt x="7620" y="169355"/>
                    <a:pt x="10668" y="169355"/>
                    <a:pt x="13716" y="172498"/>
                  </a:cubicBezTo>
                  <a:cubicBezTo>
                    <a:pt x="16764" y="174022"/>
                    <a:pt x="19812" y="175546"/>
                    <a:pt x="24384" y="178594"/>
                  </a:cubicBezTo>
                  <a:cubicBezTo>
                    <a:pt x="28956" y="180118"/>
                    <a:pt x="35052" y="183166"/>
                    <a:pt x="41148" y="184690"/>
                  </a:cubicBezTo>
                  <a:cubicBezTo>
                    <a:pt x="47244" y="186214"/>
                    <a:pt x="54864" y="187738"/>
                    <a:pt x="62484" y="187738"/>
                  </a:cubicBezTo>
                  <a:cubicBezTo>
                    <a:pt x="68580" y="187738"/>
                    <a:pt x="74676" y="187738"/>
                    <a:pt x="79248" y="186214"/>
                  </a:cubicBezTo>
                  <a:cubicBezTo>
                    <a:pt x="83915" y="184690"/>
                    <a:pt x="88487" y="183166"/>
                    <a:pt x="93059" y="180118"/>
                  </a:cubicBezTo>
                  <a:cubicBezTo>
                    <a:pt x="96107" y="177070"/>
                    <a:pt x="99155" y="174022"/>
                    <a:pt x="100679" y="170879"/>
                  </a:cubicBezTo>
                  <a:cubicBezTo>
                    <a:pt x="102203" y="166307"/>
                    <a:pt x="103727" y="161735"/>
                    <a:pt x="103727" y="155639"/>
                  </a:cubicBezTo>
                  <a:cubicBezTo>
                    <a:pt x="103727" y="151067"/>
                    <a:pt x="102203" y="146495"/>
                    <a:pt x="99155" y="141923"/>
                  </a:cubicBezTo>
                  <a:cubicBezTo>
                    <a:pt x="96107" y="138875"/>
                    <a:pt x="93059" y="134303"/>
                    <a:pt x="88487" y="132779"/>
                  </a:cubicBezTo>
                  <a:cubicBezTo>
                    <a:pt x="83915" y="129731"/>
                    <a:pt x="77724" y="126683"/>
                    <a:pt x="73152" y="123635"/>
                  </a:cubicBezTo>
                  <a:cubicBezTo>
                    <a:pt x="67056" y="122111"/>
                    <a:pt x="60960" y="119063"/>
                    <a:pt x="54864" y="117539"/>
                  </a:cubicBezTo>
                  <a:cubicBezTo>
                    <a:pt x="48768" y="114491"/>
                    <a:pt x="42672" y="111443"/>
                    <a:pt x="36576" y="108395"/>
                  </a:cubicBezTo>
                  <a:cubicBezTo>
                    <a:pt x="30480" y="105347"/>
                    <a:pt x="24384" y="102203"/>
                    <a:pt x="19812" y="97631"/>
                  </a:cubicBezTo>
                  <a:cubicBezTo>
                    <a:pt x="15240" y="93059"/>
                    <a:pt x="12192" y="86963"/>
                    <a:pt x="9144" y="80867"/>
                  </a:cubicBezTo>
                  <a:cubicBezTo>
                    <a:pt x="6096" y="74771"/>
                    <a:pt x="4572" y="67152"/>
                    <a:pt x="4572" y="58008"/>
                  </a:cubicBezTo>
                  <a:cubicBezTo>
                    <a:pt x="4572" y="50387"/>
                    <a:pt x="6096" y="42767"/>
                    <a:pt x="9144" y="36671"/>
                  </a:cubicBezTo>
                  <a:cubicBezTo>
                    <a:pt x="12192" y="28956"/>
                    <a:pt x="16764" y="22860"/>
                    <a:pt x="22860" y="18288"/>
                  </a:cubicBezTo>
                  <a:cubicBezTo>
                    <a:pt x="28956" y="12192"/>
                    <a:pt x="36576" y="7620"/>
                    <a:pt x="45720" y="4572"/>
                  </a:cubicBezTo>
                  <a:cubicBezTo>
                    <a:pt x="54864" y="1524"/>
                    <a:pt x="64008" y="0"/>
                    <a:pt x="76200" y="0"/>
                  </a:cubicBezTo>
                  <a:cubicBezTo>
                    <a:pt x="82391" y="0"/>
                    <a:pt x="86963" y="0"/>
                    <a:pt x="93059" y="1524"/>
                  </a:cubicBezTo>
                  <a:cubicBezTo>
                    <a:pt x="97631" y="3048"/>
                    <a:pt x="102203" y="3048"/>
                    <a:pt x="106775" y="4572"/>
                  </a:cubicBezTo>
                  <a:cubicBezTo>
                    <a:pt x="111347" y="6096"/>
                    <a:pt x="114395" y="7620"/>
                    <a:pt x="117443" y="9144"/>
                  </a:cubicBezTo>
                  <a:cubicBezTo>
                    <a:pt x="120491" y="10668"/>
                    <a:pt x="122015" y="12192"/>
                    <a:pt x="123539" y="13716"/>
                  </a:cubicBezTo>
                  <a:cubicBezTo>
                    <a:pt x="125063" y="13716"/>
                    <a:pt x="126587" y="15240"/>
                    <a:pt x="126587" y="16764"/>
                  </a:cubicBezTo>
                  <a:cubicBezTo>
                    <a:pt x="128111" y="16764"/>
                    <a:pt x="128111" y="18288"/>
                    <a:pt x="128111" y="18288"/>
                  </a:cubicBezTo>
                  <a:cubicBezTo>
                    <a:pt x="128111" y="19812"/>
                    <a:pt x="128111" y="21336"/>
                    <a:pt x="129635" y="22860"/>
                  </a:cubicBezTo>
                  <a:cubicBezTo>
                    <a:pt x="129635" y="24384"/>
                    <a:pt x="129635" y="25908"/>
                    <a:pt x="129635" y="28956"/>
                  </a:cubicBezTo>
                  <a:cubicBezTo>
                    <a:pt x="129635" y="32004"/>
                    <a:pt x="129635" y="33528"/>
                    <a:pt x="129635" y="35147"/>
                  </a:cubicBezTo>
                  <a:cubicBezTo>
                    <a:pt x="128111" y="36671"/>
                    <a:pt x="128111" y="38195"/>
                    <a:pt x="128111" y="39719"/>
                  </a:cubicBezTo>
                  <a:cubicBezTo>
                    <a:pt x="128111" y="41243"/>
                    <a:pt x="126587" y="41243"/>
                    <a:pt x="126587" y="42767"/>
                  </a:cubicBezTo>
                  <a:cubicBezTo>
                    <a:pt x="125063" y="42767"/>
                    <a:pt x="125063" y="42767"/>
                    <a:pt x="123539" y="42767"/>
                  </a:cubicBezTo>
                  <a:cubicBezTo>
                    <a:pt x="122015" y="42767"/>
                    <a:pt x="120491" y="42767"/>
                    <a:pt x="117443" y="41243"/>
                  </a:cubicBezTo>
                  <a:cubicBezTo>
                    <a:pt x="115919" y="39719"/>
                    <a:pt x="112871" y="38195"/>
                    <a:pt x="108299" y="35147"/>
                  </a:cubicBezTo>
                  <a:cubicBezTo>
                    <a:pt x="103727" y="33528"/>
                    <a:pt x="99155" y="32004"/>
                    <a:pt x="94583" y="30480"/>
                  </a:cubicBezTo>
                  <a:cubicBezTo>
                    <a:pt x="88487" y="28956"/>
                    <a:pt x="82391" y="27432"/>
                    <a:pt x="76200" y="27432"/>
                  </a:cubicBezTo>
                  <a:cubicBezTo>
                    <a:pt x="70104" y="27432"/>
                    <a:pt x="64008" y="28956"/>
                    <a:pt x="59436" y="30480"/>
                  </a:cubicBezTo>
                  <a:cubicBezTo>
                    <a:pt x="54864" y="32004"/>
                    <a:pt x="51816" y="33528"/>
                    <a:pt x="48768" y="36671"/>
                  </a:cubicBezTo>
                  <a:cubicBezTo>
                    <a:pt x="45720" y="38195"/>
                    <a:pt x="42672" y="41243"/>
                    <a:pt x="41148" y="45815"/>
                  </a:cubicBezTo>
                  <a:cubicBezTo>
                    <a:pt x="39624" y="48863"/>
                    <a:pt x="39624" y="51911"/>
                    <a:pt x="39624" y="56483"/>
                  </a:cubicBezTo>
                  <a:cubicBezTo>
                    <a:pt x="39624" y="62580"/>
                    <a:pt x="41148" y="67152"/>
                    <a:pt x="44196" y="70199"/>
                  </a:cubicBezTo>
                  <a:cubicBezTo>
                    <a:pt x="47244" y="74771"/>
                    <a:pt x="50292" y="77819"/>
                    <a:pt x="54864" y="80867"/>
                  </a:cubicBezTo>
                  <a:cubicBezTo>
                    <a:pt x="59436" y="83915"/>
                    <a:pt x="65532" y="86963"/>
                    <a:pt x="71628" y="88487"/>
                  </a:cubicBezTo>
                  <a:cubicBezTo>
                    <a:pt x="77724" y="91536"/>
                    <a:pt x="83915" y="93059"/>
                    <a:pt x="90011" y="96108"/>
                  </a:cubicBezTo>
                  <a:cubicBezTo>
                    <a:pt x="96107" y="99155"/>
                    <a:pt x="102203" y="100680"/>
                    <a:pt x="108299" y="103823"/>
                  </a:cubicBezTo>
                  <a:cubicBezTo>
                    <a:pt x="114395" y="106871"/>
                    <a:pt x="118967" y="111443"/>
                    <a:pt x="123539" y="116015"/>
                  </a:cubicBezTo>
                  <a:cubicBezTo>
                    <a:pt x="128111" y="120587"/>
                    <a:pt x="132683" y="125159"/>
                    <a:pt x="135731" y="131255"/>
                  </a:cubicBezTo>
                  <a:cubicBezTo>
                    <a:pt x="137255" y="137351"/>
                    <a:pt x="138779" y="144971"/>
                    <a:pt x="138779" y="15259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400" name="Path400"/>
          <p:cNvSpPr/>
          <p:nvPr/>
        </p:nvSpPr>
        <p:spPr>
          <a:xfrm>
            <a:off x="4776883" y="2135029"/>
            <a:ext cx="161734" cy="216693"/>
          </a:xfrm>
          <a:custGeom>
            <a:avLst/>
            <a:gdLst/>
            <a:ahLst/>
            <a:cxnLst/>
            <a:rect l="l" t="t" r="r" b="b"/>
            <a:pathLst>
              <a:path w="161734" h="216693">
                <a:moveTo>
                  <a:pt x="161734" y="207550"/>
                </a:moveTo>
                <a:cubicBezTo>
                  <a:pt x="161734" y="209074"/>
                  <a:pt x="161734" y="210598"/>
                  <a:pt x="160210" y="210598"/>
                </a:cubicBezTo>
                <a:cubicBezTo>
                  <a:pt x="158686" y="212122"/>
                  <a:pt x="157163" y="212122"/>
                  <a:pt x="155638" y="213646"/>
                </a:cubicBezTo>
                <a:cubicBezTo>
                  <a:pt x="152590" y="213646"/>
                  <a:pt x="149447" y="213646"/>
                  <a:pt x="146399" y="213646"/>
                </a:cubicBezTo>
                <a:cubicBezTo>
                  <a:pt x="141827" y="213646"/>
                  <a:pt x="138779" y="213646"/>
                  <a:pt x="137255" y="213646"/>
                </a:cubicBezTo>
                <a:cubicBezTo>
                  <a:pt x="134207" y="212122"/>
                  <a:pt x="132683" y="212122"/>
                  <a:pt x="132683" y="210598"/>
                </a:cubicBezTo>
                <a:cubicBezTo>
                  <a:pt x="131159" y="210598"/>
                  <a:pt x="131159" y="209074"/>
                  <a:pt x="131159" y="207550"/>
                </a:cubicBezTo>
                <a:lnTo>
                  <a:pt x="131159" y="187738"/>
                </a:lnTo>
                <a:cubicBezTo>
                  <a:pt x="122015" y="196882"/>
                  <a:pt x="112871" y="204502"/>
                  <a:pt x="102203" y="209074"/>
                </a:cubicBezTo>
                <a:cubicBezTo>
                  <a:pt x="91535" y="213646"/>
                  <a:pt x="79343" y="216694"/>
                  <a:pt x="68675" y="216694"/>
                </a:cubicBezTo>
                <a:cubicBezTo>
                  <a:pt x="57912" y="216694"/>
                  <a:pt x="48768" y="215170"/>
                  <a:pt x="39624" y="212122"/>
                </a:cubicBezTo>
                <a:cubicBezTo>
                  <a:pt x="32004" y="210598"/>
                  <a:pt x="24384" y="206026"/>
                  <a:pt x="18288" y="201454"/>
                </a:cubicBezTo>
                <a:cubicBezTo>
                  <a:pt x="12192" y="195358"/>
                  <a:pt x="7620" y="189262"/>
                  <a:pt x="4572" y="181642"/>
                </a:cubicBezTo>
                <a:cubicBezTo>
                  <a:pt x="1524" y="174022"/>
                  <a:pt x="0" y="166307"/>
                  <a:pt x="0" y="157163"/>
                </a:cubicBezTo>
                <a:cubicBezTo>
                  <a:pt x="0" y="144970"/>
                  <a:pt x="1524" y="135826"/>
                  <a:pt x="6096" y="128207"/>
                </a:cubicBezTo>
                <a:cubicBezTo>
                  <a:pt x="10668" y="119063"/>
                  <a:pt x="18288" y="112967"/>
                  <a:pt x="25908" y="106870"/>
                </a:cubicBezTo>
                <a:cubicBezTo>
                  <a:pt x="35052" y="102203"/>
                  <a:pt x="44196" y="97631"/>
                  <a:pt x="57912" y="94583"/>
                </a:cubicBezTo>
                <a:cubicBezTo>
                  <a:pt x="70199" y="93059"/>
                  <a:pt x="83915" y="91535"/>
                  <a:pt x="99155" y="91535"/>
                </a:cubicBezTo>
                <a:lnTo>
                  <a:pt x="125063" y="91535"/>
                </a:lnTo>
                <a:lnTo>
                  <a:pt x="125063" y="76295"/>
                </a:lnTo>
                <a:cubicBezTo>
                  <a:pt x="125063" y="68675"/>
                  <a:pt x="125063" y="61055"/>
                  <a:pt x="123539" y="56483"/>
                </a:cubicBezTo>
                <a:cubicBezTo>
                  <a:pt x="122015" y="50387"/>
                  <a:pt x="118967" y="45815"/>
                  <a:pt x="115919" y="41243"/>
                </a:cubicBezTo>
                <a:cubicBezTo>
                  <a:pt x="111347" y="36671"/>
                  <a:pt x="106775" y="35147"/>
                  <a:pt x="102203" y="32004"/>
                </a:cubicBezTo>
                <a:cubicBezTo>
                  <a:pt x="96107" y="30480"/>
                  <a:pt x="88487" y="28956"/>
                  <a:pt x="80867" y="28956"/>
                </a:cubicBezTo>
                <a:cubicBezTo>
                  <a:pt x="71723" y="28956"/>
                  <a:pt x="64008" y="30480"/>
                  <a:pt x="56388" y="32004"/>
                </a:cubicBezTo>
                <a:cubicBezTo>
                  <a:pt x="50292" y="35147"/>
                  <a:pt x="42672" y="36671"/>
                  <a:pt x="38100" y="39719"/>
                </a:cubicBezTo>
                <a:cubicBezTo>
                  <a:pt x="33528" y="42767"/>
                  <a:pt x="28956" y="44291"/>
                  <a:pt x="24384" y="47339"/>
                </a:cubicBezTo>
                <a:cubicBezTo>
                  <a:pt x="21336" y="48863"/>
                  <a:pt x="18288" y="50387"/>
                  <a:pt x="16764" y="50387"/>
                </a:cubicBezTo>
                <a:cubicBezTo>
                  <a:pt x="15240" y="50387"/>
                  <a:pt x="15240" y="48863"/>
                  <a:pt x="13716" y="48863"/>
                </a:cubicBezTo>
                <a:cubicBezTo>
                  <a:pt x="12192" y="48863"/>
                  <a:pt x="12192" y="47339"/>
                  <a:pt x="10668" y="45815"/>
                </a:cubicBezTo>
                <a:cubicBezTo>
                  <a:pt x="10668" y="45815"/>
                  <a:pt x="10668" y="44291"/>
                  <a:pt x="10668" y="41243"/>
                </a:cubicBezTo>
                <a:cubicBezTo>
                  <a:pt x="9144" y="39719"/>
                  <a:pt x="9144" y="38195"/>
                  <a:pt x="9144" y="35147"/>
                </a:cubicBezTo>
                <a:cubicBezTo>
                  <a:pt x="9144" y="32004"/>
                  <a:pt x="9144" y="28956"/>
                  <a:pt x="10668" y="27432"/>
                </a:cubicBezTo>
                <a:cubicBezTo>
                  <a:pt x="10668" y="24384"/>
                  <a:pt x="12192" y="22860"/>
                  <a:pt x="13716" y="21336"/>
                </a:cubicBezTo>
                <a:cubicBezTo>
                  <a:pt x="15240" y="19812"/>
                  <a:pt x="19812" y="16764"/>
                  <a:pt x="24384" y="13716"/>
                </a:cubicBezTo>
                <a:cubicBezTo>
                  <a:pt x="28956" y="12192"/>
                  <a:pt x="35052" y="9144"/>
                  <a:pt x="41148" y="7620"/>
                </a:cubicBezTo>
                <a:cubicBezTo>
                  <a:pt x="47244" y="6096"/>
                  <a:pt x="53340" y="3048"/>
                  <a:pt x="60960" y="1524"/>
                </a:cubicBezTo>
                <a:cubicBezTo>
                  <a:pt x="68675" y="1524"/>
                  <a:pt x="76295" y="0"/>
                  <a:pt x="83915" y="0"/>
                </a:cubicBezTo>
                <a:cubicBezTo>
                  <a:pt x="97631" y="0"/>
                  <a:pt x="109823" y="1524"/>
                  <a:pt x="120491" y="4572"/>
                </a:cubicBezTo>
                <a:cubicBezTo>
                  <a:pt x="129635" y="7620"/>
                  <a:pt x="137255" y="12192"/>
                  <a:pt x="143351" y="18288"/>
                </a:cubicBezTo>
                <a:cubicBezTo>
                  <a:pt x="149447" y="24384"/>
                  <a:pt x="154114" y="33528"/>
                  <a:pt x="157163" y="42767"/>
                </a:cubicBezTo>
                <a:cubicBezTo>
                  <a:pt x="160210" y="51911"/>
                  <a:pt x="161734" y="62579"/>
                  <a:pt x="161734" y="74771"/>
                </a:cubicBezTo>
                <a:lnTo>
                  <a:pt x="161734" y="207550"/>
                </a:lnTo>
                <a:close/>
                <a:moveTo>
                  <a:pt x="125063" y="117539"/>
                </a:moveTo>
                <a:lnTo>
                  <a:pt x="94583" y="117539"/>
                </a:lnTo>
                <a:cubicBezTo>
                  <a:pt x="85439" y="117539"/>
                  <a:pt x="76295" y="117539"/>
                  <a:pt x="68675" y="119063"/>
                </a:cubicBezTo>
                <a:cubicBezTo>
                  <a:pt x="62484" y="122111"/>
                  <a:pt x="56388" y="123635"/>
                  <a:pt x="50292" y="126683"/>
                </a:cubicBezTo>
                <a:cubicBezTo>
                  <a:pt x="45720" y="129730"/>
                  <a:pt x="42672" y="134302"/>
                  <a:pt x="39624" y="138874"/>
                </a:cubicBezTo>
                <a:cubicBezTo>
                  <a:pt x="38100" y="143446"/>
                  <a:pt x="36576" y="149542"/>
                  <a:pt x="36576" y="154114"/>
                </a:cubicBezTo>
                <a:cubicBezTo>
                  <a:pt x="36576" y="164783"/>
                  <a:pt x="39624" y="172498"/>
                  <a:pt x="47244" y="178594"/>
                </a:cubicBezTo>
                <a:cubicBezTo>
                  <a:pt x="53340" y="184690"/>
                  <a:pt x="62484" y="187738"/>
                  <a:pt x="73247" y="187738"/>
                </a:cubicBezTo>
                <a:cubicBezTo>
                  <a:pt x="83915" y="187738"/>
                  <a:pt x="91535" y="186214"/>
                  <a:pt x="100679" y="181642"/>
                </a:cubicBezTo>
                <a:cubicBezTo>
                  <a:pt x="108299" y="177070"/>
                  <a:pt x="117443" y="169354"/>
                  <a:pt x="125063" y="158686"/>
                </a:cubicBezTo>
                <a:lnTo>
                  <a:pt x="125063" y="117539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401" name="Group401"/>
          <p:cNvGrpSpPr/>
          <p:nvPr/>
        </p:nvGrpSpPr>
        <p:grpSpPr>
          <a:xfrm>
            <a:off x="5004149" y="2135029"/>
            <a:ext cx="320422" cy="216694"/>
            <a:chOff x="5004149" y="2135029"/>
            <a:chExt cx="320422" cy="216694"/>
          </a:xfrm>
        </p:grpSpPr>
        <p:sp>
          <p:nvSpPr>
            <p:cNvPr id="402" name="Path402"/>
            <p:cNvSpPr/>
            <p:nvPr/>
          </p:nvSpPr>
          <p:spPr>
            <a:xfrm>
              <a:off x="5004149" y="2135029"/>
              <a:ext cx="116014" cy="213646"/>
            </a:xfrm>
            <a:custGeom>
              <a:avLst/>
              <a:gdLst/>
              <a:ahLst/>
              <a:cxnLst/>
              <a:rect l="l" t="t" r="r" b="b"/>
              <a:pathLst>
                <a:path w="116014" h="213646">
                  <a:moveTo>
                    <a:pt x="116015" y="22860"/>
                  </a:moveTo>
                  <a:cubicBezTo>
                    <a:pt x="116015" y="25908"/>
                    <a:pt x="116015" y="28956"/>
                    <a:pt x="116015" y="30480"/>
                  </a:cubicBezTo>
                  <a:cubicBezTo>
                    <a:pt x="116015" y="33528"/>
                    <a:pt x="114491" y="35147"/>
                    <a:pt x="114491" y="36671"/>
                  </a:cubicBezTo>
                  <a:cubicBezTo>
                    <a:pt x="114491" y="36671"/>
                    <a:pt x="112967" y="38195"/>
                    <a:pt x="112967" y="39719"/>
                  </a:cubicBezTo>
                  <a:cubicBezTo>
                    <a:pt x="112967" y="39719"/>
                    <a:pt x="111443" y="39719"/>
                    <a:pt x="109918" y="39719"/>
                  </a:cubicBezTo>
                  <a:cubicBezTo>
                    <a:pt x="109918" y="39719"/>
                    <a:pt x="108395" y="39719"/>
                    <a:pt x="105347" y="39719"/>
                  </a:cubicBezTo>
                  <a:cubicBezTo>
                    <a:pt x="103823" y="38195"/>
                    <a:pt x="102299" y="38195"/>
                    <a:pt x="100774" y="36671"/>
                  </a:cubicBezTo>
                  <a:cubicBezTo>
                    <a:pt x="97631" y="36671"/>
                    <a:pt x="96107" y="35147"/>
                    <a:pt x="93059" y="35147"/>
                  </a:cubicBezTo>
                  <a:cubicBezTo>
                    <a:pt x="90012" y="35147"/>
                    <a:pt x="86963" y="33528"/>
                    <a:pt x="83915" y="33528"/>
                  </a:cubicBezTo>
                  <a:cubicBezTo>
                    <a:pt x="80868" y="33528"/>
                    <a:pt x="77819" y="35147"/>
                    <a:pt x="73247" y="36671"/>
                  </a:cubicBezTo>
                  <a:cubicBezTo>
                    <a:pt x="70199" y="38195"/>
                    <a:pt x="67151" y="39719"/>
                    <a:pt x="62580" y="44291"/>
                  </a:cubicBezTo>
                  <a:cubicBezTo>
                    <a:pt x="59531" y="47339"/>
                    <a:pt x="54959" y="51911"/>
                    <a:pt x="50387" y="56483"/>
                  </a:cubicBezTo>
                  <a:cubicBezTo>
                    <a:pt x="45815" y="62579"/>
                    <a:pt x="41243" y="68675"/>
                    <a:pt x="36671" y="77819"/>
                  </a:cubicBezTo>
                  <a:lnTo>
                    <a:pt x="36671" y="207550"/>
                  </a:lnTo>
                  <a:cubicBezTo>
                    <a:pt x="36671" y="207550"/>
                    <a:pt x="36671" y="209074"/>
                    <a:pt x="35147" y="210598"/>
                  </a:cubicBezTo>
                  <a:cubicBezTo>
                    <a:pt x="35147" y="210598"/>
                    <a:pt x="33624" y="210598"/>
                    <a:pt x="33624" y="212122"/>
                  </a:cubicBezTo>
                  <a:cubicBezTo>
                    <a:pt x="32099" y="212122"/>
                    <a:pt x="30575" y="213646"/>
                    <a:pt x="27527" y="213646"/>
                  </a:cubicBezTo>
                  <a:cubicBezTo>
                    <a:pt x="26003" y="213646"/>
                    <a:pt x="22956" y="213646"/>
                    <a:pt x="18383" y="213646"/>
                  </a:cubicBezTo>
                  <a:cubicBezTo>
                    <a:pt x="15335" y="213646"/>
                    <a:pt x="12192" y="213646"/>
                    <a:pt x="9144" y="213646"/>
                  </a:cubicBezTo>
                  <a:cubicBezTo>
                    <a:pt x="7620" y="213646"/>
                    <a:pt x="6096" y="212122"/>
                    <a:pt x="4572" y="212122"/>
                  </a:cubicBezTo>
                  <a:cubicBezTo>
                    <a:pt x="3048" y="212122"/>
                    <a:pt x="1524" y="210598"/>
                    <a:pt x="1524" y="210598"/>
                  </a:cubicBezTo>
                  <a:cubicBezTo>
                    <a:pt x="1524" y="209074"/>
                    <a:pt x="0" y="207550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1524" y="7620"/>
                    <a:pt x="1524" y="7620"/>
                  </a:cubicBezTo>
                  <a:cubicBezTo>
                    <a:pt x="1524" y="6096"/>
                    <a:pt x="3048" y="6096"/>
                    <a:pt x="4572" y="4572"/>
                  </a:cubicBezTo>
                  <a:cubicBezTo>
                    <a:pt x="4572" y="4572"/>
                    <a:pt x="6096" y="3048"/>
                    <a:pt x="9144" y="3048"/>
                  </a:cubicBezTo>
                  <a:cubicBezTo>
                    <a:pt x="10668" y="3048"/>
                    <a:pt x="13812" y="3048"/>
                    <a:pt x="16859" y="3048"/>
                  </a:cubicBezTo>
                  <a:cubicBezTo>
                    <a:pt x="19907" y="3048"/>
                    <a:pt x="22956" y="3048"/>
                    <a:pt x="24480" y="3048"/>
                  </a:cubicBezTo>
                  <a:cubicBezTo>
                    <a:pt x="27527" y="3048"/>
                    <a:pt x="29051" y="4572"/>
                    <a:pt x="30575" y="4572"/>
                  </a:cubicBezTo>
                  <a:cubicBezTo>
                    <a:pt x="30575" y="6096"/>
                    <a:pt x="32099" y="6096"/>
                    <a:pt x="32099" y="7620"/>
                  </a:cubicBezTo>
                  <a:cubicBezTo>
                    <a:pt x="33624" y="7620"/>
                    <a:pt x="33624" y="9144"/>
                    <a:pt x="33624" y="10668"/>
                  </a:cubicBezTo>
                  <a:lnTo>
                    <a:pt x="33624" y="38195"/>
                  </a:lnTo>
                  <a:cubicBezTo>
                    <a:pt x="38195" y="30480"/>
                    <a:pt x="44291" y="24384"/>
                    <a:pt x="48863" y="19812"/>
                  </a:cubicBezTo>
                  <a:cubicBezTo>
                    <a:pt x="53436" y="13716"/>
                    <a:pt x="58007" y="10668"/>
                    <a:pt x="62580" y="7620"/>
                  </a:cubicBezTo>
                  <a:cubicBezTo>
                    <a:pt x="65627" y="4572"/>
                    <a:pt x="70199" y="3048"/>
                    <a:pt x="74771" y="1524"/>
                  </a:cubicBezTo>
                  <a:cubicBezTo>
                    <a:pt x="79343" y="0"/>
                    <a:pt x="82391" y="0"/>
                    <a:pt x="86963" y="0"/>
                  </a:cubicBezTo>
                  <a:cubicBezTo>
                    <a:pt x="88487" y="0"/>
                    <a:pt x="91536" y="0"/>
                    <a:pt x="93059" y="0"/>
                  </a:cubicBezTo>
                  <a:cubicBezTo>
                    <a:pt x="96107" y="0"/>
                    <a:pt x="97631" y="1524"/>
                    <a:pt x="100774" y="1524"/>
                  </a:cubicBezTo>
                  <a:cubicBezTo>
                    <a:pt x="103823" y="1524"/>
                    <a:pt x="105347" y="3048"/>
                    <a:pt x="108395" y="3048"/>
                  </a:cubicBezTo>
                  <a:cubicBezTo>
                    <a:pt x="109918" y="4572"/>
                    <a:pt x="111443" y="4572"/>
                    <a:pt x="112967" y="6096"/>
                  </a:cubicBezTo>
                  <a:cubicBezTo>
                    <a:pt x="112967" y="6096"/>
                    <a:pt x="114491" y="7620"/>
                    <a:pt x="114491" y="7620"/>
                  </a:cubicBezTo>
                  <a:cubicBezTo>
                    <a:pt x="114491" y="9144"/>
                    <a:pt x="114491" y="9144"/>
                    <a:pt x="114491" y="10668"/>
                  </a:cubicBezTo>
                  <a:cubicBezTo>
                    <a:pt x="116015" y="10668"/>
                    <a:pt x="116015" y="12192"/>
                    <a:pt x="116015" y="15240"/>
                  </a:cubicBezTo>
                  <a:cubicBezTo>
                    <a:pt x="116015" y="16764"/>
                    <a:pt x="116015" y="19812"/>
                    <a:pt x="116015" y="2286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03" name="Path403"/>
            <p:cNvSpPr/>
            <p:nvPr/>
          </p:nvSpPr>
          <p:spPr>
            <a:xfrm>
              <a:off x="5144548" y="2135029"/>
              <a:ext cx="180023" cy="216694"/>
            </a:xfrm>
            <a:custGeom>
              <a:avLst/>
              <a:gdLst/>
              <a:ahLst/>
              <a:cxnLst/>
              <a:rect l="l" t="t" r="r" b="b"/>
              <a:pathLst>
                <a:path w="180023" h="216694">
                  <a:moveTo>
                    <a:pt x="180022" y="99155"/>
                  </a:moveTo>
                  <a:cubicBezTo>
                    <a:pt x="180022" y="105346"/>
                    <a:pt x="178498" y="109918"/>
                    <a:pt x="176974" y="111442"/>
                  </a:cubicBezTo>
                  <a:cubicBezTo>
                    <a:pt x="173926" y="114490"/>
                    <a:pt x="170878" y="116014"/>
                    <a:pt x="166307" y="116014"/>
                  </a:cubicBezTo>
                  <a:lnTo>
                    <a:pt x="38100" y="116014"/>
                  </a:lnTo>
                  <a:cubicBezTo>
                    <a:pt x="38100" y="126682"/>
                    <a:pt x="38100" y="135826"/>
                    <a:pt x="41148" y="144970"/>
                  </a:cubicBezTo>
                  <a:cubicBezTo>
                    <a:pt x="42672" y="154114"/>
                    <a:pt x="47339" y="161735"/>
                    <a:pt x="51911" y="167830"/>
                  </a:cubicBezTo>
                  <a:cubicBezTo>
                    <a:pt x="56483" y="174022"/>
                    <a:pt x="64103" y="178594"/>
                    <a:pt x="71723" y="181642"/>
                  </a:cubicBezTo>
                  <a:cubicBezTo>
                    <a:pt x="79343" y="186214"/>
                    <a:pt x="90011" y="187738"/>
                    <a:pt x="102203" y="187738"/>
                  </a:cubicBezTo>
                  <a:cubicBezTo>
                    <a:pt x="111347" y="187738"/>
                    <a:pt x="118967" y="186214"/>
                    <a:pt x="126587" y="184690"/>
                  </a:cubicBezTo>
                  <a:cubicBezTo>
                    <a:pt x="134302" y="183166"/>
                    <a:pt x="140398" y="181642"/>
                    <a:pt x="144970" y="180118"/>
                  </a:cubicBezTo>
                  <a:cubicBezTo>
                    <a:pt x="151066" y="178594"/>
                    <a:pt x="155638" y="175546"/>
                    <a:pt x="158686" y="174022"/>
                  </a:cubicBezTo>
                  <a:cubicBezTo>
                    <a:pt x="161734" y="172498"/>
                    <a:pt x="164782" y="172498"/>
                    <a:pt x="166307" y="172498"/>
                  </a:cubicBezTo>
                  <a:cubicBezTo>
                    <a:pt x="167830" y="172498"/>
                    <a:pt x="167830" y="172498"/>
                    <a:pt x="169354" y="172498"/>
                  </a:cubicBezTo>
                  <a:cubicBezTo>
                    <a:pt x="169354" y="174022"/>
                    <a:pt x="170878" y="174022"/>
                    <a:pt x="170878" y="175546"/>
                  </a:cubicBezTo>
                  <a:cubicBezTo>
                    <a:pt x="170878" y="177070"/>
                    <a:pt x="172402" y="178594"/>
                    <a:pt x="172402" y="180118"/>
                  </a:cubicBezTo>
                  <a:cubicBezTo>
                    <a:pt x="172402" y="181642"/>
                    <a:pt x="172402" y="183166"/>
                    <a:pt x="172402" y="186214"/>
                  </a:cubicBezTo>
                  <a:cubicBezTo>
                    <a:pt x="172402" y="187738"/>
                    <a:pt x="172402" y="189262"/>
                    <a:pt x="172402" y="190786"/>
                  </a:cubicBezTo>
                  <a:cubicBezTo>
                    <a:pt x="172402" y="192310"/>
                    <a:pt x="172402" y="193834"/>
                    <a:pt x="170878" y="195358"/>
                  </a:cubicBezTo>
                  <a:cubicBezTo>
                    <a:pt x="170878" y="195358"/>
                    <a:pt x="170878" y="196882"/>
                    <a:pt x="170878" y="198406"/>
                  </a:cubicBezTo>
                  <a:cubicBezTo>
                    <a:pt x="169354" y="198406"/>
                    <a:pt x="169354" y="199930"/>
                    <a:pt x="167830" y="199930"/>
                  </a:cubicBezTo>
                  <a:cubicBezTo>
                    <a:pt x="167830" y="201454"/>
                    <a:pt x="164782" y="202978"/>
                    <a:pt x="161734" y="204502"/>
                  </a:cubicBezTo>
                  <a:cubicBezTo>
                    <a:pt x="157163" y="206026"/>
                    <a:pt x="152590" y="207550"/>
                    <a:pt x="146494" y="209074"/>
                  </a:cubicBezTo>
                  <a:cubicBezTo>
                    <a:pt x="140398" y="212122"/>
                    <a:pt x="132683" y="213646"/>
                    <a:pt x="123539" y="215170"/>
                  </a:cubicBezTo>
                  <a:cubicBezTo>
                    <a:pt x="115919" y="215170"/>
                    <a:pt x="106775" y="216694"/>
                    <a:pt x="97631" y="216694"/>
                  </a:cubicBezTo>
                  <a:cubicBezTo>
                    <a:pt x="82391" y="216694"/>
                    <a:pt x="67151" y="213646"/>
                    <a:pt x="54959" y="209074"/>
                  </a:cubicBezTo>
                  <a:cubicBezTo>
                    <a:pt x="42672" y="206026"/>
                    <a:pt x="33528" y="198406"/>
                    <a:pt x="24384" y="189262"/>
                  </a:cubicBezTo>
                  <a:cubicBezTo>
                    <a:pt x="16764" y="180118"/>
                    <a:pt x="10668" y="169354"/>
                    <a:pt x="6096" y="155638"/>
                  </a:cubicBezTo>
                  <a:cubicBezTo>
                    <a:pt x="1524" y="143446"/>
                    <a:pt x="0" y="126682"/>
                    <a:pt x="0" y="109918"/>
                  </a:cubicBezTo>
                  <a:cubicBezTo>
                    <a:pt x="0" y="93059"/>
                    <a:pt x="1524" y="77819"/>
                    <a:pt x="6096" y="64103"/>
                  </a:cubicBezTo>
                  <a:cubicBezTo>
                    <a:pt x="10668" y="50387"/>
                    <a:pt x="16764" y="38195"/>
                    <a:pt x="24384" y="28956"/>
                  </a:cubicBezTo>
                  <a:cubicBezTo>
                    <a:pt x="33528" y="19812"/>
                    <a:pt x="42672" y="12192"/>
                    <a:pt x="54959" y="7620"/>
                  </a:cubicBezTo>
                  <a:cubicBezTo>
                    <a:pt x="67151" y="3048"/>
                    <a:pt x="79343" y="0"/>
                    <a:pt x="94583" y="0"/>
                  </a:cubicBezTo>
                  <a:cubicBezTo>
                    <a:pt x="109823" y="0"/>
                    <a:pt x="122015" y="3048"/>
                    <a:pt x="132683" y="7620"/>
                  </a:cubicBezTo>
                  <a:cubicBezTo>
                    <a:pt x="144970" y="12192"/>
                    <a:pt x="152590" y="19812"/>
                    <a:pt x="160210" y="27432"/>
                  </a:cubicBezTo>
                  <a:cubicBezTo>
                    <a:pt x="167830" y="36671"/>
                    <a:pt x="172402" y="45815"/>
                    <a:pt x="175451" y="56483"/>
                  </a:cubicBezTo>
                  <a:cubicBezTo>
                    <a:pt x="178498" y="68675"/>
                    <a:pt x="180022" y="80867"/>
                    <a:pt x="180022" y="93059"/>
                  </a:cubicBezTo>
                  <a:lnTo>
                    <a:pt x="180022" y="99155"/>
                  </a:lnTo>
                  <a:close/>
                  <a:moveTo>
                    <a:pt x="144970" y="88487"/>
                  </a:moveTo>
                  <a:cubicBezTo>
                    <a:pt x="144970" y="70199"/>
                    <a:pt x="140398" y="54959"/>
                    <a:pt x="131159" y="44291"/>
                  </a:cubicBezTo>
                  <a:cubicBezTo>
                    <a:pt x="123539" y="33528"/>
                    <a:pt x="109823" y="28956"/>
                    <a:pt x="93059" y="28956"/>
                  </a:cubicBezTo>
                  <a:cubicBezTo>
                    <a:pt x="83915" y="28956"/>
                    <a:pt x="76295" y="30480"/>
                    <a:pt x="68675" y="33528"/>
                  </a:cubicBezTo>
                  <a:cubicBezTo>
                    <a:pt x="62579" y="36671"/>
                    <a:pt x="56483" y="41243"/>
                    <a:pt x="51911" y="47339"/>
                  </a:cubicBezTo>
                  <a:cubicBezTo>
                    <a:pt x="47339" y="51911"/>
                    <a:pt x="44196" y="58007"/>
                    <a:pt x="41148" y="65627"/>
                  </a:cubicBezTo>
                  <a:cubicBezTo>
                    <a:pt x="39624" y="73247"/>
                    <a:pt x="38100" y="80867"/>
                    <a:pt x="38100" y="88487"/>
                  </a:cubicBezTo>
                  <a:lnTo>
                    <a:pt x="144970" y="884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404" name="Group404"/>
          <p:cNvGrpSpPr/>
          <p:nvPr/>
        </p:nvGrpSpPr>
        <p:grpSpPr>
          <a:xfrm>
            <a:off x="5466493" y="2057209"/>
            <a:ext cx="1309021" cy="369285"/>
            <a:chOff x="5466493" y="2057209"/>
            <a:chExt cx="1309021" cy="369285"/>
          </a:xfrm>
        </p:grpSpPr>
        <p:sp>
          <p:nvSpPr>
            <p:cNvPr id="405" name="Path405"/>
            <p:cNvSpPr/>
            <p:nvPr/>
          </p:nvSpPr>
          <p:spPr>
            <a:xfrm>
              <a:off x="5466493" y="2135029"/>
              <a:ext cx="181546" cy="216694"/>
            </a:xfrm>
            <a:custGeom>
              <a:avLst/>
              <a:gdLst/>
              <a:ahLst/>
              <a:cxnLst/>
              <a:rect l="l" t="t" r="r" b="b"/>
              <a:pathLst>
                <a:path w="181546" h="216694">
                  <a:moveTo>
                    <a:pt x="181547" y="99155"/>
                  </a:moveTo>
                  <a:cubicBezTo>
                    <a:pt x="181547" y="105346"/>
                    <a:pt x="180023" y="109918"/>
                    <a:pt x="176975" y="111442"/>
                  </a:cubicBezTo>
                  <a:cubicBezTo>
                    <a:pt x="173927" y="114490"/>
                    <a:pt x="170879" y="116014"/>
                    <a:pt x="166307" y="116014"/>
                  </a:cubicBezTo>
                  <a:lnTo>
                    <a:pt x="38100" y="116014"/>
                  </a:lnTo>
                  <a:cubicBezTo>
                    <a:pt x="38100" y="126682"/>
                    <a:pt x="38100" y="135826"/>
                    <a:pt x="41148" y="144970"/>
                  </a:cubicBezTo>
                  <a:cubicBezTo>
                    <a:pt x="42672" y="154114"/>
                    <a:pt x="47244" y="161735"/>
                    <a:pt x="51816" y="167830"/>
                  </a:cubicBezTo>
                  <a:cubicBezTo>
                    <a:pt x="56388" y="174022"/>
                    <a:pt x="64008" y="178594"/>
                    <a:pt x="71628" y="181642"/>
                  </a:cubicBezTo>
                  <a:cubicBezTo>
                    <a:pt x="79344" y="186214"/>
                    <a:pt x="90012" y="187738"/>
                    <a:pt x="102203" y="187738"/>
                  </a:cubicBezTo>
                  <a:cubicBezTo>
                    <a:pt x="111347" y="187738"/>
                    <a:pt x="118968" y="186214"/>
                    <a:pt x="126587" y="184690"/>
                  </a:cubicBezTo>
                  <a:cubicBezTo>
                    <a:pt x="134207" y="183166"/>
                    <a:pt x="140303" y="181642"/>
                    <a:pt x="146400" y="180118"/>
                  </a:cubicBezTo>
                  <a:cubicBezTo>
                    <a:pt x="150971" y="178594"/>
                    <a:pt x="155544" y="175546"/>
                    <a:pt x="158591" y="174022"/>
                  </a:cubicBezTo>
                  <a:cubicBezTo>
                    <a:pt x="161735" y="172498"/>
                    <a:pt x="164783" y="172498"/>
                    <a:pt x="166307" y="172498"/>
                  </a:cubicBezTo>
                  <a:cubicBezTo>
                    <a:pt x="167831" y="172498"/>
                    <a:pt x="167831" y="172498"/>
                    <a:pt x="169355" y="172498"/>
                  </a:cubicBezTo>
                  <a:cubicBezTo>
                    <a:pt x="170879" y="174022"/>
                    <a:pt x="170879" y="174022"/>
                    <a:pt x="170879" y="175546"/>
                  </a:cubicBezTo>
                  <a:cubicBezTo>
                    <a:pt x="172403" y="177070"/>
                    <a:pt x="172403" y="178594"/>
                    <a:pt x="172403" y="180118"/>
                  </a:cubicBezTo>
                  <a:cubicBezTo>
                    <a:pt x="172403" y="181642"/>
                    <a:pt x="172403" y="183166"/>
                    <a:pt x="172403" y="186214"/>
                  </a:cubicBezTo>
                  <a:cubicBezTo>
                    <a:pt x="172403" y="187738"/>
                    <a:pt x="172403" y="189262"/>
                    <a:pt x="172403" y="190786"/>
                  </a:cubicBezTo>
                  <a:cubicBezTo>
                    <a:pt x="172403" y="192310"/>
                    <a:pt x="172403" y="193834"/>
                    <a:pt x="172403" y="195358"/>
                  </a:cubicBezTo>
                  <a:cubicBezTo>
                    <a:pt x="170879" y="195358"/>
                    <a:pt x="170879" y="196882"/>
                    <a:pt x="170879" y="198406"/>
                  </a:cubicBezTo>
                  <a:cubicBezTo>
                    <a:pt x="170879" y="198406"/>
                    <a:pt x="169355" y="199930"/>
                    <a:pt x="169355" y="199930"/>
                  </a:cubicBezTo>
                  <a:cubicBezTo>
                    <a:pt x="167831" y="201454"/>
                    <a:pt x="166307" y="202978"/>
                    <a:pt x="161735" y="204502"/>
                  </a:cubicBezTo>
                  <a:cubicBezTo>
                    <a:pt x="157068" y="206026"/>
                    <a:pt x="152495" y="207550"/>
                    <a:pt x="146400" y="209074"/>
                  </a:cubicBezTo>
                  <a:cubicBezTo>
                    <a:pt x="140303" y="212122"/>
                    <a:pt x="132683" y="213646"/>
                    <a:pt x="125063" y="215170"/>
                  </a:cubicBezTo>
                  <a:cubicBezTo>
                    <a:pt x="115919" y="215170"/>
                    <a:pt x="108300" y="216694"/>
                    <a:pt x="97631" y="216694"/>
                  </a:cubicBezTo>
                  <a:cubicBezTo>
                    <a:pt x="82391" y="216694"/>
                    <a:pt x="67056" y="213646"/>
                    <a:pt x="54864" y="209074"/>
                  </a:cubicBezTo>
                  <a:cubicBezTo>
                    <a:pt x="42672" y="206026"/>
                    <a:pt x="33528" y="198406"/>
                    <a:pt x="24384" y="189262"/>
                  </a:cubicBezTo>
                  <a:cubicBezTo>
                    <a:pt x="16764" y="180118"/>
                    <a:pt x="10668" y="169354"/>
                    <a:pt x="6096" y="155638"/>
                  </a:cubicBezTo>
                  <a:cubicBezTo>
                    <a:pt x="1524" y="143446"/>
                    <a:pt x="0" y="126682"/>
                    <a:pt x="0" y="109918"/>
                  </a:cubicBezTo>
                  <a:cubicBezTo>
                    <a:pt x="0" y="93059"/>
                    <a:pt x="1524" y="77819"/>
                    <a:pt x="6096" y="64103"/>
                  </a:cubicBezTo>
                  <a:cubicBezTo>
                    <a:pt x="10668" y="50387"/>
                    <a:pt x="16764" y="38195"/>
                    <a:pt x="25908" y="28956"/>
                  </a:cubicBezTo>
                  <a:cubicBezTo>
                    <a:pt x="33528" y="19812"/>
                    <a:pt x="42672" y="12192"/>
                    <a:pt x="54864" y="7620"/>
                  </a:cubicBezTo>
                  <a:cubicBezTo>
                    <a:pt x="67056" y="3048"/>
                    <a:pt x="79344" y="0"/>
                    <a:pt x="94583" y="0"/>
                  </a:cubicBezTo>
                  <a:cubicBezTo>
                    <a:pt x="109824" y="0"/>
                    <a:pt x="122015" y="3048"/>
                    <a:pt x="134207" y="7620"/>
                  </a:cubicBezTo>
                  <a:cubicBezTo>
                    <a:pt x="144875" y="12192"/>
                    <a:pt x="154019" y="19812"/>
                    <a:pt x="160115" y="27432"/>
                  </a:cubicBezTo>
                  <a:cubicBezTo>
                    <a:pt x="167831" y="36671"/>
                    <a:pt x="172403" y="45815"/>
                    <a:pt x="175451" y="56483"/>
                  </a:cubicBezTo>
                  <a:cubicBezTo>
                    <a:pt x="178499" y="68675"/>
                    <a:pt x="181547" y="80867"/>
                    <a:pt x="181547" y="93059"/>
                  </a:cubicBezTo>
                  <a:lnTo>
                    <a:pt x="181547" y="99155"/>
                  </a:lnTo>
                  <a:close/>
                  <a:moveTo>
                    <a:pt x="144875" y="88487"/>
                  </a:moveTo>
                  <a:cubicBezTo>
                    <a:pt x="144875" y="70199"/>
                    <a:pt x="140303" y="54959"/>
                    <a:pt x="131159" y="44291"/>
                  </a:cubicBezTo>
                  <a:cubicBezTo>
                    <a:pt x="123539" y="33528"/>
                    <a:pt x="109824" y="28956"/>
                    <a:pt x="93059" y="28956"/>
                  </a:cubicBezTo>
                  <a:cubicBezTo>
                    <a:pt x="83915" y="28956"/>
                    <a:pt x="76295" y="30480"/>
                    <a:pt x="68580" y="33528"/>
                  </a:cubicBezTo>
                  <a:cubicBezTo>
                    <a:pt x="62484" y="36671"/>
                    <a:pt x="56388" y="41243"/>
                    <a:pt x="51816" y="47339"/>
                  </a:cubicBezTo>
                  <a:cubicBezTo>
                    <a:pt x="47244" y="51911"/>
                    <a:pt x="44196" y="58007"/>
                    <a:pt x="41148" y="65627"/>
                  </a:cubicBezTo>
                  <a:cubicBezTo>
                    <a:pt x="39624" y="73247"/>
                    <a:pt x="38100" y="80867"/>
                    <a:pt x="38100" y="88487"/>
                  </a:cubicBezTo>
                  <a:lnTo>
                    <a:pt x="144875" y="884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06" name="Path406"/>
            <p:cNvSpPr/>
            <p:nvPr/>
          </p:nvSpPr>
          <p:spPr>
            <a:xfrm>
              <a:off x="5686140" y="2135029"/>
              <a:ext cx="140398" cy="216693"/>
            </a:xfrm>
            <a:custGeom>
              <a:avLst/>
              <a:gdLst/>
              <a:ahLst/>
              <a:cxnLst/>
              <a:rect l="l" t="t" r="r" b="b"/>
              <a:pathLst>
                <a:path w="140398" h="216693">
                  <a:moveTo>
                    <a:pt x="140398" y="152591"/>
                  </a:moveTo>
                  <a:cubicBezTo>
                    <a:pt x="140398" y="163259"/>
                    <a:pt x="137351" y="172498"/>
                    <a:pt x="134302" y="180118"/>
                  </a:cubicBezTo>
                  <a:cubicBezTo>
                    <a:pt x="131254" y="187738"/>
                    <a:pt x="125158" y="195358"/>
                    <a:pt x="119063" y="199930"/>
                  </a:cubicBezTo>
                  <a:cubicBezTo>
                    <a:pt x="111347" y="206026"/>
                    <a:pt x="103727" y="209074"/>
                    <a:pt x="94583" y="212122"/>
                  </a:cubicBezTo>
                  <a:cubicBezTo>
                    <a:pt x="83915" y="215170"/>
                    <a:pt x="74771" y="216694"/>
                    <a:pt x="62579" y="216694"/>
                  </a:cubicBezTo>
                  <a:cubicBezTo>
                    <a:pt x="54959" y="216694"/>
                    <a:pt x="48863" y="216694"/>
                    <a:pt x="42767" y="215170"/>
                  </a:cubicBezTo>
                  <a:cubicBezTo>
                    <a:pt x="36671" y="213646"/>
                    <a:pt x="30575" y="212122"/>
                    <a:pt x="25908" y="210598"/>
                  </a:cubicBezTo>
                  <a:cubicBezTo>
                    <a:pt x="19812" y="209074"/>
                    <a:pt x="16764" y="207550"/>
                    <a:pt x="12192" y="206026"/>
                  </a:cubicBezTo>
                  <a:cubicBezTo>
                    <a:pt x="9144" y="204502"/>
                    <a:pt x="6096" y="201454"/>
                    <a:pt x="4572" y="199930"/>
                  </a:cubicBezTo>
                  <a:cubicBezTo>
                    <a:pt x="3048" y="199930"/>
                    <a:pt x="3048" y="196882"/>
                    <a:pt x="1524" y="193834"/>
                  </a:cubicBezTo>
                  <a:cubicBezTo>
                    <a:pt x="1524" y="192310"/>
                    <a:pt x="0" y="187738"/>
                    <a:pt x="0" y="183166"/>
                  </a:cubicBezTo>
                  <a:cubicBezTo>
                    <a:pt x="0" y="181642"/>
                    <a:pt x="0" y="178594"/>
                    <a:pt x="1524" y="177070"/>
                  </a:cubicBezTo>
                  <a:cubicBezTo>
                    <a:pt x="1524" y="175546"/>
                    <a:pt x="1524" y="174022"/>
                    <a:pt x="1524" y="172498"/>
                  </a:cubicBezTo>
                  <a:cubicBezTo>
                    <a:pt x="3048" y="170879"/>
                    <a:pt x="3048" y="170879"/>
                    <a:pt x="4572" y="169355"/>
                  </a:cubicBezTo>
                  <a:cubicBezTo>
                    <a:pt x="4572" y="169355"/>
                    <a:pt x="6096" y="169355"/>
                    <a:pt x="6096" y="169355"/>
                  </a:cubicBezTo>
                  <a:cubicBezTo>
                    <a:pt x="7620" y="169355"/>
                    <a:pt x="10668" y="169355"/>
                    <a:pt x="13716" y="172498"/>
                  </a:cubicBezTo>
                  <a:cubicBezTo>
                    <a:pt x="16764" y="174022"/>
                    <a:pt x="21336" y="175546"/>
                    <a:pt x="25908" y="178594"/>
                  </a:cubicBezTo>
                  <a:cubicBezTo>
                    <a:pt x="30575" y="180118"/>
                    <a:pt x="35147" y="183166"/>
                    <a:pt x="41243" y="184690"/>
                  </a:cubicBezTo>
                  <a:cubicBezTo>
                    <a:pt x="47339" y="186214"/>
                    <a:pt x="54959" y="187738"/>
                    <a:pt x="64103" y="187738"/>
                  </a:cubicBezTo>
                  <a:cubicBezTo>
                    <a:pt x="70199" y="187738"/>
                    <a:pt x="74771" y="187738"/>
                    <a:pt x="79343" y="186214"/>
                  </a:cubicBezTo>
                  <a:cubicBezTo>
                    <a:pt x="85439" y="184690"/>
                    <a:pt x="88487" y="183166"/>
                    <a:pt x="93059" y="180118"/>
                  </a:cubicBezTo>
                  <a:cubicBezTo>
                    <a:pt x="96107" y="177070"/>
                    <a:pt x="99155" y="174022"/>
                    <a:pt x="100679" y="170879"/>
                  </a:cubicBezTo>
                  <a:cubicBezTo>
                    <a:pt x="103727" y="166307"/>
                    <a:pt x="103727" y="161735"/>
                    <a:pt x="103727" y="155639"/>
                  </a:cubicBezTo>
                  <a:cubicBezTo>
                    <a:pt x="103727" y="151067"/>
                    <a:pt x="102203" y="146495"/>
                    <a:pt x="100679" y="141923"/>
                  </a:cubicBezTo>
                  <a:cubicBezTo>
                    <a:pt x="97631" y="138875"/>
                    <a:pt x="93059" y="134303"/>
                    <a:pt x="88487" y="132779"/>
                  </a:cubicBezTo>
                  <a:cubicBezTo>
                    <a:pt x="83915" y="129731"/>
                    <a:pt x="79343" y="126683"/>
                    <a:pt x="73247" y="123635"/>
                  </a:cubicBezTo>
                  <a:cubicBezTo>
                    <a:pt x="67151" y="122111"/>
                    <a:pt x="61055" y="119063"/>
                    <a:pt x="54959" y="117539"/>
                  </a:cubicBezTo>
                  <a:cubicBezTo>
                    <a:pt x="48863" y="114491"/>
                    <a:pt x="42767" y="111443"/>
                    <a:pt x="36671" y="108395"/>
                  </a:cubicBezTo>
                  <a:cubicBezTo>
                    <a:pt x="30575" y="105347"/>
                    <a:pt x="25908" y="102203"/>
                    <a:pt x="21336" y="97631"/>
                  </a:cubicBezTo>
                  <a:cubicBezTo>
                    <a:pt x="16764" y="93059"/>
                    <a:pt x="12192" y="86963"/>
                    <a:pt x="9144" y="80867"/>
                  </a:cubicBezTo>
                  <a:cubicBezTo>
                    <a:pt x="6096" y="74771"/>
                    <a:pt x="6096" y="67152"/>
                    <a:pt x="6096" y="58008"/>
                  </a:cubicBezTo>
                  <a:cubicBezTo>
                    <a:pt x="6096" y="50387"/>
                    <a:pt x="6096" y="42767"/>
                    <a:pt x="9144" y="36671"/>
                  </a:cubicBezTo>
                  <a:cubicBezTo>
                    <a:pt x="12192" y="28956"/>
                    <a:pt x="16764" y="22860"/>
                    <a:pt x="22860" y="18288"/>
                  </a:cubicBezTo>
                  <a:cubicBezTo>
                    <a:pt x="29051" y="12192"/>
                    <a:pt x="36671" y="7620"/>
                    <a:pt x="45815" y="4572"/>
                  </a:cubicBezTo>
                  <a:cubicBezTo>
                    <a:pt x="54959" y="1524"/>
                    <a:pt x="65627" y="0"/>
                    <a:pt x="77819" y="0"/>
                  </a:cubicBezTo>
                  <a:cubicBezTo>
                    <a:pt x="82391" y="0"/>
                    <a:pt x="86963" y="0"/>
                    <a:pt x="93059" y="1524"/>
                  </a:cubicBezTo>
                  <a:cubicBezTo>
                    <a:pt x="97631" y="3048"/>
                    <a:pt x="102203" y="3048"/>
                    <a:pt x="106775" y="4572"/>
                  </a:cubicBezTo>
                  <a:cubicBezTo>
                    <a:pt x="111347" y="6096"/>
                    <a:pt x="114395" y="7620"/>
                    <a:pt x="117539" y="9144"/>
                  </a:cubicBezTo>
                  <a:cubicBezTo>
                    <a:pt x="120586" y="10668"/>
                    <a:pt x="123634" y="12192"/>
                    <a:pt x="125158" y="13716"/>
                  </a:cubicBezTo>
                  <a:cubicBezTo>
                    <a:pt x="126683" y="13716"/>
                    <a:pt x="126683" y="15240"/>
                    <a:pt x="128207" y="16764"/>
                  </a:cubicBezTo>
                  <a:cubicBezTo>
                    <a:pt x="128207" y="16764"/>
                    <a:pt x="128207" y="18288"/>
                    <a:pt x="128207" y="18288"/>
                  </a:cubicBezTo>
                  <a:cubicBezTo>
                    <a:pt x="129730" y="19812"/>
                    <a:pt x="129730" y="21336"/>
                    <a:pt x="129730" y="22860"/>
                  </a:cubicBezTo>
                  <a:cubicBezTo>
                    <a:pt x="129730" y="24384"/>
                    <a:pt x="129730" y="25908"/>
                    <a:pt x="129730" y="28956"/>
                  </a:cubicBezTo>
                  <a:cubicBezTo>
                    <a:pt x="129730" y="32004"/>
                    <a:pt x="129730" y="33528"/>
                    <a:pt x="129730" y="35147"/>
                  </a:cubicBezTo>
                  <a:cubicBezTo>
                    <a:pt x="129730" y="36671"/>
                    <a:pt x="129730" y="38195"/>
                    <a:pt x="128207" y="39719"/>
                  </a:cubicBezTo>
                  <a:cubicBezTo>
                    <a:pt x="128207" y="41243"/>
                    <a:pt x="126683" y="41243"/>
                    <a:pt x="126683" y="42767"/>
                  </a:cubicBezTo>
                  <a:cubicBezTo>
                    <a:pt x="126683" y="42767"/>
                    <a:pt x="125158" y="42767"/>
                    <a:pt x="123634" y="42767"/>
                  </a:cubicBezTo>
                  <a:cubicBezTo>
                    <a:pt x="123634" y="42767"/>
                    <a:pt x="120586" y="42767"/>
                    <a:pt x="119063" y="41243"/>
                  </a:cubicBezTo>
                  <a:cubicBezTo>
                    <a:pt x="116014" y="39719"/>
                    <a:pt x="112871" y="38195"/>
                    <a:pt x="108299" y="35147"/>
                  </a:cubicBezTo>
                  <a:cubicBezTo>
                    <a:pt x="105251" y="33528"/>
                    <a:pt x="100679" y="32004"/>
                    <a:pt x="94583" y="30480"/>
                  </a:cubicBezTo>
                  <a:cubicBezTo>
                    <a:pt x="90011" y="28956"/>
                    <a:pt x="83915" y="27432"/>
                    <a:pt x="76295" y="27432"/>
                  </a:cubicBezTo>
                  <a:cubicBezTo>
                    <a:pt x="70199" y="27432"/>
                    <a:pt x="65627" y="28956"/>
                    <a:pt x="61055" y="30480"/>
                  </a:cubicBezTo>
                  <a:cubicBezTo>
                    <a:pt x="56483" y="32004"/>
                    <a:pt x="51911" y="33528"/>
                    <a:pt x="48863" y="36671"/>
                  </a:cubicBezTo>
                  <a:cubicBezTo>
                    <a:pt x="45815" y="38195"/>
                    <a:pt x="44291" y="41243"/>
                    <a:pt x="42767" y="45815"/>
                  </a:cubicBezTo>
                  <a:cubicBezTo>
                    <a:pt x="41243" y="48863"/>
                    <a:pt x="39719" y="51911"/>
                    <a:pt x="39719" y="56483"/>
                  </a:cubicBezTo>
                  <a:cubicBezTo>
                    <a:pt x="39719" y="62580"/>
                    <a:pt x="41243" y="67152"/>
                    <a:pt x="44291" y="70199"/>
                  </a:cubicBezTo>
                  <a:cubicBezTo>
                    <a:pt x="47339" y="74771"/>
                    <a:pt x="50387" y="77819"/>
                    <a:pt x="54959" y="80867"/>
                  </a:cubicBezTo>
                  <a:cubicBezTo>
                    <a:pt x="59531" y="83915"/>
                    <a:pt x="65627" y="86963"/>
                    <a:pt x="71723" y="88487"/>
                  </a:cubicBezTo>
                  <a:cubicBezTo>
                    <a:pt x="77819" y="91536"/>
                    <a:pt x="83915" y="93059"/>
                    <a:pt x="90011" y="96108"/>
                  </a:cubicBezTo>
                  <a:cubicBezTo>
                    <a:pt x="96107" y="99155"/>
                    <a:pt x="102203" y="100680"/>
                    <a:pt x="108299" y="103823"/>
                  </a:cubicBezTo>
                  <a:cubicBezTo>
                    <a:pt x="114395" y="106871"/>
                    <a:pt x="119063" y="111443"/>
                    <a:pt x="125158" y="116015"/>
                  </a:cubicBezTo>
                  <a:cubicBezTo>
                    <a:pt x="129730" y="120587"/>
                    <a:pt x="132778" y="125159"/>
                    <a:pt x="135827" y="131255"/>
                  </a:cubicBezTo>
                  <a:cubicBezTo>
                    <a:pt x="138874" y="137351"/>
                    <a:pt x="140398" y="144971"/>
                    <a:pt x="140398" y="15259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07" name="Path407"/>
            <p:cNvSpPr/>
            <p:nvPr/>
          </p:nvSpPr>
          <p:spPr>
            <a:xfrm>
              <a:off x="5878353" y="2135029"/>
              <a:ext cx="180023" cy="291465"/>
            </a:xfrm>
            <a:custGeom>
              <a:avLst/>
              <a:gdLst/>
              <a:ahLst/>
              <a:cxnLst/>
              <a:rect l="l" t="t" r="r" b="b"/>
              <a:pathLst>
                <a:path w="180023" h="291465">
                  <a:moveTo>
                    <a:pt x="180022" y="105347"/>
                  </a:moveTo>
                  <a:cubicBezTo>
                    <a:pt x="180022" y="122111"/>
                    <a:pt x="178498" y="137351"/>
                    <a:pt x="175451" y="151067"/>
                  </a:cubicBezTo>
                  <a:cubicBezTo>
                    <a:pt x="170878" y="164783"/>
                    <a:pt x="166307" y="177070"/>
                    <a:pt x="158686" y="186214"/>
                  </a:cubicBezTo>
                  <a:cubicBezTo>
                    <a:pt x="151066" y="196882"/>
                    <a:pt x="141922" y="202978"/>
                    <a:pt x="131254" y="209074"/>
                  </a:cubicBezTo>
                  <a:cubicBezTo>
                    <a:pt x="120586" y="213646"/>
                    <a:pt x="108394" y="216694"/>
                    <a:pt x="94583" y="216694"/>
                  </a:cubicBezTo>
                  <a:cubicBezTo>
                    <a:pt x="90011" y="216694"/>
                    <a:pt x="83915" y="216694"/>
                    <a:pt x="79343" y="215170"/>
                  </a:cubicBezTo>
                  <a:cubicBezTo>
                    <a:pt x="73247" y="213646"/>
                    <a:pt x="68675" y="212122"/>
                    <a:pt x="64103" y="209074"/>
                  </a:cubicBezTo>
                  <a:cubicBezTo>
                    <a:pt x="59531" y="207550"/>
                    <a:pt x="54959" y="204502"/>
                    <a:pt x="50387" y="199930"/>
                  </a:cubicBezTo>
                  <a:cubicBezTo>
                    <a:pt x="45815" y="196882"/>
                    <a:pt x="41243" y="192310"/>
                    <a:pt x="35147" y="186214"/>
                  </a:cubicBezTo>
                  <a:lnTo>
                    <a:pt x="35147" y="285369"/>
                  </a:lnTo>
                  <a:cubicBezTo>
                    <a:pt x="35147" y="286893"/>
                    <a:pt x="35147" y="286893"/>
                    <a:pt x="35147" y="288417"/>
                  </a:cubicBezTo>
                  <a:cubicBezTo>
                    <a:pt x="33623" y="288417"/>
                    <a:pt x="33623" y="289941"/>
                    <a:pt x="32099" y="289941"/>
                  </a:cubicBezTo>
                  <a:cubicBezTo>
                    <a:pt x="30575" y="291465"/>
                    <a:pt x="29051" y="291465"/>
                    <a:pt x="26003" y="291465"/>
                  </a:cubicBezTo>
                  <a:cubicBezTo>
                    <a:pt x="24479" y="291465"/>
                    <a:pt x="21431" y="291465"/>
                    <a:pt x="16859" y="291465"/>
                  </a:cubicBezTo>
                  <a:cubicBezTo>
                    <a:pt x="13811" y="291465"/>
                    <a:pt x="10763" y="291465"/>
                    <a:pt x="9144" y="291465"/>
                  </a:cubicBezTo>
                  <a:cubicBezTo>
                    <a:pt x="6096" y="291465"/>
                    <a:pt x="4572" y="291465"/>
                    <a:pt x="3048" y="289941"/>
                  </a:cubicBezTo>
                  <a:cubicBezTo>
                    <a:pt x="1524" y="289941"/>
                    <a:pt x="0" y="288417"/>
                    <a:pt x="0" y="288417"/>
                  </a:cubicBezTo>
                  <a:cubicBezTo>
                    <a:pt x="0" y="286893"/>
                    <a:pt x="0" y="286893"/>
                    <a:pt x="0" y="285369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0" y="6096"/>
                  </a:cubicBezTo>
                  <a:cubicBezTo>
                    <a:pt x="0" y="6096"/>
                    <a:pt x="1524" y="6096"/>
                    <a:pt x="3048" y="4572"/>
                  </a:cubicBezTo>
                  <a:cubicBezTo>
                    <a:pt x="4572" y="4572"/>
                    <a:pt x="6096" y="3048"/>
                    <a:pt x="7620" y="3048"/>
                  </a:cubicBezTo>
                  <a:cubicBezTo>
                    <a:pt x="9144" y="3048"/>
                    <a:pt x="12287" y="3048"/>
                    <a:pt x="15335" y="3048"/>
                  </a:cubicBezTo>
                  <a:cubicBezTo>
                    <a:pt x="18383" y="3048"/>
                    <a:pt x="19907" y="3048"/>
                    <a:pt x="22955" y="3048"/>
                  </a:cubicBezTo>
                  <a:cubicBezTo>
                    <a:pt x="24479" y="3048"/>
                    <a:pt x="26003" y="4572"/>
                    <a:pt x="27527" y="4572"/>
                  </a:cubicBezTo>
                  <a:cubicBezTo>
                    <a:pt x="29051" y="4572"/>
                    <a:pt x="29051" y="6096"/>
                    <a:pt x="30575" y="6096"/>
                  </a:cubicBezTo>
                  <a:cubicBezTo>
                    <a:pt x="30575" y="7620"/>
                    <a:pt x="30575" y="9144"/>
                    <a:pt x="30575" y="10668"/>
                  </a:cubicBezTo>
                  <a:lnTo>
                    <a:pt x="30575" y="36671"/>
                  </a:lnTo>
                  <a:cubicBezTo>
                    <a:pt x="36671" y="30480"/>
                    <a:pt x="42767" y="24384"/>
                    <a:pt x="48863" y="19812"/>
                  </a:cubicBezTo>
                  <a:cubicBezTo>
                    <a:pt x="53435" y="15240"/>
                    <a:pt x="59531" y="12192"/>
                    <a:pt x="65627" y="9144"/>
                  </a:cubicBezTo>
                  <a:cubicBezTo>
                    <a:pt x="70199" y="6096"/>
                    <a:pt x="76295" y="4572"/>
                    <a:pt x="82391" y="3048"/>
                  </a:cubicBezTo>
                  <a:cubicBezTo>
                    <a:pt x="88487" y="1524"/>
                    <a:pt x="94583" y="0"/>
                    <a:pt x="100774" y="0"/>
                  </a:cubicBezTo>
                  <a:cubicBezTo>
                    <a:pt x="116014" y="0"/>
                    <a:pt x="128207" y="3048"/>
                    <a:pt x="137351" y="9144"/>
                  </a:cubicBezTo>
                  <a:cubicBezTo>
                    <a:pt x="148018" y="13716"/>
                    <a:pt x="155638" y="21336"/>
                    <a:pt x="161734" y="30480"/>
                  </a:cubicBezTo>
                  <a:cubicBezTo>
                    <a:pt x="167830" y="41243"/>
                    <a:pt x="172402" y="51911"/>
                    <a:pt x="175451" y="64103"/>
                  </a:cubicBezTo>
                  <a:cubicBezTo>
                    <a:pt x="178498" y="77819"/>
                    <a:pt x="180022" y="91536"/>
                    <a:pt x="180022" y="105347"/>
                  </a:cubicBezTo>
                  <a:close/>
                  <a:moveTo>
                    <a:pt x="141922" y="109919"/>
                  </a:moveTo>
                  <a:cubicBezTo>
                    <a:pt x="141922" y="99155"/>
                    <a:pt x="141922" y="90011"/>
                    <a:pt x="140398" y="80867"/>
                  </a:cubicBezTo>
                  <a:cubicBezTo>
                    <a:pt x="138874" y="70199"/>
                    <a:pt x="135826" y="62580"/>
                    <a:pt x="132778" y="54959"/>
                  </a:cubicBezTo>
                  <a:cubicBezTo>
                    <a:pt x="128207" y="47339"/>
                    <a:pt x="123634" y="42767"/>
                    <a:pt x="117538" y="38195"/>
                  </a:cubicBezTo>
                  <a:cubicBezTo>
                    <a:pt x="111442" y="33528"/>
                    <a:pt x="103822" y="30480"/>
                    <a:pt x="93059" y="30480"/>
                  </a:cubicBezTo>
                  <a:cubicBezTo>
                    <a:pt x="88487" y="30480"/>
                    <a:pt x="83915" y="32004"/>
                    <a:pt x="79343" y="33528"/>
                  </a:cubicBezTo>
                  <a:cubicBezTo>
                    <a:pt x="74771" y="35147"/>
                    <a:pt x="70199" y="36671"/>
                    <a:pt x="65627" y="39719"/>
                  </a:cubicBezTo>
                  <a:cubicBezTo>
                    <a:pt x="61055" y="42767"/>
                    <a:pt x="56483" y="47339"/>
                    <a:pt x="51911" y="51911"/>
                  </a:cubicBezTo>
                  <a:cubicBezTo>
                    <a:pt x="45815" y="56483"/>
                    <a:pt x="41243" y="62580"/>
                    <a:pt x="35147" y="70199"/>
                  </a:cubicBezTo>
                  <a:lnTo>
                    <a:pt x="35147" y="148019"/>
                  </a:lnTo>
                  <a:cubicBezTo>
                    <a:pt x="45815" y="160211"/>
                    <a:pt x="54959" y="169355"/>
                    <a:pt x="64103" y="175546"/>
                  </a:cubicBezTo>
                  <a:cubicBezTo>
                    <a:pt x="71723" y="181642"/>
                    <a:pt x="82391" y="186214"/>
                    <a:pt x="91535" y="186214"/>
                  </a:cubicBezTo>
                  <a:cubicBezTo>
                    <a:pt x="100774" y="186214"/>
                    <a:pt x="108394" y="183166"/>
                    <a:pt x="114490" y="178594"/>
                  </a:cubicBezTo>
                  <a:cubicBezTo>
                    <a:pt x="122110" y="174022"/>
                    <a:pt x="126682" y="169355"/>
                    <a:pt x="131254" y="161735"/>
                  </a:cubicBezTo>
                  <a:cubicBezTo>
                    <a:pt x="134302" y="154115"/>
                    <a:pt x="137351" y="146495"/>
                    <a:pt x="138874" y="137351"/>
                  </a:cubicBezTo>
                  <a:cubicBezTo>
                    <a:pt x="141922" y="128207"/>
                    <a:pt x="141922" y="119063"/>
                    <a:pt x="141922" y="10991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08" name="Path408"/>
            <p:cNvSpPr/>
            <p:nvPr/>
          </p:nvSpPr>
          <p:spPr>
            <a:xfrm>
              <a:off x="6099620" y="2135029"/>
              <a:ext cx="181546" cy="216694"/>
            </a:xfrm>
            <a:custGeom>
              <a:avLst/>
              <a:gdLst/>
              <a:ahLst/>
              <a:cxnLst/>
              <a:rect l="l" t="t" r="r" b="b"/>
              <a:pathLst>
                <a:path w="181546" h="216694">
                  <a:moveTo>
                    <a:pt x="181547" y="99155"/>
                  </a:moveTo>
                  <a:cubicBezTo>
                    <a:pt x="181547" y="105346"/>
                    <a:pt x="180023" y="109918"/>
                    <a:pt x="176975" y="111442"/>
                  </a:cubicBezTo>
                  <a:cubicBezTo>
                    <a:pt x="173927" y="114490"/>
                    <a:pt x="170879" y="116014"/>
                    <a:pt x="167736" y="116014"/>
                  </a:cubicBezTo>
                  <a:lnTo>
                    <a:pt x="38100" y="116014"/>
                  </a:lnTo>
                  <a:cubicBezTo>
                    <a:pt x="38100" y="126682"/>
                    <a:pt x="39624" y="135826"/>
                    <a:pt x="41148" y="144970"/>
                  </a:cubicBezTo>
                  <a:cubicBezTo>
                    <a:pt x="44196" y="154114"/>
                    <a:pt x="47244" y="161735"/>
                    <a:pt x="51816" y="167830"/>
                  </a:cubicBezTo>
                  <a:cubicBezTo>
                    <a:pt x="57912" y="174022"/>
                    <a:pt x="64008" y="178594"/>
                    <a:pt x="71628" y="181642"/>
                  </a:cubicBezTo>
                  <a:cubicBezTo>
                    <a:pt x="80772" y="186214"/>
                    <a:pt x="90012" y="187738"/>
                    <a:pt x="102203" y="187738"/>
                  </a:cubicBezTo>
                  <a:cubicBezTo>
                    <a:pt x="111347" y="187738"/>
                    <a:pt x="120491" y="186214"/>
                    <a:pt x="126587" y="184690"/>
                  </a:cubicBezTo>
                  <a:cubicBezTo>
                    <a:pt x="134207" y="183166"/>
                    <a:pt x="140303" y="181642"/>
                    <a:pt x="146400" y="180118"/>
                  </a:cubicBezTo>
                  <a:cubicBezTo>
                    <a:pt x="150971" y="178594"/>
                    <a:pt x="155544" y="175546"/>
                    <a:pt x="158591" y="174022"/>
                  </a:cubicBezTo>
                  <a:cubicBezTo>
                    <a:pt x="163163" y="172498"/>
                    <a:pt x="164687" y="172498"/>
                    <a:pt x="167736" y="172498"/>
                  </a:cubicBezTo>
                  <a:cubicBezTo>
                    <a:pt x="167736" y="172498"/>
                    <a:pt x="169259" y="172498"/>
                    <a:pt x="169259" y="172498"/>
                  </a:cubicBezTo>
                  <a:cubicBezTo>
                    <a:pt x="170879" y="174022"/>
                    <a:pt x="170879" y="174022"/>
                    <a:pt x="172403" y="175546"/>
                  </a:cubicBezTo>
                  <a:cubicBezTo>
                    <a:pt x="172403" y="177070"/>
                    <a:pt x="172403" y="178594"/>
                    <a:pt x="172403" y="180118"/>
                  </a:cubicBezTo>
                  <a:cubicBezTo>
                    <a:pt x="172403" y="181642"/>
                    <a:pt x="172403" y="183166"/>
                    <a:pt x="172403" y="186214"/>
                  </a:cubicBezTo>
                  <a:cubicBezTo>
                    <a:pt x="172403" y="187738"/>
                    <a:pt x="172403" y="189262"/>
                    <a:pt x="172403" y="190786"/>
                  </a:cubicBezTo>
                  <a:cubicBezTo>
                    <a:pt x="172403" y="192310"/>
                    <a:pt x="172403" y="193834"/>
                    <a:pt x="172403" y="195358"/>
                  </a:cubicBezTo>
                  <a:cubicBezTo>
                    <a:pt x="172403" y="195358"/>
                    <a:pt x="172403" y="196882"/>
                    <a:pt x="170879" y="198406"/>
                  </a:cubicBezTo>
                  <a:cubicBezTo>
                    <a:pt x="170879" y="198406"/>
                    <a:pt x="169259" y="199930"/>
                    <a:pt x="169259" y="199930"/>
                  </a:cubicBezTo>
                  <a:cubicBezTo>
                    <a:pt x="167736" y="201454"/>
                    <a:pt x="166212" y="202978"/>
                    <a:pt x="161639" y="204502"/>
                  </a:cubicBezTo>
                  <a:cubicBezTo>
                    <a:pt x="158591" y="206026"/>
                    <a:pt x="152495" y="207550"/>
                    <a:pt x="146400" y="209074"/>
                  </a:cubicBezTo>
                  <a:cubicBezTo>
                    <a:pt x="140303" y="212122"/>
                    <a:pt x="132683" y="213646"/>
                    <a:pt x="125063" y="215170"/>
                  </a:cubicBezTo>
                  <a:cubicBezTo>
                    <a:pt x="117444" y="215170"/>
                    <a:pt x="108300" y="216694"/>
                    <a:pt x="99156" y="216694"/>
                  </a:cubicBezTo>
                  <a:cubicBezTo>
                    <a:pt x="82391" y="216694"/>
                    <a:pt x="68580" y="213646"/>
                    <a:pt x="56388" y="209074"/>
                  </a:cubicBezTo>
                  <a:cubicBezTo>
                    <a:pt x="44196" y="206026"/>
                    <a:pt x="33528" y="198406"/>
                    <a:pt x="25908" y="189262"/>
                  </a:cubicBezTo>
                  <a:cubicBezTo>
                    <a:pt x="16764" y="180118"/>
                    <a:pt x="10668" y="169354"/>
                    <a:pt x="6096" y="155638"/>
                  </a:cubicBezTo>
                  <a:cubicBezTo>
                    <a:pt x="3048" y="143446"/>
                    <a:pt x="0" y="126682"/>
                    <a:pt x="0" y="109918"/>
                  </a:cubicBezTo>
                  <a:cubicBezTo>
                    <a:pt x="0" y="93059"/>
                    <a:pt x="3048" y="77819"/>
                    <a:pt x="6096" y="64103"/>
                  </a:cubicBezTo>
                  <a:cubicBezTo>
                    <a:pt x="10668" y="50387"/>
                    <a:pt x="16764" y="38195"/>
                    <a:pt x="25908" y="28956"/>
                  </a:cubicBezTo>
                  <a:cubicBezTo>
                    <a:pt x="33528" y="19812"/>
                    <a:pt x="44196" y="12192"/>
                    <a:pt x="54864" y="7620"/>
                  </a:cubicBezTo>
                  <a:cubicBezTo>
                    <a:pt x="67056" y="3048"/>
                    <a:pt x="80772" y="0"/>
                    <a:pt x="94583" y="0"/>
                  </a:cubicBezTo>
                  <a:cubicBezTo>
                    <a:pt x="109824" y="0"/>
                    <a:pt x="123539" y="3048"/>
                    <a:pt x="134207" y="7620"/>
                  </a:cubicBezTo>
                  <a:cubicBezTo>
                    <a:pt x="144875" y="12192"/>
                    <a:pt x="154019" y="19812"/>
                    <a:pt x="161639" y="27432"/>
                  </a:cubicBezTo>
                  <a:cubicBezTo>
                    <a:pt x="167736" y="36671"/>
                    <a:pt x="172403" y="45815"/>
                    <a:pt x="176975" y="56483"/>
                  </a:cubicBezTo>
                  <a:cubicBezTo>
                    <a:pt x="180023" y="68675"/>
                    <a:pt x="181547" y="80867"/>
                    <a:pt x="181547" y="93059"/>
                  </a:cubicBezTo>
                  <a:lnTo>
                    <a:pt x="181547" y="99155"/>
                  </a:lnTo>
                  <a:close/>
                  <a:moveTo>
                    <a:pt x="144875" y="88487"/>
                  </a:moveTo>
                  <a:cubicBezTo>
                    <a:pt x="144875" y="70199"/>
                    <a:pt x="141827" y="54959"/>
                    <a:pt x="132683" y="44291"/>
                  </a:cubicBezTo>
                  <a:cubicBezTo>
                    <a:pt x="123539" y="33528"/>
                    <a:pt x="109824" y="28956"/>
                    <a:pt x="93059" y="28956"/>
                  </a:cubicBezTo>
                  <a:cubicBezTo>
                    <a:pt x="83915" y="28956"/>
                    <a:pt x="76200" y="30480"/>
                    <a:pt x="70104" y="33528"/>
                  </a:cubicBezTo>
                  <a:cubicBezTo>
                    <a:pt x="62484" y="36671"/>
                    <a:pt x="57912" y="41243"/>
                    <a:pt x="53340" y="47339"/>
                  </a:cubicBezTo>
                  <a:cubicBezTo>
                    <a:pt x="48768" y="51911"/>
                    <a:pt x="44196" y="58007"/>
                    <a:pt x="42672" y="65627"/>
                  </a:cubicBezTo>
                  <a:cubicBezTo>
                    <a:pt x="39624" y="73247"/>
                    <a:pt x="38100" y="80867"/>
                    <a:pt x="38100" y="88487"/>
                  </a:cubicBezTo>
                  <a:lnTo>
                    <a:pt x="144875" y="884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09" name="Path409"/>
            <p:cNvSpPr/>
            <p:nvPr/>
          </p:nvSpPr>
          <p:spPr>
            <a:xfrm>
              <a:off x="6322409" y="2135029"/>
              <a:ext cx="155544" cy="216693"/>
            </a:xfrm>
            <a:custGeom>
              <a:avLst/>
              <a:gdLst/>
              <a:ahLst/>
              <a:cxnLst/>
              <a:rect l="l" t="t" r="r" b="b"/>
              <a:pathLst>
                <a:path w="155544" h="216693">
                  <a:moveTo>
                    <a:pt x="155543" y="177070"/>
                  </a:moveTo>
                  <a:cubicBezTo>
                    <a:pt x="155543" y="180118"/>
                    <a:pt x="155543" y="181642"/>
                    <a:pt x="155543" y="183166"/>
                  </a:cubicBezTo>
                  <a:cubicBezTo>
                    <a:pt x="155543" y="184690"/>
                    <a:pt x="154019" y="186214"/>
                    <a:pt x="154019" y="187738"/>
                  </a:cubicBezTo>
                  <a:cubicBezTo>
                    <a:pt x="154019" y="189262"/>
                    <a:pt x="154019" y="190786"/>
                    <a:pt x="152495" y="190786"/>
                  </a:cubicBezTo>
                  <a:cubicBezTo>
                    <a:pt x="152495" y="192310"/>
                    <a:pt x="150971" y="193834"/>
                    <a:pt x="149447" y="195358"/>
                  </a:cubicBezTo>
                  <a:cubicBezTo>
                    <a:pt x="147923" y="196882"/>
                    <a:pt x="144875" y="199930"/>
                    <a:pt x="140303" y="202978"/>
                  </a:cubicBezTo>
                  <a:cubicBezTo>
                    <a:pt x="135731" y="204502"/>
                    <a:pt x="131159" y="207550"/>
                    <a:pt x="125063" y="209074"/>
                  </a:cubicBezTo>
                  <a:cubicBezTo>
                    <a:pt x="120491" y="212122"/>
                    <a:pt x="114395" y="213646"/>
                    <a:pt x="106775" y="215170"/>
                  </a:cubicBezTo>
                  <a:cubicBezTo>
                    <a:pt x="100679" y="215170"/>
                    <a:pt x="94583" y="216694"/>
                    <a:pt x="86963" y="216694"/>
                  </a:cubicBezTo>
                  <a:cubicBezTo>
                    <a:pt x="73152" y="216694"/>
                    <a:pt x="60960" y="213646"/>
                    <a:pt x="50292" y="209074"/>
                  </a:cubicBezTo>
                  <a:cubicBezTo>
                    <a:pt x="39624" y="204502"/>
                    <a:pt x="30480" y="198406"/>
                    <a:pt x="22860" y="189262"/>
                  </a:cubicBezTo>
                  <a:cubicBezTo>
                    <a:pt x="15240" y="180118"/>
                    <a:pt x="9144" y="169355"/>
                    <a:pt x="6096" y="155639"/>
                  </a:cubicBezTo>
                  <a:cubicBezTo>
                    <a:pt x="1524" y="143446"/>
                    <a:pt x="0" y="128207"/>
                    <a:pt x="0" y="111443"/>
                  </a:cubicBezTo>
                  <a:cubicBezTo>
                    <a:pt x="0" y="91535"/>
                    <a:pt x="1524" y="74771"/>
                    <a:pt x="7620" y="61055"/>
                  </a:cubicBezTo>
                  <a:cubicBezTo>
                    <a:pt x="12192" y="47339"/>
                    <a:pt x="18288" y="35147"/>
                    <a:pt x="25908" y="25908"/>
                  </a:cubicBezTo>
                  <a:cubicBezTo>
                    <a:pt x="35052" y="18288"/>
                    <a:pt x="44196" y="10668"/>
                    <a:pt x="54864" y="6096"/>
                  </a:cubicBezTo>
                  <a:cubicBezTo>
                    <a:pt x="67056" y="3048"/>
                    <a:pt x="79248" y="0"/>
                    <a:pt x="91535" y="0"/>
                  </a:cubicBezTo>
                  <a:cubicBezTo>
                    <a:pt x="97631" y="0"/>
                    <a:pt x="103727" y="1524"/>
                    <a:pt x="109823" y="1524"/>
                  </a:cubicBezTo>
                  <a:cubicBezTo>
                    <a:pt x="115919" y="3048"/>
                    <a:pt x="122015" y="4572"/>
                    <a:pt x="126587" y="6096"/>
                  </a:cubicBezTo>
                  <a:cubicBezTo>
                    <a:pt x="131159" y="9144"/>
                    <a:pt x="135731" y="10668"/>
                    <a:pt x="138779" y="13716"/>
                  </a:cubicBezTo>
                  <a:cubicBezTo>
                    <a:pt x="143351" y="15240"/>
                    <a:pt x="146399" y="18288"/>
                    <a:pt x="147923" y="19812"/>
                  </a:cubicBezTo>
                  <a:cubicBezTo>
                    <a:pt x="149447" y="21336"/>
                    <a:pt x="150971" y="22860"/>
                    <a:pt x="150971" y="24384"/>
                  </a:cubicBezTo>
                  <a:cubicBezTo>
                    <a:pt x="152495" y="24384"/>
                    <a:pt x="152495" y="25908"/>
                    <a:pt x="152495" y="27432"/>
                  </a:cubicBezTo>
                  <a:cubicBezTo>
                    <a:pt x="154019" y="28956"/>
                    <a:pt x="154019" y="30480"/>
                    <a:pt x="154019" y="32004"/>
                  </a:cubicBezTo>
                  <a:cubicBezTo>
                    <a:pt x="154019" y="33528"/>
                    <a:pt x="154019" y="36671"/>
                    <a:pt x="154019" y="38195"/>
                  </a:cubicBezTo>
                  <a:cubicBezTo>
                    <a:pt x="154019" y="44291"/>
                    <a:pt x="154019" y="48863"/>
                    <a:pt x="152495" y="50387"/>
                  </a:cubicBezTo>
                  <a:cubicBezTo>
                    <a:pt x="150971" y="53435"/>
                    <a:pt x="149447" y="53435"/>
                    <a:pt x="147923" y="53435"/>
                  </a:cubicBezTo>
                  <a:cubicBezTo>
                    <a:pt x="144875" y="53435"/>
                    <a:pt x="143351" y="53435"/>
                    <a:pt x="140303" y="50387"/>
                  </a:cubicBezTo>
                  <a:cubicBezTo>
                    <a:pt x="137255" y="47339"/>
                    <a:pt x="134207" y="45815"/>
                    <a:pt x="129635" y="42767"/>
                  </a:cubicBezTo>
                  <a:cubicBezTo>
                    <a:pt x="125063" y="39719"/>
                    <a:pt x="118967" y="36671"/>
                    <a:pt x="112871" y="35147"/>
                  </a:cubicBezTo>
                  <a:cubicBezTo>
                    <a:pt x="106775" y="32004"/>
                    <a:pt x="99155" y="30480"/>
                    <a:pt x="91535" y="30480"/>
                  </a:cubicBezTo>
                  <a:cubicBezTo>
                    <a:pt x="74676" y="30480"/>
                    <a:pt x="60960" y="38195"/>
                    <a:pt x="51816" y="50387"/>
                  </a:cubicBezTo>
                  <a:cubicBezTo>
                    <a:pt x="42672" y="64103"/>
                    <a:pt x="38100" y="83915"/>
                    <a:pt x="38100" y="108395"/>
                  </a:cubicBezTo>
                  <a:cubicBezTo>
                    <a:pt x="38100" y="122111"/>
                    <a:pt x="38100" y="132779"/>
                    <a:pt x="41148" y="141923"/>
                  </a:cubicBezTo>
                  <a:cubicBezTo>
                    <a:pt x="44196" y="151067"/>
                    <a:pt x="47244" y="160211"/>
                    <a:pt x="51816" y="166307"/>
                  </a:cubicBezTo>
                  <a:cubicBezTo>
                    <a:pt x="56388" y="172498"/>
                    <a:pt x="62484" y="177070"/>
                    <a:pt x="68580" y="180118"/>
                  </a:cubicBezTo>
                  <a:cubicBezTo>
                    <a:pt x="76200" y="183166"/>
                    <a:pt x="83915" y="184690"/>
                    <a:pt x="91535" y="184690"/>
                  </a:cubicBezTo>
                  <a:cubicBezTo>
                    <a:pt x="100679" y="184690"/>
                    <a:pt x="108299" y="184690"/>
                    <a:pt x="114395" y="181642"/>
                  </a:cubicBezTo>
                  <a:cubicBezTo>
                    <a:pt x="120491" y="178594"/>
                    <a:pt x="125063" y="175546"/>
                    <a:pt x="129635" y="172498"/>
                  </a:cubicBezTo>
                  <a:cubicBezTo>
                    <a:pt x="134207" y="169355"/>
                    <a:pt x="138779" y="166307"/>
                    <a:pt x="141827" y="164783"/>
                  </a:cubicBezTo>
                  <a:cubicBezTo>
                    <a:pt x="144875" y="161735"/>
                    <a:pt x="147923" y="160211"/>
                    <a:pt x="149447" y="160211"/>
                  </a:cubicBezTo>
                  <a:cubicBezTo>
                    <a:pt x="150971" y="160211"/>
                    <a:pt x="150971" y="160211"/>
                    <a:pt x="152495" y="161735"/>
                  </a:cubicBezTo>
                  <a:cubicBezTo>
                    <a:pt x="152495" y="161735"/>
                    <a:pt x="152495" y="163259"/>
                    <a:pt x="154019" y="164783"/>
                  </a:cubicBezTo>
                  <a:cubicBezTo>
                    <a:pt x="154019" y="164783"/>
                    <a:pt x="154019" y="167831"/>
                    <a:pt x="155543" y="169355"/>
                  </a:cubicBezTo>
                  <a:cubicBezTo>
                    <a:pt x="155543" y="170879"/>
                    <a:pt x="155543" y="174022"/>
                    <a:pt x="155543" y="17707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10" name="Path410"/>
            <p:cNvSpPr/>
            <p:nvPr/>
          </p:nvSpPr>
          <p:spPr>
            <a:xfrm>
              <a:off x="6520720" y="2057209"/>
              <a:ext cx="45720" cy="291466"/>
            </a:xfrm>
            <a:custGeom>
              <a:avLst/>
              <a:gdLst/>
              <a:ahLst/>
              <a:cxnLst/>
              <a:rect l="l" t="t" r="r" b="b"/>
              <a:pathLst>
                <a:path w="45720" h="291466">
                  <a:moveTo>
                    <a:pt x="41148" y="285369"/>
                  </a:moveTo>
                  <a:cubicBezTo>
                    <a:pt x="41148" y="285369"/>
                    <a:pt x="41148" y="286893"/>
                    <a:pt x="39624" y="288417"/>
                  </a:cubicBezTo>
                  <a:cubicBezTo>
                    <a:pt x="39624" y="288417"/>
                    <a:pt x="38100" y="288417"/>
                    <a:pt x="36576" y="289941"/>
                  </a:cubicBezTo>
                  <a:cubicBezTo>
                    <a:pt x="36576" y="289941"/>
                    <a:pt x="33528" y="291465"/>
                    <a:pt x="32004" y="291465"/>
                  </a:cubicBezTo>
                  <a:cubicBezTo>
                    <a:pt x="28956" y="291465"/>
                    <a:pt x="25908" y="291465"/>
                    <a:pt x="22860" y="291465"/>
                  </a:cubicBezTo>
                  <a:cubicBezTo>
                    <a:pt x="19812" y="291465"/>
                    <a:pt x="16764" y="291465"/>
                    <a:pt x="13716" y="291465"/>
                  </a:cubicBezTo>
                  <a:cubicBezTo>
                    <a:pt x="12192" y="291465"/>
                    <a:pt x="9144" y="289941"/>
                    <a:pt x="9144" y="289941"/>
                  </a:cubicBezTo>
                  <a:cubicBezTo>
                    <a:pt x="7620" y="289941"/>
                    <a:pt x="6096" y="288417"/>
                    <a:pt x="6096" y="288417"/>
                  </a:cubicBezTo>
                  <a:cubicBezTo>
                    <a:pt x="4572" y="286893"/>
                    <a:pt x="4572" y="285369"/>
                    <a:pt x="4572" y="285369"/>
                  </a:cubicBezTo>
                  <a:lnTo>
                    <a:pt x="4572" y="88487"/>
                  </a:lnTo>
                  <a:cubicBezTo>
                    <a:pt x="4572" y="86963"/>
                    <a:pt x="4572" y="85439"/>
                    <a:pt x="6096" y="85439"/>
                  </a:cubicBezTo>
                  <a:cubicBezTo>
                    <a:pt x="6096" y="83915"/>
                    <a:pt x="7620" y="83915"/>
                    <a:pt x="9144" y="82391"/>
                  </a:cubicBezTo>
                  <a:cubicBezTo>
                    <a:pt x="9144" y="82391"/>
                    <a:pt x="12192" y="82391"/>
                    <a:pt x="13716" y="80867"/>
                  </a:cubicBezTo>
                  <a:cubicBezTo>
                    <a:pt x="16764" y="80867"/>
                    <a:pt x="19812" y="80867"/>
                    <a:pt x="22860" y="80867"/>
                  </a:cubicBezTo>
                  <a:cubicBezTo>
                    <a:pt x="25908" y="80867"/>
                    <a:pt x="28956" y="80867"/>
                    <a:pt x="32004" y="80867"/>
                  </a:cubicBezTo>
                  <a:cubicBezTo>
                    <a:pt x="33528" y="82391"/>
                    <a:pt x="36576" y="82391"/>
                    <a:pt x="36576" y="82391"/>
                  </a:cubicBezTo>
                  <a:cubicBezTo>
                    <a:pt x="38100" y="83915"/>
                    <a:pt x="39624" y="83915"/>
                    <a:pt x="39624" y="85439"/>
                  </a:cubicBezTo>
                  <a:cubicBezTo>
                    <a:pt x="41148" y="85439"/>
                    <a:pt x="41148" y="86963"/>
                    <a:pt x="41148" y="88487"/>
                  </a:cubicBezTo>
                  <a:lnTo>
                    <a:pt x="41148" y="285369"/>
                  </a:lnTo>
                  <a:close/>
                  <a:moveTo>
                    <a:pt x="45720" y="21336"/>
                  </a:moveTo>
                  <a:cubicBezTo>
                    <a:pt x="45720" y="28956"/>
                    <a:pt x="44196" y="35052"/>
                    <a:pt x="39624" y="38100"/>
                  </a:cubicBezTo>
                  <a:cubicBezTo>
                    <a:pt x="36576" y="41148"/>
                    <a:pt x="30480" y="42672"/>
                    <a:pt x="22860" y="42672"/>
                  </a:cubicBezTo>
                  <a:cubicBezTo>
                    <a:pt x="13716" y="42672"/>
                    <a:pt x="7620" y="41148"/>
                    <a:pt x="4572" y="38100"/>
                  </a:cubicBezTo>
                  <a:cubicBezTo>
                    <a:pt x="1524" y="35052"/>
                    <a:pt x="0" y="30480"/>
                    <a:pt x="0" y="21336"/>
                  </a:cubicBezTo>
                  <a:cubicBezTo>
                    <a:pt x="0" y="13716"/>
                    <a:pt x="1524" y="7620"/>
                    <a:pt x="4572" y="4572"/>
                  </a:cubicBezTo>
                  <a:cubicBezTo>
                    <a:pt x="9144" y="1524"/>
                    <a:pt x="13716" y="0"/>
                    <a:pt x="22860" y="0"/>
                  </a:cubicBezTo>
                  <a:cubicBezTo>
                    <a:pt x="32004" y="0"/>
                    <a:pt x="36576" y="1524"/>
                    <a:pt x="41148" y="4572"/>
                  </a:cubicBezTo>
                  <a:cubicBezTo>
                    <a:pt x="44196" y="7620"/>
                    <a:pt x="45720" y="12192"/>
                    <a:pt x="45720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11" name="Path411"/>
            <p:cNvSpPr/>
            <p:nvPr/>
          </p:nvSpPr>
          <p:spPr>
            <a:xfrm>
              <a:off x="6613779" y="2135029"/>
              <a:ext cx="161735" cy="216693"/>
            </a:xfrm>
            <a:custGeom>
              <a:avLst/>
              <a:gdLst/>
              <a:ahLst/>
              <a:cxnLst/>
              <a:rect l="l" t="t" r="r" b="b"/>
              <a:pathLst>
                <a:path w="161735" h="216693">
                  <a:moveTo>
                    <a:pt x="161734" y="207550"/>
                  </a:moveTo>
                  <a:cubicBezTo>
                    <a:pt x="161734" y="209074"/>
                    <a:pt x="161734" y="210598"/>
                    <a:pt x="160210" y="210598"/>
                  </a:cubicBezTo>
                  <a:cubicBezTo>
                    <a:pt x="158686" y="212122"/>
                    <a:pt x="157163" y="212122"/>
                    <a:pt x="155639" y="213646"/>
                  </a:cubicBezTo>
                  <a:cubicBezTo>
                    <a:pt x="154115" y="213646"/>
                    <a:pt x="149542" y="213646"/>
                    <a:pt x="146399" y="213646"/>
                  </a:cubicBezTo>
                  <a:cubicBezTo>
                    <a:pt x="141827" y="213646"/>
                    <a:pt x="138779" y="213646"/>
                    <a:pt x="137255" y="213646"/>
                  </a:cubicBezTo>
                  <a:cubicBezTo>
                    <a:pt x="135731" y="212122"/>
                    <a:pt x="132683" y="212122"/>
                    <a:pt x="132683" y="210598"/>
                  </a:cubicBezTo>
                  <a:cubicBezTo>
                    <a:pt x="131159" y="210598"/>
                    <a:pt x="131159" y="209074"/>
                    <a:pt x="131159" y="207550"/>
                  </a:cubicBezTo>
                  <a:lnTo>
                    <a:pt x="131159" y="187738"/>
                  </a:lnTo>
                  <a:cubicBezTo>
                    <a:pt x="122015" y="196882"/>
                    <a:pt x="112871" y="204502"/>
                    <a:pt x="102203" y="209074"/>
                  </a:cubicBezTo>
                  <a:cubicBezTo>
                    <a:pt x="91535" y="213646"/>
                    <a:pt x="80867" y="216694"/>
                    <a:pt x="68675" y="216694"/>
                  </a:cubicBezTo>
                  <a:cubicBezTo>
                    <a:pt x="57912" y="216694"/>
                    <a:pt x="48768" y="215170"/>
                    <a:pt x="39624" y="212122"/>
                  </a:cubicBezTo>
                  <a:cubicBezTo>
                    <a:pt x="32003" y="210598"/>
                    <a:pt x="24384" y="206026"/>
                    <a:pt x="18288" y="201454"/>
                  </a:cubicBezTo>
                  <a:cubicBezTo>
                    <a:pt x="13715" y="195358"/>
                    <a:pt x="7620" y="189262"/>
                    <a:pt x="4572" y="181642"/>
                  </a:cubicBezTo>
                  <a:cubicBezTo>
                    <a:pt x="1524" y="174022"/>
                    <a:pt x="0" y="166307"/>
                    <a:pt x="0" y="157163"/>
                  </a:cubicBezTo>
                  <a:cubicBezTo>
                    <a:pt x="0" y="144970"/>
                    <a:pt x="3048" y="135826"/>
                    <a:pt x="7620" y="128207"/>
                  </a:cubicBezTo>
                  <a:cubicBezTo>
                    <a:pt x="12192" y="119063"/>
                    <a:pt x="18288" y="112967"/>
                    <a:pt x="25908" y="106870"/>
                  </a:cubicBezTo>
                  <a:cubicBezTo>
                    <a:pt x="35052" y="102203"/>
                    <a:pt x="45720" y="97631"/>
                    <a:pt x="57912" y="94583"/>
                  </a:cubicBezTo>
                  <a:cubicBezTo>
                    <a:pt x="70199" y="93059"/>
                    <a:pt x="83915" y="91535"/>
                    <a:pt x="99155" y="91535"/>
                  </a:cubicBezTo>
                  <a:lnTo>
                    <a:pt x="126587" y="91535"/>
                  </a:lnTo>
                  <a:lnTo>
                    <a:pt x="126587" y="76295"/>
                  </a:lnTo>
                  <a:cubicBezTo>
                    <a:pt x="126587" y="68675"/>
                    <a:pt x="125063" y="61055"/>
                    <a:pt x="123539" y="56483"/>
                  </a:cubicBezTo>
                  <a:cubicBezTo>
                    <a:pt x="122015" y="50387"/>
                    <a:pt x="118967" y="45815"/>
                    <a:pt x="115919" y="41243"/>
                  </a:cubicBezTo>
                  <a:cubicBezTo>
                    <a:pt x="112871" y="36671"/>
                    <a:pt x="108299" y="35147"/>
                    <a:pt x="102203" y="32004"/>
                  </a:cubicBezTo>
                  <a:cubicBezTo>
                    <a:pt x="96107" y="30480"/>
                    <a:pt x="88487" y="28956"/>
                    <a:pt x="80867" y="28956"/>
                  </a:cubicBezTo>
                  <a:cubicBezTo>
                    <a:pt x="71723" y="28956"/>
                    <a:pt x="64103" y="30480"/>
                    <a:pt x="56388" y="32004"/>
                  </a:cubicBezTo>
                  <a:cubicBezTo>
                    <a:pt x="50292" y="35147"/>
                    <a:pt x="44196" y="36671"/>
                    <a:pt x="38100" y="39719"/>
                  </a:cubicBezTo>
                  <a:cubicBezTo>
                    <a:pt x="33528" y="42767"/>
                    <a:pt x="28956" y="44291"/>
                    <a:pt x="24384" y="47339"/>
                  </a:cubicBezTo>
                  <a:cubicBezTo>
                    <a:pt x="21336" y="48863"/>
                    <a:pt x="18288" y="50387"/>
                    <a:pt x="16764" y="50387"/>
                  </a:cubicBezTo>
                  <a:cubicBezTo>
                    <a:pt x="15240" y="50387"/>
                    <a:pt x="15240" y="48863"/>
                    <a:pt x="13715" y="48863"/>
                  </a:cubicBezTo>
                  <a:cubicBezTo>
                    <a:pt x="13715" y="48863"/>
                    <a:pt x="12192" y="47339"/>
                    <a:pt x="12192" y="45815"/>
                  </a:cubicBezTo>
                  <a:cubicBezTo>
                    <a:pt x="10668" y="45815"/>
                    <a:pt x="10668" y="44291"/>
                    <a:pt x="10668" y="41243"/>
                  </a:cubicBezTo>
                  <a:cubicBezTo>
                    <a:pt x="10668" y="39719"/>
                    <a:pt x="9144" y="38195"/>
                    <a:pt x="9144" y="35147"/>
                  </a:cubicBezTo>
                  <a:cubicBezTo>
                    <a:pt x="9144" y="32004"/>
                    <a:pt x="10668" y="28956"/>
                    <a:pt x="10668" y="27432"/>
                  </a:cubicBezTo>
                  <a:cubicBezTo>
                    <a:pt x="10668" y="24384"/>
                    <a:pt x="12192" y="22860"/>
                    <a:pt x="13715" y="21336"/>
                  </a:cubicBezTo>
                  <a:cubicBezTo>
                    <a:pt x="16764" y="19812"/>
                    <a:pt x="19812" y="16764"/>
                    <a:pt x="24384" y="13716"/>
                  </a:cubicBezTo>
                  <a:cubicBezTo>
                    <a:pt x="28956" y="12192"/>
                    <a:pt x="35052" y="9144"/>
                    <a:pt x="41148" y="7620"/>
                  </a:cubicBezTo>
                  <a:cubicBezTo>
                    <a:pt x="47244" y="6096"/>
                    <a:pt x="54864" y="3048"/>
                    <a:pt x="61055" y="1524"/>
                  </a:cubicBezTo>
                  <a:cubicBezTo>
                    <a:pt x="68675" y="1524"/>
                    <a:pt x="76295" y="0"/>
                    <a:pt x="83915" y="0"/>
                  </a:cubicBezTo>
                  <a:cubicBezTo>
                    <a:pt x="97631" y="0"/>
                    <a:pt x="109823" y="1524"/>
                    <a:pt x="120491" y="4572"/>
                  </a:cubicBezTo>
                  <a:cubicBezTo>
                    <a:pt x="129635" y="7620"/>
                    <a:pt x="138779" y="12192"/>
                    <a:pt x="144875" y="18288"/>
                  </a:cubicBezTo>
                  <a:cubicBezTo>
                    <a:pt x="151066" y="24384"/>
                    <a:pt x="155639" y="33528"/>
                    <a:pt x="157163" y="42767"/>
                  </a:cubicBezTo>
                  <a:cubicBezTo>
                    <a:pt x="160210" y="51911"/>
                    <a:pt x="161734" y="62579"/>
                    <a:pt x="161734" y="74771"/>
                  </a:cubicBezTo>
                  <a:lnTo>
                    <a:pt x="161734" y="207550"/>
                  </a:lnTo>
                  <a:close/>
                  <a:moveTo>
                    <a:pt x="126587" y="117539"/>
                  </a:moveTo>
                  <a:lnTo>
                    <a:pt x="94583" y="117539"/>
                  </a:lnTo>
                  <a:cubicBezTo>
                    <a:pt x="85439" y="117539"/>
                    <a:pt x="76295" y="117539"/>
                    <a:pt x="68675" y="119063"/>
                  </a:cubicBezTo>
                  <a:cubicBezTo>
                    <a:pt x="62579" y="122111"/>
                    <a:pt x="56388" y="123635"/>
                    <a:pt x="51815" y="126683"/>
                  </a:cubicBezTo>
                  <a:cubicBezTo>
                    <a:pt x="45720" y="129730"/>
                    <a:pt x="42672" y="134302"/>
                    <a:pt x="41148" y="138874"/>
                  </a:cubicBezTo>
                  <a:cubicBezTo>
                    <a:pt x="38100" y="143446"/>
                    <a:pt x="36576" y="149542"/>
                    <a:pt x="36576" y="154114"/>
                  </a:cubicBezTo>
                  <a:cubicBezTo>
                    <a:pt x="36576" y="164783"/>
                    <a:pt x="39624" y="172498"/>
                    <a:pt x="47244" y="178594"/>
                  </a:cubicBezTo>
                  <a:cubicBezTo>
                    <a:pt x="53340" y="184690"/>
                    <a:pt x="62579" y="187738"/>
                    <a:pt x="74771" y="187738"/>
                  </a:cubicBezTo>
                  <a:cubicBezTo>
                    <a:pt x="83915" y="187738"/>
                    <a:pt x="93059" y="186214"/>
                    <a:pt x="100679" y="181642"/>
                  </a:cubicBezTo>
                  <a:cubicBezTo>
                    <a:pt x="108299" y="177070"/>
                    <a:pt x="117443" y="169354"/>
                    <a:pt x="126587" y="158686"/>
                  </a:cubicBezTo>
                  <a:lnTo>
                    <a:pt x="126587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412" name="Path412"/>
          <p:cNvSpPr/>
          <p:nvPr/>
        </p:nvSpPr>
        <p:spPr>
          <a:xfrm>
            <a:off x="6842665" y="2041969"/>
            <a:ext cx="35052" cy="306706"/>
          </a:xfrm>
          <a:custGeom>
            <a:avLst/>
            <a:gdLst/>
            <a:ahLst/>
            <a:cxnLst/>
            <a:rect l="l" t="t" r="r" b="b"/>
            <a:pathLst>
              <a:path w="35052" h="306706">
                <a:moveTo>
                  <a:pt x="35052" y="300609"/>
                </a:moveTo>
                <a:cubicBezTo>
                  <a:pt x="35052" y="300609"/>
                  <a:pt x="35052" y="302133"/>
                  <a:pt x="35052" y="303657"/>
                </a:cubicBezTo>
                <a:cubicBezTo>
                  <a:pt x="33528" y="303657"/>
                  <a:pt x="33528" y="303657"/>
                  <a:pt x="32004" y="305181"/>
                </a:cubicBezTo>
                <a:cubicBezTo>
                  <a:pt x="30480" y="305181"/>
                  <a:pt x="28956" y="306705"/>
                  <a:pt x="25908" y="306705"/>
                </a:cubicBezTo>
                <a:cubicBezTo>
                  <a:pt x="24384" y="306705"/>
                  <a:pt x="21336" y="306705"/>
                  <a:pt x="16764" y="306705"/>
                </a:cubicBezTo>
                <a:cubicBezTo>
                  <a:pt x="13716" y="306705"/>
                  <a:pt x="10668" y="306705"/>
                  <a:pt x="9144" y="306705"/>
                </a:cubicBezTo>
                <a:cubicBezTo>
                  <a:pt x="6096" y="306705"/>
                  <a:pt x="4572" y="305181"/>
                  <a:pt x="3048" y="305181"/>
                </a:cubicBezTo>
                <a:cubicBezTo>
                  <a:pt x="1524" y="305181"/>
                  <a:pt x="0" y="303657"/>
                  <a:pt x="0" y="303657"/>
                </a:cubicBezTo>
                <a:cubicBezTo>
                  <a:pt x="0" y="302133"/>
                  <a:pt x="0" y="300609"/>
                  <a:pt x="0" y="300609"/>
                </a:cubicBezTo>
                <a:lnTo>
                  <a:pt x="0" y="7620"/>
                </a:lnTo>
                <a:cubicBezTo>
                  <a:pt x="0" y="6096"/>
                  <a:pt x="0" y="6096"/>
                  <a:pt x="0" y="4572"/>
                </a:cubicBezTo>
                <a:cubicBezTo>
                  <a:pt x="0" y="3048"/>
                  <a:pt x="1524" y="3048"/>
                  <a:pt x="3048" y="3048"/>
                </a:cubicBezTo>
                <a:cubicBezTo>
                  <a:pt x="4572" y="1524"/>
                  <a:pt x="6096" y="1524"/>
                  <a:pt x="9144" y="1524"/>
                </a:cubicBezTo>
                <a:cubicBezTo>
                  <a:pt x="10668" y="1524"/>
                  <a:pt x="13716" y="0"/>
                  <a:pt x="16764" y="0"/>
                </a:cubicBezTo>
                <a:cubicBezTo>
                  <a:pt x="21336" y="0"/>
                  <a:pt x="24384" y="0"/>
                  <a:pt x="25908" y="1524"/>
                </a:cubicBezTo>
                <a:cubicBezTo>
                  <a:pt x="28956" y="1524"/>
                  <a:pt x="30480" y="1524"/>
                  <a:pt x="32004" y="3048"/>
                </a:cubicBezTo>
                <a:cubicBezTo>
                  <a:pt x="33528" y="3048"/>
                  <a:pt x="33528" y="3048"/>
                  <a:pt x="35052" y="4572"/>
                </a:cubicBezTo>
                <a:cubicBezTo>
                  <a:pt x="35052" y="6096"/>
                  <a:pt x="35052" y="6096"/>
                  <a:pt x="35052" y="7620"/>
                </a:cubicBezTo>
                <a:lnTo>
                  <a:pt x="35052" y="300609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413" name="Group413"/>
          <p:cNvGrpSpPr/>
          <p:nvPr/>
        </p:nvGrpSpPr>
        <p:grpSpPr>
          <a:xfrm>
            <a:off x="6944869" y="2041969"/>
            <a:ext cx="265461" cy="384525"/>
            <a:chOff x="6944869" y="2041969"/>
            <a:chExt cx="265461" cy="384525"/>
          </a:xfrm>
        </p:grpSpPr>
        <p:sp>
          <p:nvSpPr>
            <p:cNvPr id="414" name="Path414"/>
            <p:cNvSpPr/>
            <p:nvPr/>
          </p:nvSpPr>
          <p:spPr>
            <a:xfrm>
              <a:off x="6944869" y="2041969"/>
              <a:ext cx="36576" cy="306706"/>
            </a:xfrm>
            <a:custGeom>
              <a:avLst/>
              <a:gdLst/>
              <a:ahLst/>
              <a:cxnLst/>
              <a:rect l="l" t="t" r="r" b="b"/>
              <a:pathLst>
                <a:path w="36576" h="306706">
                  <a:moveTo>
                    <a:pt x="36576" y="300609"/>
                  </a:moveTo>
                  <a:cubicBezTo>
                    <a:pt x="36576" y="300609"/>
                    <a:pt x="36576" y="302133"/>
                    <a:pt x="35052" y="303657"/>
                  </a:cubicBezTo>
                  <a:cubicBezTo>
                    <a:pt x="35052" y="303657"/>
                    <a:pt x="33528" y="303657"/>
                    <a:pt x="32004" y="305181"/>
                  </a:cubicBezTo>
                  <a:cubicBezTo>
                    <a:pt x="30480" y="305181"/>
                    <a:pt x="28956" y="306705"/>
                    <a:pt x="27432" y="306705"/>
                  </a:cubicBezTo>
                  <a:cubicBezTo>
                    <a:pt x="24384" y="306705"/>
                    <a:pt x="21336" y="306705"/>
                    <a:pt x="18288" y="306705"/>
                  </a:cubicBezTo>
                  <a:cubicBezTo>
                    <a:pt x="15240" y="306705"/>
                    <a:pt x="12192" y="306705"/>
                    <a:pt x="9144" y="306705"/>
                  </a:cubicBezTo>
                  <a:cubicBezTo>
                    <a:pt x="7620" y="306705"/>
                    <a:pt x="4572" y="305181"/>
                    <a:pt x="3048" y="305181"/>
                  </a:cubicBezTo>
                  <a:cubicBezTo>
                    <a:pt x="3048" y="305181"/>
                    <a:pt x="1524" y="303657"/>
                    <a:pt x="1524" y="303657"/>
                  </a:cubicBezTo>
                  <a:cubicBezTo>
                    <a:pt x="0" y="302133"/>
                    <a:pt x="0" y="300609"/>
                    <a:pt x="0" y="300609"/>
                  </a:cubicBezTo>
                  <a:lnTo>
                    <a:pt x="0" y="7620"/>
                  </a:lnTo>
                  <a:cubicBezTo>
                    <a:pt x="0" y="6096"/>
                    <a:pt x="0" y="6096"/>
                    <a:pt x="1524" y="4572"/>
                  </a:cubicBezTo>
                  <a:cubicBezTo>
                    <a:pt x="1524" y="3048"/>
                    <a:pt x="3048" y="3048"/>
                    <a:pt x="3048" y="3048"/>
                  </a:cubicBezTo>
                  <a:cubicBezTo>
                    <a:pt x="4572" y="1524"/>
                    <a:pt x="7620" y="1524"/>
                    <a:pt x="9144" y="1524"/>
                  </a:cubicBezTo>
                  <a:cubicBezTo>
                    <a:pt x="12192" y="1524"/>
                    <a:pt x="15240" y="0"/>
                    <a:pt x="18288" y="0"/>
                  </a:cubicBezTo>
                  <a:cubicBezTo>
                    <a:pt x="21336" y="0"/>
                    <a:pt x="24384" y="0"/>
                    <a:pt x="27432" y="1524"/>
                  </a:cubicBezTo>
                  <a:cubicBezTo>
                    <a:pt x="28956" y="1524"/>
                    <a:pt x="30480" y="1524"/>
                    <a:pt x="32004" y="3048"/>
                  </a:cubicBezTo>
                  <a:cubicBezTo>
                    <a:pt x="33528" y="3048"/>
                    <a:pt x="35052" y="3048"/>
                    <a:pt x="35052" y="4572"/>
                  </a:cubicBezTo>
                  <a:cubicBezTo>
                    <a:pt x="36576" y="6096"/>
                    <a:pt x="36576" y="6096"/>
                    <a:pt x="36576" y="7620"/>
                  </a:cubicBezTo>
                  <a:lnTo>
                    <a:pt x="36576" y="3006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15" name="Path415"/>
            <p:cNvSpPr/>
            <p:nvPr/>
          </p:nvSpPr>
          <p:spPr>
            <a:xfrm>
              <a:off x="7022592" y="2138077"/>
              <a:ext cx="187738" cy="288417"/>
            </a:xfrm>
            <a:custGeom>
              <a:avLst/>
              <a:gdLst/>
              <a:ahLst/>
              <a:cxnLst/>
              <a:rect l="l" t="t" r="r" b="b"/>
              <a:pathLst>
                <a:path w="187738" h="288417">
                  <a:moveTo>
                    <a:pt x="114491" y="209074"/>
                  </a:moveTo>
                  <a:lnTo>
                    <a:pt x="88583" y="282321"/>
                  </a:lnTo>
                  <a:cubicBezTo>
                    <a:pt x="88583" y="283845"/>
                    <a:pt x="85440" y="285369"/>
                    <a:pt x="82391" y="286893"/>
                  </a:cubicBezTo>
                  <a:cubicBezTo>
                    <a:pt x="79343" y="288417"/>
                    <a:pt x="73247" y="288417"/>
                    <a:pt x="65628" y="288417"/>
                  </a:cubicBezTo>
                  <a:cubicBezTo>
                    <a:pt x="62579" y="288417"/>
                    <a:pt x="59531" y="288417"/>
                    <a:pt x="56483" y="288417"/>
                  </a:cubicBezTo>
                  <a:cubicBezTo>
                    <a:pt x="54959" y="288417"/>
                    <a:pt x="53436" y="286893"/>
                    <a:pt x="51912" y="286893"/>
                  </a:cubicBezTo>
                  <a:cubicBezTo>
                    <a:pt x="50388" y="285369"/>
                    <a:pt x="48864" y="285369"/>
                    <a:pt x="48864" y="283845"/>
                  </a:cubicBezTo>
                  <a:cubicBezTo>
                    <a:pt x="48864" y="282321"/>
                    <a:pt x="48864" y="279273"/>
                    <a:pt x="50388" y="277749"/>
                  </a:cubicBezTo>
                  <a:lnTo>
                    <a:pt x="77819" y="209074"/>
                  </a:lnTo>
                  <a:cubicBezTo>
                    <a:pt x="76295" y="209074"/>
                    <a:pt x="74771" y="207550"/>
                    <a:pt x="73247" y="206026"/>
                  </a:cubicBezTo>
                  <a:cubicBezTo>
                    <a:pt x="73247" y="204502"/>
                    <a:pt x="71724" y="204502"/>
                    <a:pt x="71724" y="202978"/>
                  </a:cubicBezTo>
                  <a:lnTo>
                    <a:pt x="1619" y="13716"/>
                  </a:lnTo>
                  <a:cubicBezTo>
                    <a:pt x="0" y="10668"/>
                    <a:pt x="0" y="9144"/>
                    <a:pt x="0" y="7620"/>
                  </a:cubicBezTo>
                  <a:cubicBezTo>
                    <a:pt x="0" y="4572"/>
                    <a:pt x="0" y="4572"/>
                    <a:pt x="1619" y="3048"/>
                  </a:cubicBezTo>
                  <a:cubicBezTo>
                    <a:pt x="1619" y="1524"/>
                    <a:pt x="4667" y="1524"/>
                    <a:pt x="6191" y="0"/>
                  </a:cubicBezTo>
                  <a:cubicBezTo>
                    <a:pt x="9240" y="0"/>
                    <a:pt x="12288" y="0"/>
                    <a:pt x="16859" y="0"/>
                  </a:cubicBezTo>
                  <a:cubicBezTo>
                    <a:pt x="21431" y="0"/>
                    <a:pt x="24479" y="0"/>
                    <a:pt x="27528" y="0"/>
                  </a:cubicBezTo>
                  <a:cubicBezTo>
                    <a:pt x="30576" y="0"/>
                    <a:pt x="32100" y="1524"/>
                    <a:pt x="33624" y="1524"/>
                  </a:cubicBezTo>
                  <a:cubicBezTo>
                    <a:pt x="35147" y="1524"/>
                    <a:pt x="36671" y="3048"/>
                    <a:pt x="36671" y="4572"/>
                  </a:cubicBezTo>
                  <a:cubicBezTo>
                    <a:pt x="36671" y="4572"/>
                    <a:pt x="38195" y="6096"/>
                    <a:pt x="38195" y="9144"/>
                  </a:cubicBezTo>
                  <a:lnTo>
                    <a:pt x="94679" y="166307"/>
                  </a:lnTo>
                  <a:lnTo>
                    <a:pt x="96203" y="166307"/>
                  </a:lnTo>
                  <a:lnTo>
                    <a:pt x="149543" y="7620"/>
                  </a:lnTo>
                  <a:cubicBezTo>
                    <a:pt x="151067" y="4572"/>
                    <a:pt x="151067" y="3048"/>
                    <a:pt x="152591" y="3048"/>
                  </a:cubicBezTo>
                  <a:cubicBezTo>
                    <a:pt x="154115" y="1524"/>
                    <a:pt x="155639" y="1524"/>
                    <a:pt x="158686" y="0"/>
                  </a:cubicBezTo>
                  <a:cubicBezTo>
                    <a:pt x="161734" y="0"/>
                    <a:pt x="164783" y="0"/>
                    <a:pt x="169355" y="0"/>
                  </a:cubicBezTo>
                  <a:cubicBezTo>
                    <a:pt x="173927" y="0"/>
                    <a:pt x="177070" y="0"/>
                    <a:pt x="180118" y="0"/>
                  </a:cubicBezTo>
                  <a:cubicBezTo>
                    <a:pt x="181642" y="1524"/>
                    <a:pt x="184690" y="1524"/>
                    <a:pt x="184690" y="3048"/>
                  </a:cubicBezTo>
                  <a:cubicBezTo>
                    <a:pt x="186214" y="3048"/>
                    <a:pt x="187738" y="4572"/>
                    <a:pt x="187738" y="7620"/>
                  </a:cubicBezTo>
                  <a:cubicBezTo>
                    <a:pt x="187738" y="9144"/>
                    <a:pt x="186214" y="10668"/>
                    <a:pt x="186214" y="13716"/>
                  </a:cubicBezTo>
                  <a:lnTo>
                    <a:pt x="114491" y="20907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416" name="Group416"/>
          <p:cNvGrpSpPr/>
          <p:nvPr/>
        </p:nvGrpSpPr>
        <p:grpSpPr>
          <a:xfrm>
            <a:off x="7349109" y="2040446"/>
            <a:ext cx="935260" cy="311277"/>
            <a:chOff x="7349109" y="2040446"/>
            <a:chExt cx="935260" cy="311277"/>
          </a:xfrm>
        </p:grpSpPr>
        <p:sp>
          <p:nvSpPr>
            <p:cNvPr id="417" name="Path417"/>
            <p:cNvSpPr/>
            <p:nvPr/>
          </p:nvSpPr>
          <p:spPr>
            <a:xfrm>
              <a:off x="7349109" y="2138077"/>
              <a:ext cx="169355" cy="213645"/>
            </a:xfrm>
            <a:custGeom>
              <a:avLst/>
              <a:gdLst/>
              <a:ahLst/>
              <a:cxnLst/>
              <a:rect l="l" t="t" r="r" b="b"/>
              <a:pathLst>
                <a:path w="169355" h="213645">
                  <a:moveTo>
                    <a:pt x="169355" y="204502"/>
                  </a:moveTo>
                  <a:cubicBezTo>
                    <a:pt x="169355" y="204502"/>
                    <a:pt x="169355" y="206026"/>
                    <a:pt x="169355" y="207550"/>
                  </a:cubicBezTo>
                  <a:cubicBezTo>
                    <a:pt x="169355" y="207550"/>
                    <a:pt x="167831" y="207550"/>
                    <a:pt x="166307" y="209074"/>
                  </a:cubicBezTo>
                  <a:cubicBezTo>
                    <a:pt x="164783" y="209074"/>
                    <a:pt x="163259" y="210598"/>
                    <a:pt x="161735" y="210598"/>
                  </a:cubicBezTo>
                  <a:cubicBezTo>
                    <a:pt x="158686" y="210598"/>
                    <a:pt x="157163" y="210598"/>
                    <a:pt x="154115" y="210598"/>
                  </a:cubicBezTo>
                  <a:cubicBezTo>
                    <a:pt x="151067" y="210598"/>
                    <a:pt x="148019" y="210598"/>
                    <a:pt x="144971" y="210598"/>
                  </a:cubicBezTo>
                  <a:cubicBezTo>
                    <a:pt x="143447" y="210598"/>
                    <a:pt x="141923" y="209074"/>
                    <a:pt x="140398" y="209074"/>
                  </a:cubicBezTo>
                  <a:cubicBezTo>
                    <a:pt x="138874" y="209074"/>
                    <a:pt x="138874" y="207550"/>
                    <a:pt x="137351" y="207550"/>
                  </a:cubicBezTo>
                  <a:cubicBezTo>
                    <a:pt x="137351" y="206026"/>
                    <a:pt x="137351" y="204502"/>
                    <a:pt x="137351" y="204502"/>
                  </a:cubicBezTo>
                  <a:lnTo>
                    <a:pt x="137351" y="178594"/>
                  </a:lnTo>
                  <a:cubicBezTo>
                    <a:pt x="126683" y="190786"/>
                    <a:pt x="114491" y="199930"/>
                    <a:pt x="103728" y="204502"/>
                  </a:cubicBezTo>
                  <a:cubicBezTo>
                    <a:pt x="93059" y="210598"/>
                    <a:pt x="82392" y="213646"/>
                    <a:pt x="70200" y="213646"/>
                  </a:cubicBezTo>
                  <a:cubicBezTo>
                    <a:pt x="58007" y="213646"/>
                    <a:pt x="47340" y="210598"/>
                    <a:pt x="38195" y="207550"/>
                  </a:cubicBezTo>
                  <a:cubicBezTo>
                    <a:pt x="29052" y="202978"/>
                    <a:pt x="21336" y="196882"/>
                    <a:pt x="15240" y="189262"/>
                  </a:cubicBezTo>
                  <a:cubicBezTo>
                    <a:pt x="10668" y="181642"/>
                    <a:pt x="6097" y="172498"/>
                    <a:pt x="4573" y="163259"/>
                  </a:cubicBezTo>
                  <a:cubicBezTo>
                    <a:pt x="1524" y="152591"/>
                    <a:pt x="0" y="140399"/>
                    <a:pt x="0" y="126683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1524" y="4572"/>
                  </a:cubicBezTo>
                  <a:cubicBezTo>
                    <a:pt x="1524" y="3048"/>
                    <a:pt x="3049" y="3048"/>
                    <a:pt x="4573" y="1524"/>
                  </a:cubicBezTo>
                  <a:cubicBezTo>
                    <a:pt x="6097" y="1524"/>
                    <a:pt x="7620" y="0"/>
                    <a:pt x="9144" y="0"/>
                  </a:cubicBezTo>
                  <a:cubicBezTo>
                    <a:pt x="12192" y="0"/>
                    <a:pt x="15240" y="0"/>
                    <a:pt x="18288" y="0"/>
                  </a:cubicBezTo>
                  <a:cubicBezTo>
                    <a:pt x="21336" y="0"/>
                    <a:pt x="24480" y="0"/>
                    <a:pt x="27528" y="0"/>
                  </a:cubicBezTo>
                  <a:cubicBezTo>
                    <a:pt x="29052" y="0"/>
                    <a:pt x="32100" y="1524"/>
                    <a:pt x="32100" y="1524"/>
                  </a:cubicBezTo>
                  <a:cubicBezTo>
                    <a:pt x="33624" y="3048"/>
                    <a:pt x="35147" y="3048"/>
                    <a:pt x="35147" y="4572"/>
                  </a:cubicBezTo>
                  <a:cubicBezTo>
                    <a:pt x="36671" y="4572"/>
                    <a:pt x="36671" y="6096"/>
                    <a:pt x="36671" y="7620"/>
                  </a:cubicBezTo>
                  <a:lnTo>
                    <a:pt x="36671" y="122111"/>
                  </a:lnTo>
                  <a:cubicBezTo>
                    <a:pt x="36671" y="132779"/>
                    <a:pt x="36671" y="141923"/>
                    <a:pt x="39719" y="149543"/>
                  </a:cubicBezTo>
                  <a:cubicBezTo>
                    <a:pt x="41243" y="155639"/>
                    <a:pt x="42767" y="161735"/>
                    <a:pt x="47340" y="166307"/>
                  </a:cubicBezTo>
                  <a:cubicBezTo>
                    <a:pt x="50388" y="172498"/>
                    <a:pt x="54959" y="175546"/>
                    <a:pt x="59531" y="178594"/>
                  </a:cubicBezTo>
                  <a:cubicBezTo>
                    <a:pt x="65628" y="181642"/>
                    <a:pt x="71724" y="183166"/>
                    <a:pt x="77819" y="183166"/>
                  </a:cubicBezTo>
                  <a:cubicBezTo>
                    <a:pt x="86964" y="183166"/>
                    <a:pt x="96107" y="178594"/>
                    <a:pt x="105252" y="172498"/>
                  </a:cubicBezTo>
                  <a:cubicBezTo>
                    <a:pt x="114491" y="166307"/>
                    <a:pt x="123635" y="157163"/>
                    <a:pt x="134303" y="144971"/>
                  </a:cubicBezTo>
                  <a:lnTo>
                    <a:pt x="134303" y="7620"/>
                  </a:lnTo>
                  <a:cubicBezTo>
                    <a:pt x="134303" y="6096"/>
                    <a:pt x="134303" y="4572"/>
                    <a:pt x="134303" y="4572"/>
                  </a:cubicBezTo>
                  <a:cubicBezTo>
                    <a:pt x="134303" y="3048"/>
                    <a:pt x="135827" y="3048"/>
                    <a:pt x="137351" y="1524"/>
                  </a:cubicBezTo>
                  <a:cubicBezTo>
                    <a:pt x="138874" y="1524"/>
                    <a:pt x="140398" y="0"/>
                    <a:pt x="143447" y="0"/>
                  </a:cubicBezTo>
                  <a:cubicBezTo>
                    <a:pt x="144971" y="0"/>
                    <a:pt x="148019" y="0"/>
                    <a:pt x="152591" y="0"/>
                  </a:cubicBezTo>
                  <a:cubicBezTo>
                    <a:pt x="155639" y="0"/>
                    <a:pt x="158686" y="0"/>
                    <a:pt x="160211" y="0"/>
                  </a:cubicBezTo>
                  <a:cubicBezTo>
                    <a:pt x="163259" y="0"/>
                    <a:pt x="164783" y="1524"/>
                    <a:pt x="166307" y="1524"/>
                  </a:cubicBezTo>
                  <a:cubicBezTo>
                    <a:pt x="167831" y="3048"/>
                    <a:pt x="167831" y="3048"/>
                    <a:pt x="169355" y="4572"/>
                  </a:cubicBezTo>
                  <a:cubicBezTo>
                    <a:pt x="169355" y="4572"/>
                    <a:pt x="169355" y="6096"/>
                    <a:pt x="169355" y="7620"/>
                  </a:cubicBezTo>
                  <a:lnTo>
                    <a:pt x="169355" y="2045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18" name="Path418"/>
            <p:cNvSpPr/>
            <p:nvPr/>
          </p:nvSpPr>
          <p:spPr>
            <a:xfrm>
              <a:off x="7570375" y="2135029"/>
              <a:ext cx="138779" cy="216693"/>
            </a:xfrm>
            <a:custGeom>
              <a:avLst/>
              <a:gdLst/>
              <a:ahLst/>
              <a:cxnLst/>
              <a:rect l="l" t="t" r="r" b="b"/>
              <a:pathLst>
                <a:path w="138779" h="216693">
                  <a:moveTo>
                    <a:pt x="138779" y="152591"/>
                  </a:moveTo>
                  <a:cubicBezTo>
                    <a:pt x="138779" y="163259"/>
                    <a:pt x="137255" y="172498"/>
                    <a:pt x="132683" y="180118"/>
                  </a:cubicBezTo>
                  <a:cubicBezTo>
                    <a:pt x="129636" y="187738"/>
                    <a:pt x="125063" y="195358"/>
                    <a:pt x="117443" y="199930"/>
                  </a:cubicBezTo>
                  <a:cubicBezTo>
                    <a:pt x="111347" y="206026"/>
                    <a:pt x="102203" y="209074"/>
                    <a:pt x="93059" y="212122"/>
                  </a:cubicBezTo>
                  <a:cubicBezTo>
                    <a:pt x="83915" y="215170"/>
                    <a:pt x="73247" y="216694"/>
                    <a:pt x="60960" y="216694"/>
                  </a:cubicBezTo>
                  <a:cubicBezTo>
                    <a:pt x="54864" y="216694"/>
                    <a:pt x="48768" y="216694"/>
                    <a:pt x="41148" y="215170"/>
                  </a:cubicBezTo>
                  <a:cubicBezTo>
                    <a:pt x="35052" y="213646"/>
                    <a:pt x="28956" y="212122"/>
                    <a:pt x="24384" y="210598"/>
                  </a:cubicBezTo>
                  <a:cubicBezTo>
                    <a:pt x="19812" y="209074"/>
                    <a:pt x="15240" y="207550"/>
                    <a:pt x="12192" y="206026"/>
                  </a:cubicBezTo>
                  <a:cubicBezTo>
                    <a:pt x="9144" y="204502"/>
                    <a:pt x="6096" y="201454"/>
                    <a:pt x="4572" y="199930"/>
                  </a:cubicBezTo>
                  <a:cubicBezTo>
                    <a:pt x="3048" y="199930"/>
                    <a:pt x="1524" y="196882"/>
                    <a:pt x="0" y="193834"/>
                  </a:cubicBezTo>
                  <a:cubicBezTo>
                    <a:pt x="0" y="192310"/>
                    <a:pt x="0" y="187738"/>
                    <a:pt x="0" y="183166"/>
                  </a:cubicBezTo>
                  <a:cubicBezTo>
                    <a:pt x="0" y="181642"/>
                    <a:pt x="0" y="178594"/>
                    <a:pt x="0" y="177070"/>
                  </a:cubicBezTo>
                  <a:cubicBezTo>
                    <a:pt x="0" y="175546"/>
                    <a:pt x="0" y="174022"/>
                    <a:pt x="1524" y="172498"/>
                  </a:cubicBezTo>
                  <a:cubicBezTo>
                    <a:pt x="1524" y="170879"/>
                    <a:pt x="1524" y="170879"/>
                    <a:pt x="3048" y="169355"/>
                  </a:cubicBezTo>
                  <a:cubicBezTo>
                    <a:pt x="3048" y="169355"/>
                    <a:pt x="4572" y="169355"/>
                    <a:pt x="6096" y="169355"/>
                  </a:cubicBezTo>
                  <a:cubicBezTo>
                    <a:pt x="7620" y="169355"/>
                    <a:pt x="9144" y="169355"/>
                    <a:pt x="12192" y="172498"/>
                  </a:cubicBezTo>
                  <a:cubicBezTo>
                    <a:pt x="15240" y="174022"/>
                    <a:pt x="19812" y="175546"/>
                    <a:pt x="24384" y="178594"/>
                  </a:cubicBezTo>
                  <a:cubicBezTo>
                    <a:pt x="28956" y="180118"/>
                    <a:pt x="35052" y="183166"/>
                    <a:pt x="41148" y="184690"/>
                  </a:cubicBezTo>
                  <a:cubicBezTo>
                    <a:pt x="47244" y="186214"/>
                    <a:pt x="54864" y="187738"/>
                    <a:pt x="62484" y="187738"/>
                  </a:cubicBezTo>
                  <a:cubicBezTo>
                    <a:pt x="68675" y="187738"/>
                    <a:pt x="74771" y="187738"/>
                    <a:pt x="79343" y="186214"/>
                  </a:cubicBezTo>
                  <a:cubicBezTo>
                    <a:pt x="83915" y="184690"/>
                    <a:pt x="88487" y="183166"/>
                    <a:pt x="91536" y="180118"/>
                  </a:cubicBezTo>
                  <a:cubicBezTo>
                    <a:pt x="96107" y="177070"/>
                    <a:pt x="99155" y="174022"/>
                    <a:pt x="100679" y="170879"/>
                  </a:cubicBezTo>
                  <a:cubicBezTo>
                    <a:pt x="102203" y="166307"/>
                    <a:pt x="103727" y="161735"/>
                    <a:pt x="103727" y="155639"/>
                  </a:cubicBezTo>
                  <a:cubicBezTo>
                    <a:pt x="103727" y="151067"/>
                    <a:pt x="102203" y="146495"/>
                    <a:pt x="99155" y="141923"/>
                  </a:cubicBezTo>
                  <a:cubicBezTo>
                    <a:pt x="96107" y="138875"/>
                    <a:pt x="93059" y="134303"/>
                    <a:pt x="88487" y="132779"/>
                  </a:cubicBezTo>
                  <a:cubicBezTo>
                    <a:pt x="83915" y="129731"/>
                    <a:pt x="77819" y="126683"/>
                    <a:pt x="71723" y="123635"/>
                  </a:cubicBezTo>
                  <a:cubicBezTo>
                    <a:pt x="65627" y="122111"/>
                    <a:pt x="59436" y="119063"/>
                    <a:pt x="53340" y="117539"/>
                  </a:cubicBezTo>
                  <a:cubicBezTo>
                    <a:pt x="47244" y="114491"/>
                    <a:pt x="41148" y="111443"/>
                    <a:pt x="36576" y="108395"/>
                  </a:cubicBezTo>
                  <a:cubicBezTo>
                    <a:pt x="30480" y="105347"/>
                    <a:pt x="24384" y="102203"/>
                    <a:pt x="19812" y="97631"/>
                  </a:cubicBezTo>
                  <a:cubicBezTo>
                    <a:pt x="15240" y="93059"/>
                    <a:pt x="12192" y="86963"/>
                    <a:pt x="9144" y="80867"/>
                  </a:cubicBezTo>
                  <a:cubicBezTo>
                    <a:pt x="6096" y="74771"/>
                    <a:pt x="4572" y="67152"/>
                    <a:pt x="4572" y="58008"/>
                  </a:cubicBezTo>
                  <a:cubicBezTo>
                    <a:pt x="4572" y="50387"/>
                    <a:pt x="6096" y="42767"/>
                    <a:pt x="9144" y="36671"/>
                  </a:cubicBezTo>
                  <a:cubicBezTo>
                    <a:pt x="12192" y="28956"/>
                    <a:pt x="16764" y="22860"/>
                    <a:pt x="22860" y="18288"/>
                  </a:cubicBezTo>
                  <a:cubicBezTo>
                    <a:pt x="28956" y="12192"/>
                    <a:pt x="36576" y="7620"/>
                    <a:pt x="44196" y="4572"/>
                  </a:cubicBezTo>
                  <a:cubicBezTo>
                    <a:pt x="53340" y="1524"/>
                    <a:pt x="64103" y="0"/>
                    <a:pt x="76295" y="0"/>
                  </a:cubicBezTo>
                  <a:cubicBezTo>
                    <a:pt x="80867" y="0"/>
                    <a:pt x="86963" y="0"/>
                    <a:pt x="91536" y="1524"/>
                  </a:cubicBezTo>
                  <a:cubicBezTo>
                    <a:pt x="97631" y="3048"/>
                    <a:pt x="102203" y="3048"/>
                    <a:pt x="106775" y="4572"/>
                  </a:cubicBezTo>
                  <a:cubicBezTo>
                    <a:pt x="109823" y="6096"/>
                    <a:pt x="114395" y="7620"/>
                    <a:pt x="117443" y="9144"/>
                  </a:cubicBezTo>
                  <a:cubicBezTo>
                    <a:pt x="120491" y="10668"/>
                    <a:pt x="122015" y="12192"/>
                    <a:pt x="123539" y="13716"/>
                  </a:cubicBezTo>
                  <a:cubicBezTo>
                    <a:pt x="125063" y="13716"/>
                    <a:pt x="126587" y="15240"/>
                    <a:pt x="126587" y="16764"/>
                  </a:cubicBezTo>
                  <a:cubicBezTo>
                    <a:pt x="126587" y="16764"/>
                    <a:pt x="128111" y="18288"/>
                    <a:pt x="128111" y="18288"/>
                  </a:cubicBezTo>
                  <a:cubicBezTo>
                    <a:pt x="128111" y="19812"/>
                    <a:pt x="128111" y="21336"/>
                    <a:pt x="128111" y="22860"/>
                  </a:cubicBezTo>
                  <a:cubicBezTo>
                    <a:pt x="128111" y="24384"/>
                    <a:pt x="129636" y="25908"/>
                    <a:pt x="129636" y="28956"/>
                  </a:cubicBezTo>
                  <a:cubicBezTo>
                    <a:pt x="129636" y="32004"/>
                    <a:pt x="128111" y="33528"/>
                    <a:pt x="128111" y="35147"/>
                  </a:cubicBezTo>
                  <a:cubicBezTo>
                    <a:pt x="128111" y="36671"/>
                    <a:pt x="128111" y="38195"/>
                    <a:pt x="128111" y="39719"/>
                  </a:cubicBezTo>
                  <a:cubicBezTo>
                    <a:pt x="126587" y="41243"/>
                    <a:pt x="126587" y="41243"/>
                    <a:pt x="125063" y="42767"/>
                  </a:cubicBezTo>
                  <a:cubicBezTo>
                    <a:pt x="125063" y="42767"/>
                    <a:pt x="123539" y="42767"/>
                    <a:pt x="123539" y="42767"/>
                  </a:cubicBezTo>
                  <a:cubicBezTo>
                    <a:pt x="122015" y="42767"/>
                    <a:pt x="120491" y="42767"/>
                    <a:pt x="117443" y="41243"/>
                  </a:cubicBezTo>
                  <a:cubicBezTo>
                    <a:pt x="114395" y="39719"/>
                    <a:pt x="111347" y="38195"/>
                    <a:pt x="108299" y="35147"/>
                  </a:cubicBezTo>
                  <a:cubicBezTo>
                    <a:pt x="103727" y="33528"/>
                    <a:pt x="99155" y="32004"/>
                    <a:pt x="94583" y="30480"/>
                  </a:cubicBezTo>
                  <a:cubicBezTo>
                    <a:pt x="88487" y="28956"/>
                    <a:pt x="82391" y="27432"/>
                    <a:pt x="76295" y="27432"/>
                  </a:cubicBezTo>
                  <a:cubicBezTo>
                    <a:pt x="70199" y="27432"/>
                    <a:pt x="64103" y="28956"/>
                    <a:pt x="59436" y="30480"/>
                  </a:cubicBezTo>
                  <a:cubicBezTo>
                    <a:pt x="54864" y="32004"/>
                    <a:pt x="51816" y="33528"/>
                    <a:pt x="48768" y="36671"/>
                  </a:cubicBezTo>
                  <a:cubicBezTo>
                    <a:pt x="45720" y="38195"/>
                    <a:pt x="42672" y="41243"/>
                    <a:pt x="41148" y="45815"/>
                  </a:cubicBezTo>
                  <a:cubicBezTo>
                    <a:pt x="39624" y="48863"/>
                    <a:pt x="39624" y="51911"/>
                    <a:pt x="39624" y="56483"/>
                  </a:cubicBezTo>
                  <a:cubicBezTo>
                    <a:pt x="39624" y="62580"/>
                    <a:pt x="41148" y="67152"/>
                    <a:pt x="42672" y="70199"/>
                  </a:cubicBezTo>
                  <a:cubicBezTo>
                    <a:pt x="45720" y="74771"/>
                    <a:pt x="50292" y="77819"/>
                    <a:pt x="54864" y="80867"/>
                  </a:cubicBezTo>
                  <a:cubicBezTo>
                    <a:pt x="59436" y="83915"/>
                    <a:pt x="64103" y="86963"/>
                    <a:pt x="70199" y="88487"/>
                  </a:cubicBezTo>
                  <a:cubicBezTo>
                    <a:pt x="76295" y="91536"/>
                    <a:pt x="82391" y="93059"/>
                    <a:pt x="88487" y="96108"/>
                  </a:cubicBezTo>
                  <a:cubicBezTo>
                    <a:pt x="94583" y="99155"/>
                    <a:pt x="100679" y="100680"/>
                    <a:pt x="106775" y="103823"/>
                  </a:cubicBezTo>
                  <a:cubicBezTo>
                    <a:pt x="112871" y="106871"/>
                    <a:pt x="118967" y="111443"/>
                    <a:pt x="123539" y="116015"/>
                  </a:cubicBezTo>
                  <a:cubicBezTo>
                    <a:pt x="128111" y="120587"/>
                    <a:pt x="131159" y="125159"/>
                    <a:pt x="134207" y="131255"/>
                  </a:cubicBezTo>
                  <a:cubicBezTo>
                    <a:pt x="137255" y="137351"/>
                    <a:pt x="138779" y="144971"/>
                    <a:pt x="138779" y="15259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19" name="Path419"/>
            <p:cNvSpPr/>
            <p:nvPr/>
          </p:nvSpPr>
          <p:spPr>
            <a:xfrm>
              <a:off x="7747350" y="2135029"/>
              <a:ext cx="181546" cy="216694"/>
            </a:xfrm>
            <a:custGeom>
              <a:avLst/>
              <a:gdLst/>
              <a:ahLst/>
              <a:cxnLst/>
              <a:rect l="l" t="t" r="r" b="b"/>
              <a:pathLst>
                <a:path w="181546" h="216694">
                  <a:moveTo>
                    <a:pt x="181546" y="99155"/>
                  </a:moveTo>
                  <a:cubicBezTo>
                    <a:pt x="181546" y="105346"/>
                    <a:pt x="180022" y="109918"/>
                    <a:pt x="176974" y="111442"/>
                  </a:cubicBezTo>
                  <a:cubicBezTo>
                    <a:pt x="173927" y="114490"/>
                    <a:pt x="170878" y="116014"/>
                    <a:pt x="167830" y="116014"/>
                  </a:cubicBezTo>
                  <a:lnTo>
                    <a:pt x="38100" y="116014"/>
                  </a:lnTo>
                  <a:cubicBezTo>
                    <a:pt x="38100" y="126682"/>
                    <a:pt x="39624" y="135826"/>
                    <a:pt x="41148" y="144970"/>
                  </a:cubicBezTo>
                  <a:cubicBezTo>
                    <a:pt x="44196" y="154114"/>
                    <a:pt x="47244" y="161735"/>
                    <a:pt x="53340" y="167830"/>
                  </a:cubicBezTo>
                  <a:cubicBezTo>
                    <a:pt x="57912" y="174022"/>
                    <a:pt x="64103" y="178594"/>
                    <a:pt x="73247" y="181642"/>
                  </a:cubicBezTo>
                  <a:cubicBezTo>
                    <a:pt x="80867" y="186214"/>
                    <a:pt x="91535" y="187738"/>
                    <a:pt x="102203" y="187738"/>
                  </a:cubicBezTo>
                  <a:cubicBezTo>
                    <a:pt x="111347" y="187738"/>
                    <a:pt x="120491" y="186214"/>
                    <a:pt x="128111" y="184690"/>
                  </a:cubicBezTo>
                  <a:cubicBezTo>
                    <a:pt x="134207" y="183166"/>
                    <a:pt x="141827" y="181642"/>
                    <a:pt x="146399" y="180118"/>
                  </a:cubicBezTo>
                  <a:cubicBezTo>
                    <a:pt x="151066" y="178594"/>
                    <a:pt x="155639" y="175546"/>
                    <a:pt x="160210" y="174022"/>
                  </a:cubicBezTo>
                  <a:cubicBezTo>
                    <a:pt x="163258" y="172498"/>
                    <a:pt x="166306" y="172498"/>
                    <a:pt x="167830" y="172498"/>
                  </a:cubicBezTo>
                  <a:cubicBezTo>
                    <a:pt x="167830" y="172498"/>
                    <a:pt x="169354" y="172498"/>
                    <a:pt x="170878" y="172498"/>
                  </a:cubicBezTo>
                  <a:cubicBezTo>
                    <a:pt x="170878" y="174022"/>
                    <a:pt x="170878" y="174022"/>
                    <a:pt x="172403" y="175546"/>
                  </a:cubicBezTo>
                  <a:cubicBezTo>
                    <a:pt x="172403" y="177070"/>
                    <a:pt x="172403" y="178594"/>
                    <a:pt x="172403" y="180118"/>
                  </a:cubicBezTo>
                  <a:cubicBezTo>
                    <a:pt x="173927" y="181642"/>
                    <a:pt x="173927" y="183166"/>
                    <a:pt x="173927" y="186214"/>
                  </a:cubicBezTo>
                  <a:cubicBezTo>
                    <a:pt x="173927" y="187738"/>
                    <a:pt x="173927" y="189262"/>
                    <a:pt x="172403" y="190786"/>
                  </a:cubicBezTo>
                  <a:cubicBezTo>
                    <a:pt x="172403" y="192310"/>
                    <a:pt x="172403" y="193834"/>
                    <a:pt x="172403" y="195358"/>
                  </a:cubicBezTo>
                  <a:cubicBezTo>
                    <a:pt x="172403" y="195358"/>
                    <a:pt x="172403" y="196882"/>
                    <a:pt x="170878" y="198406"/>
                  </a:cubicBezTo>
                  <a:cubicBezTo>
                    <a:pt x="170878" y="198406"/>
                    <a:pt x="170878" y="199930"/>
                    <a:pt x="169354" y="199930"/>
                  </a:cubicBezTo>
                  <a:cubicBezTo>
                    <a:pt x="169354" y="201454"/>
                    <a:pt x="166306" y="202978"/>
                    <a:pt x="161734" y="204502"/>
                  </a:cubicBezTo>
                  <a:cubicBezTo>
                    <a:pt x="158686" y="206026"/>
                    <a:pt x="154115" y="207550"/>
                    <a:pt x="146399" y="209074"/>
                  </a:cubicBezTo>
                  <a:cubicBezTo>
                    <a:pt x="140303" y="212122"/>
                    <a:pt x="134207" y="213646"/>
                    <a:pt x="125063" y="215170"/>
                  </a:cubicBezTo>
                  <a:cubicBezTo>
                    <a:pt x="117443" y="215170"/>
                    <a:pt x="108299" y="216694"/>
                    <a:pt x="99155" y="216694"/>
                  </a:cubicBezTo>
                  <a:cubicBezTo>
                    <a:pt x="82391" y="216694"/>
                    <a:pt x="68675" y="213646"/>
                    <a:pt x="56388" y="209074"/>
                  </a:cubicBezTo>
                  <a:cubicBezTo>
                    <a:pt x="44196" y="206026"/>
                    <a:pt x="33527" y="198406"/>
                    <a:pt x="25908" y="189262"/>
                  </a:cubicBezTo>
                  <a:cubicBezTo>
                    <a:pt x="16764" y="180118"/>
                    <a:pt x="10668" y="169354"/>
                    <a:pt x="6096" y="155638"/>
                  </a:cubicBezTo>
                  <a:cubicBezTo>
                    <a:pt x="3048" y="143446"/>
                    <a:pt x="0" y="126682"/>
                    <a:pt x="0" y="109918"/>
                  </a:cubicBezTo>
                  <a:cubicBezTo>
                    <a:pt x="0" y="93059"/>
                    <a:pt x="3048" y="77819"/>
                    <a:pt x="7620" y="64103"/>
                  </a:cubicBezTo>
                  <a:cubicBezTo>
                    <a:pt x="10668" y="50387"/>
                    <a:pt x="18288" y="38195"/>
                    <a:pt x="25908" y="28956"/>
                  </a:cubicBezTo>
                  <a:cubicBezTo>
                    <a:pt x="33527" y="19812"/>
                    <a:pt x="44196" y="12192"/>
                    <a:pt x="56388" y="7620"/>
                  </a:cubicBezTo>
                  <a:cubicBezTo>
                    <a:pt x="67151" y="3048"/>
                    <a:pt x="80867" y="0"/>
                    <a:pt x="94583" y="0"/>
                  </a:cubicBezTo>
                  <a:cubicBezTo>
                    <a:pt x="109823" y="0"/>
                    <a:pt x="123539" y="3048"/>
                    <a:pt x="134207" y="7620"/>
                  </a:cubicBezTo>
                  <a:cubicBezTo>
                    <a:pt x="144875" y="12192"/>
                    <a:pt x="154115" y="19812"/>
                    <a:pt x="161734" y="27432"/>
                  </a:cubicBezTo>
                  <a:cubicBezTo>
                    <a:pt x="167830" y="36671"/>
                    <a:pt x="173927" y="45815"/>
                    <a:pt x="176974" y="56483"/>
                  </a:cubicBezTo>
                  <a:cubicBezTo>
                    <a:pt x="180022" y="68675"/>
                    <a:pt x="181546" y="80867"/>
                    <a:pt x="181546" y="93059"/>
                  </a:cubicBezTo>
                  <a:lnTo>
                    <a:pt x="181546" y="99155"/>
                  </a:lnTo>
                  <a:close/>
                  <a:moveTo>
                    <a:pt x="144875" y="88487"/>
                  </a:moveTo>
                  <a:cubicBezTo>
                    <a:pt x="146399" y="70199"/>
                    <a:pt x="141827" y="54959"/>
                    <a:pt x="132683" y="44291"/>
                  </a:cubicBezTo>
                  <a:cubicBezTo>
                    <a:pt x="123539" y="33528"/>
                    <a:pt x="111347" y="28956"/>
                    <a:pt x="93059" y="28956"/>
                  </a:cubicBezTo>
                  <a:cubicBezTo>
                    <a:pt x="83915" y="28956"/>
                    <a:pt x="76295" y="30480"/>
                    <a:pt x="70199" y="33528"/>
                  </a:cubicBezTo>
                  <a:cubicBezTo>
                    <a:pt x="64103" y="36671"/>
                    <a:pt x="57912" y="41243"/>
                    <a:pt x="53340" y="47339"/>
                  </a:cubicBezTo>
                  <a:cubicBezTo>
                    <a:pt x="48768" y="51911"/>
                    <a:pt x="45720" y="58007"/>
                    <a:pt x="42672" y="65627"/>
                  </a:cubicBezTo>
                  <a:cubicBezTo>
                    <a:pt x="39624" y="73247"/>
                    <a:pt x="38100" y="80867"/>
                    <a:pt x="38100" y="88487"/>
                  </a:cubicBezTo>
                  <a:lnTo>
                    <a:pt x="144875" y="884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20" name="Path420"/>
            <p:cNvSpPr/>
            <p:nvPr/>
          </p:nvSpPr>
          <p:spPr>
            <a:xfrm>
              <a:off x="7954804" y="2040446"/>
              <a:ext cx="132779" cy="308229"/>
            </a:xfrm>
            <a:custGeom>
              <a:avLst/>
              <a:gdLst/>
              <a:ahLst/>
              <a:cxnLst/>
              <a:rect l="l" t="t" r="r" b="b"/>
              <a:pathLst>
                <a:path w="132779" h="308229">
                  <a:moveTo>
                    <a:pt x="132779" y="22860"/>
                  </a:moveTo>
                  <a:cubicBezTo>
                    <a:pt x="132779" y="25908"/>
                    <a:pt x="132779" y="28956"/>
                    <a:pt x="132779" y="30480"/>
                  </a:cubicBezTo>
                  <a:cubicBezTo>
                    <a:pt x="132779" y="32004"/>
                    <a:pt x="131255" y="33528"/>
                    <a:pt x="131255" y="33528"/>
                  </a:cubicBezTo>
                  <a:cubicBezTo>
                    <a:pt x="131255" y="35052"/>
                    <a:pt x="131255" y="36576"/>
                    <a:pt x="129731" y="36576"/>
                  </a:cubicBezTo>
                  <a:cubicBezTo>
                    <a:pt x="129731" y="36576"/>
                    <a:pt x="128207" y="36576"/>
                    <a:pt x="128207" y="36576"/>
                  </a:cubicBezTo>
                  <a:cubicBezTo>
                    <a:pt x="126683" y="36576"/>
                    <a:pt x="125159" y="36576"/>
                    <a:pt x="123635" y="36576"/>
                  </a:cubicBezTo>
                  <a:cubicBezTo>
                    <a:pt x="122110" y="35052"/>
                    <a:pt x="120586" y="35052"/>
                    <a:pt x="117539" y="33528"/>
                  </a:cubicBezTo>
                  <a:cubicBezTo>
                    <a:pt x="116015" y="33528"/>
                    <a:pt x="112871" y="32004"/>
                    <a:pt x="109824" y="32004"/>
                  </a:cubicBezTo>
                  <a:cubicBezTo>
                    <a:pt x="106776" y="30480"/>
                    <a:pt x="103728" y="30480"/>
                    <a:pt x="100679" y="30480"/>
                  </a:cubicBezTo>
                  <a:cubicBezTo>
                    <a:pt x="94583" y="30480"/>
                    <a:pt x="90012" y="32004"/>
                    <a:pt x="86964" y="33528"/>
                  </a:cubicBezTo>
                  <a:cubicBezTo>
                    <a:pt x="82391" y="35052"/>
                    <a:pt x="79343" y="38100"/>
                    <a:pt x="77819" y="41148"/>
                  </a:cubicBezTo>
                  <a:cubicBezTo>
                    <a:pt x="74771" y="45720"/>
                    <a:pt x="73247" y="50292"/>
                    <a:pt x="71724" y="56388"/>
                  </a:cubicBezTo>
                  <a:cubicBezTo>
                    <a:pt x="71724" y="61055"/>
                    <a:pt x="70200" y="68675"/>
                    <a:pt x="70200" y="77819"/>
                  </a:cubicBezTo>
                  <a:lnTo>
                    <a:pt x="70200" y="99155"/>
                  </a:lnTo>
                  <a:lnTo>
                    <a:pt x="114395" y="99155"/>
                  </a:lnTo>
                  <a:cubicBezTo>
                    <a:pt x="116015" y="99155"/>
                    <a:pt x="116015" y="99155"/>
                    <a:pt x="117539" y="99155"/>
                  </a:cubicBezTo>
                  <a:cubicBezTo>
                    <a:pt x="117539" y="100679"/>
                    <a:pt x="119063" y="100679"/>
                    <a:pt x="119063" y="102203"/>
                  </a:cubicBezTo>
                  <a:cubicBezTo>
                    <a:pt x="120586" y="103727"/>
                    <a:pt x="120586" y="105251"/>
                    <a:pt x="120586" y="106775"/>
                  </a:cubicBezTo>
                  <a:cubicBezTo>
                    <a:pt x="122110" y="108299"/>
                    <a:pt x="122110" y="111347"/>
                    <a:pt x="122110" y="114395"/>
                  </a:cubicBezTo>
                  <a:cubicBezTo>
                    <a:pt x="122110" y="118967"/>
                    <a:pt x="120586" y="123539"/>
                    <a:pt x="119063" y="125063"/>
                  </a:cubicBezTo>
                  <a:cubicBezTo>
                    <a:pt x="119063" y="128111"/>
                    <a:pt x="116015" y="128111"/>
                    <a:pt x="114395" y="128111"/>
                  </a:cubicBezTo>
                  <a:lnTo>
                    <a:pt x="70200" y="128111"/>
                  </a:lnTo>
                  <a:lnTo>
                    <a:pt x="70200" y="302133"/>
                  </a:lnTo>
                  <a:cubicBezTo>
                    <a:pt x="70200" y="302133"/>
                    <a:pt x="70200" y="303657"/>
                    <a:pt x="70200" y="305181"/>
                  </a:cubicBezTo>
                  <a:cubicBezTo>
                    <a:pt x="68676" y="305181"/>
                    <a:pt x="68676" y="305181"/>
                    <a:pt x="67152" y="306705"/>
                  </a:cubicBezTo>
                  <a:cubicBezTo>
                    <a:pt x="65628" y="306705"/>
                    <a:pt x="64104" y="308229"/>
                    <a:pt x="61055" y="308229"/>
                  </a:cubicBezTo>
                  <a:cubicBezTo>
                    <a:pt x="59531" y="308229"/>
                    <a:pt x="56483" y="308229"/>
                    <a:pt x="51912" y="308229"/>
                  </a:cubicBezTo>
                  <a:cubicBezTo>
                    <a:pt x="48864" y="308229"/>
                    <a:pt x="45816" y="308229"/>
                    <a:pt x="44291" y="308229"/>
                  </a:cubicBezTo>
                  <a:cubicBezTo>
                    <a:pt x="41243" y="308229"/>
                    <a:pt x="39719" y="306705"/>
                    <a:pt x="38195" y="306705"/>
                  </a:cubicBezTo>
                  <a:cubicBezTo>
                    <a:pt x="36671" y="306705"/>
                    <a:pt x="35147" y="305181"/>
                    <a:pt x="35147" y="305181"/>
                  </a:cubicBezTo>
                  <a:cubicBezTo>
                    <a:pt x="35147" y="303657"/>
                    <a:pt x="33624" y="302133"/>
                    <a:pt x="33624" y="302133"/>
                  </a:cubicBezTo>
                  <a:lnTo>
                    <a:pt x="33624" y="128111"/>
                  </a:lnTo>
                  <a:lnTo>
                    <a:pt x="6097" y="128111"/>
                  </a:lnTo>
                  <a:cubicBezTo>
                    <a:pt x="4573" y="128111"/>
                    <a:pt x="3048" y="128111"/>
                    <a:pt x="1524" y="125063"/>
                  </a:cubicBezTo>
                  <a:cubicBezTo>
                    <a:pt x="0" y="123539"/>
                    <a:pt x="0" y="118967"/>
                    <a:pt x="0" y="114395"/>
                  </a:cubicBezTo>
                  <a:cubicBezTo>
                    <a:pt x="0" y="111347"/>
                    <a:pt x="0" y="108299"/>
                    <a:pt x="0" y="106775"/>
                  </a:cubicBezTo>
                  <a:cubicBezTo>
                    <a:pt x="0" y="105251"/>
                    <a:pt x="0" y="103727"/>
                    <a:pt x="1524" y="102203"/>
                  </a:cubicBezTo>
                  <a:cubicBezTo>
                    <a:pt x="1524" y="100679"/>
                    <a:pt x="3048" y="100679"/>
                    <a:pt x="3048" y="99155"/>
                  </a:cubicBezTo>
                  <a:cubicBezTo>
                    <a:pt x="4573" y="99155"/>
                    <a:pt x="4573" y="99155"/>
                    <a:pt x="6097" y="99155"/>
                  </a:cubicBezTo>
                  <a:lnTo>
                    <a:pt x="33624" y="99155"/>
                  </a:lnTo>
                  <a:lnTo>
                    <a:pt x="33624" y="77819"/>
                  </a:lnTo>
                  <a:cubicBezTo>
                    <a:pt x="33624" y="65627"/>
                    <a:pt x="35147" y="53340"/>
                    <a:pt x="38195" y="42672"/>
                  </a:cubicBezTo>
                  <a:cubicBezTo>
                    <a:pt x="41243" y="33528"/>
                    <a:pt x="44291" y="25908"/>
                    <a:pt x="50388" y="18288"/>
                  </a:cubicBezTo>
                  <a:cubicBezTo>
                    <a:pt x="54959" y="12192"/>
                    <a:pt x="61055" y="7620"/>
                    <a:pt x="70200" y="4572"/>
                  </a:cubicBezTo>
                  <a:cubicBezTo>
                    <a:pt x="77819" y="1524"/>
                    <a:pt x="86964" y="0"/>
                    <a:pt x="97631" y="0"/>
                  </a:cubicBezTo>
                  <a:cubicBezTo>
                    <a:pt x="102204" y="0"/>
                    <a:pt x="108300" y="1524"/>
                    <a:pt x="112871" y="1524"/>
                  </a:cubicBezTo>
                  <a:cubicBezTo>
                    <a:pt x="117539" y="3048"/>
                    <a:pt x="120586" y="4572"/>
                    <a:pt x="123635" y="4572"/>
                  </a:cubicBezTo>
                  <a:cubicBezTo>
                    <a:pt x="126683" y="6096"/>
                    <a:pt x="128207" y="7620"/>
                    <a:pt x="129731" y="7620"/>
                  </a:cubicBezTo>
                  <a:cubicBezTo>
                    <a:pt x="129731" y="9144"/>
                    <a:pt x="131255" y="10668"/>
                    <a:pt x="131255" y="12192"/>
                  </a:cubicBezTo>
                  <a:cubicBezTo>
                    <a:pt x="131255" y="12192"/>
                    <a:pt x="132779" y="15240"/>
                    <a:pt x="132779" y="16764"/>
                  </a:cubicBezTo>
                  <a:cubicBezTo>
                    <a:pt x="132779" y="18288"/>
                    <a:pt x="132779" y="21336"/>
                    <a:pt x="132779" y="2286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21" name="Path421"/>
            <p:cNvSpPr/>
            <p:nvPr/>
          </p:nvSpPr>
          <p:spPr>
            <a:xfrm>
              <a:off x="8115014" y="2138077"/>
              <a:ext cx="169355" cy="213645"/>
            </a:xfrm>
            <a:custGeom>
              <a:avLst/>
              <a:gdLst/>
              <a:ahLst/>
              <a:cxnLst/>
              <a:rect l="l" t="t" r="r" b="b"/>
              <a:pathLst>
                <a:path w="169355" h="213645">
                  <a:moveTo>
                    <a:pt x="169355" y="204502"/>
                  </a:moveTo>
                  <a:cubicBezTo>
                    <a:pt x="169355" y="204502"/>
                    <a:pt x="169355" y="206026"/>
                    <a:pt x="169355" y="207550"/>
                  </a:cubicBezTo>
                  <a:cubicBezTo>
                    <a:pt x="169355" y="207550"/>
                    <a:pt x="167831" y="207550"/>
                    <a:pt x="166307" y="209074"/>
                  </a:cubicBezTo>
                  <a:cubicBezTo>
                    <a:pt x="164783" y="209074"/>
                    <a:pt x="163259" y="210598"/>
                    <a:pt x="161735" y="210598"/>
                  </a:cubicBezTo>
                  <a:cubicBezTo>
                    <a:pt x="158686" y="210598"/>
                    <a:pt x="157163" y="210598"/>
                    <a:pt x="154115" y="210598"/>
                  </a:cubicBezTo>
                  <a:cubicBezTo>
                    <a:pt x="149543" y="210598"/>
                    <a:pt x="148019" y="210598"/>
                    <a:pt x="144971" y="210598"/>
                  </a:cubicBezTo>
                  <a:cubicBezTo>
                    <a:pt x="143447" y="210598"/>
                    <a:pt x="141923" y="209074"/>
                    <a:pt x="140398" y="209074"/>
                  </a:cubicBezTo>
                  <a:cubicBezTo>
                    <a:pt x="138874" y="209074"/>
                    <a:pt x="138874" y="207550"/>
                    <a:pt x="137351" y="207550"/>
                  </a:cubicBezTo>
                  <a:cubicBezTo>
                    <a:pt x="137351" y="206026"/>
                    <a:pt x="137351" y="204502"/>
                    <a:pt x="137351" y="204502"/>
                  </a:cubicBezTo>
                  <a:lnTo>
                    <a:pt x="137351" y="178594"/>
                  </a:lnTo>
                  <a:cubicBezTo>
                    <a:pt x="126588" y="190786"/>
                    <a:pt x="114395" y="199930"/>
                    <a:pt x="103728" y="204502"/>
                  </a:cubicBezTo>
                  <a:cubicBezTo>
                    <a:pt x="93059" y="210598"/>
                    <a:pt x="82392" y="213646"/>
                    <a:pt x="70200" y="213646"/>
                  </a:cubicBezTo>
                  <a:cubicBezTo>
                    <a:pt x="58007" y="213646"/>
                    <a:pt x="45816" y="210598"/>
                    <a:pt x="38100" y="207550"/>
                  </a:cubicBezTo>
                  <a:cubicBezTo>
                    <a:pt x="28956" y="202978"/>
                    <a:pt x="21336" y="196882"/>
                    <a:pt x="15240" y="189262"/>
                  </a:cubicBezTo>
                  <a:cubicBezTo>
                    <a:pt x="10668" y="181642"/>
                    <a:pt x="6097" y="172498"/>
                    <a:pt x="3049" y="163259"/>
                  </a:cubicBezTo>
                  <a:cubicBezTo>
                    <a:pt x="1524" y="152591"/>
                    <a:pt x="0" y="140399"/>
                    <a:pt x="0" y="126683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1524" y="4572"/>
                  </a:cubicBezTo>
                  <a:cubicBezTo>
                    <a:pt x="1524" y="3048"/>
                    <a:pt x="3049" y="3048"/>
                    <a:pt x="4573" y="1524"/>
                  </a:cubicBezTo>
                  <a:cubicBezTo>
                    <a:pt x="4573" y="1524"/>
                    <a:pt x="7620" y="0"/>
                    <a:pt x="9144" y="0"/>
                  </a:cubicBezTo>
                  <a:cubicBezTo>
                    <a:pt x="12192" y="0"/>
                    <a:pt x="15240" y="0"/>
                    <a:pt x="18288" y="0"/>
                  </a:cubicBezTo>
                  <a:cubicBezTo>
                    <a:pt x="21336" y="0"/>
                    <a:pt x="24385" y="0"/>
                    <a:pt x="27432" y="0"/>
                  </a:cubicBezTo>
                  <a:cubicBezTo>
                    <a:pt x="28956" y="0"/>
                    <a:pt x="30480" y="1524"/>
                    <a:pt x="32004" y="1524"/>
                  </a:cubicBezTo>
                  <a:cubicBezTo>
                    <a:pt x="33528" y="3048"/>
                    <a:pt x="35052" y="3048"/>
                    <a:pt x="35052" y="4572"/>
                  </a:cubicBezTo>
                  <a:cubicBezTo>
                    <a:pt x="36576" y="4572"/>
                    <a:pt x="36576" y="6096"/>
                    <a:pt x="36576" y="7620"/>
                  </a:cubicBezTo>
                  <a:lnTo>
                    <a:pt x="36576" y="122111"/>
                  </a:lnTo>
                  <a:cubicBezTo>
                    <a:pt x="36576" y="132779"/>
                    <a:pt x="36576" y="141923"/>
                    <a:pt x="39624" y="149543"/>
                  </a:cubicBezTo>
                  <a:cubicBezTo>
                    <a:pt x="41149" y="155639"/>
                    <a:pt x="42767" y="161735"/>
                    <a:pt x="47340" y="166307"/>
                  </a:cubicBezTo>
                  <a:cubicBezTo>
                    <a:pt x="50388" y="172498"/>
                    <a:pt x="54959" y="175546"/>
                    <a:pt x="59531" y="178594"/>
                  </a:cubicBezTo>
                  <a:cubicBezTo>
                    <a:pt x="65628" y="181642"/>
                    <a:pt x="71724" y="183166"/>
                    <a:pt x="77819" y="183166"/>
                  </a:cubicBezTo>
                  <a:cubicBezTo>
                    <a:pt x="86964" y="183166"/>
                    <a:pt x="96107" y="178594"/>
                    <a:pt x="105252" y="172498"/>
                  </a:cubicBezTo>
                  <a:cubicBezTo>
                    <a:pt x="114395" y="166307"/>
                    <a:pt x="123540" y="157163"/>
                    <a:pt x="134303" y="144971"/>
                  </a:cubicBezTo>
                  <a:lnTo>
                    <a:pt x="134303" y="7620"/>
                  </a:lnTo>
                  <a:cubicBezTo>
                    <a:pt x="134303" y="6096"/>
                    <a:pt x="134303" y="4572"/>
                    <a:pt x="134303" y="4572"/>
                  </a:cubicBezTo>
                  <a:cubicBezTo>
                    <a:pt x="134303" y="3048"/>
                    <a:pt x="135827" y="3048"/>
                    <a:pt x="137351" y="1524"/>
                  </a:cubicBezTo>
                  <a:cubicBezTo>
                    <a:pt x="138874" y="1524"/>
                    <a:pt x="140398" y="0"/>
                    <a:pt x="143447" y="0"/>
                  </a:cubicBezTo>
                  <a:cubicBezTo>
                    <a:pt x="144971" y="0"/>
                    <a:pt x="148019" y="0"/>
                    <a:pt x="151067" y="0"/>
                  </a:cubicBezTo>
                  <a:cubicBezTo>
                    <a:pt x="155639" y="0"/>
                    <a:pt x="158686" y="0"/>
                    <a:pt x="160211" y="0"/>
                  </a:cubicBezTo>
                  <a:cubicBezTo>
                    <a:pt x="163259" y="0"/>
                    <a:pt x="164783" y="1524"/>
                    <a:pt x="166307" y="1524"/>
                  </a:cubicBezTo>
                  <a:cubicBezTo>
                    <a:pt x="167831" y="3048"/>
                    <a:pt x="167831" y="3048"/>
                    <a:pt x="169355" y="4572"/>
                  </a:cubicBezTo>
                  <a:cubicBezTo>
                    <a:pt x="169355" y="4572"/>
                    <a:pt x="169355" y="6096"/>
                    <a:pt x="169355" y="7620"/>
                  </a:cubicBezTo>
                  <a:lnTo>
                    <a:pt x="169355" y="20450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422" name="Path422"/>
          <p:cNvSpPr/>
          <p:nvPr/>
        </p:nvSpPr>
        <p:spPr>
          <a:xfrm>
            <a:off x="8351520" y="2041969"/>
            <a:ext cx="36576" cy="306706"/>
          </a:xfrm>
          <a:custGeom>
            <a:avLst/>
            <a:gdLst/>
            <a:ahLst/>
            <a:cxnLst/>
            <a:rect l="l" t="t" r="r" b="b"/>
            <a:pathLst>
              <a:path w="36576" h="306706">
                <a:moveTo>
                  <a:pt x="36576" y="300609"/>
                </a:moveTo>
                <a:cubicBezTo>
                  <a:pt x="36576" y="300609"/>
                  <a:pt x="36576" y="302133"/>
                  <a:pt x="35052" y="303657"/>
                </a:cubicBezTo>
                <a:cubicBezTo>
                  <a:pt x="35052" y="303657"/>
                  <a:pt x="33528" y="303657"/>
                  <a:pt x="32004" y="305181"/>
                </a:cubicBezTo>
                <a:cubicBezTo>
                  <a:pt x="30480" y="305181"/>
                  <a:pt x="28956" y="306705"/>
                  <a:pt x="27432" y="306705"/>
                </a:cubicBezTo>
                <a:cubicBezTo>
                  <a:pt x="24384" y="306705"/>
                  <a:pt x="21336" y="306705"/>
                  <a:pt x="18288" y="306705"/>
                </a:cubicBezTo>
                <a:cubicBezTo>
                  <a:pt x="13716" y="306705"/>
                  <a:pt x="12192" y="306705"/>
                  <a:pt x="9144" y="306705"/>
                </a:cubicBezTo>
                <a:cubicBezTo>
                  <a:pt x="7620" y="306705"/>
                  <a:pt x="4572" y="305181"/>
                  <a:pt x="3048" y="305181"/>
                </a:cubicBezTo>
                <a:cubicBezTo>
                  <a:pt x="3048" y="305181"/>
                  <a:pt x="1524" y="303657"/>
                  <a:pt x="1524" y="303657"/>
                </a:cubicBezTo>
                <a:cubicBezTo>
                  <a:pt x="0" y="302133"/>
                  <a:pt x="0" y="300609"/>
                  <a:pt x="0" y="300609"/>
                </a:cubicBezTo>
                <a:lnTo>
                  <a:pt x="0" y="7620"/>
                </a:lnTo>
                <a:cubicBezTo>
                  <a:pt x="0" y="6096"/>
                  <a:pt x="0" y="6096"/>
                  <a:pt x="1524" y="4572"/>
                </a:cubicBezTo>
                <a:cubicBezTo>
                  <a:pt x="1524" y="3048"/>
                  <a:pt x="1524" y="3048"/>
                  <a:pt x="3048" y="3048"/>
                </a:cubicBezTo>
                <a:cubicBezTo>
                  <a:pt x="4572" y="1524"/>
                  <a:pt x="6096" y="1524"/>
                  <a:pt x="9144" y="1524"/>
                </a:cubicBezTo>
                <a:cubicBezTo>
                  <a:pt x="12192" y="1524"/>
                  <a:pt x="13716" y="0"/>
                  <a:pt x="18288" y="0"/>
                </a:cubicBezTo>
                <a:cubicBezTo>
                  <a:pt x="21336" y="0"/>
                  <a:pt x="24384" y="0"/>
                  <a:pt x="27432" y="1524"/>
                </a:cubicBezTo>
                <a:cubicBezTo>
                  <a:pt x="28956" y="1524"/>
                  <a:pt x="30480" y="1524"/>
                  <a:pt x="32004" y="3048"/>
                </a:cubicBezTo>
                <a:cubicBezTo>
                  <a:pt x="33528" y="3048"/>
                  <a:pt x="35052" y="3048"/>
                  <a:pt x="35052" y="4572"/>
                </a:cubicBezTo>
                <a:cubicBezTo>
                  <a:pt x="35052" y="6096"/>
                  <a:pt x="36576" y="6096"/>
                  <a:pt x="36576" y="7620"/>
                </a:cubicBezTo>
                <a:lnTo>
                  <a:pt x="36576" y="300609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423" name="Group423"/>
          <p:cNvGrpSpPr/>
          <p:nvPr/>
        </p:nvGrpSpPr>
        <p:grpSpPr>
          <a:xfrm>
            <a:off x="8551260" y="2057209"/>
            <a:ext cx="277748" cy="291466"/>
            <a:chOff x="8551260" y="2057209"/>
            <a:chExt cx="277748" cy="291466"/>
          </a:xfrm>
        </p:grpSpPr>
        <p:sp>
          <p:nvSpPr>
            <p:cNvPr id="424" name="Path424"/>
            <p:cNvSpPr/>
            <p:nvPr/>
          </p:nvSpPr>
          <p:spPr>
            <a:xfrm>
              <a:off x="8551260" y="2057209"/>
              <a:ext cx="45814" cy="291466"/>
            </a:xfrm>
            <a:custGeom>
              <a:avLst/>
              <a:gdLst/>
              <a:ahLst/>
              <a:cxnLst/>
              <a:rect l="l" t="t" r="r" b="b"/>
              <a:pathLst>
                <a:path w="45814" h="291466">
                  <a:moveTo>
                    <a:pt x="41243" y="285369"/>
                  </a:moveTo>
                  <a:cubicBezTo>
                    <a:pt x="41243" y="285369"/>
                    <a:pt x="41243" y="286893"/>
                    <a:pt x="39719" y="288417"/>
                  </a:cubicBezTo>
                  <a:cubicBezTo>
                    <a:pt x="39719" y="288417"/>
                    <a:pt x="38195" y="288417"/>
                    <a:pt x="36671" y="289941"/>
                  </a:cubicBezTo>
                  <a:cubicBezTo>
                    <a:pt x="36671" y="289941"/>
                    <a:pt x="33624" y="291465"/>
                    <a:pt x="32100" y="291465"/>
                  </a:cubicBezTo>
                  <a:cubicBezTo>
                    <a:pt x="29051" y="291465"/>
                    <a:pt x="26003" y="291465"/>
                    <a:pt x="22955" y="291465"/>
                  </a:cubicBezTo>
                  <a:cubicBezTo>
                    <a:pt x="19907" y="291465"/>
                    <a:pt x="16859" y="291465"/>
                    <a:pt x="13812" y="291465"/>
                  </a:cubicBezTo>
                  <a:cubicBezTo>
                    <a:pt x="12287" y="291465"/>
                    <a:pt x="10763" y="289941"/>
                    <a:pt x="9239" y="289941"/>
                  </a:cubicBezTo>
                  <a:cubicBezTo>
                    <a:pt x="7715" y="289941"/>
                    <a:pt x="6096" y="288417"/>
                    <a:pt x="6096" y="288417"/>
                  </a:cubicBezTo>
                  <a:cubicBezTo>
                    <a:pt x="4572" y="286893"/>
                    <a:pt x="4572" y="285369"/>
                    <a:pt x="4572" y="285369"/>
                  </a:cubicBezTo>
                  <a:lnTo>
                    <a:pt x="4572" y="88487"/>
                  </a:lnTo>
                  <a:cubicBezTo>
                    <a:pt x="4572" y="86963"/>
                    <a:pt x="4572" y="85439"/>
                    <a:pt x="6096" y="85439"/>
                  </a:cubicBezTo>
                  <a:cubicBezTo>
                    <a:pt x="6096" y="83915"/>
                    <a:pt x="7715" y="83915"/>
                    <a:pt x="9239" y="82391"/>
                  </a:cubicBezTo>
                  <a:cubicBezTo>
                    <a:pt x="9239" y="82391"/>
                    <a:pt x="12287" y="82391"/>
                    <a:pt x="13812" y="80867"/>
                  </a:cubicBezTo>
                  <a:cubicBezTo>
                    <a:pt x="16859" y="80867"/>
                    <a:pt x="19907" y="80867"/>
                    <a:pt x="22955" y="80867"/>
                  </a:cubicBezTo>
                  <a:cubicBezTo>
                    <a:pt x="26003" y="80867"/>
                    <a:pt x="29051" y="80867"/>
                    <a:pt x="32100" y="80867"/>
                  </a:cubicBezTo>
                  <a:cubicBezTo>
                    <a:pt x="33624" y="82391"/>
                    <a:pt x="36671" y="82391"/>
                    <a:pt x="36671" y="82391"/>
                  </a:cubicBezTo>
                  <a:cubicBezTo>
                    <a:pt x="38195" y="83915"/>
                    <a:pt x="39719" y="83915"/>
                    <a:pt x="39719" y="85439"/>
                  </a:cubicBezTo>
                  <a:cubicBezTo>
                    <a:pt x="41243" y="85439"/>
                    <a:pt x="41243" y="86963"/>
                    <a:pt x="41243" y="88487"/>
                  </a:cubicBezTo>
                  <a:lnTo>
                    <a:pt x="41243" y="285369"/>
                  </a:lnTo>
                  <a:close/>
                  <a:moveTo>
                    <a:pt x="45815" y="21336"/>
                  </a:moveTo>
                  <a:cubicBezTo>
                    <a:pt x="45815" y="28956"/>
                    <a:pt x="44291" y="35052"/>
                    <a:pt x="39719" y="38100"/>
                  </a:cubicBezTo>
                  <a:cubicBezTo>
                    <a:pt x="36671" y="41148"/>
                    <a:pt x="32100" y="42672"/>
                    <a:pt x="22955" y="42672"/>
                  </a:cubicBezTo>
                  <a:cubicBezTo>
                    <a:pt x="13812" y="42672"/>
                    <a:pt x="9239" y="41148"/>
                    <a:pt x="4572" y="38100"/>
                  </a:cubicBezTo>
                  <a:cubicBezTo>
                    <a:pt x="1524" y="35052"/>
                    <a:pt x="0" y="30480"/>
                    <a:pt x="0" y="21336"/>
                  </a:cubicBezTo>
                  <a:cubicBezTo>
                    <a:pt x="0" y="13716"/>
                    <a:pt x="1524" y="7620"/>
                    <a:pt x="6096" y="4572"/>
                  </a:cubicBezTo>
                  <a:cubicBezTo>
                    <a:pt x="9239" y="1524"/>
                    <a:pt x="13812" y="0"/>
                    <a:pt x="22955" y="0"/>
                  </a:cubicBezTo>
                  <a:cubicBezTo>
                    <a:pt x="32100" y="0"/>
                    <a:pt x="36671" y="1524"/>
                    <a:pt x="41243" y="4572"/>
                  </a:cubicBezTo>
                  <a:cubicBezTo>
                    <a:pt x="44291" y="7620"/>
                    <a:pt x="45815" y="12192"/>
                    <a:pt x="45815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25" name="Path425"/>
            <p:cNvSpPr/>
            <p:nvPr/>
          </p:nvSpPr>
          <p:spPr>
            <a:xfrm>
              <a:off x="8659654" y="2135029"/>
              <a:ext cx="169354" cy="213646"/>
            </a:xfrm>
            <a:custGeom>
              <a:avLst/>
              <a:gdLst/>
              <a:ahLst/>
              <a:cxnLst/>
              <a:rect l="l" t="t" r="r" b="b"/>
              <a:pathLst>
                <a:path w="169354" h="213646">
                  <a:moveTo>
                    <a:pt x="169355" y="207550"/>
                  </a:moveTo>
                  <a:cubicBezTo>
                    <a:pt x="169355" y="207550"/>
                    <a:pt x="169355" y="209074"/>
                    <a:pt x="167831" y="210598"/>
                  </a:cubicBezTo>
                  <a:cubicBezTo>
                    <a:pt x="167831" y="210598"/>
                    <a:pt x="166307" y="210598"/>
                    <a:pt x="166307" y="212122"/>
                  </a:cubicBezTo>
                  <a:cubicBezTo>
                    <a:pt x="164783" y="212122"/>
                    <a:pt x="161735" y="213646"/>
                    <a:pt x="160211" y="213646"/>
                  </a:cubicBezTo>
                  <a:cubicBezTo>
                    <a:pt x="157163" y="213646"/>
                    <a:pt x="154115" y="213646"/>
                    <a:pt x="151067" y="213646"/>
                  </a:cubicBezTo>
                  <a:cubicBezTo>
                    <a:pt x="148019" y="213646"/>
                    <a:pt x="144971" y="213646"/>
                    <a:pt x="141923" y="213646"/>
                  </a:cubicBezTo>
                  <a:cubicBezTo>
                    <a:pt x="140398" y="213646"/>
                    <a:pt x="138780" y="212122"/>
                    <a:pt x="137255" y="212122"/>
                  </a:cubicBezTo>
                  <a:cubicBezTo>
                    <a:pt x="135731" y="212122"/>
                    <a:pt x="134207" y="210598"/>
                    <a:pt x="134207" y="210598"/>
                  </a:cubicBezTo>
                  <a:cubicBezTo>
                    <a:pt x="132683" y="209074"/>
                    <a:pt x="132683" y="207550"/>
                    <a:pt x="132683" y="207550"/>
                  </a:cubicBezTo>
                  <a:lnTo>
                    <a:pt x="132683" y="91535"/>
                  </a:lnTo>
                  <a:cubicBezTo>
                    <a:pt x="132683" y="80867"/>
                    <a:pt x="132683" y="71723"/>
                    <a:pt x="131159" y="64103"/>
                  </a:cubicBezTo>
                  <a:cubicBezTo>
                    <a:pt x="128112" y="58007"/>
                    <a:pt x="126588" y="51911"/>
                    <a:pt x="123540" y="47339"/>
                  </a:cubicBezTo>
                  <a:cubicBezTo>
                    <a:pt x="118967" y="41243"/>
                    <a:pt x="115919" y="38195"/>
                    <a:pt x="109824" y="35147"/>
                  </a:cubicBezTo>
                  <a:cubicBezTo>
                    <a:pt x="105252" y="32004"/>
                    <a:pt x="97631" y="32004"/>
                    <a:pt x="91536" y="32004"/>
                  </a:cubicBezTo>
                  <a:cubicBezTo>
                    <a:pt x="82392" y="32004"/>
                    <a:pt x="73247" y="35147"/>
                    <a:pt x="64104" y="41243"/>
                  </a:cubicBezTo>
                  <a:cubicBezTo>
                    <a:pt x="54959" y="47339"/>
                    <a:pt x="45720" y="56483"/>
                    <a:pt x="35052" y="68675"/>
                  </a:cubicBezTo>
                  <a:lnTo>
                    <a:pt x="35052" y="207550"/>
                  </a:lnTo>
                  <a:cubicBezTo>
                    <a:pt x="35052" y="207550"/>
                    <a:pt x="35052" y="209074"/>
                    <a:pt x="35052" y="210598"/>
                  </a:cubicBezTo>
                  <a:cubicBezTo>
                    <a:pt x="35052" y="210598"/>
                    <a:pt x="33528" y="210598"/>
                    <a:pt x="32004" y="212122"/>
                  </a:cubicBezTo>
                  <a:cubicBezTo>
                    <a:pt x="30480" y="212122"/>
                    <a:pt x="28956" y="213646"/>
                    <a:pt x="25908" y="213646"/>
                  </a:cubicBezTo>
                  <a:cubicBezTo>
                    <a:pt x="24385" y="213646"/>
                    <a:pt x="21336" y="213646"/>
                    <a:pt x="18288" y="213646"/>
                  </a:cubicBezTo>
                  <a:cubicBezTo>
                    <a:pt x="13716" y="213646"/>
                    <a:pt x="10668" y="213646"/>
                    <a:pt x="9144" y="213646"/>
                  </a:cubicBezTo>
                  <a:cubicBezTo>
                    <a:pt x="6097" y="213646"/>
                    <a:pt x="4573" y="212122"/>
                    <a:pt x="3049" y="212122"/>
                  </a:cubicBezTo>
                  <a:cubicBezTo>
                    <a:pt x="1524" y="212122"/>
                    <a:pt x="1524" y="210598"/>
                    <a:pt x="0" y="210598"/>
                  </a:cubicBezTo>
                  <a:cubicBezTo>
                    <a:pt x="0" y="209074"/>
                    <a:pt x="0" y="207550"/>
                    <a:pt x="0" y="207550"/>
                  </a:cubicBezTo>
                  <a:lnTo>
                    <a:pt x="0" y="10668"/>
                  </a:lnTo>
                  <a:cubicBezTo>
                    <a:pt x="0" y="9144"/>
                    <a:pt x="0" y="7620"/>
                    <a:pt x="0" y="7620"/>
                  </a:cubicBezTo>
                  <a:cubicBezTo>
                    <a:pt x="1524" y="6096"/>
                    <a:pt x="1524" y="6096"/>
                    <a:pt x="3049" y="4572"/>
                  </a:cubicBezTo>
                  <a:cubicBezTo>
                    <a:pt x="4573" y="4572"/>
                    <a:pt x="6097" y="3048"/>
                    <a:pt x="7620" y="3048"/>
                  </a:cubicBezTo>
                  <a:cubicBezTo>
                    <a:pt x="10668" y="3048"/>
                    <a:pt x="12192" y="3048"/>
                    <a:pt x="16764" y="3048"/>
                  </a:cubicBezTo>
                  <a:cubicBezTo>
                    <a:pt x="19812" y="3048"/>
                    <a:pt x="21336" y="3048"/>
                    <a:pt x="24385" y="3048"/>
                  </a:cubicBezTo>
                  <a:cubicBezTo>
                    <a:pt x="25908" y="3048"/>
                    <a:pt x="27432" y="4572"/>
                    <a:pt x="28956" y="4572"/>
                  </a:cubicBezTo>
                  <a:cubicBezTo>
                    <a:pt x="30480" y="6096"/>
                    <a:pt x="30480" y="6096"/>
                    <a:pt x="32004" y="7620"/>
                  </a:cubicBezTo>
                  <a:cubicBezTo>
                    <a:pt x="32004" y="7620"/>
                    <a:pt x="32004" y="9144"/>
                    <a:pt x="32004" y="10668"/>
                  </a:cubicBezTo>
                  <a:lnTo>
                    <a:pt x="32004" y="36671"/>
                  </a:lnTo>
                  <a:cubicBezTo>
                    <a:pt x="42673" y="22860"/>
                    <a:pt x="54959" y="15240"/>
                    <a:pt x="65628" y="9144"/>
                  </a:cubicBezTo>
                  <a:cubicBezTo>
                    <a:pt x="76295" y="3048"/>
                    <a:pt x="86964" y="0"/>
                    <a:pt x="99155" y="0"/>
                  </a:cubicBezTo>
                  <a:cubicBezTo>
                    <a:pt x="111347" y="0"/>
                    <a:pt x="123540" y="3048"/>
                    <a:pt x="131159" y="6096"/>
                  </a:cubicBezTo>
                  <a:cubicBezTo>
                    <a:pt x="140398" y="10668"/>
                    <a:pt x="148019" y="16764"/>
                    <a:pt x="154115" y="24384"/>
                  </a:cubicBezTo>
                  <a:cubicBezTo>
                    <a:pt x="158686" y="32004"/>
                    <a:pt x="163259" y="41243"/>
                    <a:pt x="166307" y="50387"/>
                  </a:cubicBezTo>
                  <a:cubicBezTo>
                    <a:pt x="167831" y="61055"/>
                    <a:pt x="169355" y="73247"/>
                    <a:pt x="169355" y="86963"/>
                  </a:cubicBezTo>
                  <a:lnTo>
                    <a:pt x="169355" y="2075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426" name="Group426"/>
          <p:cNvGrpSpPr/>
          <p:nvPr/>
        </p:nvGrpSpPr>
        <p:grpSpPr>
          <a:xfrm>
            <a:off x="1000792" y="2672239"/>
            <a:ext cx="758285" cy="216694"/>
            <a:chOff x="1000792" y="2672239"/>
            <a:chExt cx="758285" cy="216694"/>
          </a:xfrm>
        </p:grpSpPr>
        <p:sp>
          <p:nvSpPr>
            <p:cNvPr id="427" name="Path427"/>
            <p:cNvSpPr/>
            <p:nvPr/>
          </p:nvSpPr>
          <p:spPr>
            <a:xfrm>
              <a:off x="1000792" y="2672239"/>
              <a:ext cx="155638" cy="216694"/>
            </a:xfrm>
            <a:custGeom>
              <a:avLst/>
              <a:gdLst/>
              <a:ahLst/>
              <a:cxnLst/>
              <a:rect l="l" t="t" r="r" b="b"/>
              <a:pathLst>
                <a:path w="155638" h="216694">
                  <a:moveTo>
                    <a:pt x="155638" y="176974"/>
                  </a:moveTo>
                  <a:cubicBezTo>
                    <a:pt x="155638" y="180023"/>
                    <a:pt x="155638" y="181546"/>
                    <a:pt x="155638" y="183070"/>
                  </a:cubicBezTo>
                  <a:cubicBezTo>
                    <a:pt x="155638" y="186214"/>
                    <a:pt x="155638" y="187738"/>
                    <a:pt x="155638" y="187738"/>
                  </a:cubicBezTo>
                  <a:cubicBezTo>
                    <a:pt x="154114" y="189262"/>
                    <a:pt x="154114" y="190786"/>
                    <a:pt x="154114" y="192310"/>
                  </a:cubicBezTo>
                  <a:cubicBezTo>
                    <a:pt x="154114" y="192310"/>
                    <a:pt x="152591" y="193834"/>
                    <a:pt x="151066" y="195358"/>
                  </a:cubicBezTo>
                  <a:cubicBezTo>
                    <a:pt x="148018" y="196882"/>
                    <a:pt x="144971" y="199930"/>
                    <a:pt x="140399" y="202978"/>
                  </a:cubicBezTo>
                  <a:cubicBezTo>
                    <a:pt x="137350" y="206026"/>
                    <a:pt x="131254" y="207550"/>
                    <a:pt x="126682" y="210598"/>
                  </a:cubicBezTo>
                  <a:cubicBezTo>
                    <a:pt x="120586" y="212122"/>
                    <a:pt x="114490" y="213646"/>
                    <a:pt x="108394" y="215170"/>
                  </a:cubicBezTo>
                  <a:cubicBezTo>
                    <a:pt x="102299" y="216694"/>
                    <a:pt x="94678" y="216694"/>
                    <a:pt x="88487" y="216694"/>
                  </a:cubicBezTo>
                  <a:cubicBezTo>
                    <a:pt x="74771" y="216694"/>
                    <a:pt x="61055" y="215170"/>
                    <a:pt x="50387" y="210598"/>
                  </a:cubicBezTo>
                  <a:cubicBezTo>
                    <a:pt x="39719" y="206026"/>
                    <a:pt x="30575" y="198406"/>
                    <a:pt x="22955" y="189262"/>
                  </a:cubicBezTo>
                  <a:cubicBezTo>
                    <a:pt x="15335" y="180023"/>
                    <a:pt x="10763" y="169354"/>
                    <a:pt x="6191" y="157163"/>
                  </a:cubicBezTo>
                  <a:cubicBezTo>
                    <a:pt x="3143" y="143446"/>
                    <a:pt x="0" y="128207"/>
                    <a:pt x="0" y="111347"/>
                  </a:cubicBezTo>
                  <a:cubicBezTo>
                    <a:pt x="0" y="91535"/>
                    <a:pt x="3143" y="74771"/>
                    <a:pt x="7715" y="61055"/>
                  </a:cubicBezTo>
                  <a:cubicBezTo>
                    <a:pt x="12287" y="47244"/>
                    <a:pt x="18383" y="35052"/>
                    <a:pt x="27527" y="27432"/>
                  </a:cubicBezTo>
                  <a:cubicBezTo>
                    <a:pt x="35147" y="18288"/>
                    <a:pt x="45815" y="10668"/>
                    <a:pt x="56483" y="7620"/>
                  </a:cubicBezTo>
                  <a:cubicBezTo>
                    <a:pt x="67151" y="3048"/>
                    <a:pt x="79343" y="0"/>
                    <a:pt x="93154" y="0"/>
                  </a:cubicBezTo>
                  <a:cubicBezTo>
                    <a:pt x="99250" y="0"/>
                    <a:pt x="105346" y="1524"/>
                    <a:pt x="111442" y="3048"/>
                  </a:cubicBezTo>
                  <a:cubicBezTo>
                    <a:pt x="117538" y="3048"/>
                    <a:pt x="122110" y="4572"/>
                    <a:pt x="126682" y="7620"/>
                  </a:cubicBezTo>
                  <a:cubicBezTo>
                    <a:pt x="132778" y="9144"/>
                    <a:pt x="135827" y="10668"/>
                    <a:pt x="140399" y="13716"/>
                  </a:cubicBezTo>
                  <a:cubicBezTo>
                    <a:pt x="144971" y="15240"/>
                    <a:pt x="146494" y="18288"/>
                    <a:pt x="149542" y="19812"/>
                  </a:cubicBezTo>
                  <a:cubicBezTo>
                    <a:pt x="151066" y="21336"/>
                    <a:pt x="152591" y="22860"/>
                    <a:pt x="152591" y="24384"/>
                  </a:cubicBezTo>
                  <a:cubicBezTo>
                    <a:pt x="152591" y="24384"/>
                    <a:pt x="154114" y="25908"/>
                    <a:pt x="154114" y="27432"/>
                  </a:cubicBezTo>
                  <a:cubicBezTo>
                    <a:pt x="154114" y="28956"/>
                    <a:pt x="154114" y="30480"/>
                    <a:pt x="155638" y="32004"/>
                  </a:cubicBezTo>
                  <a:cubicBezTo>
                    <a:pt x="155638" y="33528"/>
                    <a:pt x="155638" y="36576"/>
                    <a:pt x="155638" y="39624"/>
                  </a:cubicBezTo>
                  <a:cubicBezTo>
                    <a:pt x="155638" y="44196"/>
                    <a:pt x="154114" y="48863"/>
                    <a:pt x="152591" y="50387"/>
                  </a:cubicBezTo>
                  <a:cubicBezTo>
                    <a:pt x="152591" y="53435"/>
                    <a:pt x="151066" y="54959"/>
                    <a:pt x="148018" y="54959"/>
                  </a:cubicBezTo>
                  <a:cubicBezTo>
                    <a:pt x="146494" y="54959"/>
                    <a:pt x="143446" y="53435"/>
                    <a:pt x="140399" y="50387"/>
                  </a:cubicBezTo>
                  <a:cubicBezTo>
                    <a:pt x="137350" y="48863"/>
                    <a:pt x="134302" y="45720"/>
                    <a:pt x="129730" y="42672"/>
                  </a:cubicBezTo>
                  <a:cubicBezTo>
                    <a:pt x="125158" y="39624"/>
                    <a:pt x="120586" y="36576"/>
                    <a:pt x="114490" y="35052"/>
                  </a:cubicBezTo>
                  <a:cubicBezTo>
                    <a:pt x="108394" y="32004"/>
                    <a:pt x="100774" y="30480"/>
                    <a:pt x="91630" y="30480"/>
                  </a:cubicBezTo>
                  <a:cubicBezTo>
                    <a:pt x="74771" y="30480"/>
                    <a:pt x="61055" y="38100"/>
                    <a:pt x="51911" y="50387"/>
                  </a:cubicBezTo>
                  <a:cubicBezTo>
                    <a:pt x="42767" y="64103"/>
                    <a:pt x="38195" y="83915"/>
                    <a:pt x="38195" y="109823"/>
                  </a:cubicBezTo>
                  <a:cubicBezTo>
                    <a:pt x="38195" y="122110"/>
                    <a:pt x="39719" y="132779"/>
                    <a:pt x="41243" y="141923"/>
                  </a:cubicBezTo>
                  <a:cubicBezTo>
                    <a:pt x="44291" y="152591"/>
                    <a:pt x="47339" y="160210"/>
                    <a:pt x="51911" y="166307"/>
                  </a:cubicBezTo>
                  <a:cubicBezTo>
                    <a:pt x="56483" y="172402"/>
                    <a:pt x="62579" y="176974"/>
                    <a:pt x="70199" y="181546"/>
                  </a:cubicBezTo>
                  <a:cubicBezTo>
                    <a:pt x="76295" y="184595"/>
                    <a:pt x="83915" y="186214"/>
                    <a:pt x="93154" y="186214"/>
                  </a:cubicBezTo>
                  <a:cubicBezTo>
                    <a:pt x="100774" y="186214"/>
                    <a:pt x="108394" y="184595"/>
                    <a:pt x="114490" y="181546"/>
                  </a:cubicBezTo>
                  <a:cubicBezTo>
                    <a:pt x="120586" y="178498"/>
                    <a:pt x="126682" y="175451"/>
                    <a:pt x="131254" y="172402"/>
                  </a:cubicBezTo>
                  <a:cubicBezTo>
                    <a:pt x="135827" y="169354"/>
                    <a:pt x="140399" y="167830"/>
                    <a:pt x="143446" y="164782"/>
                  </a:cubicBezTo>
                  <a:cubicBezTo>
                    <a:pt x="146494" y="161735"/>
                    <a:pt x="148018" y="160210"/>
                    <a:pt x="149542" y="160210"/>
                  </a:cubicBezTo>
                  <a:cubicBezTo>
                    <a:pt x="151066" y="160210"/>
                    <a:pt x="152591" y="160210"/>
                    <a:pt x="152591" y="161735"/>
                  </a:cubicBezTo>
                  <a:cubicBezTo>
                    <a:pt x="154114" y="161735"/>
                    <a:pt x="154114" y="163258"/>
                    <a:pt x="154114" y="164782"/>
                  </a:cubicBezTo>
                  <a:cubicBezTo>
                    <a:pt x="155638" y="166307"/>
                    <a:pt x="155638" y="167830"/>
                    <a:pt x="155638" y="169354"/>
                  </a:cubicBezTo>
                  <a:cubicBezTo>
                    <a:pt x="155638" y="172402"/>
                    <a:pt x="155638" y="173926"/>
                    <a:pt x="155638" y="176974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28" name="Path428"/>
            <p:cNvSpPr/>
            <p:nvPr/>
          </p:nvSpPr>
          <p:spPr>
            <a:xfrm>
              <a:off x="1188530" y="2672239"/>
              <a:ext cx="161639" cy="216693"/>
            </a:xfrm>
            <a:custGeom>
              <a:avLst/>
              <a:gdLst/>
              <a:ahLst/>
              <a:cxnLst/>
              <a:rect l="l" t="t" r="r" b="b"/>
              <a:pathLst>
                <a:path w="161639" h="216693">
                  <a:moveTo>
                    <a:pt x="161639" y="207550"/>
                  </a:moveTo>
                  <a:cubicBezTo>
                    <a:pt x="161639" y="209074"/>
                    <a:pt x="160115" y="210598"/>
                    <a:pt x="160115" y="212122"/>
                  </a:cubicBezTo>
                  <a:cubicBezTo>
                    <a:pt x="158591" y="212122"/>
                    <a:pt x="157067" y="213646"/>
                    <a:pt x="154019" y="213646"/>
                  </a:cubicBezTo>
                  <a:cubicBezTo>
                    <a:pt x="152495" y="213646"/>
                    <a:pt x="149447" y="213646"/>
                    <a:pt x="146399" y="213646"/>
                  </a:cubicBezTo>
                  <a:cubicBezTo>
                    <a:pt x="141827" y="213646"/>
                    <a:pt x="138779" y="213646"/>
                    <a:pt x="137255" y="213646"/>
                  </a:cubicBezTo>
                  <a:cubicBezTo>
                    <a:pt x="134207" y="213646"/>
                    <a:pt x="132683" y="212122"/>
                    <a:pt x="131159" y="212122"/>
                  </a:cubicBezTo>
                  <a:cubicBezTo>
                    <a:pt x="131159" y="210598"/>
                    <a:pt x="129635" y="209074"/>
                    <a:pt x="129635" y="207550"/>
                  </a:cubicBezTo>
                  <a:lnTo>
                    <a:pt x="129635" y="187738"/>
                  </a:lnTo>
                  <a:cubicBezTo>
                    <a:pt x="122015" y="196882"/>
                    <a:pt x="111347" y="204502"/>
                    <a:pt x="100679" y="209074"/>
                  </a:cubicBezTo>
                  <a:cubicBezTo>
                    <a:pt x="91535" y="213646"/>
                    <a:pt x="79343" y="216694"/>
                    <a:pt x="67056" y="216694"/>
                  </a:cubicBezTo>
                  <a:cubicBezTo>
                    <a:pt x="57912" y="216694"/>
                    <a:pt x="48768" y="215170"/>
                    <a:pt x="39624" y="213646"/>
                  </a:cubicBezTo>
                  <a:cubicBezTo>
                    <a:pt x="32004" y="210598"/>
                    <a:pt x="24384" y="206026"/>
                    <a:pt x="18288" y="201454"/>
                  </a:cubicBezTo>
                  <a:cubicBezTo>
                    <a:pt x="12192" y="196882"/>
                    <a:pt x="7620" y="189262"/>
                    <a:pt x="4572" y="183070"/>
                  </a:cubicBezTo>
                  <a:cubicBezTo>
                    <a:pt x="1524" y="175451"/>
                    <a:pt x="0" y="166307"/>
                    <a:pt x="0" y="157163"/>
                  </a:cubicBezTo>
                  <a:cubicBezTo>
                    <a:pt x="0" y="146495"/>
                    <a:pt x="1524" y="135826"/>
                    <a:pt x="6096" y="128207"/>
                  </a:cubicBezTo>
                  <a:cubicBezTo>
                    <a:pt x="10668" y="120586"/>
                    <a:pt x="16764" y="112871"/>
                    <a:pt x="25908" y="108299"/>
                  </a:cubicBezTo>
                  <a:cubicBezTo>
                    <a:pt x="33528" y="102203"/>
                    <a:pt x="44196" y="97631"/>
                    <a:pt x="56388" y="96107"/>
                  </a:cubicBezTo>
                  <a:cubicBezTo>
                    <a:pt x="68580" y="93059"/>
                    <a:pt x="82391" y="91535"/>
                    <a:pt x="97631" y="91535"/>
                  </a:cubicBezTo>
                  <a:lnTo>
                    <a:pt x="125063" y="91535"/>
                  </a:lnTo>
                  <a:lnTo>
                    <a:pt x="125063" y="76295"/>
                  </a:lnTo>
                  <a:cubicBezTo>
                    <a:pt x="125063" y="68675"/>
                    <a:pt x="125063" y="62579"/>
                    <a:pt x="123539" y="56483"/>
                  </a:cubicBezTo>
                  <a:cubicBezTo>
                    <a:pt x="122015" y="50387"/>
                    <a:pt x="118967" y="45720"/>
                    <a:pt x="115919" y="41148"/>
                  </a:cubicBezTo>
                  <a:cubicBezTo>
                    <a:pt x="111347" y="38100"/>
                    <a:pt x="106775" y="35052"/>
                    <a:pt x="100679" y="32004"/>
                  </a:cubicBezTo>
                  <a:cubicBezTo>
                    <a:pt x="96107" y="30480"/>
                    <a:pt x="88487" y="28956"/>
                    <a:pt x="80867" y="28956"/>
                  </a:cubicBezTo>
                  <a:cubicBezTo>
                    <a:pt x="71628" y="28956"/>
                    <a:pt x="64008" y="30480"/>
                    <a:pt x="56388" y="33528"/>
                  </a:cubicBezTo>
                  <a:cubicBezTo>
                    <a:pt x="48768" y="35052"/>
                    <a:pt x="42672" y="36576"/>
                    <a:pt x="38100" y="39624"/>
                  </a:cubicBezTo>
                  <a:cubicBezTo>
                    <a:pt x="32004" y="42672"/>
                    <a:pt x="27432" y="44196"/>
                    <a:pt x="24384" y="47244"/>
                  </a:cubicBezTo>
                  <a:cubicBezTo>
                    <a:pt x="21336" y="48863"/>
                    <a:pt x="18288" y="50387"/>
                    <a:pt x="16764" y="50387"/>
                  </a:cubicBezTo>
                  <a:cubicBezTo>
                    <a:pt x="15240" y="50387"/>
                    <a:pt x="13716" y="50387"/>
                    <a:pt x="13716" y="48863"/>
                  </a:cubicBezTo>
                  <a:cubicBezTo>
                    <a:pt x="12192" y="48863"/>
                    <a:pt x="12192" y="47244"/>
                    <a:pt x="10668" y="47244"/>
                  </a:cubicBezTo>
                  <a:cubicBezTo>
                    <a:pt x="10668" y="45720"/>
                    <a:pt x="9144" y="44196"/>
                    <a:pt x="9144" y="42672"/>
                  </a:cubicBezTo>
                  <a:cubicBezTo>
                    <a:pt x="9144" y="39624"/>
                    <a:pt x="9144" y="38100"/>
                    <a:pt x="9144" y="36576"/>
                  </a:cubicBezTo>
                  <a:cubicBezTo>
                    <a:pt x="9144" y="32004"/>
                    <a:pt x="9144" y="28956"/>
                    <a:pt x="9144" y="27432"/>
                  </a:cubicBezTo>
                  <a:cubicBezTo>
                    <a:pt x="10668" y="25908"/>
                    <a:pt x="12192" y="22860"/>
                    <a:pt x="13716" y="21336"/>
                  </a:cubicBezTo>
                  <a:cubicBezTo>
                    <a:pt x="15240" y="19812"/>
                    <a:pt x="18288" y="16764"/>
                    <a:pt x="24384" y="15240"/>
                  </a:cubicBezTo>
                  <a:cubicBezTo>
                    <a:pt x="28956" y="12192"/>
                    <a:pt x="33528" y="9144"/>
                    <a:pt x="41148" y="7620"/>
                  </a:cubicBezTo>
                  <a:cubicBezTo>
                    <a:pt x="47244" y="6096"/>
                    <a:pt x="53340" y="4572"/>
                    <a:pt x="60960" y="3048"/>
                  </a:cubicBezTo>
                  <a:cubicBezTo>
                    <a:pt x="68580" y="1524"/>
                    <a:pt x="76200" y="0"/>
                    <a:pt x="83915" y="0"/>
                  </a:cubicBezTo>
                  <a:cubicBezTo>
                    <a:pt x="97631" y="0"/>
                    <a:pt x="109823" y="1524"/>
                    <a:pt x="118967" y="4572"/>
                  </a:cubicBezTo>
                  <a:cubicBezTo>
                    <a:pt x="129635" y="7620"/>
                    <a:pt x="137255" y="13716"/>
                    <a:pt x="143351" y="19812"/>
                  </a:cubicBezTo>
                  <a:cubicBezTo>
                    <a:pt x="149447" y="25908"/>
                    <a:pt x="154019" y="33528"/>
                    <a:pt x="157067" y="42672"/>
                  </a:cubicBezTo>
                  <a:cubicBezTo>
                    <a:pt x="160115" y="51911"/>
                    <a:pt x="161639" y="62579"/>
                    <a:pt x="161639" y="74771"/>
                  </a:cubicBezTo>
                  <a:lnTo>
                    <a:pt x="161639" y="207550"/>
                  </a:lnTo>
                  <a:close/>
                  <a:moveTo>
                    <a:pt x="125063" y="117539"/>
                  </a:moveTo>
                  <a:lnTo>
                    <a:pt x="94583" y="117539"/>
                  </a:lnTo>
                  <a:cubicBezTo>
                    <a:pt x="85439" y="117539"/>
                    <a:pt x="76200" y="119063"/>
                    <a:pt x="68580" y="120586"/>
                  </a:cubicBezTo>
                  <a:cubicBezTo>
                    <a:pt x="60960" y="122111"/>
                    <a:pt x="54864" y="123635"/>
                    <a:pt x="50292" y="128207"/>
                  </a:cubicBezTo>
                  <a:cubicBezTo>
                    <a:pt x="45720" y="131254"/>
                    <a:pt x="42672" y="134302"/>
                    <a:pt x="39624" y="138874"/>
                  </a:cubicBezTo>
                  <a:cubicBezTo>
                    <a:pt x="38100" y="143446"/>
                    <a:pt x="36576" y="149542"/>
                    <a:pt x="36576" y="155639"/>
                  </a:cubicBezTo>
                  <a:cubicBezTo>
                    <a:pt x="36576" y="164783"/>
                    <a:pt x="39624" y="173926"/>
                    <a:pt x="45720" y="180023"/>
                  </a:cubicBezTo>
                  <a:cubicBezTo>
                    <a:pt x="53340" y="186214"/>
                    <a:pt x="62484" y="189262"/>
                    <a:pt x="73152" y="189262"/>
                  </a:cubicBezTo>
                  <a:cubicBezTo>
                    <a:pt x="82391" y="189262"/>
                    <a:pt x="91535" y="186214"/>
                    <a:pt x="99155" y="181546"/>
                  </a:cubicBezTo>
                  <a:cubicBezTo>
                    <a:pt x="108299" y="176974"/>
                    <a:pt x="115919" y="169354"/>
                    <a:pt x="125063" y="158686"/>
                  </a:cubicBezTo>
                  <a:lnTo>
                    <a:pt x="125063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29" name="Path429"/>
            <p:cNvSpPr/>
            <p:nvPr/>
          </p:nvSpPr>
          <p:spPr>
            <a:xfrm>
              <a:off x="1400651" y="2672239"/>
              <a:ext cx="138780" cy="216694"/>
            </a:xfrm>
            <a:custGeom>
              <a:avLst/>
              <a:gdLst/>
              <a:ahLst/>
              <a:cxnLst/>
              <a:rect l="l" t="t" r="r" b="b"/>
              <a:pathLst>
                <a:path w="138780" h="216694">
                  <a:moveTo>
                    <a:pt x="138779" y="154115"/>
                  </a:moveTo>
                  <a:cubicBezTo>
                    <a:pt x="138779" y="163259"/>
                    <a:pt x="137255" y="172403"/>
                    <a:pt x="134207" y="180023"/>
                  </a:cubicBezTo>
                  <a:cubicBezTo>
                    <a:pt x="129635" y="189262"/>
                    <a:pt x="125063" y="195358"/>
                    <a:pt x="117443" y="199930"/>
                  </a:cubicBezTo>
                  <a:cubicBezTo>
                    <a:pt x="111347" y="206026"/>
                    <a:pt x="102203" y="210598"/>
                    <a:pt x="93059" y="212122"/>
                  </a:cubicBezTo>
                  <a:cubicBezTo>
                    <a:pt x="83915" y="215170"/>
                    <a:pt x="73152" y="216694"/>
                    <a:pt x="62484" y="216694"/>
                  </a:cubicBezTo>
                  <a:cubicBezTo>
                    <a:pt x="54864" y="216694"/>
                    <a:pt x="48768" y="216694"/>
                    <a:pt x="42672" y="215170"/>
                  </a:cubicBezTo>
                  <a:cubicBezTo>
                    <a:pt x="35052" y="213646"/>
                    <a:pt x="30480" y="213646"/>
                    <a:pt x="24384" y="210598"/>
                  </a:cubicBezTo>
                  <a:cubicBezTo>
                    <a:pt x="19812" y="209074"/>
                    <a:pt x="15240" y="207550"/>
                    <a:pt x="12192" y="206026"/>
                  </a:cubicBezTo>
                  <a:cubicBezTo>
                    <a:pt x="9144" y="204502"/>
                    <a:pt x="6096" y="202978"/>
                    <a:pt x="4572" y="201454"/>
                  </a:cubicBezTo>
                  <a:cubicBezTo>
                    <a:pt x="3048" y="199930"/>
                    <a:pt x="1524" y="196882"/>
                    <a:pt x="1524" y="195358"/>
                  </a:cubicBezTo>
                  <a:cubicBezTo>
                    <a:pt x="0" y="192310"/>
                    <a:pt x="0" y="189262"/>
                    <a:pt x="0" y="184595"/>
                  </a:cubicBezTo>
                  <a:cubicBezTo>
                    <a:pt x="0" y="181547"/>
                    <a:pt x="0" y="178499"/>
                    <a:pt x="0" y="176975"/>
                  </a:cubicBezTo>
                  <a:cubicBezTo>
                    <a:pt x="0" y="175451"/>
                    <a:pt x="1524" y="173927"/>
                    <a:pt x="1524" y="172403"/>
                  </a:cubicBezTo>
                  <a:cubicBezTo>
                    <a:pt x="1524" y="170879"/>
                    <a:pt x="3048" y="170879"/>
                    <a:pt x="3048" y="169355"/>
                  </a:cubicBezTo>
                  <a:cubicBezTo>
                    <a:pt x="4572" y="169355"/>
                    <a:pt x="4572" y="169355"/>
                    <a:pt x="6096" y="169355"/>
                  </a:cubicBezTo>
                  <a:cubicBezTo>
                    <a:pt x="7620" y="169355"/>
                    <a:pt x="9144" y="170879"/>
                    <a:pt x="13716" y="172403"/>
                  </a:cubicBezTo>
                  <a:cubicBezTo>
                    <a:pt x="16764" y="173927"/>
                    <a:pt x="19812" y="175451"/>
                    <a:pt x="24384" y="178499"/>
                  </a:cubicBezTo>
                  <a:cubicBezTo>
                    <a:pt x="28956" y="181547"/>
                    <a:pt x="35052" y="183071"/>
                    <a:pt x="41148" y="184595"/>
                  </a:cubicBezTo>
                  <a:cubicBezTo>
                    <a:pt x="47244" y="187738"/>
                    <a:pt x="54864" y="187738"/>
                    <a:pt x="62484" y="187738"/>
                  </a:cubicBezTo>
                  <a:cubicBezTo>
                    <a:pt x="68580" y="187738"/>
                    <a:pt x="74771" y="187738"/>
                    <a:pt x="79343" y="186214"/>
                  </a:cubicBezTo>
                  <a:cubicBezTo>
                    <a:pt x="83915" y="184595"/>
                    <a:pt x="88487" y="183071"/>
                    <a:pt x="91535" y="180023"/>
                  </a:cubicBezTo>
                  <a:cubicBezTo>
                    <a:pt x="96107" y="176975"/>
                    <a:pt x="99155" y="173927"/>
                    <a:pt x="100679" y="170879"/>
                  </a:cubicBezTo>
                  <a:cubicBezTo>
                    <a:pt x="102203" y="166307"/>
                    <a:pt x="103727" y="161735"/>
                    <a:pt x="103727" y="157163"/>
                  </a:cubicBezTo>
                  <a:cubicBezTo>
                    <a:pt x="103727" y="151067"/>
                    <a:pt x="102203" y="146495"/>
                    <a:pt x="99155" y="141923"/>
                  </a:cubicBezTo>
                  <a:cubicBezTo>
                    <a:pt x="96107" y="138875"/>
                    <a:pt x="93059" y="135827"/>
                    <a:pt x="88487" y="132779"/>
                  </a:cubicBezTo>
                  <a:cubicBezTo>
                    <a:pt x="83915" y="129731"/>
                    <a:pt x="77819" y="126683"/>
                    <a:pt x="71628" y="125159"/>
                  </a:cubicBezTo>
                  <a:cubicBezTo>
                    <a:pt x="67056" y="122111"/>
                    <a:pt x="60960" y="120587"/>
                    <a:pt x="54864" y="117539"/>
                  </a:cubicBezTo>
                  <a:cubicBezTo>
                    <a:pt x="48768" y="114395"/>
                    <a:pt x="42672" y="112871"/>
                    <a:pt x="36576" y="109823"/>
                  </a:cubicBezTo>
                  <a:cubicBezTo>
                    <a:pt x="30480" y="105251"/>
                    <a:pt x="24384" y="102203"/>
                    <a:pt x="19812" y="97631"/>
                  </a:cubicBezTo>
                  <a:cubicBezTo>
                    <a:pt x="15240" y="93059"/>
                    <a:pt x="12192" y="88487"/>
                    <a:pt x="9144" y="80867"/>
                  </a:cubicBezTo>
                  <a:cubicBezTo>
                    <a:pt x="6096" y="74771"/>
                    <a:pt x="4572" y="67151"/>
                    <a:pt x="4572" y="59531"/>
                  </a:cubicBezTo>
                  <a:cubicBezTo>
                    <a:pt x="4572" y="51911"/>
                    <a:pt x="6096" y="44196"/>
                    <a:pt x="9144" y="36576"/>
                  </a:cubicBezTo>
                  <a:cubicBezTo>
                    <a:pt x="12192" y="28956"/>
                    <a:pt x="16764" y="22860"/>
                    <a:pt x="22860" y="18288"/>
                  </a:cubicBezTo>
                  <a:cubicBezTo>
                    <a:pt x="28956" y="12192"/>
                    <a:pt x="36576" y="9144"/>
                    <a:pt x="45720" y="4572"/>
                  </a:cubicBezTo>
                  <a:cubicBezTo>
                    <a:pt x="53340" y="1524"/>
                    <a:pt x="64008" y="0"/>
                    <a:pt x="76295" y="0"/>
                  </a:cubicBezTo>
                  <a:cubicBezTo>
                    <a:pt x="82391" y="0"/>
                    <a:pt x="86963" y="1524"/>
                    <a:pt x="91535" y="1524"/>
                  </a:cubicBezTo>
                  <a:cubicBezTo>
                    <a:pt x="97631" y="3048"/>
                    <a:pt x="102203" y="3048"/>
                    <a:pt x="106775" y="4572"/>
                  </a:cubicBezTo>
                  <a:cubicBezTo>
                    <a:pt x="111347" y="6096"/>
                    <a:pt x="114395" y="7620"/>
                    <a:pt x="117443" y="9144"/>
                  </a:cubicBezTo>
                  <a:cubicBezTo>
                    <a:pt x="120491" y="10668"/>
                    <a:pt x="122015" y="12192"/>
                    <a:pt x="123539" y="13716"/>
                  </a:cubicBezTo>
                  <a:cubicBezTo>
                    <a:pt x="125063" y="13716"/>
                    <a:pt x="126587" y="15240"/>
                    <a:pt x="126587" y="16764"/>
                  </a:cubicBezTo>
                  <a:cubicBezTo>
                    <a:pt x="128111" y="16764"/>
                    <a:pt x="128111" y="18288"/>
                    <a:pt x="128111" y="19812"/>
                  </a:cubicBezTo>
                  <a:cubicBezTo>
                    <a:pt x="128111" y="19812"/>
                    <a:pt x="128111" y="21336"/>
                    <a:pt x="128111" y="22860"/>
                  </a:cubicBezTo>
                  <a:cubicBezTo>
                    <a:pt x="129635" y="24384"/>
                    <a:pt x="129635" y="27432"/>
                    <a:pt x="129635" y="28956"/>
                  </a:cubicBezTo>
                  <a:cubicBezTo>
                    <a:pt x="129635" y="32004"/>
                    <a:pt x="129635" y="33528"/>
                    <a:pt x="128111" y="35052"/>
                  </a:cubicBezTo>
                  <a:cubicBezTo>
                    <a:pt x="128111" y="38100"/>
                    <a:pt x="128111" y="39624"/>
                    <a:pt x="128111" y="39624"/>
                  </a:cubicBezTo>
                  <a:cubicBezTo>
                    <a:pt x="126587" y="41148"/>
                    <a:pt x="126587" y="42672"/>
                    <a:pt x="126587" y="42672"/>
                  </a:cubicBezTo>
                  <a:cubicBezTo>
                    <a:pt x="125063" y="42672"/>
                    <a:pt x="125063" y="44196"/>
                    <a:pt x="123539" y="44196"/>
                  </a:cubicBezTo>
                  <a:cubicBezTo>
                    <a:pt x="122015" y="44196"/>
                    <a:pt x="120491" y="42672"/>
                    <a:pt x="117443" y="41148"/>
                  </a:cubicBezTo>
                  <a:cubicBezTo>
                    <a:pt x="115919" y="39624"/>
                    <a:pt x="112871" y="38100"/>
                    <a:pt x="108299" y="36576"/>
                  </a:cubicBezTo>
                  <a:cubicBezTo>
                    <a:pt x="103727" y="33528"/>
                    <a:pt x="99155" y="32004"/>
                    <a:pt x="94583" y="30480"/>
                  </a:cubicBezTo>
                  <a:cubicBezTo>
                    <a:pt x="88487" y="28956"/>
                    <a:pt x="82391" y="28956"/>
                    <a:pt x="76295" y="28956"/>
                  </a:cubicBezTo>
                  <a:cubicBezTo>
                    <a:pt x="70104" y="28956"/>
                    <a:pt x="64008" y="28956"/>
                    <a:pt x="59436" y="30480"/>
                  </a:cubicBezTo>
                  <a:cubicBezTo>
                    <a:pt x="54864" y="32004"/>
                    <a:pt x="51816" y="33528"/>
                    <a:pt x="48768" y="36576"/>
                  </a:cubicBezTo>
                  <a:cubicBezTo>
                    <a:pt x="45720" y="39624"/>
                    <a:pt x="42672" y="42672"/>
                    <a:pt x="41148" y="45720"/>
                  </a:cubicBezTo>
                  <a:cubicBezTo>
                    <a:pt x="39624" y="48863"/>
                    <a:pt x="39624" y="53435"/>
                    <a:pt x="39624" y="56483"/>
                  </a:cubicBezTo>
                  <a:cubicBezTo>
                    <a:pt x="39624" y="62579"/>
                    <a:pt x="41148" y="67151"/>
                    <a:pt x="44196" y="71723"/>
                  </a:cubicBezTo>
                  <a:cubicBezTo>
                    <a:pt x="45720" y="74771"/>
                    <a:pt x="50292" y="77819"/>
                    <a:pt x="54864" y="80867"/>
                  </a:cubicBezTo>
                  <a:cubicBezTo>
                    <a:pt x="59436" y="83915"/>
                    <a:pt x="65532" y="86963"/>
                    <a:pt x="71628" y="90011"/>
                  </a:cubicBezTo>
                  <a:cubicBezTo>
                    <a:pt x="76295" y="91535"/>
                    <a:pt x="82391" y="94583"/>
                    <a:pt x="90011" y="96107"/>
                  </a:cubicBezTo>
                  <a:cubicBezTo>
                    <a:pt x="96107" y="99155"/>
                    <a:pt x="102203" y="102203"/>
                    <a:pt x="108299" y="105251"/>
                  </a:cubicBezTo>
                  <a:cubicBezTo>
                    <a:pt x="114395" y="108299"/>
                    <a:pt x="118967" y="111347"/>
                    <a:pt x="123539" y="115919"/>
                  </a:cubicBezTo>
                  <a:cubicBezTo>
                    <a:pt x="128111" y="120587"/>
                    <a:pt x="132683" y="125159"/>
                    <a:pt x="135731" y="131255"/>
                  </a:cubicBezTo>
                  <a:cubicBezTo>
                    <a:pt x="137255" y="137351"/>
                    <a:pt x="138779" y="144971"/>
                    <a:pt x="138779" y="15411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30" name="Path430"/>
            <p:cNvSpPr/>
            <p:nvPr/>
          </p:nvSpPr>
          <p:spPr>
            <a:xfrm>
              <a:off x="1579055" y="2672239"/>
              <a:ext cx="180022" cy="216694"/>
            </a:xfrm>
            <a:custGeom>
              <a:avLst/>
              <a:gdLst/>
              <a:ahLst/>
              <a:cxnLst/>
              <a:rect l="l" t="t" r="r" b="b"/>
              <a:pathLst>
                <a:path w="180022" h="216694">
                  <a:moveTo>
                    <a:pt x="180023" y="100679"/>
                  </a:moveTo>
                  <a:cubicBezTo>
                    <a:pt x="180023" y="105251"/>
                    <a:pt x="178499" y="109823"/>
                    <a:pt x="176974" y="112871"/>
                  </a:cubicBezTo>
                  <a:cubicBezTo>
                    <a:pt x="173927" y="114395"/>
                    <a:pt x="170879" y="115919"/>
                    <a:pt x="166307" y="115919"/>
                  </a:cubicBezTo>
                  <a:lnTo>
                    <a:pt x="38195" y="115919"/>
                  </a:lnTo>
                  <a:cubicBezTo>
                    <a:pt x="38195" y="126682"/>
                    <a:pt x="38195" y="137350"/>
                    <a:pt x="41243" y="144970"/>
                  </a:cubicBezTo>
                  <a:cubicBezTo>
                    <a:pt x="42767" y="154114"/>
                    <a:pt x="45815" y="161734"/>
                    <a:pt x="51911" y="167830"/>
                  </a:cubicBezTo>
                  <a:cubicBezTo>
                    <a:pt x="56483" y="173926"/>
                    <a:pt x="64103" y="178498"/>
                    <a:pt x="71723" y="183070"/>
                  </a:cubicBezTo>
                  <a:cubicBezTo>
                    <a:pt x="79343" y="186214"/>
                    <a:pt x="90011" y="187738"/>
                    <a:pt x="102203" y="187738"/>
                  </a:cubicBezTo>
                  <a:cubicBezTo>
                    <a:pt x="111347" y="187738"/>
                    <a:pt x="118967" y="186214"/>
                    <a:pt x="126683" y="184594"/>
                  </a:cubicBezTo>
                  <a:cubicBezTo>
                    <a:pt x="134302" y="183070"/>
                    <a:pt x="140399" y="181546"/>
                    <a:pt x="144971" y="180022"/>
                  </a:cubicBezTo>
                  <a:cubicBezTo>
                    <a:pt x="151067" y="178498"/>
                    <a:pt x="155639" y="176974"/>
                    <a:pt x="158687" y="175450"/>
                  </a:cubicBezTo>
                  <a:cubicBezTo>
                    <a:pt x="161735" y="173926"/>
                    <a:pt x="164783" y="172402"/>
                    <a:pt x="166307" y="172402"/>
                  </a:cubicBezTo>
                  <a:cubicBezTo>
                    <a:pt x="167830" y="172402"/>
                    <a:pt x="167830" y="172402"/>
                    <a:pt x="169355" y="173926"/>
                  </a:cubicBezTo>
                  <a:cubicBezTo>
                    <a:pt x="169355" y="173926"/>
                    <a:pt x="170879" y="173926"/>
                    <a:pt x="170879" y="175450"/>
                  </a:cubicBezTo>
                  <a:cubicBezTo>
                    <a:pt x="170879" y="176974"/>
                    <a:pt x="172402" y="178498"/>
                    <a:pt x="172402" y="180022"/>
                  </a:cubicBezTo>
                  <a:cubicBezTo>
                    <a:pt x="172402" y="181546"/>
                    <a:pt x="172402" y="184594"/>
                    <a:pt x="172402" y="186214"/>
                  </a:cubicBezTo>
                  <a:cubicBezTo>
                    <a:pt x="172402" y="189262"/>
                    <a:pt x="172402" y="190786"/>
                    <a:pt x="172402" y="192310"/>
                  </a:cubicBezTo>
                  <a:cubicBezTo>
                    <a:pt x="172402" y="192310"/>
                    <a:pt x="172402" y="193834"/>
                    <a:pt x="170879" y="195358"/>
                  </a:cubicBezTo>
                  <a:cubicBezTo>
                    <a:pt x="170879" y="196882"/>
                    <a:pt x="170879" y="196882"/>
                    <a:pt x="170879" y="198406"/>
                  </a:cubicBezTo>
                  <a:cubicBezTo>
                    <a:pt x="169355" y="199930"/>
                    <a:pt x="169355" y="199930"/>
                    <a:pt x="167830" y="201454"/>
                  </a:cubicBezTo>
                  <a:cubicBezTo>
                    <a:pt x="167830" y="201454"/>
                    <a:pt x="164783" y="202978"/>
                    <a:pt x="161735" y="204502"/>
                  </a:cubicBezTo>
                  <a:cubicBezTo>
                    <a:pt x="157163" y="206026"/>
                    <a:pt x="152591" y="209074"/>
                    <a:pt x="146495" y="210598"/>
                  </a:cubicBezTo>
                  <a:cubicBezTo>
                    <a:pt x="140399" y="212122"/>
                    <a:pt x="132779" y="213646"/>
                    <a:pt x="123635" y="215170"/>
                  </a:cubicBezTo>
                  <a:cubicBezTo>
                    <a:pt x="115919" y="216694"/>
                    <a:pt x="106775" y="216694"/>
                    <a:pt x="97631" y="216694"/>
                  </a:cubicBezTo>
                  <a:cubicBezTo>
                    <a:pt x="80867" y="216694"/>
                    <a:pt x="67151" y="215170"/>
                    <a:pt x="54959" y="210598"/>
                  </a:cubicBezTo>
                  <a:cubicBezTo>
                    <a:pt x="42767" y="206026"/>
                    <a:pt x="32004" y="198406"/>
                    <a:pt x="24384" y="190786"/>
                  </a:cubicBezTo>
                  <a:cubicBezTo>
                    <a:pt x="16764" y="181546"/>
                    <a:pt x="9144" y="169354"/>
                    <a:pt x="6096" y="157162"/>
                  </a:cubicBezTo>
                  <a:cubicBezTo>
                    <a:pt x="1524" y="143446"/>
                    <a:pt x="0" y="128206"/>
                    <a:pt x="0" y="109823"/>
                  </a:cubicBezTo>
                  <a:cubicBezTo>
                    <a:pt x="0" y="93059"/>
                    <a:pt x="1524" y="77819"/>
                    <a:pt x="6096" y="64103"/>
                  </a:cubicBezTo>
                  <a:cubicBezTo>
                    <a:pt x="10668" y="50387"/>
                    <a:pt x="16764" y="39624"/>
                    <a:pt x="24384" y="28956"/>
                  </a:cubicBezTo>
                  <a:cubicBezTo>
                    <a:pt x="33528" y="19812"/>
                    <a:pt x="42767" y="13716"/>
                    <a:pt x="54959" y="7620"/>
                  </a:cubicBezTo>
                  <a:cubicBezTo>
                    <a:pt x="65627" y="3048"/>
                    <a:pt x="79343" y="0"/>
                    <a:pt x="94583" y="0"/>
                  </a:cubicBezTo>
                  <a:cubicBezTo>
                    <a:pt x="109823" y="0"/>
                    <a:pt x="122015" y="3048"/>
                    <a:pt x="132779" y="7620"/>
                  </a:cubicBezTo>
                  <a:cubicBezTo>
                    <a:pt x="144971" y="12192"/>
                    <a:pt x="152591" y="19812"/>
                    <a:pt x="160211" y="27432"/>
                  </a:cubicBezTo>
                  <a:cubicBezTo>
                    <a:pt x="167830" y="36576"/>
                    <a:pt x="172402" y="45720"/>
                    <a:pt x="175451" y="58007"/>
                  </a:cubicBezTo>
                  <a:cubicBezTo>
                    <a:pt x="178499" y="68675"/>
                    <a:pt x="180023" y="80867"/>
                    <a:pt x="180023" y="93059"/>
                  </a:cubicBezTo>
                  <a:lnTo>
                    <a:pt x="180023" y="100679"/>
                  </a:lnTo>
                  <a:close/>
                  <a:moveTo>
                    <a:pt x="144971" y="90011"/>
                  </a:moveTo>
                  <a:cubicBezTo>
                    <a:pt x="144971" y="70199"/>
                    <a:pt x="140399" y="54959"/>
                    <a:pt x="131255" y="44196"/>
                  </a:cubicBezTo>
                  <a:cubicBezTo>
                    <a:pt x="123635" y="33528"/>
                    <a:pt x="109823" y="28956"/>
                    <a:pt x="93059" y="28956"/>
                  </a:cubicBezTo>
                  <a:cubicBezTo>
                    <a:pt x="83915" y="28956"/>
                    <a:pt x="76295" y="30480"/>
                    <a:pt x="68675" y="33528"/>
                  </a:cubicBezTo>
                  <a:cubicBezTo>
                    <a:pt x="62579" y="36576"/>
                    <a:pt x="56483" y="41148"/>
                    <a:pt x="51911" y="47244"/>
                  </a:cubicBezTo>
                  <a:cubicBezTo>
                    <a:pt x="47339" y="51911"/>
                    <a:pt x="44291" y="59531"/>
                    <a:pt x="41243" y="67151"/>
                  </a:cubicBezTo>
                  <a:cubicBezTo>
                    <a:pt x="39719" y="73247"/>
                    <a:pt x="38195" y="80867"/>
                    <a:pt x="38195" y="90011"/>
                  </a:cubicBezTo>
                  <a:lnTo>
                    <a:pt x="144971" y="900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431" name="Group431"/>
          <p:cNvGrpSpPr/>
          <p:nvPr/>
        </p:nvGrpSpPr>
        <p:grpSpPr>
          <a:xfrm>
            <a:off x="1899476" y="2579085"/>
            <a:ext cx="439388" cy="309848"/>
            <a:chOff x="1899476" y="2579085"/>
            <a:chExt cx="439388" cy="309848"/>
          </a:xfrm>
        </p:grpSpPr>
        <p:sp>
          <p:nvSpPr>
            <p:cNvPr id="432" name="Path432"/>
            <p:cNvSpPr/>
            <p:nvPr/>
          </p:nvSpPr>
          <p:spPr>
            <a:xfrm>
              <a:off x="1899476" y="2672239"/>
              <a:ext cx="196786" cy="216694"/>
            </a:xfrm>
            <a:custGeom>
              <a:avLst/>
              <a:gdLst/>
              <a:ahLst/>
              <a:cxnLst/>
              <a:rect l="l" t="t" r="r" b="b"/>
              <a:pathLst>
                <a:path w="196786" h="216694">
                  <a:moveTo>
                    <a:pt x="196786" y="106775"/>
                  </a:moveTo>
                  <a:cubicBezTo>
                    <a:pt x="196786" y="122111"/>
                    <a:pt x="195263" y="137351"/>
                    <a:pt x="190691" y="151067"/>
                  </a:cubicBezTo>
                  <a:cubicBezTo>
                    <a:pt x="186118" y="164783"/>
                    <a:pt x="180022" y="175451"/>
                    <a:pt x="170879" y="186214"/>
                  </a:cubicBezTo>
                  <a:cubicBezTo>
                    <a:pt x="163258" y="195358"/>
                    <a:pt x="152495" y="202978"/>
                    <a:pt x="140303" y="209074"/>
                  </a:cubicBezTo>
                  <a:cubicBezTo>
                    <a:pt x="128111" y="213646"/>
                    <a:pt x="112871" y="216694"/>
                    <a:pt x="96107" y="216694"/>
                  </a:cubicBezTo>
                  <a:cubicBezTo>
                    <a:pt x="79343" y="216694"/>
                    <a:pt x="65532" y="215170"/>
                    <a:pt x="53340" y="209074"/>
                  </a:cubicBezTo>
                  <a:cubicBezTo>
                    <a:pt x="41148" y="204502"/>
                    <a:pt x="32004" y="198406"/>
                    <a:pt x="22860" y="189262"/>
                  </a:cubicBezTo>
                  <a:cubicBezTo>
                    <a:pt x="15240" y="180023"/>
                    <a:pt x="9144" y="167830"/>
                    <a:pt x="6096" y="155639"/>
                  </a:cubicBezTo>
                  <a:cubicBezTo>
                    <a:pt x="1524" y="141923"/>
                    <a:pt x="0" y="126683"/>
                    <a:pt x="0" y="109823"/>
                  </a:cubicBezTo>
                  <a:cubicBezTo>
                    <a:pt x="0" y="94583"/>
                    <a:pt x="1524" y="79343"/>
                    <a:pt x="6096" y="65627"/>
                  </a:cubicBezTo>
                  <a:cubicBezTo>
                    <a:pt x="10668" y="53435"/>
                    <a:pt x="16764" y="41148"/>
                    <a:pt x="24384" y="30480"/>
                  </a:cubicBezTo>
                  <a:cubicBezTo>
                    <a:pt x="33528" y="21336"/>
                    <a:pt x="44196" y="13716"/>
                    <a:pt x="56388" y="9144"/>
                  </a:cubicBezTo>
                  <a:cubicBezTo>
                    <a:pt x="68580" y="3048"/>
                    <a:pt x="83915" y="0"/>
                    <a:pt x="100679" y="0"/>
                  </a:cubicBezTo>
                  <a:cubicBezTo>
                    <a:pt x="115919" y="0"/>
                    <a:pt x="131159" y="3048"/>
                    <a:pt x="141827" y="7620"/>
                  </a:cubicBezTo>
                  <a:cubicBezTo>
                    <a:pt x="154019" y="12192"/>
                    <a:pt x="164782" y="19812"/>
                    <a:pt x="172402" y="28956"/>
                  </a:cubicBezTo>
                  <a:cubicBezTo>
                    <a:pt x="180022" y="38100"/>
                    <a:pt x="186118" y="48863"/>
                    <a:pt x="190691" y="62579"/>
                  </a:cubicBezTo>
                  <a:cubicBezTo>
                    <a:pt x="195263" y="74771"/>
                    <a:pt x="196786" y="90011"/>
                    <a:pt x="196786" y="106775"/>
                  </a:cubicBezTo>
                  <a:close/>
                  <a:moveTo>
                    <a:pt x="158591" y="108299"/>
                  </a:moveTo>
                  <a:cubicBezTo>
                    <a:pt x="158591" y="97631"/>
                    <a:pt x="157067" y="88487"/>
                    <a:pt x="155543" y="79343"/>
                  </a:cubicBezTo>
                  <a:cubicBezTo>
                    <a:pt x="154019" y="68675"/>
                    <a:pt x="150971" y="61055"/>
                    <a:pt x="146399" y="53435"/>
                  </a:cubicBezTo>
                  <a:cubicBezTo>
                    <a:pt x="141827" y="47244"/>
                    <a:pt x="135731" y="41148"/>
                    <a:pt x="128111" y="36576"/>
                  </a:cubicBezTo>
                  <a:cubicBezTo>
                    <a:pt x="120491" y="32004"/>
                    <a:pt x="109823" y="30480"/>
                    <a:pt x="99155" y="30480"/>
                  </a:cubicBezTo>
                  <a:cubicBezTo>
                    <a:pt x="88487" y="30480"/>
                    <a:pt x="79343" y="32004"/>
                    <a:pt x="71628" y="36576"/>
                  </a:cubicBezTo>
                  <a:cubicBezTo>
                    <a:pt x="64008" y="39624"/>
                    <a:pt x="57912" y="45720"/>
                    <a:pt x="51816" y="51911"/>
                  </a:cubicBezTo>
                  <a:cubicBezTo>
                    <a:pt x="47244" y="59531"/>
                    <a:pt x="44196" y="67151"/>
                    <a:pt x="41148" y="76295"/>
                  </a:cubicBezTo>
                  <a:cubicBezTo>
                    <a:pt x="38100" y="86963"/>
                    <a:pt x="38100" y="96107"/>
                    <a:pt x="38100" y="108299"/>
                  </a:cubicBezTo>
                  <a:cubicBezTo>
                    <a:pt x="38100" y="119063"/>
                    <a:pt x="38100" y="129730"/>
                    <a:pt x="41148" y="138874"/>
                  </a:cubicBezTo>
                  <a:cubicBezTo>
                    <a:pt x="42672" y="148018"/>
                    <a:pt x="45720" y="155639"/>
                    <a:pt x="50292" y="163258"/>
                  </a:cubicBezTo>
                  <a:cubicBezTo>
                    <a:pt x="54864" y="170879"/>
                    <a:pt x="60960" y="175451"/>
                    <a:pt x="68580" y="180023"/>
                  </a:cubicBezTo>
                  <a:cubicBezTo>
                    <a:pt x="76295" y="184595"/>
                    <a:pt x="86963" y="186214"/>
                    <a:pt x="97631" y="186214"/>
                  </a:cubicBezTo>
                  <a:cubicBezTo>
                    <a:pt x="108299" y="186214"/>
                    <a:pt x="117443" y="184595"/>
                    <a:pt x="125063" y="181546"/>
                  </a:cubicBezTo>
                  <a:cubicBezTo>
                    <a:pt x="132683" y="176974"/>
                    <a:pt x="138779" y="172402"/>
                    <a:pt x="144875" y="164783"/>
                  </a:cubicBezTo>
                  <a:cubicBezTo>
                    <a:pt x="149447" y="158686"/>
                    <a:pt x="152495" y="149542"/>
                    <a:pt x="155543" y="140399"/>
                  </a:cubicBezTo>
                  <a:cubicBezTo>
                    <a:pt x="157067" y="131255"/>
                    <a:pt x="158591" y="120586"/>
                    <a:pt x="158591" y="10829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33" name="Path433"/>
            <p:cNvSpPr/>
            <p:nvPr/>
          </p:nvSpPr>
          <p:spPr>
            <a:xfrm>
              <a:off x="2123694" y="2579085"/>
              <a:ext cx="134303" cy="306800"/>
            </a:xfrm>
            <a:custGeom>
              <a:avLst/>
              <a:gdLst/>
              <a:ahLst/>
              <a:cxnLst/>
              <a:rect l="l" t="t" r="r" b="b"/>
              <a:pathLst>
                <a:path w="134303" h="306800">
                  <a:moveTo>
                    <a:pt x="134302" y="22955"/>
                  </a:moveTo>
                  <a:cubicBezTo>
                    <a:pt x="134302" y="24479"/>
                    <a:pt x="132779" y="27527"/>
                    <a:pt x="132779" y="29051"/>
                  </a:cubicBezTo>
                  <a:cubicBezTo>
                    <a:pt x="132779" y="30575"/>
                    <a:pt x="132779" y="32099"/>
                    <a:pt x="132779" y="33623"/>
                  </a:cubicBezTo>
                  <a:cubicBezTo>
                    <a:pt x="131254" y="33623"/>
                    <a:pt x="131254" y="35147"/>
                    <a:pt x="131254" y="35147"/>
                  </a:cubicBezTo>
                  <a:cubicBezTo>
                    <a:pt x="129730" y="35147"/>
                    <a:pt x="129730" y="35147"/>
                    <a:pt x="128207" y="35147"/>
                  </a:cubicBezTo>
                  <a:cubicBezTo>
                    <a:pt x="128207" y="35147"/>
                    <a:pt x="126682" y="35147"/>
                    <a:pt x="125158" y="35147"/>
                  </a:cubicBezTo>
                  <a:cubicBezTo>
                    <a:pt x="123635" y="33623"/>
                    <a:pt x="120586" y="33623"/>
                    <a:pt x="119063" y="32099"/>
                  </a:cubicBezTo>
                  <a:cubicBezTo>
                    <a:pt x="117538" y="32099"/>
                    <a:pt x="114490" y="30575"/>
                    <a:pt x="111442" y="30575"/>
                  </a:cubicBezTo>
                  <a:cubicBezTo>
                    <a:pt x="108395" y="29051"/>
                    <a:pt x="105346" y="29051"/>
                    <a:pt x="100679" y="29051"/>
                  </a:cubicBezTo>
                  <a:cubicBezTo>
                    <a:pt x="96107" y="29051"/>
                    <a:pt x="91535" y="30575"/>
                    <a:pt x="86963" y="32099"/>
                  </a:cubicBezTo>
                  <a:cubicBezTo>
                    <a:pt x="83915" y="33623"/>
                    <a:pt x="80867" y="36671"/>
                    <a:pt x="77819" y="39719"/>
                  </a:cubicBezTo>
                  <a:cubicBezTo>
                    <a:pt x="76295" y="44291"/>
                    <a:pt x="73247" y="48863"/>
                    <a:pt x="73247" y="54959"/>
                  </a:cubicBezTo>
                  <a:cubicBezTo>
                    <a:pt x="71723" y="61055"/>
                    <a:pt x="71723" y="67151"/>
                    <a:pt x="71723" y="76390"/>
                  </a:cubicBezTo>
                  <a:lnTo>
                    <a:pt x="71723" y="97726"/>
                  </a:lnTo>
                  <a:lnTo>
                    <a:pt x="116014" y="97726"/>
                  </a:lnTo>
                  <a:cubicBezTo>
                    <a:pt x="116014" y="97726"/>
                    <a:pt x="117538" y="97726"/>
                    <a:pt x="119063" y="97726"/>
                  </a:cubicBezTo>
                  <a:cubicBezTo>
                    <a:pt x="119063" y="99251"/>
                    <a:pt x="120586" y="99251"/>
                    <a:pt x="120586" y="100774"/>
                  </a:cubicBezTo>
                  <a:cubicBezTo>
                    <a:pt x="120586" y="102298"/>
                    <a:pt x="122110" y="103822"/>
                    <a:pt x="122110" y="105346"/>
                  </a:cubicBezTo>
                  <a:cubicBezTo>
                    <a:pt x="122110" y="108394"/>
                    <a:pt x="122110" y="109918"/>
                    <a:pt x="122110" y="112966"/>
                  </a:cubicBezTo>
                  <a:cubicBezTo>
                    <a:pt x="122110" y="117538"/>
                    <a:pt x="122110" y="122110"/>
                    <a:pt x="120586" y="123635"/>
                  </a:cubicBezTo>
                  <a:cubicBezTo>
                    <a:pt x="119063" y="126682"/>
                    <a:pt x="117538" y="128207"/>
                    <a:pt x="116014" y="128207"/>
                  </a:cubicBezTo>
                  <a:lnTo>
                    <a:pt x="71723" y="128207"/>
                  </a:lnTo>
                  <a:lnTo>
                    <a:pt x="71723" y="300704"/>
                  </a:lnTo>
                  <a:cubicBezTo>
                    <a:pt x="71723" y="302228"/>
                    <a:pt x="71723" y="302228"/>
                    <a:pt x="70199" y="303752"/>
                  </a:cubicBezTo>
                  <a:cubicBezTo>
                    <a:pt x="70199" y="303752"/>
                    <a:pt x="68675" y="305276"/>
                    <a:pt x="67151" y="305276"/>
                  </a:cubicBezTo>
                  <a:cubicBezTo>
                    <a:pt x="65627" y="306800"/>
                    <a:pt x="64103" y="306800"/>
                    <a:pt x="62579" y="306800"/>
                  </a:cubicBezTo>
                  <a:cubicBezTo>
                    <a:pt x="59531" y="306800"/>
                    <a:pt x="56483" y="306800"/>
                    <a:pt x="53435" y="306800"/>
                  </a:cubicBezTo>
                  <a:cubicBezTo>
                    <a:pt x="50387" y="306800"/>
                    <a:pt x="47339" y="306800"/>
                    <a:pt x="44291" y="306800"/>
                  </a:cubicBezTo>
                  <a:cubicBezTo>
                    <a:pt x="42767" y="306800"/>
                    <a:pt x="39719" y="306800"/>
                    <a:pt x="38195" y="305276"/>
                  </a:cubicBezTo>
                  <a:cubicBezTo>
                    <a:pt x="38195" y="305276"/>
                    <a:pt x="36671" y="303752"/>
                    <a:pt x="36671" y="303752"/>
                  </a:cubicBezTo>
                  <a:cubicBezTo>
                    <a:pt x="35147" y="302228"/>
                    <a:pt x="35147" y="302228"/>
                    <a:pt x="35147" y="300704"/>
                  </a:cubicBezTo>
                  <a:lnTo>
                    <a:pt x="35147" y="128207"/>
                  </a:lnTo>
                  <a:lnTo>
                    <a:pt x="7620" y="128207"/>
                  </a:lnTo>
                  <a:cubicBezTo>
                    <a:pt x="4572" y="128207"/>
                    <a:pt x="3048" y="126682"/>
                    <a:pt x="1524" y="123635"/>
                  </a:cubicBezTo>
                  <a:cubicBezTo>
                    <a:pt x="1524" y="122110"/>
                    <a:pt x="0" y="117538"/>
                    <a:pt x="0" y="112966"/>
                  </a:cubicBezTo>
                  <a:cubicBezTo>
                    <a:pt x="0" y="109918"/>
                    <a:pt x="0" y="108394"/>
                    <a:pt x="0" y="105346"/>
                  </a:cubicBezTo>
                  <a:cubicBezTo>
                    <a:pt x="1524" y="103822"/>
                    <a:pt x="1524" y="102298"/>
                    <a:pt x="1524" y="100774"/>
                  </a:cubicBezTo>
                  <a:cubicBezTo>
                    <a:pt x="3048" y="99251"/>
                    <a:pt x="3048" y="99251"/>
                    <a:pt x="4572" y="97726"/>
                  </a:cubicBezTo>
                  <a:cubicBezTo>
                    <a:pt x="4572" y="97726"/>
                    <a:pt x="6096" y="97726"/>
                    <a:pt x="7620" y="97726"/>
                  </a:cubicBezTo>
                  <a:lnTo>
                    <a:pt x="35147" y="97726"/>
                  </a:lnTo>
                  <a:lnTo>
                    <a:pt x="35147" y="77914"/>
                  </a:lnTo>
                  <a:cubicBezTo>
                    <a:pt x="35147" y="64103"/>
                    <a:pt x="36671" y="51911"/>
                    <a:pt x="38195" y="41243"/>
                  </a:cubicBezTo>
                  <a:cubicBezTo>
                    <a:pt x="41243" y="32099"/>
                    <a:pt x="45815" y="24479"/>
                    <a:pt x="50387" y="18383"/>
                  </a:cubicBezTo>
                  <a:cubicBezTo>
                    <a:pt x="56483" y="12287"/>
                    <a:pt x="62579" y="6191"/>
                    <a:pt x="70199" y="3048"/>
                  </a:cubicBezTo>
                  <a:cubicBezTo>
                    <a:pt x="77819" y="1524"/>
                    <a:pt x="86963" y="0"/>
                    <a:pt x="99155" y="0"/>
                  </a:cubicBezTo>
                  <a:cubicBezTo>
                    <a:pt x="103823" y="0"/>
                    <a:pt x="108395" y="0"/>
                    <a:pt x="112967" y="0"/>
                  </a:cubicBezTo>
                  <a:cubicBezTo>
                    <a:pt x="117538" y="1524"/>
                    <a:pt x="122110" y="3048"/>
                    <a:pt x="125158" y="3048"/>
                  </a:cubicBezTo>
                  <a:cubicBezTo>
                    <a:pt x="126682" y="4667"/>
                    <a:pt x="129730" y="6191"/>
                    <a:pt x="129730" y="6191"/>
                  </a:cubicBezTo>
                  <a:cubicBezTo>
                    <a:pt x="131254" y="7715"/>
                    <a:pt x="131254" y="9239"/>
                    <a:pt x="132779" y="10763"/>
                  </a:cubicBezTo>
                  <a:cubicBezTo>
                    <a:pt x="132779" y="12287"/>
                    <a:pt x="132779" y="13811"/>
                    <a:pt x="132779" y="15335"/>
                  </a:cubicBezTo>
                  <a:cubicBezTo>
                    <a:pt x="132779" y="16859"/>
                    <a:pt x="134302" y="19907"/>
                    <a:pt x="134302" y="2295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34" name="Path434"/>
            <p:cNvSpPr/>
            <p:nvPr/>
          </p:nvSpPr>
          <p:spPr>
            <a:xfrm>
              <a:off x="2293049" y="2684430"/>
              <a:ext cx="45815" cy="202978"/>
            </a:xfrm>
            <a:custGeom>
              <a:avLst/>
              <a:gdLst/>
              <a:ahLst/>
              <a:cxnLst/>
              <a:rect l="l" t="t" r="r" b="b"/>
              <a:pathLst>
                <a:path w="45815" h="202978">
                  <a:moveTo>
                    <a:pt x="45815" y="25908"/>
                  </a:moveTo>
                  <a:cubicBezTo>
                    <a:pt x="45815" y="30480"/>
                    <a:pt x="45815" y="33528"/>
                    <a:pt x="45815" y="36671"/>
                  </a:cubicBezTo>
                  <a:cubicBezTo>
                    <a:pt x="44291" y="39719"/>
                    <a:pt x="44291" y="42767"/>
                    <a:pt x="41243" y="44291"/>
                  </a:cubicBezTo>
                  <a:cubicBezTo>
                    <a:pt x="39719" y="47339"/>
                    <a:pt x="38195" y="48863"/>
                    <a:pt x="35147" y="48863"/>
                  </a:cubicBezTo>
                  <a:cubicBezTo>
                    <a:pt x="32099" y="50387"/>
                    <a:pt x="27527" y="50387"/>
                    <a:pt x="22955" y="50387"/>
                  </a:cubicBezTo>
                  <a:cubicBezTo>
                    <a:pt x="18288" y="50387"/>
                    <a:pt x="15240" y="50387"/>
                    <a:pt x="12192" y="48863"/>
                  </a:cubicBezTo>
                  <a:cubicBezTo>
                    <a:pt x="9144" y="48863"/>
                    <a:pt x="6096" y="47339"/>
                    <a:pt x="4572" y="44291"/>
                  </a:cubicBezTo>
                  <a:cubicBezTo>
                    <a:pt x="3048" y="42767"/>
                    <a:pt x="1524" y="41243"/>
                    <a:pt x="1524" y="36671"/>
                  </a:cubicBezTo>
                  <a:cubicBezTo>
                    <a:pt x="1524" y="33528"/>
                    <a:pt x="0" y="30480"/>
                    <a:pt x="0" y="25908"/>
                  </a:cubicBezTo>
                  <a:cubicBezTo>
                    <a:pt x="0" y="19812"/>
                    <a:pt x="1524" y="16764"/>
                    <a:pt x="1524" y="13716"/>
                  </a:cubicBezTo>
                  <a:cubicBezTo>
                    <a:pt x="1524" y="9144"/>
                    <a:pt x="3048" y="7620"/>
                    <a:pt x="4572" y="4572"/>
                  </a:cubicBezTo>
                  <a:cubicBezTo>
                    <a:pt x="6096" y="3048"/>
                    <a:pt x="9144" y="1524"/>
                    <a:pt x="12192" y="1524"/>
                  </a:cubicBezTo>
                  <a:cubicBezTo>
                    <a:pt x="15240" y="0"/>
                    <a:pt x="18288" y="0"/>
                    <a:pt x="22955" y="0"/>
                  </a:cubicBezTo>
                  <a:cubicBezTo>
                    <a:pt x="27527" y="0"/>
                    <a:pt x="32099" y="0"/>
                    <a:pt x="35147" y="1524"/>
                  </a:cubicBezTo>
                  <a:cubicBezTo>
                    <a:pt x="38195" y="1524"/>
                    <a:pt x="39719" y="3048"/>
                    <a:pt x="41243" y="4572"/>
                  </a:cubicBezTo>
                  <a:cubicBezTo>
                    <a:pt x="44291" y="7620"/>
                    <a:pt x="44291" y="9144"/>
                    <a:pt x="45815" y="13716"/>
                  </a:cubicBezTo>
                  <a:cubicBezTo>
                    <a:pt x="45815" y="16764"/>
                    <a:pt x="45815" y="19812"/>
                    <a:pt x="45815" y="25908"/>
                  </a:cubicBezTo>
                  <a:close/>
                  <a:moveTo>
                    <a:pt x="45815" y="177070"/>
                  </a:moveTo>
                  <a:cubicBezTo>
                    <a:pt x="45815" y="181642"/>
                    <a:pt x="45815" y="186214"/>
                    <a:pt x="45815" y="189262"/>
                  </a:cubicBezTo>
                  <a:cubicBezTo>
                    <a:pt x="44291" y="192310"/>
                    <a:pt x="44291" y="195358"/>
                    <a:pt x="41243" y="196882"/>
                  </a:cubicBezTo>
                  <a:cubicBezTo>
                    <a:pt x="39719" y="199930"/>
                    <a:pt x="38195" y="199930"/>
                    <a:pt x="35147" y="201454"/>
                  </a:cubicBezTo>
                  <a:cubicBezTo>
                    <a:pt x="32099" y="201454"/>
                    <a:pt x="27527" y="202978"/>
                    <a:pt x="22955" y="202978"/>
                  </a:cubicBezTo>
                  <a:cubicBezTo>
                    <a:pt x="18288" y="202978"/>
                    <a:pt x="15240" y="202978"/>
                    <a:pt x="12192" y="201454"/>
                  </a:cubicBezTo>
                  <a:cubicBezTo>
                    <a:pt x="9144" y="199930"/>
                    <a:pt x="6096" y="199930"/>
                    <a:pt x="4572" y="196882"/>
                  </a:cubicBezTo>
                  <a:cubicBezTo>
                    <a:pt x="3048" y="195358"/>
                    <a:pt x="1524" y="192310"/>
                    <a:pt x="1524" y="189262"/>
                  </a:cubicBezTo>
                  <a:cubicBezTo>
                    <a:pt x="1524" y="186214"/>
                    <a:pt x="0" y="181642"/>
                    <a:pt x="0" y="177070"/>
                  </a:cubicBezTo>
                  <a:cubicBezTo>
                    <a:pt x="0" y="172403"/>
                    <a:pt x="1524" y="167831"/>
                    <a:pt x="1524" y="164783"/>
                  </a:cubicBezTo>
                  <a:cubicBezTo>
                    <a:pt x="1524" y="161735"/>
                    <a:pt x="3048" y="158687"/>
                    <a:pt x="4572" y="157163"/>
                  </a:cubicBezTo>
                  <a:cubicBezTo>
                    <a:pt x="6096" y="155639"/>
                    <a:pt x="9144" y="154115"/>
                    <a:pt x="12192" y="152591"/>
                  </a:cubicBezTo>
                  <a:cubicBezTo>
                    <a:pt x="15240" y="152591"/>
                    <a:pt x="18288" y="152591"/>
                    <a:pt x="22955" y="152591"/>
                  </a:cubicBezTo>
                  <a:cubicBezTo>
                    <a:pt x="27527" y="152591"/>
                    <a:pt x="32099" y="152591"/>
                    <a:pt x="35147" y="152591"/>
                  </a:cubicBezTo>
                  <a:cubicBezTo>
                    <a:pt x="38195" y="154115"/>
                    <a:pt x="39719" y="155639"/>
                    <a:pt x="41243" y="157163"/>
                  </a:cubicBezTo>
                  <a:cubicBezTo>
                    <a:pt x="44291" y="158687"/>
                    <a:pt x="44291" y="161735"/>
                    <a:pt x="45815" y="164783"/>
                  </a:cubicBezTo>
                  <a:cubicBezTo>
                    <a:pt x="45815" y="167831"/>
                    <a:pt x="45815" y="172403"/>
                    <a:pt x="45815" y="17707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Image4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0058400" cy="7554468"/>
          </a:xfrm>
          <a:prstGeom prst="rect">
            <a:avLst/>
          </a:prstGeom>
          <a:noFill/>
        </p:spPr>
      </p:pic>
      <p:pic>
        <p:nvPicPr>
          <p:cNvPr id="488" name="Image4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52" y="393192"/>
            <a:ext cx="9160764" cy="1513332"/>
          </a:xfrm>
          <a:prstGeom prst="rect">
            <a:avLst/>
          </a:prstGeom>
          <a:noFill/>
        </p:spPr>
      </p:pic>
      <p:sp>
        <p:nvSpPr>
          <p:cNvPr id="489" name="Path489"/>
          <p:cNvSpPr/>
          <p:nvPr/>
        </p:nvSpPr>
        <p:spPr>
          <a:xfrm>
            <a:off x="628555" y="2081594"/>
            <a:ext cx="109823" cy="109918"/>
          </a:xfrm>
          <a:custGeom>
            <a:avLst/>
            <a:gdLst/>
            <a:ahLst/>
            <a:cxnLst/>
            <a:rect l="l" t="t" r="r" b="b"/>
            <a:pathLst>
              <a:path w="109823" h="109918">
                <a:moveTo>
                  <a:pt x="0" y="54959"/>
                </a:moveTo>
                <a:cubicBezTo>
                  <a:pt x="0" y="39719"/>
                  <a:pt x="4572" y="26003"/>
                  <a:pt x="15240" y="15240"/>
                </a:cubicBezTo>
                <a:cubicBezTo>
                  <a:pt x="26003" y="4572"/>
                  <a:pt x="39719" y="0"/>
                  <a:pt x="54959" y="0"/>
                </a:cubicBezTo>
                <a:cubicBezTo>
                  <a:pt x="70199" y="0"/>
                  <a:pt x="82391" y="4572"/>
                  <a:pt x="94583" y="15240"/>
                </a:cubicBezTo>
                <a:cubicBezTo>
                  <a:pt x="105251" y="26003"/>
                  <a:pt x="109823" y="39719"/>
                  <a:pt x="109823" y="54959"/>
                </a:cubicBezTo>
                <a:cubicBezTo>
                  <a:pt x="109823" y="70199"/>
                  <a:pt x="105251" y="83915"/>
                  <a:pt x="94583" y="94679"/>
                </a:cubicBezTo>
                <a:cubicBezTo>
                  <a:pt x="83915" y="105347"/>
                  <a:pt x="70199" y="109919"/>
                  <a:pt x="54959" y="109919"/>
                </a:cubicBezTo>
                <a:cubicBezTo>
                  <a:pt x="39719" y="109919"/>
                  <a:pt x="26003" y="105347"/>
                  <a:pt x="15240" y="94679"/>
                </a:cubicBezTo>
                <a:cubicBezTo>
                  <a:pt x="4572" y="83915"/>
                  <a:pt x="0" y="70199"/>
                  <a:pt x="0" y="5495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490" name="Group490"/>
          <p:cNvGrpSpPr/>
          <p:nvPr/>
        </p:nvGrpSpPr>
        <p:grpSpPr>
          <a:xfrm>
            <a:off x="1019175" y="2009870"/>
            <a:ext cx="1121378" cy="363189"/>
            <a:chOff x="1019175" y="2009870"/>
            <a:chExt cx="1121378" cy="363189"/>
          </a:xfrm>
        </p:grpSpPr>
        <p:sp>
          <p:nvSpPr>
            <p:cNvPr id="491" name="Path491"/>
            <p:cNvSpPr/>
            <p:nvPr/>
          </p:nvSpPr>
          <p:spPr>
            <a:xfrm>
              <a:off x="1019175" y="2009870"/>
              <a:ext cx="173926" cy="285369"/>
            </a:xfrm>
            <a:custGeom>
              <a:avLst/>
              <a:gdLst/>
              <a:ahLst/>
              <a:cxnLst/>
              <a:rect l="l" t="t" r="r" b="b"/>
              <a:pathLst>
                <a:path w="173926" h="285369">
                  <a:moveTo>
                    <a:pt x="173927" y="83915"/>
                  </a:moveTo>
                  <a:cubicBezTo>
                    <a:pt x="173927" y="97727"/>
                    <a:pt x="172402" y="109919"/>
                    <a:pt x="167830" y="122111"/>
                  </a:cubicBezTo>
                  <a:cubicBezTo>
                    <a:pt x="163259" y="132779"/>
                    <a:pt x="155543" y="143447"/>
                    <a:pt x="146399" y="151067"/>
                  </a:cubicBezTo>
                  <a:cubicBezTo>
                    <a:pt x="138779" y="158687"/>
                    <a:pt x="128111" y="164878"/>
                    <a:pt x="115919" y="169450"/>
                  </a:cubicBezTo>
                  <a:cubicBezTo>
                    <a:pt x="102203" y="174022"/>
                    <a:pt x="86963" y="175546"/>
                    <a:pt x="70104" y="175546"/>
                  </a:cubicBezTo>
                  <a:lnTo>
                    <a:pt x="38100" y="175546"/>
                  </a:lnTo>
                  <a:lnTo>
                    <a:pt x="38100" y="277749"/>
                  </a:lnTo>
                  <a:cubicBezTo>
                    <a:pt x="38100" y="279273"/>
                    <a:pt x="38100" y="280797"/>
                    <a:pt x="36576" y="280797"/>
                  </a:cubicBezTo>
                  <a:cubicBezTo>
                    <a:pt x="36576" y="282321"/>
                    <a:pt x="35052" y="282321"/>
                    <a:pt x="33528" y="283845"/>
                  </a:cubicBezTo>
                  <a:cubicBezTo>
                    <a:pt x="32004" y="283845"/>
                    <a:pt x="30480" y="283845"/>
                    <a:pt x="27432" y="283845"/>
                  </a:cubicBezTo>
                  <a:cubicBezTo>
                    <a:pt x="25908" y="285369"/>
                    <a:pt x="22860" y="285369"/>
                    <a:pt x="18288" y="285369"/>
                  </a:cubicBezTo>
                  <a:cubicBezTo>
                    <a:pt x="15240" y="285369"/>
                    <a:pt x="12192" y="285369"/>
                    <a:pt x="10668" y="283845"/>
                  </a:cubicBezTo>
                  <a:cubicBezTo>
                    <a:pt x="7620" y="283845"/>
                    <a:pt x="6096" y="283845"/>
                    <a:pt x="4572" y="283845"/>
                  </a:cubicBezTo>
                  <a:cubicBezTo>
                    <a:pt x="3048" y="282321"/>
                    <a:pt x="1524" y="282321"/>
                    <a:pt x="1524" y="280797"/>
                  </a:cubicBezTo>
                  <a:cubicBezTo>
                    <a:pt x="0" y="280797"/>
                    <a:pt x="0" y="279273"/>
                    <a:pt x="0" y="277749"/>
                  </a:cubicBezTo>
                  <a:lnTo>
                    <a:pt x="0" y="16764"/>
                  </a:lnTo>
                  <a:cubicBezTo>
                    <a:pt x="0" y="10668"/>
                    <a:pt x="1524" y="7620"/>
                    <a:pt x="4572" y="4572"/>
                  </a:cubicBezTo>
                  <a:cubicBezTo>
                    <a:pt x="7620" y="1524"/>
                    <a:pt x="10668" y="0"/>
                    <a:pt x="15240" y="0"/>
                  </a:cubicBezTo>
                  <a:lnTo>
                    <a:pt x="76295" y="0"/>
                  </a:lnTo>
                  <a:cubicBezTo>
                    <a:pt x="82391" y="0"/>
                    <a:pt x="86963" y="1524"/>
                    <a:pt x="93059" y="1524"/>
                  </a:cubicBezTo>
                  <a:cubicBezTo>
                    <a:pt x="99155" y="1524"/>
                    <a:pt x="105251" y="3048"/>
                    <a:pt x="112871" y="4572"/>
                  </a:cubicBezTo>
                  <a:cubicBezTo>
                    <a:pt x="120491" y="6096"/>
                    <a:pt x="128111" y="9144"/>
                    <a:pt x="137255" y="13716"/>
                  </a:cubicBezTo>
                  <a:cubicBezTo>
                    <a:pt x="144875" y="18288"/>
                    <a:pt x="150971" y="24480"/>
                    <a:pt x="157067" y="30575"/>
                  </a:cubicBezTo>
                  <a:cubicBezTo>
                    <a:pt x="161735" y="38195"/>
                    <a:pt x="166307" y="45815"/>
                    <a:pt x="169354" y="54959"/>
                  </a:cubicBezTo>
                  <a:cubicBezTo>
                    <a:pt x="172402" y="62580"/>
                    <a:pt x="173927" y="73247"/>
                    <a:pt x="173927" y="83915"/>
                  </a:cubicBezTo>
                  <a:close/>
                  <a:moveTo>
                    <a:pt x="134207" y="86963"/>
                  </a:moveTo>
                  <a:cubicBezTo>
                    <a:pt x="134207" y="74771"/>
                    <a:pt x="132683" y="65627"/>
                    <a:pt x="128111" y="58008"/>
                  </a:cubicBezTo>
                  <a:cubicBezTo>
                    <a:pt x="123539" y="50387"/>
                    <a:pt x="118967" y="44291"/>
                    <a:pt x="112871" y="41243"/>
                  </a:cubicBezTo>
                  <a:cubicBezTo>
                    <a:pt x="105251" y="36671"/>
                    <a:pt x="99155" y="33623"/>
                    <a:pt x="93059" y="33623"/>
                  </a:cubicBezTo>
                  <a:cubicBezTo>
                    <a:pt x="85439" y="32099"/>
                    <a:pt x="79343" y="32099"/>
                    <a:pt x="73247" y="32099"/>
                  </a:cubicBezTo>
                  <a:lnTo>
                    <a:pt x="38100" y="32099"/>
                  </a:lnTo>
                  <a:lnTo>
                    <a:pt x="38100" y="144971"/>
                  </a:lnTo>
                  <a:lnTo>
                    <a:pt x="71723" y="144971"/>
                  </a:lnTo>
                  <a:cubicBezTo>
                    <a:pt x="83915" y="144971"/>
                    <a:pt x="93059" y="143447"/>
                    <a:pt x="100679" y="140399"/>
                  </a:cubicBezTo>
                  <a:cubicBezTo>
                    <a:pt x="108299" y="137351"/>
                    <a:pt x="114395" y="134303"/>
                    <a:pt x="118967" y="128207"/>
                  </a:cubicBezTo>
                  <a:cubicBezTo>
                    <a:pt x="123539" y="123635"/>
                    <a:pt x="128111" y="117539"/>
                    <a:pt x="131159" y="109919"/>
                  </a:cubicBezTo>
                  <a:cubicBezTo>
                    <a:pt x="132683" y="102299"/>
                    <a:pt x="134207" y="94679"/>
                    <a:pt x="134207" y="8696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92" name="Path492"/>
            <p:cNvSpPr/>
            <p:nvPr/>
          </p:nvSpPr>
          <p:spPr>
            <a:xfrm>
              <a:off x="1246442" y="2081594"/>
              <a:ext cx="116014" cy="213645"/>
            </a:xfrm>
            <a:custGeom>
              <a:avLst/>
              <a:gdLst/>
              <a:ahLst/>
              <a:cxnLst/>
              <a:rect l="l" t="t" r="r" b="b"/>
              <a:pathLst>
                <a:path w="116014" h="213645">
                  <a:moveTo>
                    <a:pt x="116015" y="22955"/>
                  </a:moveTo>
                  <a:cubicBezTo>
                    <a:pt x="116015" y="26003"/>
                    <a:pt x="116015" y="29051"/>
                    <a:pt x="116015" y="30575"/>
                  </a:cubicBezTo>
                  <a:cubicBezTo>
                    <a:pt x="116015" y="33623"/>
                    <a:pt x="114490" y="35147"/>
                    <a:pt x="114490" y="35147"/>
                  </a:cubicBezTo>
                  <a:cubicBezTo>
                    <a:pt x="114490" y="36671"/>
                    <a:pt x="112967" y="38195"/>
                    <a:pt x="112967" y="38195"/>
                  </a:cubicBezTo>
                  <a:cubicBezTo>
                    <a:pt x="111443" y="39719"/>
                    <a:pt x="111443" y="39719"/>
                    <a:pt x="109918" y="39719"/>
                  </a:cubicBezTo>
                  <a:cubicBezTo>
                    <a:pt x="108395" y="39719"/>
                    <a:pt x="106871" y="39719"/>
                    <a:pt x="105251" y="38195"/>
                  </a:cubicBezTo>
                  <a:cubicBezTo>
                    <a:pt x="103727" y="38195"/>
                    <a:pt x="102203" y="36671"/>
                    <a:pt x="100679" y="36671"/>
                  </a:cubicBezTo>
                  <a:cubicBezTo>
                    <a:pt x="97631" y="36671"/>
                    <a:pt x="96107" y="35147"/>
                    <a:pt x="93059" y="35147"/>
                  </a:cubicBezTo>
                  <a:cubicBezTo>
                    <a:pt x="90011" y="33623"/>
                    <a:pt x="86963" y="33623"/>
                    <a:pt x="83915" y="33623"/>
                  </a:cubicBezTo>
                  <a:cubicBezTo>
                    <a:pt x="80867" y="33623"/>
                    <a:pt x="77819" y="35147"/>
                    <a:pt x="73247" y="36671"/>
                  </a:cubicBezTo>
                  <a:cubicBezTo>
                    <a:pt x="70199" y="38195"/>
                    <a:pt x="67151" y="39719"/>
                    <a:pt x="62579" y="42767"/>
                  </a:cubicBezTo>
                  <a:cubicBezTo>
                    <a:pt x="59531" y="47339"/>
                    <a:pt x="54959" y="51911"/>
                    <a:pt x="50387" y="56483"/>
                  </a:cubicBezTo>
                  <a:cubicBezTo>
                    <a:pt x="45815" y="62579"/>
                    <a:pt x="41243" y="68675"/>
                    <a:pt x="36671" y="77819"/>
                  </a:cubicBezTo>
                  <a:lnTo>
                    <a:pt x="36671" y="206026"/>
                  </a:lnTo>
                  <a:cubicBezTo>
                    <a:pt x="36671" y="207550"/>
                    <a:pt x="36671" y="209074"/>
                    <a:pt x="35147" y="209074"/>
                  </a:cubicBezTo>
                  <a:cubicBezTo>
                    <a:pt x="35147" y="210598"/>
                    <a:pt x="33623" y="210598"/>
                    <a:pt x="33623" y="212122"/>
                  </a:cubicBezTo>
                  <a:cubicBezTo>
                    <a:pt x="32099" y="212122"/>
                    <a:pt x="30575" y="212122"/>
                    <a:pt x="27527" y="213646"/>
                  </a:cubicBezTo>
                  <a:cubicBezTo>
                    <a:pt x="24479" y="213646"/>
                    <a:pt x="21431" y="213646"/>
                    <a:pt x="18288" y="213646"/>
                  </a:cubicBezTo>
                  <a:cubicBezTo>
                    <a:pt x="15240" y="213646"/>
                    <a:pt x="12192" y="213646"/>
                    <a:pt x="9144" y="213646"/>
                  </a:cubicBezTo>
                  <a:cubicBezTo>
                    <a:pt x="7620" y="212122"/>
                    <a:pt x="6096" y="212122"/>
                    <a:pt x="4572" y="212122"/>
                  </a:cubicBezTo>
                  <a:cubicBezTo>
                    <a:pt x="3048" y="210598"/>
                    <a:pt x="1524" y="210598"/>
                    <a:pt x="1524" y="209074"/>
                  </a:cubicBezTo>
                  <a:cubicBezTo>
                    <a:pt x="0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1524" y="6096"/>
                  </a:cubicBezTo>
                  <a:cubicBezTo>
                    <a:pt x="1524" y="6096"/>
                    <a:pt x="3048" y="4572"/>
                    <a:pt x="3048" y="4572"/>
                  </a:cubicBezTo>
                  <a:cubicBezTo>
                    <a:pt x="4572" y="4572"/>
                    <a:pt x="6096" y="3048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907" y="3048"/>
                    <a:pt x="22955" y="3048"/>
                    <a:pt x="24479" y="3048"/>
                  </a:cubicBezTo>
                  <a:cubicBezTo>
                    <a:pt x="27527" y="3048"/>
                    <a:pt x="29051" y="4572"/>
                    <a:pt x="30575" y="4572"/>
                  </a:cubicBezTo>
                  <a:cubicBezTo>
                    <a:pt x="30575" y="4572"/>
                    <a:pt x="32099" y="6096"/>
                    <a:pt x="32099" y="6096"/>
                  </a:cubicBezTo>
                  <a:cubicBezTo>
                    <a:pt x="32099" y="7620"/>
                    <a:pt x="33623" y="9144"/>
                    <a:pt x="33623" y="9144"/>
                  </a:cubicBezTo>
                  <a:lnTo>
                    <a:pt x="33623" y="38195"/>
                  </a:lnTo>
                  <a:cubicBezTo>
                    <a:pt x="38195" y="30575"/>
                    <a:pt x="42767" y="24479"/>
                    <a:pt x="48863" y="18288"/>
                  </a:cubicBezTo>
                  <a:cubicBezTo>
                    <a:pt x="53435" y="13716"/>
                    <a:pt x="58007" y="10668"/>
                    <a:pt x="61055" y="7620"/>
                  </a:cubicBezTo>
                  <a:cubicBezTo>
                    <a:pt x="65627" y="4572"/>
                    <a:pt x="70199" y="3048"/>
                    <a:pt x="74771" y="1524"/>
                  </a:cubicBezTo>
                  <a:cubicBezTo>
                    <a:pt x="77819" y="0"/>
                    <a:pt x="82391" y="0"/>
                    <a:pt x="86963" y="0"/>
                  </a:cubicBezTo>
                  <a:cubicBezTo>
                    <a:pt x="88487" y="0"/>
                    <a:pt x="91535" y="0"/>
                    <a:pt x="93059" y="0"/>
                  </a:cubicBezTo>
                  <a:cubicBezTo>
                    <a:pt x="96107" y="0"/>
                    <a:pt x="97631" y="0"/>
                    <a:pt x="100679" y="1524"/>
                  </a:cubicBezTo>
                  <a:cubicBezTo>
                    <a:pt x="103727" y="1524"/>
                    <a:pt x="105251" y="3048"/>
                    <a:pt x="108395" y="3048"/>
                  </a:cubicBezTo>
                  <a:cubicBezTo>
                    <a:pt x="109918" y="4572"/>
                    <a:pt x="111443" y="4572"/>
                    <a:pt x="112967" y="6096"/>
                  </a:cubicBezTo>
                  <a:cubicBezTo>
                    <a:pt x="112967" y="6096"/>
                    <a:pt x="114490" y="7620"/>
                    <a:pt x="114490" y="7620"/>
                  </a:cubicBezTo>
                  <a:cubicBezTo>
                    <a:pt x="114490" y="7620"/>
                    <a:pt x="114490" y="9144"/>
                    <a:pt x="114490" y="10668"/>
                  </a:cubicBezTo>
                  <a:cubicBezTo>
                    <a:pt x="116015" y="10668"/>
                    <a:pt x="116015" y="12192"/>
                    <a:pt x="116015" y="15240"/>
                  </a:cubicBezTo>
                  <a:cubicBezTo>
                    <a:pt x="116015" y="16764"/>
                    <a:pt x="116015" y="19907"/>
                    <a:pt x="116015" y="2295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93" name="Path493"/>
            <p:cNvSpPr/>
            <p:nvPr/>
          </p:nvSpPr>
          <p:spPr>
            <a:xfrm>
              <a:off x="1382268" y="2081594"/>
              <a:ext cx="196787" cy="216693"/>
            </a:xfrm>
            <a:custGeom>
              <a:avLst/>
              <a:gdLst/>
              <a:ahLst/>
              <a:cxnLst/>
              <a:rect l="l" t="t" r="r" b="b"/>
              <a:pathLst>
                <a:path w="196787" h="216693">
                  <a:moveTo>
                    <a:pt x="196787" y="105347"/>
                  </a:moveTo>
                  <a:cubicBezTo>
                    <a:pt x="196787" y="122111"/>
                    <a:pt x="195263" y="137351"/>
                    <a:pt x="190691" y="149543"/>
                  </a:cubicBezTo>
                  <a:cubicBezTo>
                    <a:pt x="186119" y="163354"/>
                    <a:pt x="180023" y="175546"/>
                    <a:pt x="172403" y="184690"/>
                  </a:cubicBezTo>
                  <a:cubicBezTo>
                    <a:pt x="163259" y="195358"/>
                    <a:pt x="152591" y="202978"/>
                    <a:pt x="140303" y="207550"/>
                  </a:cubicBezTo>
                  <a:cubicBezTo>
                    <a:pt x="128111" y="213646"/>
                    <a:pt x="112871" y="216694"/>
                    <a:pt x="96107" y="216694"/>
                  </a:cubicBezTo>
                  <a:cubicBezTo>
                    <a:pt x="80867" y="216694"/>
                    <a:pt x="65627" y="213646"/>
                    <a:pt x="53340" y="209074"/>
                  </a:cubicBezTo>
                  <a:cubicBezTo>
                    <a:pt x="42672" y="204502"/>
                    <a:pt x="32004" y="196882"/>
                    <a:pt x="24384" y="187738"/>
                  </a:cubicBezTo>
                  <a:cubicBezTo>
                    <a:pt x="15240" y="178594"/>
                    <a:pt x="10668" y="167926"/>
                    <a:pt x="6096" y="154115"/>
                  </a:cubicBezTo>
                  <a:cubicBezTo>
                    <a:pt x="1524" y="141923"/>
                    <a:pt x="0" y="126683"/>
                    <a:pt x="0" y="109919"/>
                  </a:cubicBezTo>
                  <a:cubicBezTo>
                    <a:pt x="0" y="94679"/>
                    <a:pt x="1524" y="79343"/>
                    <a:pt x="6096" y="65627"/>
                  </a:cubicBezTo>
                  <a:cubicBezTo>
                    <a:pt x="10668" y="51911"/>
                    <a:pt x="16764" y="41243"/>
                    <a:pt x="24384" y="30575"/>
                  </a:cubicBezTo>
                  <a:cubicBezTo>
                    <a:pt x="33528" y="21431"/>
                    <a:pt x="44196" y="13716"/>
                    <a:pt x="56388" y="7620"/>
                  </a:cubicBezTo>
                  <a:cubicBezTo>
                    <a:pt x="68675" y="3048"/>
                    <a:pt x="83915" y="0"/>
                    <a:pt x="100679" y="0"/>
                  </a:cubicBezTo>
                  <a:cubicBezTo>
                    <a:pt x="115919" y="0"/>
                    <a:pt x="131159" y="1524"/>
                    <a:pt x="143351" y="7620"/>
                  </a:cubicBezTo>
                  <a:cubicBezTo>
                    <a:pt x="155639" y="12192"/>
                    <a:pt x="164783" y="18288"/>
                    <a:pt x="172403" y="27527"/>
                  </a:cubicBezTo>
                  <a:cubicBezTo>
                    <a:pt x="181547" y="36671"/>
                    <a:pt x="187643" y="48863"/>
                    <a:pt x="190691" y="61055"/>
                  </a:cubicBezTo>
                  <a:cubicBezTo>
                    <a:pt x="195263" y="74771"/>
                    <a:pt x="196787" y="90107"/>
                    <a:pt x="196787" y="105347"/>
                  </a:cubicBezTo>
                  <a:close/>
                  <a:moveTo>
                    <a:pt x="158687" y="108395"/>
                  </a:moveTo>
                  <a:cubicBezTo>
                    <a:pt x="158687" y="97727"/>
                    <a:pt x="158687" y="86963"/>
                    <a:pt x="155639" y="77819"/>
                  </a:cubicBezTo>
                  <a:cubicBezTo>
                    <a:pt x="154115" y="68675"/>
                    <a:pt x="151067" y="61055"/>
                    <a:pt x="146495" y="53436"/>
                  </a:cubicBezTo>
                  <a:cubicBezTo>
                    <a:pt x="141827" y="45815"/>
                    <a:pt x="135731" y="39719"/>
                    <a:pt x="128111" y="36671"/>
                  </a:cubicBezTo>
                  <a:cubicBezTo>
                    <a:pt x="120491" y="32099"/>
                    <a:pt x="109823" y="30575"/>
                    <a:pt x="99155" y="30575"/>
                  </a:cubicBezTo>
                  <a:cubicBezTo>
                    <a:pt x="88487" y="30575"/>
                    <a:pt x="79343" y="32099"/>
                    <a:pt x="71723" y="35147"/>
                  </a:cubicBezTo>
                  <a:cubicBezTo>
                    <a:pt x="64103" y="39719"/>
                    <a:pt x="58007" y="44291"/>
                    <a:pt x="51816" y="51911"/>
                  </a:cubicBezTo>
                  <a:cubicBezTo>
                    <a:pt x="47244" y="58008"/>
                    <a:pt x="44196" y="67151"/>
                    <a:pt x="41148" y="76295"/>
                  </a:cubicBezTo>
                  <a:cubicBezTo>
                    <a:pt x="39624" y="85439"/>
                    <a:pt x="38100" y="96203"/>
                    <a:pt x="38100" y="106871"/>
                  </a:cubicBezTo>
                  <a:cubicBezTo>
                    <a:pt x="38100" y="117539"/>
                    <a:pt x="39624" y="128207"/>
                    <a:pt x="41148" y="137351"/>
                  </a:cubicBezTo>
                  <a:cubicBezTo>
                    <a:pt x="42672" y="148019"/>
                    <a:pt x="45720" y="155639"/>
                    <a:pt x="50292" y="163354"/>
                  </a:cubicBezTo>
                  <a:cubicBezTo>
                    <a:pt x="54864" y="169450"/>
                    <a:pt x="61055" y="175546"/>
                    <a:pt x="68675" y="180118"/>
                  </a:cubicBezTo>
                  <a:cubicBezTo>
                    <a:pt x="76295" y="183166"/>
                    <a:pt x="86963" y="186214"/>
                    <a:pt x="97631" y="186214"/>
                  </a:cubicBezTo>
                  <a:cubicBezTo>
                    <a:pt x="108299" y="186214"/>
                    <a:pt x="117443" y="184690"/>
                    <a:pt x="125063" y="180118"/>
                  </a:cubicBezTo>
                  <a:cubicBezTo>
                    <a:pt x="132683" y="177070"/>
                    <a:pt x="138779" y="170974"/>
                    <a:pt x="144971" y="164878"/>
                  </a:cubicBezTo>
                  <a:cubicBezTo>
                    <a:pt x="149543" y="157258"/>
                    <a:pt x="152591" y="149543"/>
                    <a:pt x="155639" y="140399"/>
                  </a:cubicBezTo>
                  <a:cubicBezTo>
                    <a:pt x="157163" y="129731"/>
                    <a:pt x="158687" y="119063"/>
                    <a:pt x="158687" y="10839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94" name="Path494"/>
            <p:cNvSpPr/>
            <p:nvPr/>
          </p:nvSpPr>
          <p:spPr>
            <a:xfrm>
              <a:off x="1611059" y="2081594"/>
              <a:ext cx="186213" cy="291465"/>
            </a:xfrm>
            <a:custGeom>
              <a:avLst/>
              <a:gdLst/>
              <a:ahLst/>
              <a:cxnLst/>
              <a:rect l="l" t="t" r="r" b="b"/>
              <a:pathLst>
                <a:path w="186213" h="291465">
                  <a:moveTo>
                    <a:pt x="186214" y="18288"/>
                  </a:moveTo>
                  <a:cubicBezTo>
                    <a:pt x="186214" y="24479"/>
                    <a:pt x="184690" y="27527"/>
                    <a:pt x="183166" y="29051"/>
                  </a:cubicBezTo>
                  <a:cubicBezTo>
                    <a:pt x="181642" y="32099"/>
                    <a:pt x="180118" y="33623"/>
                    <a:pt x="178594" y="33623"/>
                  </a:cubicBezTo>
                  <a:lnTo>
                    <a:pt x="149543" y="33623"/>
                  </a:lnTo>
                  <a:cubicBezTo>
                    <a:pt x="155638" y="38195"/>
                    <a:pt x="158687" y="44291"/>
                    <a:pt x="160210" y="50387"/>
                  </a:cubicBezTo>
                  <a:cubicBezTo>
                    <a:pt x="163259" y="56483"/>
                    <a:pt x="163259" y="64103"/>
                    <a:pt x="163259" y="70199"/>
                  </a:cubicBezTo>
                  <a:cubicBezTo>
                    <a:pt x="163259" y="82391"/>
                    <a:pt x="161734" y="91630"/>
                    <a:pt x="158687" y="100774"/>
                  </a:cubicBezTo>
                  <a:cubicBezTo>
                    <a:pt x="154115" y="109918"/>
                    <a:pt x="149543" y="116015"/>
                    <a:pt x="143446" y="122111"/>
                  </a:cubicBezTo>
                  <a:cubicBezTo>
                    <a:pt x="135827" y="128207"/>
                    <a:pt x="128206" y="132779"/>
                    <a:pt x="119062" y="137351"/>
                  </a:cubicBezTo>
                  <a:cubicBezTo>
                    <a:pt x="109918" y="140399"/>
                    <a:pt x="99250" y="141923"/>
                    <a:pt x="86963" y="141923"/>
                  </a:cubicBezTo>
                  <a:cubicBezTo>
                    <a:pt x="79343" y="141923"/>
                    <a:pt x="71723" y="140399"/>
                    <a:pt x="64103" y="138874"/>
                  </a:cubicBezTo>
                  <a:cubicBezTo>
                    <a:pt x="58007" y="135827"/>
                    <a:pt x="51911" y="132779"/>
                    <a:pt x="47339" y="129730"/>
                  </a:cubicBezTo>
                  <a:cubicBezTo>
                    <a:pt x="45815" y="132779"/>
                    <a:pt x="42767" y="135827"/>
                    <a:pt x="41243" y="138874"/>
                  </a:cubicBezTo>
                  <a:cubicBezTo>
                    <a:pt x="39719" y="141923"/>
                    <a:pt x="38195" y="146495"/>
                    <a:pt x="38195" y="151067"/>
                  </a:cubicBezTo>
                  <a:cubicBezTo>
                    <a:pt x="38195" y="155639"/>
                    <a:pt x="41243" y="160306"/>
                    <a:pt x="45815" y="163354"/>
                  </a:cubicBezTo>
                  <a:cubicBezTo>
                    <a:pt x="50387" y="166402"/>
                    <a:pt x="56483" y="169450"/>
                    <a:pt x="65627" y="169450"/>
                  </a:cubicBezTo>
                  <a:lnTo>
                    <a:pt x="116015" y="170974"/>
                  </a:lnTo>
                  <a:cubicBezTo>
                    <a:pt x="126682" y="170974"/>
                    <a:pt x="135827" y="172498"/>
                    <a:pt x="143446" y="175546"/>
                  </a:cubicBezTo>
                  <a:cubicBezTo>
                    <a:pt x="151066" y="177070"/>
                    <a:pt x="158687" y="181642"/>
                    <a:pt x="164782" y="186214"/>
                  </a:cubicBezTo>
                  <a:cubicBezTo>
                    <a:pt x="170878" y="189262"/>
                    <a:pt x="175450" y="195358"/>
                    <a:pt x="178594" y="201454"/>
                  </a:cubicBezTo>
                  <a:cubicBezTo>
                    <a:pt x="181642" y="209074"/>
                    <a:pt x="183166" y="215170"/>
                    <a:pt x="183166" y="224314"/>
                  </a:cubicBezTo>
                  <a:cubicBezTo>
                    <a:pt x="183166" y="233553"/>
                    <a:pt x="181642" y="242697"/>
                    <a:pt x="178594" y="250317"/>
                  </a:cubicBezTo>
                  <a:cubicBezTo>
                    <a:pt x="173927" y="257937"/>
                    <a:pt x="167831" y="265557"/>
                    <a:pt x="160210" y="271653"/>
                  </a:cubicBezTo>
                  <a:cubicBezTo>
                    <a:pt x="152590" y="277749"/>
                    <a:pt x="143446" y="282321"/>
                    <a:pt x="131254" y="286893"/>
                  </a:cubicBezTo>
                  <a:cubicBezTo>
                    <a:pt x="119062" y="289941"/>
                    <a:pt x="103822" y="291465"/>
                    <a:pt x="86963" y="291465"/>
                  </a:cubicBezTo>
                  <a:cubicBezTo>
                    <a:pt x="71723" y="291465"/>
                    <a:pt x="58007" y="289941"/>
                    <a:pt x="47339" y="288417"/>
                  </a:cubicBezTo>
                  <a:cubicBezTo>
                    <a:pt x="36671" y="285369"/>
                    <a:pt x="27527" y="282321"/>
                    <a:pt x="19907" y="276225"/>
                  </a:cubicBezTo>
                  <a:cubicBezTo>
                    <a:pt x="12287" y="271653"/>
                    <a:pt x="7715" y="267081"/>
                    <a:pt x="4667" y="259461"/>
                  </a:cubicBezTo>
                  <a:cubicBezTo>
                    <a:pt x="1524" y="253365"/>
                    <a:pt x="0" y="247269"/>
                    <a:pt x="0" y="239649"/>
                  </a:cubicBezTo>
                  <a:cubicBezTo>
                    <a:pt x="0" y="233553"/>
                    <a:pt x="0" y="228981"/>
                    <a:pt x="1524" y="224314"/>
                  </a:cubicBezTo>
                  <a:cubicBezTo>
                    <a:pt x="1524" y="221266"/>
                    <a:pt x="4667" y="216694"/>
                    <a:pt x="6191" y="212122"/>
                  </a:cubicBezTo>
                  <a:cubicBezTo>
                    <a:pt x="9239" y="207550"/>
                    <a:pt x="12287" y="204502"/>
                    <a:pt x="15335" y="199930"/>
                  </a:cubicBezTo>
                  <a:cubicBezTo>
                    <a:pt x="18383" y="196882"/>
                    <a:pt x="22955" y="193834"/>
                    <a:pt x="27527" y="189262"/>
                  </a:cubicBezTo>
                  <a:cubicBezTo>
                    <a:pt x="21431" y="186214"/>
                    <a:pt x="15335" y="181642"/>
                    <a:pt x="12287" y="175546"/>
                  </a:cubicBezTo>
                  <a:cubicBezTo>
                    <a:pt x="9239" y="169450"/>
                    <a:pt x="6191" y="164878"/>
                    <a:pt x="6191" y="157258"/>
                  </a:cubicBezTo>
                  <a:cubicBezTo>
                    <a:pt x="6191" y="148018"/>
                    <a:pt x="9239" y="140399"/>
                    <a:pt x="12287" y="134302"/>
                  </a:cubicBezTo>
                  <a:cubicBezTo>
                    <a:pt x="15335" y="126683"/>
                    <a:pt x="19907" y="120586"/>
                    <a:pt x="26003" y="114490"/>
                  </a:cubicBezTo>
                  <a:cubicBezTo>
                    <a:pt x="21431" y="109918"/>
                    <a:pt x="18383" y="103823"/>
                    <a:pt x="15335" y="96202"/>
                  </a:cubicBezTo>
                  <a:cubicBezTo>
                    <a:pt x="12287" y="90107"/>
                    <a:pt x="10763" y="82391"/>
                    <a:pt x="10763" y="71723"/>
                  </a:cubicBezTo>
                  <a:cubicBezTo>
                    <a:pt x="10763" y="61055"/>
                    <a:pt x="12287" y="50387"/>
                    <a:pt x="16859" y="41243"/>
                  </a:cubicBezTo>
                  <a:cubicBezTo>
                    <a:pt x="19907" y="33623"/>
                    <a:pt x="26003" y="26003"/>
                    <a:pt x="32099" y="19907"/>
                  </a:cubicBezTo>
                  <a:cubicBezTo>
                    <a:pt x="39719" y="13716"/>
                    <a:pt x="47339" y="9144"/>
                    <a:pt x="56483" y="4572"/>
                  </a:cubicBezTo>
                  <a:cubicBezTo>
                    <a:pt x="65627" y="1524"/>
                    <a:pt x="76295" y="0"/>
                    <a:pt x="86963" y="0"/>
                  </a:cubicBezTo>
                  <a:cubicBezTo>
                    <a:pt x="93154" y="0"/>
                    <a:pt x="99250" y="0"/>
                    <a:pt x="103822" y="1524"/>
                  </a:cubicBezTo>
                  <a:cubicBezTo>
                    <a:pt x="109918" y="1524"/>
                    <a:pt x="114490" y="3048"/>
                    <a:pt x="119062" y="4572"/>
                  </a:cubicBezTo>
                  <a:lnTo>
                    <a:pt x="178594" y="4572"/>
                  </a:lnTo>
                  <a:cubicBezTo>
                    <a:pt x="180118" y="4572"/>
                    <a:pt x="183166" y="4572"/>
                    <a:pt x="183166" y="7620"/>
                  </a:cubicBezTo>
                  <a:cubicBezTo>
                    <a:pt x="184690" y="10668"/>
                    <a:pt x="186214" y="13716"/>
                    <a:pt x="186214" y="18288"/>
                  </a:cubicBezTo>
                  <a:close/>
                  <a:moveTo>
                    <a:pt x="129731" y="70199"/>
                  </a:moveTo>
                  <a:cubicBezTo>
                    <a:pt x="129731" y="56483"/>
                    <a:pt x="125159" y="47339"/>
                    <a:pt x="117538" y="39719"/>
                  </a:cubicBezTo>
                  <a:cubicBezTo>
                    <a:pt x="111443" y="32099"/>
                    <a:pt x="100775" y="27527"/>
                    <a:pt x="86963" y="27527"/>
                  </a:cubicBezTo>
                  <a:cubicBezTo>
                    <a:pt x="79343" y="27527"/>
                    <a:pt x="73247" y="29051"/>
                    <a:pt x="68675" y="32099"/>
                  </a:cubicBezTo>
                  <a:cubicBezTo>
                    <a:pt x="64103" y="33623"/>
                    <a:pt x="59531" y="36671"/>
                    <a:pt x="54959" y="41243"/>
                  </a:cubicBezTo>
                  <a:cubicBezTo>
                    <a:pt x="51911" y="44291"/>
                    <a:pt x="50387" y="50387"/>
                    <a:pt x="47339" y="54959"/>
                  </a:cubicBezTo>
                  <a:cubicBezTo>
                    <a:pt x="45815" y="61055"/>
                    <a:pt x="45815" y="65627"/>
                    <a:pt x="45815" y="71723"/>
                  </a:cubicBezTo>
                  <a:cubicBezTo>
                    <a:pt x="45815" y="85439"/>
                    <a:pt x="48863" y="94679"/>
                    <a:pt x="56483" y="102299"/>
                  </a:cubicBezTo>
                  <a:cubicBezTo>
                    <a:pt x="64103" y="109918"/>
                    <a:pt x="74771" y="112967"/>
                    <a:pt x="86963" y="112967"/>
                  </a:cubicBezTo>
                  <a:cubicBezTo>
                    <a:pt x="94678" y="112967"/>
                    <a:pt x="100775" y="112967"/>
                    <a:pt x="106871" y="109918"/>
                  </a:cubicBezTo>
                  <a:cubicBezTo>
                    <a:pt x="111443" y="108395"/>
                    <a:pt x="116015" y="105346"/>
                    <a:pt x="119062" y="100774"/>
                  </a:cubicBezTo>
                  <a:cubicBezTo>
                    <a:pt x="122110" y="96202"/>
                    <a:pt x="125159" y="91630"/>
                    <a:pt x="126682" y="86963"/>
                  </a:cubicBezTo>
                  <a:cubicBezTo>
                    <a:pt x="128206" y="82391"/>
                    <a:pt x="129731" y="76295"/>
                    <a:pt x="129731" y="70199"/>
                  </a:cubicBezTo>
                  <a:close/>
                  <a:moveTo>
                    <a:pt x="148018" y="225933"/>
                  </a:moveTo>
                  <a:cubicBezTo>
                    <a:pt x="148018" y="218218"/>
                    <a:pt x="143446" y="212122"/>
                    <a:pt x="137350" y="207550"/>
                  </a:cubicBezTo>
                  <a:cubicBezTo>
                    <a:pt x="129731" y="202978"/>
                    <a:pt x="120587" y="199930"/>
                    <a:pt x="108394" y="199930"/>
                  </a:cubicBezTo>
                  <a:lnTo>
                    <a:pt x="58007" y="198406"/>
                  </a:lnTo>
                  <a:cubicBezTo>
                    <a:pt x="53435" y="201454"/>
                    <a:pt x="48863" y="204502"/>
                    <a:pt x="45815" y="207550"/>
                  </a:cubicBezTo>
                  <a:cubicBezTo>
                    <a:pt x="42767" y="212122"/>
                    <a:pt x="41243" y="215170"/>
                    <a:pt x="39719" y="218218"/>
                  </a:cubicBezTo>
                  <a:cubicBezTo>
                    <a:pt x="38195" y="221266"/>
                    <a:pt x="36671" y="224314"/>
                    <a:pt x="35147" y="225933"/>
                  </a:cubicBezTo>
                  <a:cubicBezTo>
                    <a:pt x="35147" y="228981"/>
                    <a:pt x="35147" y="232029"/>
                    <a:pt x="35147" y="235077"/>
                  </a:cubicBezTo>
                  <a:cubicBezTo>
                    <a:pt x="35147" y="244221"/>
                    <a:pt x="39719" y="251841"/>
                    <a:pt x="48863" y="256413"/>
                  </a:cubicBezTo>
                  <a:cubicBezTo>
                    <a:pt x="59531" y="262509"/>
                    <a:pt x="71723" y="264033"/>
                    <a:pt x="90011" y="264033"/>
                  </a:cubicBezTo>
                  <a:cubicBezTo>
                    <a:pt x="100775" y="264033"/>
                    <a:pt x="109918" y="264033"/>
                    <a:pt x="117538" y="260985"/>
                  </a:cubicBezTo>
                  <a:cubicBezTo>
                    <a:pt x="123634" y="259461"/>
                    <a:pt x="129731" y="256413"/>
                    <a:pt x="134303" y="253365"/>
                  </a:cubicBezTo>
                  <a:cubicBezTo>
                    <a:pt x="138875" y="248793"/>
                    <a:pt x="141922" y="245745"/>
                    <a:pt x="144971" y="241173"/>
                  </a:cubicBezTo>
                  <a:cubicBezTo>
                    <a:pt x="146494" y="236601"/>
                    <a:pt x="148018" y="232029"/>
                    <a:pt x="148018" y="22593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95" name="Path495"/>
            <p:cNvSpPr/>
            <p:nvPr/>
          </p:nvSpPr>
          <p:spPr>
            <a:xfrm>
              <a:off x="1842992" y="2081594"/>
              <a:ext cx="115920" cy="213645"/>
            </a:xfrm>
            <a:custGeom>
              <a:avLst/>
              <a:gdLst/>
              <a:ahLst/>
              <a:cxnLst/>
              <a:rect l="l" t="t" r="r" b="b"/>
              <a:pathLst>
                <a:path w="115920" h="213645">
                  <a:moveTo>
                    <a:pt x="115919" y="22955"/>
                  </a:moveTo>
                  <a:cubicBezTo>
                    <a:pt x="115919" y="26003"/>
                    <a:pt x="115919" y="29051"/>
                    <a:pt x="114395" y="30575"/>
                  </a:cubicBezTo>
                  <a:cubicBezTo>
                    <a:pt x="114395" y="33623"/>
                    <a:pt x="114395" y="35147"/>
                    <a:pt x="114395" y="35147"/>
                  </a:cubicBezTo>
                  <a:cubicBezTo>
                    <a:pt x="114395" y="36671"/>
                    <a:pt x="112871" y="38195"/>
                    <a:pt x="112871" y="38195"/>
                  </a:cubicBezTo>
                  <a:cubicBezTo>
                    <a:pt x="111347" y="39719"/>
                    <a:pt x="111347" y="39719"/>
                    <a:pt x="109823" y="39719"/>
                  </a:cubicBezTo>
                  <a:cubicBezTo>
                    <a:pt x="108299" y="39719"/>
                    <a:pt x="106775" y="39719"/>
                    <a:pt x="105251" y="38195"/>
                  </a:cubicBezTo>
                  <a:cubicBezTo>
                    <a:pt x="103727" y="38195"/>
                    <a:pt x="102203" y="36671"/>
                    <a:pt x="100679" y="36671"/>
                  </a:cubicBezTo>
                  <a:cubicBezTo>
                    <a:pt x="97631" y="36671"/>
                    <a:pt x="96107" y="35147"/>
                    <a:pt x="93059" y="35147"/>
                  </a:cubicBezTo>
                  <a:cubicBezTo>
                    <a:pt x="90011" y="33623"/>
                    <a:pt x="86963" y="33623"/>
                    <a:pt x="83915" y="33623"/>
                  </a:cubicBezTo>
                  <a:cubicBezTo>
                    <a:pt x="80867" y="33623"/>
                    <a:pt x="77819" y="35147"/>
                    <a:pt x="73247" y="36671"/>
                  </a:cubicBezTo>
                  <a:cubicBezTo>
                    <a:pt x="70199" y="38195"/>
                    <a:pt x="67151" y="39719"/>
                    <a:pt x="62579" y="42767"/>
                  </a:cubicBezTo>
                  <a:cubicBezTo>
                    <a:pt x="58007" y="47339"/>
                    <a:pt x="54959" y="51911"/>
                    <a:pt x="50387" y="56483"/>
                  </a:cubicBezTo>
                  <a:cubicBezTo>
                    <a:pt x="45815" y="62579"/>
                    <a:pt x="41243" y="68675"/>
                    <a:pt x="36671" y="77819"/>
                  </a:cubicBezTo>
                  <a:lnTo>
                    <a:pt x="36671" y="206026"/>
                  </a:lnTo>
                  <a:cubicBezTo>
                    <a:pt x="36671" y="207550"/>
                    <a:pt x="36671" y="209074"/>
                    <a:pt x="35147" y="209074"/>
                  </a:cubicBezTo>
                  <a:cubicBezTo>
                    <a:pt x="35147" y="210598"/>
                    <a:pt x="33623" y="210598"/>
                    <a:pt x="32004" y="212122"/>
                  </a:cubicBezTo>
                  <a:cubicBezTo>
                    <a:pt x="32004" y="212122"/>
                    <a:pt x="28956" y="212122"/>
                    <a:pt x="27432" y="213646"/>
                  </a:cubicBezTo>
                  <a:cubicBezTo>
                    <a:pt x="24384" y="213646"/>
                    <a:pt x="21336" y="213646"/>
                    <a:pt x="18288" y="213646"/>
                  </a:cubicBezTo>
                  <a:cubicBezTo>
                    <a:pt x="15240" y="213646"/>
                    <a:pt x="12192" y="213646"/>
                    <a:pt x="9144" y="213646"/>
                  </a:cubicBezTo>
                  <a:cubicBezTo>
                    <a:pt x="7620" y="212122"/>
                    <a:pt x="4572" y="212122"/>
                    <a:pt x="4572" y="212122"/>
                  </a:cubicBezTo>
                  <a:cubicBezTo>
                    <a:pt x="3048" y="210598"/>
                    <a:pt x="1524" y="210598"/>
                    <a:pt x="1524" y="209074"/>
                  </a:cubicBezTo>
                  <a:cubicBezTo>
                    <a:pt x="0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1524" y="6096"/>
                  </a:cubicBezTo>
                  <a:cubicBezTo>
                    <a:pt x="1524" y="6096"/>
                    <a:pt x="1524" y="4572"/>
                    <a:pt x="3048" y="4572"/>
                  </a:cubicBezTo>
                  <a:cubicBezTo>
                    <a:pt x="4572" y="4572"/>
                    <a:pt x="6096" y="3048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860" y="3048"/>
                    <a:pt x="24384" y="3048"/>
                  </a:cubicBezTo>
                  <a:cubicBezTo>
                    <a:pt x="27432" y="3048"/>
                    <a:pt x="28956" y="4572"/>
                    <a:pt x="28956" y="4572"/>
                  </a:cubicBezTo>
                  <a:cubicBezTo>
                    <a:pt x="30480" y="4572"/>
                    <a:pt x="32004" y="6096"/>
                    <a:pt x="32004" y="6096"/>
                  </a:cubicBezTo>
                  <a:cubicBezTo>
                    <a:pt x="32004" y="7620"/>
                    <a:pt x="33623" y="9144"/>
                    <a:pt x="33623" y="9144"/>
                  </a:cubicBezTo>
                  <a:lnTo>
                    <a:pt x="33623" y="38195"/>
                  </a:lnTo>
                  <a:cubicBezTo>
                    <a:pt x="38195" y="30575"/>
                    <a:pt x="42767" y="24479"/>
                    <a:pt x="48863" y="18288"/>
                  </a:cubicBezTo>
                  <a:cubicBezTo>
                    <a:pt x="53435" y="13716"/>
                    <a:pt x="58007" y="10668"/>
                    <a:pt x="61055" y="7620"/>
                  </a:cubicBezTo>
                  <a:cubicBezTo>
                    <a:pt x="65627" y="4572"/>
                    <a:pt x="70199" y="3048"/>
                    <a:pt x="74771" y="1524"/>
                  </a:cubicBezTo>
                  <a:cubicBezTo>
                    <a:pt x="77819" y="0"/>
                    <a:pt x="82391" y="0"/>
                    <a:pt x="86963" y="0"/>
                  </a:cubicBezTo>
                  <a:cubicBezTo>
                    <a:pt x="88487" y="0"/>
                    <a:pt x="90011" y="0"/>
                    <a:pt x="93059" y="0"/>
                  </a:cubicBezTo>
                  <a:cubicBezTo>
                    <a:pt x="96107" y="0"/>
                    <a:pt x="97631" y="0"/>
                    <a:pt x="100679" y="1524"/>
                  </a:cubicBezTo>
                  <a:cubicBezTo>
                    <a:pt x="103727" y="1524"/>
                    <a:pt x="105251" y="3048"/>
                    <a:pt x="108299" y="3048"/>
                  </a:cubicBezTo>
                  <a:cubicBezTo>
                    <a:pt x="109823" y="4572"/>
                    <a:pt x="111347" y="4572"/>
                    <a:pt x="112871" y="6096"/>
                  </a:cubicBezTo>
                  <a:cubicBezTo>
                    <a:pt x="112871" y="6096"/>
                    <a:pt x="114395" y="7620"/>
                    <a:pt x="114395" y="7620"/>
                  </a:cubicBezTo>
                  <a:cubicBezTo>
                    <a:pt x="114395" y="7620"/>
                    <a:pt x="114395" y="9144"/>
                    <a:pt x="114395" y="10668"/>
                  </a:cubicBezTo>
                  <a:cubicBezTo>
                    <a:pt x="114395" y="10668"/>
                    <a:pt x="114395" y="12192"/>
                    <a:pt x="115919" y="15240"/>
                  </a:cubicBezTo>
                  <a:cubicBezTo>
                    <a:pt x="115919" y="16764"/>
                    <a:pt x="115919" y="19907"/>
                    <a:pt x="115919" y="2295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496" name="Path496"/>
            <p:cNvSpPr/>
            <p:nvPr/>
          </p:nvSpPr>
          <p:spPr>
            <a:xfrm>
              <a:off x="1978819" y="2081594"/>
              <a:ext cx="161734" cy="216693"/>
            </a:xfrm>
            <a:custGeom>
              <a:avLst/>
              <a:gdLst/>
              <a:ahLst/>
              <a:cxnLst/>
              <a:rect l="l" t="t" r="r" b="b"/>
              <a:pathLst>
                <a:path w="161734" h="216693">
                  <a:moveTo>
                    <a:pt x="161735" y="207550"/>
                  </a:moveTo>
                  <a:cubicBezTo>
                    <a:pt x="161735" y="209074"/>
                    <a:pt x="161735" y="210598"/>
                    <a:pt x="160211" y="210598"/>
                  </a:cubicBezTo>
                  <a:cubicBezTo>
                    <a:pt x="158591" y="212122"/>
                    <a:pt x="157067" y="212122"/>
                    <a:pt x="155543" y="212122"/>
                  </a:cubicBezTo>
                  <a:cubicBezTo>
                    <a:pt x="152495" y="213646"/>
                    <a:pt x="149447" y="213646"/>
                    <a:pt x="146399" y="213646"/>
                  </a:cubicBezTo>
                  <a:cubicBezTo>
                    <a:pt x="141827" y="213646"/>
                    <a:pt x="138779" y="213646"/>
                    <a:pt x="137255" y="212122"/>
                  </a:cubicBezTo>
                  <a:cubicBezTo>
                    <a:pt x="134207" y="212122"/>
                    <a:pt x="132683" y="212122"/>
                    <a:pt x="132683" y="210598"/>
                  </a:cubicBezTo>
                  <a:cubicBezTo>
                    <a:pt x="131159" y="210598"/>
                    <a:pt x="131159" y="209074"/>
                    <a:pt x="131159" y="207550"/>
                  </a:cubicBezTo>
                  <a:lnTo>
                    <a:pt x="131159" y="187738"/>
                  </a:lnTo>
                  <a:cubicBezTo>
                    <a:pt x="122015" y="196882"/>
                    <a:pt x="112871" y="202978"/>
                    <a:pt x="102203" y="209074"/>
                  </a:cubicBezTo>
                  <a:cubicBezTo>
                    <a:pt x="91535" y="213646"/>
                    <a:pt x="79343" y="216694"/>
                    <a:pt x="68580" y="216694"/>
                  </a:cubicBezTo>
                  <a:cubicBezTo>
                    <a:pt x="57912" y="216694"/>
                    <a:pt x="48768" y="215170"/>
                    <a:pt x="39624" y="212122"/>
                  </a:cubicBezTo>
                  <a:cubicBezTo>
                    <a:pt x="32004" y="209074"/>
                    <a:pt x="24384" y="206026"/>
                    <a:pt x="18288" y="199930"/>
                  </a:cubicBezTo>
                  <a:cubicBezTo>
                    <a:pt x="12192" y="195358"/>
                    <a:pt x="7620" y="189262"/>
                    <a:pt x="4572" y="181642"/>
                  </a:cubicBezTo>
                  <a:cubicBezTo>
                    <a:pt x="1524" y="174022"/>
                    <a:pt x="0" y="166402"/>
                    <a:pt x="0" y="155639"/>
                  </a:cubicBezTo>
                  <a:cubicBezTo>
                    <a:pt x="0" y="144970"/>
                    <a:pt x="1524" y="135826"/>
                    <a:pt x="6096" y="126683"/>
                  </a:cubicBezTo>
                  <a:cubicBezTo>
                    <a:pt x="10668" y="119063"/>
                    <a:pt x="18288" y="112967"/>
                    <a:pt x="25908" y="106870"/>
                  </a:cubicBezTo>
                  <a:cubicBezTo>
                    <a:pt x="35052" y="102298"/>
                    <a:pt x="45720" y="97726"/>
                    <a:pt x="57912" y="94679"/>
                  </a:cubicBezTo>
                  <a:cubicBezTo>
                    <a:pt x="70104" y="91630"/>
                    <a:pt x="83915" y="91630"/>
                    <a:pt x="99155" y="91630"/>
                  </a:cubicBezTo>
                  <a:lnTo>
                    <a:pt x="125063" y="91630"/>
                  </a:lnTo>
                  <a:lnTo>
                    <a:pt x="125063" y="74771"/>
                  </a:lnTo>
                  <a:cubicBezTo>
                    <a:pt x="125063" y="68675"/>
                    <a:pt x="125063" y="61055"/>
                    <a:pt x="123539" y="54959"/>
                  </a:cubicBezTo>
                  <a:cubicBezTo>
                    <a:pt x="122015" y="50387"/>
                    <a:pt x="118967" y="44291"/>
                    <a:pt x="115919" y="41243"/>
                  </a:cubicBezTo>
                  <a:cubicBezTo>
                    <a:pt x="111347" y="36671"/>
                    <a:pt x="106775" y="33623"/>
                    <a:pt x="102203" y="32099"/>
                  </a:cubicBezTo>
                  <a:cubicBezTo>
                    <a:pt x="96107" y="30575"/>
                    <a:pt x="88487" y="29051"/>
                    <a:pt x="80867" y="29051"/>
                  </a:cubicBezTo>
                  <a:cubicBezTo>
                    <a:pt x="71723" y="29051"/>
                    <a:pt x="64008" y="30575"/>
                    <a:pt x="56388" y="32099"/>
                  </a:cubicBezTo>
                  <a:cubicBezTo>
                    <a:pt x="50292" y="35147"/>
                    <a:pt x="42672" y="36671"/>
                    <a:pt x="38100" y="39719"/>
                  </a:cubicBezTo>
                  <a:cubicBezTo>
                    <a:pt x="33528" y="41243"/>
                    <a:pt x="28956" y="44291"/>
                    <a:pt x="24384" y="45815"/>
                  </a:cubicBezTo>
                  <a:cubicBezTo>
                    <a:pt x="21336" y="48863"/>
                    <a:pt x="18288" y="48863"/>
                    <a:pt x="16764" y="48863"/>
                  </a:cubicBezTo>
                  <a:cubicBezTo>
                    <a:pt x="15240" y="48863"/>
                    <a:pt x="15240" y="48863"/>
                    <a:pt x="13716" y="48863"/>
                  </a:cubicBezTo>
                  <a:cubicBezTo>
                    <a:pt x="12192" y="47339"/>
                    <a:pt x="12192" y="47339"/>
                    <a:pt x="10668" y="45815"/>
                  </a:cubicBezTo>
                  <a:cubicBezTo>
                    <a:pt x="10668" y="44291"/>
                    <a:pt x="10668" y="42767"/>
                    <a:pt x="10668" y="41243"/>
                  </a:cubicBezTo>
                  <a:cubicBezTo>
                    <a:pt x="9144" y="39719"/>
                    <a:pt x="9144" y="38195"/>
                    <a:pt x="9144" y="35147"/>
                  </a:cubicBezTo>
                  <a:cubicBezTo>
                    <a:pt x="9144" y="32099"/>
                    <a:pt x="9144" y="29051"/>
                    <a:pt x="10668" y="27527"/>
                  </a:cubicBezTo>
                  <a:cubicBezTo>
                    <a:pt x="10668" y="24479"/>
                    <a:pt x="12192" y="22955"/>
                    <a:pt x="13716" y="21431"/>
                  </a:cubicBezTo>
                  <a:cubicBezTo>
                    <a:pt x="16764" y="18288"/>
                    <a:pt x="19812" y="16764"/>
                    <a:pt x="24384" y="13716"/>
                  </a:cubicBezTo>
                  <a:cubicBezTo>
                    <a:pt x="28956" y="12192"/>
                    <a:pt x="35052" y="9144"/>
                    <a:pt x="41148" y="7620"/>
                  </a:cubicBezTo>
                  <a:cubicBezTo>
                    <a:pt x="47244" y="4572"/>
                    <a:pt x="53340" y="3048"/>
                    <a:pt x="60960" y="1524"/>
                  </a:cubicBezTo>
                  <a:cubicBezTo>
                    <a:pt x="68580" y="0"/>
                    <a:pt x="76295" y="0"/>
                    <a:pt x="83915" y="0"/>
                  </a:cubicBezTo>
                  <a:cubicBezTo>
                    <a:pt x="97631" y="0"/>
                    <a:pt x="109823" y="1524"/>
                    <a:pt x="120491" y="4572"/>
                  </a:cubicBezTo>
                  <a:cubicBezTo>
                    <a:pt x="129635" y="7620"/>
                    <a:pt x="137255" y="12192"/>
                    <a:pt x="143351" y="18288"/>
                  </a:cubicBezTo>
                  <a:cubicBezTo>
                    <a:pt x="149447" y="24479"/>
                    <a:pt x="154019" y="32099"/>
                    <a:pt x="157067" y="41243"/>
                  </a:cubicBezTo>
                  <a:cubicBezTo>
                    <a:pt x="160211" y="50387"/>
                    <a:pt x="161735" y="61055"/>
                    <a:pt x="161735" y="73247"/>
                  </a:cubicBezTo>
                  <a:lnTo>
                    <a:pt x="161735" y="207550"/>
                  </a:lnTo>
                  <a:close/>
                  <a:moveTo>
                    <a:pt x="125063" y="117539"/>
                  </a:moveTo>
                  <a:lnTo>
                    <a:pt x="94583" y="117539"/>
                  </a:lnTo>
                  <a:cubicBezTo>
                    <a:pt x="85439" y="117539"/>
                    <a:pt x="76295" y="117539"/>
                    <a:pt x="68580" y="119063"/>
                  </a:cubicBezTo>
                  <a:cubicBezTo>
                    <a:pt x="62484" y="120586"/>
                    <a:pt x="56388" y="123635"/>
                    <a:pt x="50292" y="126683"/>
                  </a:cubicBezTo>
                  <a:cubicBezTo>
                    <a:pt x="45720" y="129730"/>
                    <a:pt x="42672" y="134302"/>
                    <a:pt x="39624" y="138874"/>
                  </a:cubicBezTo>
                  <a:cubicBezTo>
                    <a:pt x="38100" y="143446"/>
                    <a:pt x="36576" y="148018"/>
                    <a:pt x="36576" y="154114"/>
                  </a:cubicBezTo>
                  <a:cubicBezTo>
                    <a:pt x="36576" y="164878"/>
                    <a:pt x="39624" y="172498"/>
                    <a:pt x="47244" y="178594"/>
                  </a:cubicBezTo>
                  <a:cubicBezTo>
                    <a:pt x="53340" y="184690"/>
                    <a:pt x="62484" y="187738"/>
                    <a:pt x="73247" y="187738"/>
                  </a:cubicBezTo>
                  <a:cubicBezTo>
                    <a:pt x="83915" y="187738"/>
                    <a:pt x="91535" y="186214"/>
                    <a:pt x="100679" y="180118"/>
                  </a:cubicBezTo>
                  <a:cubicBezTo>
                    <a:pt x="108299" y="175546"/>
                    <a:pt x="117443" y="169450"/>
                    <a:pt x="125063" y="158782"/>
                  </a:cubicBezTo>
                  <a:lnTo>
                    <a:pt x="125063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497" name="Path497"/>
          <p:cNvSpPr/>
          <p:nvPr/>
        </p:nvSpPr>
        <p:spPr>
          <a:xfrm>
            <a:off x="2206085" y="2081594"/>
            <a:ext cx="292989" cy="213645"/>
          </a:xfrm>
          <a:custGeom>
            <a:avLst/>
            <a:gdLst/>
            <a:ahLst/>
            <a:cxnLst/>
            <a:rect l="l" t="t" r="r" b="b"/>
            <a:pathLst>
              <a:path w="292989" h="213645">
                <a:moveTo>
                  <a:pt x="292989" y="206026"/>
                </a:moveTo>
                <a:cubicBezTo>
                  <a:pt x="292989" y="207550"/>
                  <a:pt x="292989" y="209074"/>
                  <a:pt x="291465" y="209074"/>
                </a:cubicBezTo>
                <a:cubicBezTo>
                  <a:pt x="291465" y="210598"/>
                  <a:pt x="289941" y="210598"/>
                  <a:pt x="288417" y="212122"/>
                </a:cubicBezTo>
                <a:cubicBezTo>
                  <a:pt x="288417" y="212122"/>
                  <a:pt x="285369" y="212122"/>
                  <a:pt x="283845" y="213646"/>
                </a:cubicBezTo>
                <a:cubicBezTo>
                  <a:pt x="280797" y="213646"/>
                  <a:pt x="277654" y="213646"/>
                  <a:pt x="274606" y="213646"/>
                </a:cubicBezTo>
                <a:cubicBezTo>
                  <a:pt x="271558" y="213646"/>
                  <a:pt x="268510" y="213646"/>
                  <a:pt x="265462" y="213646"/>
                </a:cubicBezTo>
                <a:cubicBezTo>
                  <a:pt x="263938" y="212122"/>
                  <a:pt x="260890" y="212122"/>
                  <a:pt x="260890" y="212122"/>
                </a:cubicBezTo>
                <a:cubicBezTo>
                  <a:pt x="259366" y="210598"/>
                  <a:pt x="257842" y="210598"/>
                  <a:pt x="257842" y="209074"/>
                </a:cubicBezTo>
                <a:cubicBezTo>
                  <a:pt x="256318" y="209074"/>
                  <a:pt x="256318" y="207550"/>
                  <a:pt x="256318" y="206026"/>
                </a:cubicBezTo>
                <a:lnTo>
                  <a:pt x="256318" y="86963"/>
                </a:lnTo>
                <a:cubicBezTo>
                  <a:pt x="256318" y="79343"/>
                  <a:pt x="256318" y="71723"/>
                  <a:pt x="254794" y="64103"/>
                </a:cubicBezTo>
                <a:cubicBezTo>
                  <a:pt x="253270" y="58007"/>
                  <a:pt x="250222" y="51911"/>
                  <a:pt x="247174" y="45815"/>
                </a:cubicBezTo>
                <a:cubicBezTo>
                  <a:pt x="244126" y="41243"/>
                  <a:pt x="239554" y="38195"/>
                  <a:pt x="234982" y="35147"/>
                </a:cubicBezTo>
                <a:cubicBezTo>
                  <a:pt x="230410" y="32099"/>
                  <a:pt x="224314" y="30575"/>
                  <a:pt x="218218" y="30575"/>
                </a:cubicBezTo>
                <a:cubicBezTo>
                  <a:pt x="209074" y="30575"/>
                  <a:pt x="201454" y="33623"/>
                  <a:pt x="192215" y="41243"/>
                </a:cubicBezTo>
                <a:cubicBezTo>
                  <a:pt x="184595" y="47339"/>
                  <a:pt x="175451" y="56483"/>
                  <a:pt x="164783" y="68675"/>
                </a:cubicBezTo>
                <a:lnTo>
                  <a:pt x="164783" y="206026"/>
                </a:lnTo>
                <a:cubicBezTo>
                  <a:pt x="164783" y="207550"/>
                  <a:pt x="164783" y="209074"/>
                  <a:pt x="163259" y="209074"/>
                </a:cubicBezTo>
                <a:cubicBezTo>
                  <a:pt x="163259" y="210598"/>
                  <a:pt x="161735" y="210598"/>
                  <a:pt x="160211" y="212122"/>
                </a:cubicBezTo>
                <a:cubicBezTo>
                  <a:pt x="160211" y="212122"/>
                  <a:pt x="157163" y="212122"/>
                  <a:pt x="155639" y="213646"/>
                </a:cubicBezTo>
                <a:cubicBezTo>
                  <a:pt x="152591" y="213646"/>
                  <a:pt x="149543" y="213646"/>
                  <a:pt x="146495" y="213646"/>
                </a:cubicBezTo>
                <a:cubicBezTo>
                  <a:pt x="143447" y="213646"/>
                  <a:pt x="140399" y="213646"/>
                  <a:pt x="137351" y="213646"/>
                </a:cubicBezTo>
                <a:cubicBezTo>
                  <a:pt x="135827" y="212122"/>
                  <a:pt x="134303" y="212122"/>
                  <a:pt x="132779" y="212122"/>
                </a:cubicBezTo>
                <a:cubicBezTo>
                  <a:pt x="131255" y="210598"/>
                  <a:pt x="129731" y="210598"/>
                  <a:pt x="129731" y="209074"/>
                </a:cubicBezTo>
                <a:cubicBezTo>
                  <a:pt x="128207" y="209074"/>
                  <a:pt x="128207" y="207550"/>
                  <a:pt x="128207" y="206026"/>
                </a:cubicBezTo>
                <a:lnTo>
                  <a:pt x="128207" y="86963"/>
                </a:lnTo>
                <a:cubicBezTo>
                  <a:pt x="128207" y="79343"/>
                  <a:pt x="128207" y="71723"/>
                  <a:pt x="126683" y="64103"/>
                </a:cubicBezTo>
                <a:cubicBezTo>
                  <a:pt x="125159" y="58007"/>
                  <a:pt x="122111" y="51911"/>
                  <a:pt x="119063" y="45815"/>
                </a:cubicBezTo>
                <a:cubicBezTo>
                  <a:pt x="116015" y="41243"/>
                  <a:pt x="111443" y="38195"/>
                  <a:pt x="106871" y="35147"/>
                </a:cubicBezTo>
                <a:cubicBezTo>
                  <a:pt x="102203" y="32099"/>
                  <a:pt x="96107" y="30575"/>
                  <a:pt x="90011" y="30575"/>
                </a:cubicBezTo>
                <a:cubicBezTo>
                  <a:pt x="80867" y="30575"/>
                  <a:pt x="73247" y="33623"/>
                  <a:pt x="64103" y="41243"/>
                </a:cubicBezTo>
                <a:cubicBezTo>
                  <a:pt x="56483" y="47339"/>
                  <a:pt x="47339" y="56483"/>
                  <a:pt x="36671" y="68675"/>
                </a:cubicBezTo>
                <a:lnTo>
                  <a:pt x="36671" y="206026"/>
                </a:lnTo>
                <a:cubicBezTo>
                  <a:pt x="36671" y="207550"/>
                  <a:pt x="36671" y="209074"/>
                  <a:pt x="35147" y="209074"/>
                </a:cubicBezTo>
                <a:cubicBezTo>
                  <a:pt x="35147" y="210598"/>
                  <a:pt x="33623" y="210598"/>
                  <a:pt x="33623" y="212122"/>
                </a:cubicBezTo>
                <a:cubicBezTo>
                  <a:pt x="32099" y="212122"/>
                  <a:pt x="30575" y="212122"/>
                  <a:pt x="27527" y="213646"/>
                </a:cubicBezTo>
                <a:cubicBezTo>
                  <a:pt x="26003" y="213646"/>
                  <a:pt x="22955" y="213646"/>
                  <a:pt x="18288" y="213646"/>
                </a:cubicBezTo>
                <a:cubicBezTo>
                  <a:pt x="15240" y="213646"/>
                  <a:pt x="12192" y="213646"/>
                  <a:pt x="9144" y="213646"/>
                </a:cubicBezTo>
                <a:cubicBezTo>
                  <a:pt x="7620" y="212122"/>
                  <a:pt x="6096" y="212122"/>
                  <a:pt x="4572" y="212122"/>
                </a:cubicBezTo>
                <a:cubicBezTo>
                  <a:pt x="3048" y="210598"/>
                  <a:pt x="1524" y="210598"/>
                  <a:pt x="1524" y="209074"/>
                </a:cubicBezTo>
                <a:cubicBezTo>
                  <a:pt x="1524" y="209074"/>
                  <a:pt x="0" y="207550"/>
                  <a:pt x="0" y="206026"/>
                </a:cubicBezTo>
                <a:lnTo>
                  <a:pt x="0" y="9144"/>
                </a:lnTo>
                <a:cubicBezTo>
                  <a:pt x="0" y="9144"/>
                  <a:pt x="1524" y="7620"/>
                  <a:pt x="1524" y="6096"/>
                </a:cubicBezTo>
                <a:cubicBezTo>
                  <a:pt x="1524" y="6096"/>
                  <a:pt x="3048" y="4572"/>
                  <a:pt x="4572" y="4572"/>
                </a:cubicBezTo>
                <a:cubicBezTo>
                  <a:pt x="4572" y="4572"/>
                  <a:pt x="6096" y="3048"/>
                  <a:pt x="9144" y="3048"/>
                </a:cubicBezTo>
                <a:cubicBezTo>
                  <a:pt x="10668" y="3048"/>
                  <a:pt x="13716" y="3048"/>
                  <a:pt x="16764" y="3048"/>
                </a:cubicBezTo>
                <a:cubicBezTo>
                  <a:pt x="19907" y="3048"/>
                  <a:pt x="22955" y="3048"/>
                  <a:pt x="24479" y="3048"/>
                </a:cubicBezTo>
                <a:cubicBezTo>
                  <a:pt x="27527" y="3048"/>
                  <a:pt x="29051" y="4572"/>
                  <a:pt x="30575" y="4572"/>
                </a:cubicBezTo>
                <a:cubicBezTo>
                  <a:pt x="30575" y="4572"/>
                  <a:pt x="32099" y="6096"/>
                  <a:pt x="32099" y="6096"/>
                </a:cubicBezTo>
                <a:cubicBezTo>
                  <a:pt x="33623" y="7620"/>
                  <a:pt x="33623" y="9144"/>
                  <a:pt x="33623" y="9144"/>
                </a:cubicBezTo>
                <a:lnTo>
                  <a:pt x="33623" y="35147"/>
                </a:lnTo>
                <a:cubicBezTo>
                  <a:pt x="44291" y="22955"/>
                  <a:pt x="54959" y="13716"/>
                  <a:pt x="65627" y="9144"/>
                </a:cubicBezTo>
                <a:cubicBezTo>
                  <a:pt x="76295" y="3048"/>
                  <a:pt x="86963" y="0"/>
                  <a:pt x="97631" y="0"/>
                </a:cubicBezTo>
                <a:cubicBezTo>
                  <a:pt x="105251" y="0"/>
                  <a:pt x="112967" y="0"/>
                  <a:pt x="119063" y="3048"/>
                </a:cubicBezTo>
                <a:cubicBezTo>
                  <a:pt x="125159" y="4572"/>
                  <a:pt x="131255" y="7620"/>
                  <a:pt x="135827" y="10668"/>
                </a:cubicBezTo>
                <a:cubicBezTo>
                  <a:pt x="141923" y="13716"/>
                  <a:pt x="144971" y="18288"/>
                  <a:pt x="149543" y="22955"/>
                </a:cubicBezTo>
                <a:cubicBezTo>
                  <a:pt x="152591" y="27527"/>
                  <a:pt x="155639" y="33623"/>
                  <a:pt x="157163" y="38195"/>
                </a:cubicBezTo>
                <a:cubicBezTo>
                  <a:pt x="164783" y="32099"/>
                  <a:pt x="170879" y="26003"/>
                  <a:pt x="176975" y="21431"/>
                </a:cubicBezTo>
                <a:cubicBezTo>
                  <a:pt x="181547" y="15240"/>
                  <a:pt x="187643" y="12192"/>
                  <a:pt x="193834" y="9144"/>
                </a:cubicBezTo>
                <a:cubicBezTo>
                  <a:pt x="198406" y="6096"/>
                  <a:pt x="204502" y="3048"/>
                  <a:pt x="209074" y="1524"/>
                </a:cubicBezTo>
                <a:cubicBezTo>
                  <a:pt x="215170" y="0"/>
                  <a:pt x="219742" y="0"/>
                  <a:pt x="225838" y="0"/>
                </a:cubicBezTo>
                <a:cubicBezTo>
                  <a:pt x="238030" y="0"/>
                  <a:pt x="248698" y="1524"/>
                  <a:pt x="256318" y="6096"/>
                </a:cubicBezTo>
                <a:cubicBezTo>
                  <a:pt x="265462" y="10668"/>
                  <a:pt x="273082" y="16764"/>
                  <a:pt x="277654" y="24479"/>
                </a:cubicBezTo>
                <a:cubicBezTo>
                  <a:pt x="283845" y="32099"/>
                  <a:pt x="286893" y="39719"/>
                  <a:pt x="289941" y="50387"/>
                </a:cubicBezTo>
                <a:cubicBezTo>
                  <a:pt x="291465" y="61055"/>
                  <a:pt x="292989" y="70199"/>
                  <a:pt x="292989" y="82391"/>
                </a:cubicBezTo>
                <a:lnTo>
                  <a:pt x="292989" y="20602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498" name="Group498"/>
          <p:cNvGrpSpPr/>
          <p:nvPr/>
        </p:nvGrpSpPr>
        <p:grpSpPr>
          <a:xfrm>
            <a:off x="2564606" y="2003774"/>
            <a:ext cx="858965" cy="369285"/>
            <a:chOff x="2564606" y="2003774"/>
            <a:chExt cx="858965" cy="369285"/>
          </a:xfrm>
        </p:grpSpPr>
        <p:sp>
          <p:nvSpPr>
            <p:cNvPr id="499" name="Path499"/>
            <p:cNvSpPr/>
            <p:nvPr/>
          </p:nvSpPr>
          <p:spPr>
            <a:xfrm>
              <a:off x="2564606" y="2081594"/>
              <a:ext cx="292989" cy="213645"/>
            </a:xfrm>
            <a:custGeom>
              <a:avLst/>
              <a:gdLst/>
              <a:ahLst/>
              <a:cxnLst/>
              <a:rect l="l" t="t" r="r" b="b"/>
              <a:pathLst>
                <a:path w="292989" h="213645">
                  <a:moveTo>
                    <a:pt x="292989" y="206026"/>
                  </a:moveTo>
                  <a:cubicBezTo>
                    <a:pt x="292989" y="207550"/>
                    <a:pt x="291465" y="209074"/>
                    <a:pt x="291465" y="209074"/>
                  </a:cubicBezTo>
                  <a:cubicBezTo>
                    <a:pt x="291465" y="210598"/>
                    <a:pt x="289941" y="210598"/>
                    <a:pt x="288417" y="212122"/>
                  </a:cubicBezTo>
                  <a:cubicBezTo>
                    <a:pt x="286893" y="212122"/>
                    <a:pt x="285369" y="212122"/>
                    <a:pt x="282321" y="213646"/>
                  </a:cubicBezTo>
                  <a:cubicBezTo>
                    <a:pt x="280797" y="213646"/>
                    <a:pt x="277749" y="213646"/>
                    <a:pt x="274701" y="213646"/>
                  </a:cubicBezTo>
                  <a:cubicBezTo>
                    <a:pt x="270034" y="213646"/>
                    <a:pt x="266986" y="213646"/>
                    <a:pt x="265462" y="213646"/>
                  </a:cubicBezTo>
                  <a:cubicBezTo>
                    <a:pt x="262414" y="212122"/>
                    <a:pt x="260890" y="212122"/>
                    <a:pt x="259366" y="212122"/>
                  </a:cubicBezTo>
                  <a:cubicBezTo>
                    <a:pt x="257842" y="210598"/>
                    <a:pt x="257842" y="210598"/>
                    <a:pt x="256318" y="209074"/>
                  </a:cubicBezTo>
                  <a:cubicBezTo>
                    <a:pt x="256318" y="209074"/>
                    <a:pt x="256318" y="207550"/>
                    <a:pt x="256318" y="206026"/>
                  </a:cubicBezTo>
                  <a:lnTo>
                    <a:pt x="256318" y="86963"/>
                  </a:lnTo>
                  <a:cubicBezTo>
                    <a:pt x="256318" y="79343"/>
                    <a:pt x="254794" y="71723"/>
                    <a:pt x="253270" y="64103"/>
                  </a:cubicBezTo>
                  <a:cubicBezTo>
                    <a:pt x="251746" y="58007"/>
                    <a:pt x="250222" y="51911"/>
                    <a:pt x="247174" y="45815"/>
                  </a:cubicBezTo>
                  <a:cubicBezTo>
                    <a:pt x="244126" y="41243"/>
                    <a:pt x="239554" y="38195"/>
                    <a:pt x="234982" y="35147"/>
                  </a:cubicBezTo>
                  <a:cubicBezTo>
                    <a:pt x="228886" y="32099"/>
                    <a:pt x="224314" y="30575"/>
                    <a:pt x="216694" y="30575"/>
                  </a:cubicBezTo>
                  <a:cubicBezTo>
                    <a:pt x="209074" y="30575"/>
                    <a:pt x="199930" y="33623"/>
                    <a:pt x="192310" y="41243"/>
                  </a:cubicBezTo>
                  <a:cubicBezTo>
                    <a:pt x="183071" y="47339"/>
                    <a:pt x="173927" y="56483"/>
                    <a:pt x="164783" y="68675"/>
                  </a:cubicBezTo>
                  <a:lnTo>
                    <a:pt x="164783" y="206026"/>
                  </a:lnTo>
                  <a:cubicBezTo>
                    <a:pt x="164783" y="207550"/>
                    <a:pt x="163259" y="209074"/>
                    <a:pt x="163259" y="209074"/>
                  </a:cubicBezTo>
                  <a:cubicBezTo>
                    <a:pt x="163259" y="210598"/>
                    <a:pt x="161735" y="210598"/>
                    <a:pt x="160211" y="212122"/>
                  </a:cubicBezTo>
                  <a:cubicBezTo>
                    <a:pt x="158687" y="212122"/>
                    <a:pt x="157163" y="212122"/>
                    <a:pt x="154115" y="213646"/>
                  </a:cubicBezTo>
                  <a:cubicBezTo>
                    <a:pt x="152591" y="213646"/>
                    <a:pt x="149543" y="213646"/>
                    <a:pt x="146495" y="213646"/>
                  </a:cubicBezTo>
                  <a:cubicBezTo>
                    <a:pt x="143447" y="213646"/>
                    <a:pt x="140399" y="213646"/>
                    <a:pt x="137351" y="213646"/>
                  </a:cubicBezTo>
                  <a:cubicBezTo>
                    <a:pt x="134303" y="212122"/>
                    <a:pt x="132779" y="212122"/>
                    <a:pt x="131255" y="212122"/>
                  </a:cubicBezTo>
                  <a:cubicBezTo>
                    <a:pt x="129731" y="210598"/>
                    <a:pt x="129731" y="210598"/>
                    <a:pt x="128207" y="209074"/>
                  </a:cubicBezTo>
                  <a:cubicBezTo>
                    <a:pt x="128207" y="209074"/>
                    <a:pt x="128207" y="207550"/>
                    <a:pt x="128207" y="206026"/>
                  </a:cubicBezTo>
                  <a:lnTo>
                    <a:pt x="128207" y="86963"/>
                  </a:lnTo>
                  <a:cubicBezTo>
                    <a:pt x="128207" y="79343"/>
                    <a:pt x="126683" y="71723"/>
                    <a:pt x="125159" y="64103"/>
                  </a:cubicBezTo>
                  <a:cubicBezTo>
                    <a:pt x="123635" y="58007"/>
                    <a:pt x="122111" y="51911"/>
                    <a:pt x="119063" y="45815"/>
                  </a:cubicBezTo>
                  <a:cubicBezTo>
                    <a:pt x="116015" y="41243"/>
                    <a:pt x="111443" y="38195"/>
                    <a:pt x="106871" y="35147"/>
                  </a:cubicBezTo>
                  <a:cubicBezTo>
                    <a:pt x="102299" y="32099"/>
                    <a:pt x="96107" y="30575"/>
                    <a:pt x="88487" y="30575"/>
                  </a:cubicBezTo>
                  <a:cubicBezTo>
                    <a:pt x="80867" y="30575"/>
                    <a:pt x="71723" y="33623"/>
                    <a:pt x="64103" y="41243"/>
                  </a:cubicBezTo>
                  <a:cubicBezTo>
                    <a:pt x="54959" y="47339"/>
                    <a:pt x="45815" y="56483"/>
                    <a:pt x="36671" y="68675"/>
                  </a:cubicBezTo>
                  <a:lnTo>
                    <a:pt x="36671" y="206026"/>
                  </a:lnTo>
                  <a:cubicBezTo>
                    <a:pt x="36671" y="207550"/>
                    <a:pt x="36671" y="209074"/>
                    <a:pt x="35147" y="209074"/>
                  </a:cubicBezTo>
                  <a:cubicBezTo>
                    <a:pt x="35147" y="210598"/>
                    <a:pt x="33623" y="210598"/>
                    <a:pt x="32099" y="212122"/>
                  </a:cubicBezTo>
                  <a:cubicBezTo>
                    <a:pt x="30575" y="212122"/>
                    <a:pt x="29051" y="212122"/>
                    <a:pt x="27527" y="213646"/>
                  </a:cubicBezTo>
                  <a:cubicBezTo>
                    <a:pt x="24479" y="213646"/>
                    <a:pt x="21431" y="213646"/>
                    <a:pt x="18383" y="213646"/>
                  </a:cubicBezTo>
                  <a:cubicBezTo>
                    <a:pt x="15335" y="213646"/>
                    <a:pt x="12287" y="213646"/>
                    <a:pt x="9239" y="213646"/>
                  </a:cubicBezTo>
                  <a:cubicBezTo>
                    <a:pt x="7620" y="212122"/>
                    <a:pt x="4572" y="212122"/>
                    <a:pt x="3048" y="212122"/>
                  </a:cubicBezTo>
                  <a:cubicBezTo>
                    <a:pt x="3048" y="210598"/>
                    <a:pt x="1524" y="210598"/>
                    <a:pt x="1524" y="209074"/>
                  </a:cubicBezTo>
                  <a:cubicBezTo>
                    <a:pt x="0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0" y="6096"/>
                  </a:cubicBezTo>
                  <a:cubicBezTo>
                    <a:pt x="1524" y="6096"/>
                    <a:pt x="1524" y="4572"/>
                    <a:pt x="3048" y="4572"/>
                  </a:cubicBezTo>
                  <a:cubicBezTo>
                    <a:pt x="4572" y="4572"/>
                    <a:pt x="6096" y="3048"/>
                    <a:pt x="9239" y="3048"/>
                  </a:cubicBezTo>
                  <a:cubicBezTo>
                    <a:pt x="10763" y="3048"/>
                    <a:pt x="13811" y="3048"/>
                    <a:pt x="16859" y="3048"/>
                  </a:cubicBezTo>
                  <a:cubicBezTo>
                    <a:pt x="19907" y="3048"/>
                    <a:pt x="22955" y="3048"/>
                    <a:pt x="24479" y="3048"/>
                  </a:cubicBezTo>
                  <a:cubicBezTo>
                    <a:pt x="26003" y="3048"/>
                    <a:pt x="27527" y="4572"/>
                    <a:pt x="29051" y="4572"/>
                  </a:cubicBezTo>
                  <a:cubicBezTo>
                    <a:pt x="30575" y="4572"/>
                    <a:pt x="32099" y="6096"/>
                    <a:pt x="32099" y="6096"/>
                  </a:cubicBezTo>
                  <a:cubicBezTo>
                    <a:pt x="32099" y="7620"/>
                    <a:pt x="32099" y="9144"/>
                    <a:pt x="32099" y="9144"/>
                  </a:cubicBezTo>
                  <a:lnTo>
                    <a:pt x="32099" y="35147"/>
                  </a:lnTo>
                  <a:cubicBezTo>
                    <a:pt x="44291" y="22955"/>
                    <a:pt x="54959" y="13716"/>
                    <a:pt x="65627" y="9144"/>
                  </a:cubicBezTo>
                  <a:cubicBezTo>
                    <a:pt x="74771" y="3048"/>
                    <a:pt x="85439" y="0"/>
                    <a:pt x="96107" y="0"/>
                  </a:cubicBezTo>
                  <a:cubicBezTo>
                    <a:pt x="105347" y="0"/>
                    <a:pt x="111443" y="0"/>
                    <a:pt x="119063" y="3048"/>
                  </a:cubicBezTo>
                  <a:cubicBezTo>
                    <a:pt x="125159" y="4572"/>
                    <a:pt x="131255" y="7620"/>
                    <a:pt x="135827" y="10668"/>
                  </a:cubicBezTo>
                  <a:cubicBezTo>
                    <a:pt x="140399" y="13716"/>
                    <a:pt x="144971" y="18288"/>
                    <a:pt x="148019" y="22955"/>
                  </a:cubicBezTo>
                  <a:cubicBezTo>
                    <a:pt x="152591" y="27527"/>
                    <a:pt x="154115" y="33623"/>
                    <a:pt x="157163" y="38195"/>
                  </a:cubicBezTo>
                  <a:cubicBezTo>
                    <a:pt x="163259" y="32099"/>
                    <a:pt x="169355" y="26003"/>
                    <a:pt x="175451" y="21431"/>
                  </a:cubicBezTo>
                  <a:cubicBezTo>
                    <a:pt x="181547" y="15240"/>
                    <a:pt x="187738" y="12192"/>
                    <a:pt x="192310" y="9144"/>
                  </a:cubicBezTo>
                  <a:cubicBezTo>
                    <a:pt x="198406" y="6096"/>
                    <a:pt x="202978" y="3048"/>
                    <a:pt x="209074" y="1524"/>
                  </a:cubicBezTo>
                  <a:cubicBezTo>
                    <a:pt x="213646" y="0"/>
                    <a:pt x="219742" y="0"/>
                    <a:pt x="224314" y="0"/>
                  </a:cubicBezTo>
                  <a:cubicBezTo>
                    <a:pt x="238030" y="0"/>
                    <a:pt x="247174" y="1524"/>
                    <a:pt x="256318" y="6096"/>
                  </a:cubicBezTo>
                  <a:cubicBezTo>
                    <a:pt x="265462" y="10668"/>
                    <a:pt x="271653" y="16764"/>
                    <a:pt x="277749" y="24479"/>
                  </a:cubicBezTo>
                  <a:cubicBezTo>
                    <a:pt x="282321" y="32099"/>
                    <a:pt x="286893" y="39719"/>
                    <a:pt x="288417" y="50387"/>
                  </a:cubicBezTo>
                  <a:cubicBezTo>
                    <a:pt x="291465" y="61055"/>
                    <a:pt x="292989" y="70199"/>
                    <a:pt x="292989" y="82391"/>
                  </a:cubicBezTo>
                  <a:lnTo>
                    <a:pt x="292989" y="2060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00" name="Path500"/>
            <p:cNvSpPr/>
            <p:nvPr/>
          </p:nvSpPr>
          <p:spPr>
            <a:xfrm>
              <a:off x="2918555" y="2003774"/>
              <a:ext cx="44292" cy="291465"/>
            </a:xfrm>
            <a:custGeom>
              <a:avLst/>
              <a:gdLst/>
              <a:ahLst/>
              <a:cxnLst/>
              <a:rect l="l" t="t" r="r" b="b"/>
              <a:pathLst>
                <a:path w="44292" h="291465">
                  <a:moveTo>
                    <a:pt x="39719" y="283845"/>
                  </a:moveTo>
                  <a:cubicBezTo>
                    <a:pt x="39719" y="285369"/>
                    <a:pt x="39719" y="286893"/>
                    <a:pt x="39719" y="286893"/>
                  </a:cubicBezTo>
                  <a:cubicBezTo>
                    <a:pt x="38195" y="288417"/>
                    <a:pt x="38195" y="288417"/>
                    <a:pt x="36671" y="289941"/>
                  </a:cubicBezTo>
                  <a:cubicBezTo>
                    <a:pt x="35147" y="289941"/>
                    <a:pt x="33623" y="289941"/>
                    <a:pt x="30575" y="291465"/>
                  </a:cubicBezTo>
                  <a:cubicBezTo>
                    <a:pt x="29051" y="291465"/>
                    <a:pt x="26003" y="291465"/>
                    <a:pt x="21431" y="291465"/>
                  </a:cubicBezTo>
                  <a:cubicBezTo>
                    <a:pt x="18383" y="291465"/>
                    <a:pt x="15335" y="291465"/>
                    <a:pt x="13811" y="291465"/>
                  </a:cubicBezTo>
                  <a:cubicBezTo>
                    <a:pt x="10763" y="289941"/>
                    <a:pt x="9239" y="289941"/>
                    <a:pt x="7715" y="289941"/>
                  </a:cubicBezTo>
                  <a:cubicBezTo>
                    <a:pt x="6191" y="288417"/>
                    <a:pt x="6191" y="288417"/>
                    <a:pt x="4667" y="286893"/>
                  </a:cubicBezTo>
                  <a:cubicBezTo>
                    <a:pt x="4667" y="286893"/>
                    <a:pt x="4667" y="285369"/>
                    <a:pt x="4667" y="283845"/>
                  </a:cubicBezTo>
                  <a:lnTo>
                    <a:pt x="4667" y="86963"/>
                  </a:lnTo>
                  <a:cubicBezTo>
                    <a:pt x="4667" y="86963"/>
                    <a:pt x="4667" y="85439"/>
                    <a:pt x="4667" y="83915"/>
                  </a:cubicBezTo>
                  <a:cubicBezTo>
                    <a:pt x="6191" y="83915"/>
                    <a:pt x="6191" y="82391"/>
                    <a:pt x="7715" y="82391"/>
                  </a:cubicBezTo>
                  <a:cubicBezTo>
                    <a:pt x="9239" y="82391"/>
                    <a:pt x="10763" y="80867"/>
                    <a:pt x="13811" y="80867"/>
                  </a:cubicBezTo>
                  <a:cubicBezTo>
                    <a:pt x="15335" y="80867"/>
                    <a:pt x="18383" y="80867"/>
                    <a:pt x="21431" y="80867"/>
                  </a:cubicBezTo>
                  <a:cubicBezTo>
                    <a:pt x="26003" y="80867"/>
                    <a:pt x="29051" y="80867"/>
                    <a:pt x="30575" y="80867"/>
                  </a:cubicBezTo>
                  <a:cubicBezTo>
                    <a:pt x="33623" y="80867"/>
                    <a:pt x="35147" y="82391"/>
                    <a:pt x="36671" y="82391"/>
                  </a:cubicBezTo>
                  <a:cubicBezTo>
                    <a:pt x="38195" y="82391"/>
                    <a:pt x="38195" y="83915"/>
                    <a:pt x="39719" y="83915"/>
                  </a:cubicBezTo>
                  <a:cubicBezTo>
                    <a:pt x="39719" y="85439"/>
                    <a:pt x="39719" y="86963"/>
                    <a:pt x="39719" y="86963"/>
                  </a:cubicBezTo>
                  <a:lnTo>
                    <a:pt x="39719" y="283845"/>
                  </a:lnTo>
                  <a:close/>
                  <a:moveTo>
                    <a:pt x="44291" y="21336"/>
                  </a:moveTo>
                  <a:cubicBezTo>
                    <a:pt x="44291" y="29051"/>
                    <a:pt x="42767" y="35147"/>
                    <a:pt x="39719" y="38195"/>
                  </a:cubicBezTo>
                  <a:cubicBezTo>
                    <a:pt x="36671" y="41243"/>
                    <a:pt x="30575" y="42767"/>
                    <a:pt x="21431" y="42767"/>
                  </a:cubicBezTo>
                  <a:cubicBezTo>
                    <a:pt x="13811" y="42767"/>
                    <a:pt x="7715" y="41243"/>
                    <a:pt x="4667" y="38195"/>
                  </a:cubicBezTo>
                  <a:cubicBezTo>
                    <a:pt x="1524" y="35147"/>
                    <a:pt x="0" y="29051"/>
                    <a:pt x="0" y="21336"/>
                  </a:cubicBezTo>
                  <a:cubicBezTo>
                    <a:pt x="0" y="13716"/>
                    <a:pt x="1524" y="7620"/>
                    <a:pt x="4667" y="4572"/>
                  </a:cubicBezTo>
                  <a:cubicBezTo>
                    <a:pt x="7715" y="1524"/>
                    <a:pt x="13811" y="0"/>
                    <a:pt x="22955" y="0"/>
                  </a:cubicBezTo>
                  <a:cubicBezTo>
                    <a:pt x="30575" y="0"/>
                    <a:pt x="36671" y="1524"/>
                    <a:pt x="39719" y="4572"/>
                  </a:cubicBezTo>
                  <a:cubicBezTo>
                    <a:pt x="42767" y="7620"/>
                    <a:pt x="44291" y="12192"/>
                    <a:pt x="44291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01" name="Path501"/>
            <p:cNvSpPr/>
            <p:nvPr/>
          </p:nvSpPr>
          <p:spPr>
            <a:xfrm>
              <a:off x="3023902" y="2081594"/>
              <a:ext cx="169354" cy="213645"/>
            </a:xfrm>
            <a:custGeom>
              <a:avLst/>
              <a:gdLst/>
              <a:ahLst/>
              <a:cxnLst/>
              <a:rect l="l" t="t" r="r" b="b"/>
              <a:pathLst>
                <a:path w="169354" h="213645">
                  <a:moveTo>
                    <a:pt x="169355" y="206026"/>
                  </a:moveTo>
                  <a:cubicBezTo>
                    <a:pt x="169355" y="207550"/>
                    <a:pt x="169355" y="209074"/>
                    <a:pt x="169355" y="209074"/>
                  </a:cubicBezTo>
                  <a:cubicBezTo>
                    <a:pt x="167831" y="210598"/>
                    <a:pt x="167831" y="210598"/>
                    <a:pt x="166307" y="212122"/>
                  </a:cubicBezTo>
                  <a:cubicBezTo>
                    <a:pt x="164783" y="212122"/>
                    <a:pt x="163259" y="212122"/>
                    <a:pt x="160115" y="213646"/>
                  </a:cubicBezTo>
                  <a:cubicBezTo>
                    <a:pt x="158591" y="213646"/>
                    <a:pt x="155543" y="213646"/>
                    <a:pt x="150971" y="213646"/>
                  </a:cubicBezTo>
                  <a:cubicBezTo>
                    <a:pt x="147923" y="213646"/>
                    <a:pt x="144875" y="213646"/>
                    <a:pt x="143351" y="213646"/>
                  </a:cubicBezTo>
                  <a:cubicBezTo>
                    <a:pt x="140303" y="212122"/>
                    <a:pt x="138779" y="212122"/>
                    <a:pt x="137255" y="212122"/>
                  </a:cubicBezTo>
                  <a:cubicBezTo>
                    <a:pt x="135731" y="210598"/>
                    <a:pt x="135731" y="210598"/>
                    <a:pt x="134207" y="209074"/>
                  </a:cubicBezTo>
                  <a:cubicBezTo>
                    <a:pt x="134207" y="209074"/>
                    <a:pt x="134207" y="207550"/>
                    <a:pt x="134207" y="206026"/>
                  </a:cubicBezTo>
                  <a:lnTo>
                    <a:pt x="134207" y="91630"/>
                  </a:lnTo>
                  <a:cubicBezTo>
                    <a:pt x="134207" y="80867"/>
                    <a:pt x="132683" y="71723"/>
                    <a:pt x="131159" y="64103"/>
                  </a:cubicBezTo>
                  <a:cubicBezTo>
                    <a:pt x="129635" y="58007"/>
                    <a:pt x="126587" y="51911"/>
                    <a:pt x="123539" y="45815"/>
                  </a:cubicBezTo>
                  <a:cubicBezTo>
                    <a:pt x="120491" y="41243"/>
                    <a:pt x="115919" y="38195"/>
                    <a:pt x="109823" y="35147"/>
                  </a:cubicBezTo>
                  <a:cubicBezTo>
                    <a:pt x="105251" y="32099"/>
                    <a:pt x="99155" y="30575"/>
                    <a:pt x="91535" y="30575"/>
                  </a:cubicBezTo>
                  <a:cubicBezTo>
                    <a:pt x="82391" y="30575"/>
                    <a:pt x="73152" y="33623"/>
                    <a:pt x="64008" y="41243"/>
                  </a:cubicBezTo>
                  <a:cubicBezTo>
                    <a:pt x="56388" y="47339"/>
                    <a:pt x="45720" y="56483"/>
                    <a:pt x="36576" y="68675"/>
                  </a:cubicBezTo>
                  <a:lnTo>
                    <a:pt x="36576" y="206026"/>
                  </a:lnTo>
                  <a:cubicBezTo>
                    <a:pt x="36576" y="207550"/>
                    <a:pt x="36576" y="209074"/>
                    <a:pt x="35052" y="209074"/>
                  </a:cubicBezTo>
                  <a:cubicBezTo>
                    <a:pt x="35052" y="210598"/>
                    <a:pt x="33528" y="210598"/>
                    <a:pt x="32004" y="212122"/>
                  </a:cubicBezTo>
                  <a:cubicBezTo>
                    <a:pt x="30480" y="212122"/>
                    <a:pt x="28956" y="212122"/>
                    <a:pt x="27432" y="213646"/>
                  </a:cubicBezTo>
                  <a:cubicBezTo>
                    <a:pt x="24384" y="213646"/>
                    <a:pt x="21336" y="213646"/>
                    <a:pt x="18288" y="213646"/>
                  </a:cubicBezTo>
                  <a:cubicBezTo>
                    <a:pt x="15240" y="213646"/>
                    <a:pt x="12192" y="213646"/>
                    <a:pt x="9144" y="213646"/>
                  </a:cubicBezTo>
                  <a:cubicBezTo>
                    <a:pt x="7620" y="212122"/>
                    <a:pt x="4572" y="212122"/>
                    <a:pt x="3048" y="212122"/>
                  </a:cubicBezTo>
                  <a:cubicBezTo>
                    <a:pt x="3048" y="210598"/>
                    <a:pt x="1524" y="210598"/>
                    <a:pt x="1524" y="209074"/>
                  </a:cubicBezTo>
                  <a:cubicBezTo>
                    <a:pt x="0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1524" y="6096"/>
                  </a:cubicBezTo>
                  <a:cubicBezTo>
                    <a:pt x="1524" y="6096"/>
                    <a:pt x="1524" y="4572"/>
                    <a:pt x="3048" y="4572"/>
                  </a:cubicBezTo>
                  <a:cubicBezTo>
                    <a:pt x="4572" y="4572"/>
                    <a:pt x="6096" y="3048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860" y="3048"/>
                    <a:pt x="24384" y="3048"/>
                  </a:cubicBezTo>
                  <a:cubicBezTo>
                    <a:pt x="25908" y="3048"/>
                    <a:pt x="28956" y="4572"/>
                    <a:pt x="28956" y="4572"/>
                  </a:cubicBezTo>
                  <a:cubicBezTo>
                    <a:pt x="30480" y="4572"/>
                    <a:pt x="32004" y="6096"/>
                    <a:pt x="32004" y="6096"/>
                  </a:cubicBezTo>
                  <a:cubicBezTo>
                    <a:pt x="32004" y="7620"/>
                    <a:pt x="32004" y="9144"/>
                    <a:pt x="32004" y="9144"/>
                  </a:cubicBezTo>
                  <a:lnTo>
                    <a:pt x="32004" y="35147"/>
                  </a:lnTo>
                  <a:cubicBezTo>
                    <a:pt x="44196" y="22955"/>
                    <a:pt x="54864" y="13716"/>
                    <a:pt x="65532" y="9144"/>
                  </a:cubicBezTo>
                  <a:cubicBezTo>
                    <a:pt x="76295" y="3048"/>
                    <a:pt x="88487" y="0"/>
                    <a:pt x="99155" y="0"/>
                  </a:cubicBezTo>
                  <a:cubicBezTo>
                    <a:pt x="112871" y="0"/>
                    <a:pt x="123539" y="1524"/>
                    <a:pt x="132683" y="6096"/>
                  </a:cubicBezTo>
                  <a:cubicBezTo>
                    <a:pt x="141827" y="10668"/>
                    <a:pt x="147923" y="16764"/>
                    <a:pt x="154019" y="24479"/>
                  </a:cubicBezTo>
                  <a:cubicBezTo>
                    <a:pt x="160115" y="32099"/>
                    <a:pt x="163259" y="39719"/>
                    <a:pt x="166307" y="50387"/>
                  </a:cubicBezTo>
                  <a:cubicBezTo>
                    <a:pt x="167831" y="61055"/>
                    <a:pt x="169355" y="71723"/>
                    <a:pt x="169355" y="86963"/>
                  </a:cubicBezTo>
                  <a:lnTo>
                    <a:pt x="169355" y="2060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02" name="Path502"/>
            <p:cNvSpPr/>
            <p:nvPr/>
          </p:nvSpPr>
          <p:spPr>
            <a:xfrm>
              <a:off x="3237452" y="2081594"/>
              <a:ext cx="186119" cy="291465"/>
            </a:xfrm>
            <a:custGeom>
              <a:avLst/>
              <a:gdLst/>
              <a:ahLst/>
              <a:cxnLst/>
              <a:rect l="l" t="t" r="r" b="b"/>
              <a:pathLst>
                <a:path w="186119" h="291465">
                  <a:moveTo>
                    <a:pt x="186118" y="18288"/>
                  </a:moveTo>
                  <a:cubicBezTo>
                    <a:pt x="186118" y="24479"/>
                    <a:pt x="186118" y="27527"/>
                    <a:pt x="184595" y="29051"/>
                  </a:cubicBezTo>
                  <a:cubicBezTo>
                    <a:pt x="183071" y="32099"/>
                    <a:pt x="181547" y="33623"/>
                    <a:pt x="178498" y="33623"/>
                  </a:cubicBezTo>
                  <a:lnTo>
                    <a:pt x="151066" y="33623"/>
                  </a:lnTo>
                  <a:cubicBezTo>
                    <a:pt x="155639" y="38195"/>
                    <a:pt x="158686" y="44291"/>
                    <a:pt x="161734" y="50387"/>
                  </a:cubicBezTo>
                  <a:cubicBezTo>
                    <a:pt x="163259" y="56483"/>
                    <a:pt x="164783" y="64103"/>
                    <a:pt x="164783" y="70199"/>
                  </a:cubicBezTo>
                  <a:cubicBezTo>
                    <a:pt x="164783" y="82391"/>
                    <a:pt x="163259" y="91630"/>
                    <a:pt x="158686" y="100774"/>
                  </a:cubicBezTo>
                  <a:cubicBezTo>
                    <a:pt x="155639" y="109918"/>
                    <a:pt x="149542" y="116015"/>
                    <a:pt x="143447" y="122111"/>
                  </a:cubicBezTo>
                  <a:cubicBezTo>
                    <a:pt x="137351" y="128207"/>
                    <a:pt x="128207" y="132779"/>
                    <a:pt x="118967" y="137351"/>
                  </a:cubicBezTo>
                  <a:cubicBezTo>
                    <a:pt x="109823" y="140399"/>
                    <a:pt x="99155" y="141923"/>
                    <a:pt x="88487" y="141923"/>
                  </a:cubicBezTo>
                  <a:cubicBezTo>
                    <a:pt x="80867" y="141923"/>
                    <a:pt x="71723" y="140399"/>
                    <a:pt x="65627" y="138874"/>
                  </a:cubicBezTo>
                  <a:cubicBezTo>
                    <a:pt x="58007" y="135827"/>
                    <a:pt x="51911" y="132779"/>
                    <a:pt x="48863" y="129730"/>
                  </a:cubicBezTo>
                  <a:cubicBezTo>
                    <a:pt x="45815" y="132779"/>
                    <a:pt x="44291" y="135827"/>
                    <a:pt x="42767" y="138874"/>
                  </a:cubicBezTo>
                  <a:cubicBezTo>
                    <a:pt x="39719" y="141923"/>
                    <a:pt x="39719" y="146495"/>
                    <a:pt x="39719" y="151067"/>
                  </a:cubicBezTo>
                  <a:cubicBezTo>
                    <a:pt x="39719" y="155639"/>
                    <a:pt x="41243" y="160306"/>
                    <a:pt x="47339" y="163354"/>
                  </a:cubicBezTo>
                  <a:cubicBezTo>
                    <a:pt x="51911" y="166402"/>
                    <a:pt x="58007" y="169450"/>
                    <a:pt x="65627" y="169450"/>
                  </a:cubicBezTo>
                  <a:lnTo>
                    <a:pt x="117443" y="170974"/>
                  </a:lnTo>
                  <a:cubicBezTo>
                    <a:pt x="126683" y="170974"/>
                    <a:pt x="135827" y="172498"/>
                    <a:pt x="143447" y="175546"/>
                  </a:cubicBezTo>
                  <a:cubicBezTo>
                    <a:pt x="152590" y="177070"/>
                    <a:pt x="158686" y="181642"/>
                    <a:pt x="164783" y="186214"/>
                  </a:cubicBezTo>
                  <a:cubicBezTo>
                    <a:pt x="170878" y="189262"/>
                    <a:pt x="175451" y="195358"/>
                    <a:pt x="178498" y="201454"/>
                  </a:cubicBezTo>
                  <a:cubicBezTo>
                    <a:pt x="183071" y="209074"/>
                    <a:pt x="184595" y="215170"/>
                    <a:pt x="184595" y="224314"/>
                  </a:cubicBezTo>
                  <a:cubicBezTo>
                    <a:pt x="184595" y="233553"/>
                    <a:pt x="181547" y="242697"/>
                    <a:pt x="178498" y="250317"/>
                  </a:cubicBezTo>
                  <a:cubicBezTo>
                    <a:pt x="175451" y="257937"/>
                    <a:pt x="169354" y="265557"/>
                    <a:pt x="161734" y="271653"/>
                  </a:cubicBezTo>
                  <a:cubicBezTo>
                    <a:pt x="152590" y="277749"/>
                    <a:pt x="143447" y="282321"/>
                    <a:pt x="131254" y="286893"/>
                  </a:cubicBezTo>
                  <a:cubicBezTo>
                    <a:pt x="118967" y="289941"/>
                    <a:pt x="105251" y="291465"/>
                    <a:pt x="88487" y="291465"/>
                  </a:cubicBezTo>
                  <a:cubicBezTo>
                    <a:pt x="71723" y="291465"/>
                    <a:pt x="59531" y="289941"/>
                    <a:pt x="47339" y="288417"/>
                  </a:cubicBezTo>
                  <a:cubicBezTo>
                    <a:pt x="36671" y="285369"/>
                    <a:pt x="27432" y="282321"/>
                    <a:pt x="19812" y="276225"/>
                  </a:cubicBezTo>
                  <a:cubicBezTo>
                    <a:pt x="13716" y="271653"/>
                    <a:pt x="7620" y="267081"/>
                    <a:pt x="4572" y="259461"/>
                  </a:cubicBezTo>
                  <a:cubicBezTo>
                    <a:pt x="1524" y="253365"/>
                    <a:pt x="0" y="247269"/>
                    <a:pt x="0" y="239649"/>
                  </a:cubicBezTo>
                  <a:cubicBezTo>
                    <a:pt x="0" y="233553"/>
                    <a:pt x="0" y="228981"/>
                    <a:pt x="1524" y="224314"/>
                  </a:cubicBezTo>
                  <a:cubicBezTo>
                    <a:pt x="3048" y="221266"/>
                    <a:pt x="4572" y="216694"/>
                    <a:pt x="7620" y="212122"/>
                  </a:cubicBezTo>
                  <a:cubicBezTo>
                    <a:pt x="9144" y="207550"/>
                    <a:pt x="12192" y="204502"/>
                    <a:pt x="15240" y="199930"/>
                  </a:cubicBezTo>
                  <a:cubicBezTo>
                    <a:pt x="19812" y="196882"/>
                    <a:pt x="24384" y="193834"/>
                    <a:pt x="28956" y="189262"/>
                  </a:cubicBezTo>
                  <a:cubicBezTo>
                    <a:pt x="21336" y="186214"/>
                    <a:pt x="15240" y="181642"/>
                    <a:pt x="12192" y="175546"/>
                  </a:cubicBezTo>
                  <a:cubicBezTo>
                    <a:pt x="9144" y="169450"/>
                    <a:pt x="7620" y="164878"/>
                    <a:pt x="7620" y="157258"/>
                  </a:cubicBezTo>
                  <a:cubicBezTo>
                    <a:pt x="7620" y="148018"/>
                    <a:pt x="9144" y="140399"/>
                    <a:pt x="12192" y="134302"/>
                  </a:cubicBezTo>
                  <a:cubicBezTo>
                    <a:pt x="16764" y="126683"/>
                    <a:pt x="21336" y="120586"/>
                    <a:pt x="25908" y="114490"/>
                  </a:cubicBezTo>
                  <a:cubicBezTo>
                    <a:pt x="21336" y="109918"/>
                    <a:pt x="18288" y="103823"/>
                    <a:pt x="15240" y="96202"/>
                  </a:cubicBezTo>
                  <a:cubicBezTo>
                    <a:pt x="13716" y="90107"/>
                    <a:pt x="12192" y="82391"/>
                    <a:pt x="12192" y="71723"/>
                  </a:cubicBezTo>
                  <a:cubicBezTo>
                    <a:pt x="12192" y="61055"/>
                    <a:pt x="13716" y="50387"/>
                    <a:pt x="16764" y="41243"/>
                  </a:cubicBezTo>
                  <a:cubicBezTo>
                    <a:pt x="21336" y="33623"/>
                    <a:pt x="25908" y="26003"/>
                    <a:pt x="33528" y="19907"/>
                  </a:cubicBezTo>
                  <a:cubicBezTo>
                    <a:pt x="39719" y="13716"/>
                    <a:pt x="47339" y="9144"/>
                    <a:pt x="58007" y="4572"/>
                  </a:cubicBezTo>
                  <a:cubicBezTo>
                    <a:pt x="67151" y="1524"/>
                    <a:pt x="76295" y="0"/>
                    <a:pt x="88487" y="0"/>
                  </a:cubicBezTo>
                  <a:cubicBezTo>
                    <a:pt x="94583" y="0"/>
                    <a:pt x="99155" y="0"/>
                    <a:pt x="105251" y="1524"/>
                  </a:cubicBezTo>
                  <a:cubicBezTo>
                    <a:pt x="109823" y="1524"/>
                    <a:pt x="114395" y="3048"/>
                    <a:pt x="118967" y="4572"/>
                  </a:cubicBezTo>
                  <a:lnTo>
                    <a:pt x="178498" y="4572"/>
                  </a:lnTo>
                  <a:cubicBezTo>
                    <a:pt x="181547" y="4572"/>
                    <a:pt x="183071" y="4572"/>
                    <a:pt x="184595" y="7620"/>
                  </a:cubicBezTo>
                  <a:cubicBezTo>
                    <a:pt x="186118" y="10668"/>
                    <a:pt x="186118" y="13716"/>
                    <a:pt x="186118" y="18288"/>
                  </a:cubicBezTo>
                  <a:close/>
                  <a:moveTo>
                    <a:pt x="129730" y="70199"/>
                  </a:moveTo>
                  <a:cubicBezTo>
                    <a:pt x="129730" y="56483"/>
                    <a:pt x="126683" y="47339"/>
                    <a:pt x="118967" y="39719"/>
                  </a:cubicBezTo>
                  <a:cubicBezTo>
                    <a:pt x="111347" y="32099"/>
                    <a:pt x="100679" y="27527"/>
                    <a:pt x="86963" y="27527"/>
                  </a:cubicBezTo>
                  <a:cubicBezTo>
                    <a:pt x="80867" y="27527"/>
                    <a:pt x="74771" y="29051"/>
                    <a:pt x="68675" y="32099"/>
                  </a:cubicBezTo>
                  <a:cubicBezTo>
                    <a:pt x="64103" y="33623"/>
                    <a:pt x="59531" y="36671"/>
                    <a:pt x="56483" y="41243"/>
                  </a:cubicBezTo>
                  <a:cubicBezTo>
                    <a:pt x="53435" y="44291"/>
                    <a:pt x="50387" y="50387"/>
                    <a:pt x="48863" y="54959"/>
                  </a:cubicBezTo>
                  <a:cubicBezTo>
                    <a:pt x="47339" y="61055"/>
                    <a:pt x="45815" y="65627"/>
                    <a:pt x="45815" y="71723"/>
                  </a:cubicBezTo>
                  <a:cubicBezTo>
                    <a:pt x="45815" y="85439"/>
                    <a:pt x="50387" y="94679"/>
                    <a:pt x="56483" y="102299"/>
                  </a:cubicBezTo>
                  <a:cubicBezTo>
                    <a:pt x="64103" y="109918"/>
                    <a:pt x="74771" y="112967"/>
                    <a:pt x="88487" y="112967"/>
                  </a:cubicBezTo>
                  <a:cubicBezTo>
                    <a:pt x="94583" y="112967"/>
                    <a:pt x="100679" y="112967"/>
                    <a:pt x="106775" y="109918"/>
                  </a:cubicBezTo>
                  <a:cubicBezTo>
                    <a:pt x="111347" y="108395"/>
                    <a:pt x="115919" y="105346"/>
                    <a:pt x="118967" y="100774"/>
                  </a:cubicBezTo>
                  <a:cubicBezTo>
                    <a:pt x="123634" y="96202"/>
                    <a:pt x="125159" y="91630"/>
                    <a:pt x="126683" y="86963"/>
                  </a:cubicBezTo>
                  <a:cubicBezTo>
                    <a:pt x="129730" y="82391"/>
                    <a:pt x="129730" y="76295"/>
                    <a:pt x="129730" y="70199"/>
                  </a:cubicBezTo>
                  <a:close/>
                  <a:moveTo>
                    <a:pt x="148018" y="225933"/>
                  </a:moveTo>
                  <a:cubicBezTo>
                    <a:pt x="148018" y="218218"/>
                    <a:pt x="144971" y="212122"/>
                    <a:pt x="137351" y="207550"/>
                  </a:cubicBezTo>
                  <a:cubicBezTo>
                    <a:pt x="131254" y="202978"/>
                    <a:pt x="122110" y="199930"/>
                    <a:pt x="109823" y="199930"/>
                  </a:cubicBezTo>
                  <a:lnTo>
                    <a:pt x="58007" y="198406"/>
                  </a:lnTo>
                  <a:cubicBezTo>
                    <a:pt x="53435" y="201454"/>
                    <a:pt x="50387" y="204502"/>
                    <a:pt x="47339" y="207550"/>
                  </a:cubicBezTo>
                  <a:cubicBezTo>
                    <a:pt x="44291" y="212122"/>
                    <a:pt x="41243" y="215170"/>
                    <a:pt x="39719" y="218218"/>
                  </a:cubicBezTo>
                  <a:cubicBezTo>
                    <a:pt x="38195" y="221266"/>
                    <a:pt x="36671" y="224314"/>
                    <a:pt x="36671" y="225933"/>
                  </a:cubicBezTo>
                  <a:cubicBezTo>
                    <a:pt x="35147" y="228981"/>
                    <a:pt x="35147" y="232029"/>
                    <a:pt x="35147" y="235077"/>
                  </a:cubicBezTo>
                  <a:cubicBezTo>
                    <a:pt x="35147" y="244221"/>
                    <a:pt x="39719" y="251841"/>
                    <a:pt x="50387" y="256413"/>
                  </a:cubicBezTo>
                  <a:cubicBezTo>
                    <a:pt x="59531" y="262509"/>
                    <a:pt x="73247" y="264033"/>
                    <a:pt x="90011" y="264033"/>
                  </a:cubicBezTo>
                  <a:cubicBezTo>
                    <a:pt x="100679" y="264033"/>
                    <a:pt x="109823" y="264033"/>
                    <a:pt x="117443" y="260985"/>
                  </a:cubicBezTo>
                  <a:cubicBezTo>
                    <a:pt x="125159" y="259461"/>
                    <a:pt x="131254" y="256413"/>
                    <a:pt x="135827" y="253365"/>
                  </a:cubicBezTo>
                  <a:cubicBezTo>
                    <a:pt x="140398" y="248793"/>
                    <a:pt x="143447" y="245745"/>
                    <a:pt x="144971" y="241173"/>
                  </a:cubicBezTo>
                  <a:cubicBezTo>
                    <a:pt x="146495" y="236601"/>
                    <a:pt x="148018" y="232029"/>
                    <a:pt x="148018" y="22593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503" name="Path503"/>
          <p:cNvSpPr/>
          <p:nvPr/>
        </p:nvSpPr>
        <p:spPr>
          <a:xfrm>
            <a:off x="3567017" y="2003774"/>
            <a:ext cx="44196" cy="291465"/>
          </a:xfrm>
          <a:custGeom>
            <a:avLst/>
            <a:gdLst/>
            <a:ahLst/>
            <a:cxnLst/>
            <a:rect l="l" t="t" r="r" b="b"/>
            <a:pathLst>
              <a:path w="44196" h="291465">
                <a:moveTo>
                  <a:pt x="41148" y="283845"/>
                </a:moveTo>
                <a:cubicBezTo>
                  <a:pt x="41148" y="285369"/>
                  <a:pt x="41148" y="286893"/>
                  <a:pt x="39624" y="286893"/>
                </a:cubicBezTo>
                <a:cubicBezTo>
                  <a:pt x="39624" y="288417"/>
                  <a:pt x="38100" y="288417"/>
                  <a:pt x="36576" y="289941"/>
                </a:cubicBezTo>
                <a:cubicBezTo>
                  <a:pt x="35052" y="289941"/>
                  <a:pt x="33528" y="289941"/>
                  <a:pt x="32004" y="291465"/>
                </a:cubicBezTo>
                <a:cubicBezTo>
                  <a:pt x="28956" y="291465"/>
                  <a:pt x="25908" y="291465"/>
                  <a:pt x="22860" y="291465"/>
                </a:cubicBezTo>
                <a:cubicBezTo>
                  <a:pt x="18288" y="291465"/>
                  <a:pt x="16764" y="291465"/>
                  <a:pt x="13716" y="291465"/>
                </a:cubicBezTo>
                <a:cubicBezTo>
                  <a:pt x="12192" y="289941"/>
                  <a:pt x="9144" y="289941"/>
                  <a:pt x="7620" y="289941"/>
                </a:cubicBezTo>
                <a:cubicBezTo>
                  <a:pt x="7620" y="288417"/>
                  <a:pt x="6096" y="288417"/>
                  <a:pt x="6096" y="286893"/>
                </a:cubicBezTo>
                <a:cubicBezTo>
                  <a:pt x="4572" y="286893"/>
                  <a:pt x="4572" y="285369"/>
                  <a:pt x="4572" y="283845"/>
                </a:cubicBezTo>
                <a:lnTo>
                  <a:pt x="4572" y="86963"/>
                </a:lnTo>
                <a:cubicBezTo>
                  <a:pt x="4572" y="86963"/>
                  <a:pt x="4572" y="85439"/>
                  <a:pt x="6096" y="83915"/>
                </a:cubicBezTo>
                <a:cubicBezTo>
                  <a:pt x="6096" y="83915"/>
                  <a:pt x="6096" y="82391"/>
                  <a:pt x="7620" y="82391"/>
                </a:cubicBezTo>
                <a:cubicBezTo>
                  <a:pt x="9144" y="82391"/>
                  <a:pt x="10668" y="80867"/>
                  <a:pt x="13716" y="80867"/>
                </a:cubicBezTo>
                <a:cubicBezTo>
                  <a:pt x="16764" y="80867"/>
                  <a:pt x="18288" y="80867"/>
                  <a:pt x="22860" y="80867"/>
                </a:cubicBezTo>
                <a:cubicBezTo>
                  <a:pt x="25908" y="80867"/>
                  <a:pt x="28956" y="80867"/>
                  <a:pt x="32004" y="80867"/>
                </a:cubicBezTo>
                <a:cubicBezTo>
                  <a:pt x="33528" y="80867"/>
                  <a:pt x="35052" y="82391"/>
                  <a:pt x="36576" y="82391"/>
                </a:cubicBezTo>
                <a:cubicBezTo>
                  <a:pt x="38100" y="82391"/>
                  <a:pt x="39624" y="83915"/>
                  <a:pt x="39624" y="83915"/>
                </a:cubicBezTo>
                <a:cubicBezTo>
                  <a:pt x="39624" y="85439"/>
                  <a:pt x="41148" y="86963"/>
                  <a:pt x="41148" y="86963"/>
                </a:cubicBezTo>
                <a:lnTo>
                  <a:pt x="41148" y="283845"/>
                </a:lnTo>
                <a:close/>
                <a:moveTo>
                  <a:pt x="44196" y="21336"/>
                </a:moveTo>
                <a:cubicBezTo>
                  <a:pt x="44196" y="29051"/>
                  <a:pt x="42672" y="35147"/>
                  <a:pt x="39624" y="38195"/>
                </a:cubicBezTo>
                <a:cubicBezTo>
                  <a:pt x="36576" y="41243"/>
                  <a:pt x="30480" y="42767"/>
                  <a:pt x="22860" y="42767"/>
                </a:cubicBezTo>
                <a:cubicBezTo>
                  <a:pt x="13716" y="42767"/>
                  <a:pt x="7620" y="41243"/>
                  <a:pt x="4572" y="38195"/>
                </a:cubicBezTo>
                <a:cubicBezTo>
                  <a:pt x="1524" y="35147"/>
                  <a:pt x="0" y="29051"/>
                  <a:pt x="0" y="21336"/>
                </a:cubicBezTo>
                <a:cubicBezTo>
                  <a:pt x="0" y="13716"/>
                  <a:pt x="1524" y="7620"/>
                  <a:pt x="4572" y="4572"/>
                </a:cubicBezTo>
                <a:cubicBezTo>
                  <a:pt x="7620" y="1524"/>
                  <a:pt x="13716" y="0"/>
                  <a:pt x="22860" y="0"/>
                </a:cubicBezTo>
                <a:cubicBezTo>
                  <a:pt x="30480" y="0"/>
                  <a:pt x="36576" y="1524"/>
                  <a:pt x="39624" y="4572"/>
                </a:cubicBezTo>
                <a:cubicBezTo>
                  <a:pt x="42672" y="7620"/>
                  <a:pt x="44196" y="12192"/>
                  <a:pt x="44196" y="21336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0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grpSp>
        <p:nvGrpSpPr>
          <p:cNvPr id="504" name="Group504"/>
          <p:cNvGrpSpPr/>
          <p:nvPr/>
        </p:nvGrpSpPr>
        <p:grpSpPr>
          <a:xfrm>
            <a:off x="3675412" y="1988534"/>
            <a:ext cx="634555" cy="309753"/>
            <a:chOff x="3675412" y="1988534"/>
            <a:chExt cx="634555" cy="309753"/>
          </a:xfrm>
        </p:grpSpPr>
        <p:sp>
          <p:nvSpPr>
            <p:cNvPr id="505" name="Path505"/>
            <p:cNvSpPr/>
            <p:nvPr/>
          </p:nvSpPr>
          <p:spPr>
            <a:xfrm>
              <a:off x="3675412" y="2081594"/>
              <a:ext cx="169259" cy="213645"/>
            </a:xfrm>
            <a:custGeom>
              <a:avLst/>
              <a:gdLst/>
              <a:ahLst/>
              <a:cxnLst/>
              <a:rect l="l" t="t" r="r" b="b"/>
              <a:pathLst>
                <a:path w="169259" h="213645">
                  <a:moveTo>
                    <a:pt x="169259" y="206026"/>
                  </a:moveTo>
                  <a:cubicBezTo>
                    <a:pt x="169259" y="207550"/>
                    <a:pt x="169259" y="209074"/>
                    <a:pt x="167736" y="209074"/>
                  </a:cubicBezTo>
                  <a:cubicBezTo>
                    <a:pt x="167736" y="210598"/>
                    <a:pt x="166212" y="210598"/>
                    <a:pt x="164688" y="212122"/>
                  </a:cubicBezTo>
                  <a:cubicBezTo>
                    <a:pt x="163163" y="212122"/>
                    <a:pt x="161639" y="212122"/>
                    <a:pt x="160115" y="213646"/>
                  </a:cubicBezTo>
                  <a:cubicBezTo>
                    <a:pt x="157068" y="213646"/>
                    <a:pt x="154019" y="213646"/>
                    <a:pt x="150971" y="213646"/>
                  </a:cubicBezTo>
                  <a:cubicBezTo>
                    <a:pt x="147924" y="213646"/>
                    <a:pt x="144875" y="213646"/>
                    <a:pt x="141827" y="213646"/>
                  </a:cubicBezTo>
                  <a:cubicBezTo>
                    <a:pt x="140303" y="212122"/>
                    <a:pt x="137256" y="212122"/>
                    <a:pt x="135731" y="212122"/>
                  </a:cubicBezTo>
                  <a:cubicBezTo>
                    <a:pt x="135731" y="210598"/>
                    <a:pt x="134207" y="210598"/>
                    <a:pt x="134207" y="209074"/>
                  </a:cubicBezTo>
                  <a:cubicBezTo>
                    <a:pt x="132683" y="209074"/>
                    <a:pt x="132683" y="207550"/>
                    <a:pt x="132683" y="206026"/>
                  </a:cubicBezTo>
                  <a:lnTo>
                    <a:pt x="132683" y="91630"/>
                  </a:lnTo>
                  <a:cubicBezTo>
                    <a:pt x="132683" y="80867"/>
                    <a:pt x="131159" y="71723"/>
                    <a:pt x="129636" y="64103"/>
                  </a:cubicBezTo>
                  <a:cubicBezTo>
                    <a:pt x="128112" y="58007"/>
                    <a:pt x="126588" y="51911"/>
                    <a:pt x="122015" y="45815"/>
                  </a:cubicBezTo>
                  <a:cubicBezTo>
                    <a:pt x="118968" y="41243"/>
                    <a:pt x="114395" y="38195"/>
                    <a:pt x="109824" y="35147"/>
                  </a:cubicBezTo>
                  <a:cubicBezTo>
                    <a:pt x="103727" y="32099"/>
                    <a:pt x="97631" y="30575"/>
                    <a:pt x="91536" y="30575"/>
                  </a:cubicBezTo>
                  <a:cubicBezTo>
                    <a:pt x="82296" y="30575"/>
                    <a:pt x="73152" y="33623"/>
                    <a:pt x="64008" y="41243"/>
                  </a:cubicBezTo>
                  <a:cubicBezTo>
                    <a:pt x="54864" y="47339"/>
                    <a:pt x="45720" y="56483"/>
                    <a:pt x="35052" y="68675"/>
                  </a:cubicBezTo>
                  <a:lnTo>
                    <a:pt x="35052" y="206026"/>
                  </a:lnTo>
                  <a:cubicBezTo>
                    <a:pt x="35052" y="207550"/>
                    <a:pt x="35052" y="209074"/>
                    <a:pt x="35052" y="209074"/>
                  </a:cubicBezTo>
                  <a:cubicBezTo>
                    <a:pt x="33528" y="210598"/>
                    <a:pt x="33528" y="210598"/>
                    <a:pt x="32004" y="212122"/>
                  </a:cubicBezTo>
                  <a:cubicBezTo>
                    <a:pt x="30480" y="212122"/>
                    <a:pt x="28956" y="212122"/>
                    <a:pt x="25908" y="213646"/>
                  </a:cubicBezTo>
                  <a:cubicBezTo>
                    <a:pt x="24384" y="213646"/>
                    <a:pt x="21336" y="213646"/>
                    <a:pt x="16764" y="213646"/>
                  </a:cubicBezTo>
                  <a:cubicBezTo>
                    <a:pt x="13716" y="213646"/>
                    <a:pt x="10668" y="213646"/>
                    <a:pt x="9144" y="213646"/>
                  </a:cubicBezTo>
                  <a:cubicBezTo>
                    <a:pt x="6096" y="212122"/>
                    <a:pt x="4572" y="212122"/>
                    <a:pt x="3048" y="212122"/>
                  </a:cubicBezTo>
                  <a:cubicBezTo>
                    <a:pt x="1524" y="210598"/>
                    <a:pt x="0" y="210598"/>
                    <a:pt x="0" y="209074"/>
                  </a:cubicBezTo>
                  <a:cubicBezTo>
                    <a:pt x="0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0" y="6096"/>
                  </a:cubicBezTo>
                  <a:cubicBezTo>
                    <a:pt x="0" y="6096"/>
                    <a:pt x="1524" y="4572"/>
                    <a:pt x="3048" y="4572"/>
                  </a:cubicBezTo>
                  <a:cubicBezTo>
                    <a:pt x="4572" y="4572"/>
                    <a:pt x="6096" y="3048"/>
                    <a:pt x="7620" y="3048"/>
                  </a:cubicBezTo>
                  <a:cubicBezTo>
                    <a:pt x="9144" y="3048"/>
                    <a:pt x="12192" y="3048"/>
                    <a:pt x="15240" y="3048"/>
                  </a:cubicBezTo>
                  <a:cubicBezTo>
                    <a:pt x="18288" y="3048"/>
                    <a:pt x="21336" y="3048"/>
                    <a:pt x="24384" y="3048"/>
                  </a:cubicBezTo>
                  <a:cubicBezTo>
                    <a:pt x="25908" y="3048"/>
                    <a:pt x="27432" y="4572"/>
                    <a:pt x="28956" y="4572"/>
                  </a:cubicBezTo>
                  <a:cubicBezTo>
                    <a:pt x="28956" y="4572"/>
                    <a:pt x="30480" y="6096"/>
                    <a:pt x="30480" y="6096"/>
                  </a:cubicBezTo>
                  <a:cubicBezTo>
                    <a:pt x="32004" y="7620"/>
                    <a:pt x="32004" y="9144"/>
                    <a:pt x="32004" y="9144"/>
                  </a:cubicBezTo>
                  <a:lnTo>
                    <a:pt x="32004" y="35147"/>
                  </a:lnTo>
                  <a:cubicBezTo>
                    <a:pt x="42672" y="22955"/>
                    <a:pt x="53340" y="13716"/>
                    <a:pt x="65532" y="9144"/>
                  </a:cubicBezTo>
                  <a:cubicBezTo>
                    <a:pt x="76200" y="3048"/>
                    <a:pt x="86963" y="0"/>
                    <a:pt x="99156" y="0"/>
                  </a:cubicBezTo>
                  <a:cubicBezTo>
                    <a:pt x="111347" y="0"/>
                    <a:pt x="122015" y="1524"/>
                    <a:pt x="131159" y="6096"/>
                  </a:cubicBezTo>
                  <a:cubicBezTo>
                    <a:pt x="140303" y="10668"/>
                    <a:pt x="147924" y="16764"/>
                    <a:pt x="154019" y="24479"/>
                  </a:cubicBezTo>
                  <a:cubicBezTo>
                    <a:pt x="158591" y="32099"/>
                    <a:pt x="163163" y="39719"/>
                    <a:pt x="164688" y="50387"/>
                  </a:cubicBezTo>
                  <a:cubicBezTo>
                    <a:pt x="167736" y="61055"/>
                    <a:pt x="169259" y="71723"/>
                    <a:pt x="169259" y="87059"/>
                  </a:cubicBezTo>
                  <a:lnTo>
                    <a:pt x="169259" y="2060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06" name="Path506"/>
            <p:cNvSpPr/>
            <p:nvPr/>
          </p:nvSpPr>
          <p:spPr>
            <a:xfrm>
              <a:off x="3879723" y="2031206"/>
              <a:ext cx="129731" cy="265557"/>
            </a:xfrm>
            <a:custGeom>
              <a:avLst/>
              <a:gdLst/>
              <a:ahLst/>
              <a:cxnLst/>
              <a:rect l="l" t="t" r="r" b="b"/>
              <a:pathLst>
                <a:path w="129731" h="265557">
                  <a:moveTo>
                    <a:pt x="129730" y="242697"/>
                  </a:moveTo>
                  <a:cubicBezTo>
                    <a:pt x="129730" y="247269"/>
                    <a:pt x="129730" y="250317"/>
                    <a:pt x="128207" y="253365"/>
                  </a:cubicBezTo>
                  <a:cubicBezTo>
                    <a:pt x="128207" y="254889"/>
                    <a:pt x="126683" y="256413"/>
                    <a:pt x="126683" y="257937"/>
                  </a:cubicBezTo>
                  <a:cubicBezTo>
                    <a:pt x="125159" y="259461"/>
                    <a:pt x="123634" y="260985"/>
                    <a:pt x="120586" y="260985"/>
                  </a:cubicBezTo>
                  <a:cubicBezTo>
                    <a:pt x="119063" y="262509"/>
                    <a:pt x="116015" y="262509"/>
                    <a:pt x="112966" y="264033"/>
                  </a:cubicBezTo>
                  <a:cubicBezTo>
                    <a:pt x="109918" y="264033"/>
                    <a:pt x="106871" y="265557"/>
                    <a:pt x="103822" y="265557"/>
                  </a:cubicBezTo>
                  <a:cubicBezTo>
                    <a:pt x="99251" y="265557"/>
                    <a:pt x="96202" y="265557"/>
                    <a:pt x="93154" y="265557"/>
                  </a:cubicBezTo>
                  <a:cubicBezTo>
                    <a:pt x="82391" y="265557"/>
                    <a:pt x="74771" y="265557"/>
                    <a:pt x="67151" y="262509"/>
                  </a:cubicBezTo>
                  <a:cubicBezTo>
                    <a:pt x="59531" y="259461"/>
                    <a:pt x="53435" y="254889"/>
                    <a:pt x="48863" y="250317"/>
                  </a:cubicBezTo>
                  <a:cubicBezTo>
                    <a:pt x="44291" y="244221"/>
                    <a:pt x="41243" y="238125"/>
                    <a:pt x="38195" y="228981"/>
                  </a:cubicBezTo>
                  <a:cubicBezTo>
                    <a:pt x="36671" y="221361"/>
                    <a:pt x="35147" y="210693"/>
                    <a:pt x="35147" y="199930"/>
                  </a:cubicBezTo>
                  <a:lnTo>
                    <a:pt x="35147" y="84010"/>
                  </a:lnTo>
                  <a:lnTo>
                    <a:pt x="7715" y="84010"/>
                  </a:lnTo>
                  <a:cubicBezTo>
                    <a:pt x="6191" y="84010"/>
                    <a:pt x="4667" y="84010"/>
                    <a:pt x="3143" y="80962"/>
                  </a:cubicBezTo>
                  <a:cubicBezTo>
                    <a:pt x="1524" y="77914"/>
                    <a:pt x="0" y="74866"/>
                    <a:pt x="0" y="68675"/>
                  </a:cubicBezTo>
                  <a:cubicBezTo>
                    <a:pt x="0" y="67151"/>
                    <a:pt x="1524" y="64103"/>
                    <a:pt x="1524" y="62579"/>
                  </a:cubicBezTo>
                  <a:cubicBezTo>
                    <a:pt x="1524" y="61055"/>
                    <a:pt x="1524" y="59531"/>
                    <a:pt x="3143" y="58007"/>
                  </a:cubicBezTo>
                  <a:cubicBezTo>
                    <a:pt x="3143" y="56483"/>
                    <a:pt x="4667" y="54959"/>
                    <a:pt x="4667" y="54959"/>
                  </a:cubicBezTo>
                  <a:cubicBezTo>
                    <a:pt x="6191" y="54959"/>
                    <a:pt x="7715" y="54959"/>
                    <a:pt x="7715" y="54959"/>
                  </a:cubicBezTo>
                  <a:lnTo>
                    <a:pt x="35147" y="54959"/>
                  </a:lnTo>
                  <a:lnTo>
                    <a:pt x="35147" y="7715"/>
                  </a:lnTo>
                  <a:cubicBezTo>
                    <a:pt x="35147" y="6191"/>
                    <a:pt x="35147" y="6191"/>
                    <a:pt x="36671" y="4667"/>
                  </a:cubicBezTo>
                  <a:cubicBezTo>
                    <a:pt x="36671" y="3143"/>
                    <a:pt x="38195" y="3143"/>
                    <a:pt x="39719" y="3143"/>
                  </a:cubicBezTo>
                  <a:cubicBezTo>
                    <a:pt x="41243" y="1619"/>
                    <a:pt x="42767" y="1619"/>
                    <a:pt x="44291" y="1619"/>
                  </a:cubicBezTo>
                  <a:cubicBezTo>
                    <a:pt x="47339" y="0"/>
                    <a:pt x="50387" y="0"/>
                    <a:pt x="53435" y="0"/>
                  </a:cubicBezTo>
                  <a:cubicBezTo>
                    <a:pt x="56483" y="0"/>
                    <a:pt x="59531" y="0"/>
                    <a:pt x="62579" y="1619"/>
                  </a:cubicBezTo>
                  <a:cubicBezTo>
                    <a:pt x="64103" y="1619"/>
                    <a:pt x="67151" y="1619"/>
                    <a:pt x="68675" y="3143"/>
                  </a:cubicBezTo>
                  <a:cubicBezTo>
                    <a:pt x="68675" y="3143"/>
                    <a:pt x="70199" y="3143"/>
                    <a:pt x="70199" y="4667"/>
                  </a:cubicBezTo>
                  <a:cubicBezTo>
                    <a:pt x="71723" y="6191"/>
                    <a:pt x="71723" y="6191"/>
                    <a:pt x="71723" y="7715"/>
                  </a:cubicBezTo>
                  <a:lnTo>
                    <a:pt x="71723" y="54959"/>
                  </a:lnTo>
                  <a:lnTo>
                    <a:pt x="122110" y="54959"/>
                  </a:lnTo>
                  <a:cubicBezTo>
                    <a:pt x="123634" y="54959"/>
                    <a:pt x="125159" y="54959"/>
                    <a:pt x="125159" y="54959"/>
                  </a:cubicBezTo>
                  <a:cubicBezTo>
                    <a:pt x="126683" y="54959"/>
                    <a:pt x="126683" y="56483"/>
                    <a:pt x="128207" y="58007"/>
                  </a:cubicBezTo>
                  <a:cubicBezTo>
                    <a:pt x="128207" y="59531"/>
                    <a:pt x="128207" y="61055"/>
                    <a:pt x="129730" y="62579"/>
                  </a:cubicBezTo>
                  <a:cubicBezTo>
                    <a:pt x="129730" y="64103"/>
                    <a:pt x="129730" y="67151"/>
                    <a:pt x="129730" y="68675"/>
                  </a:cubicBezTo>
                  <a:cubicBezTo>
                    <a:pt x="129730" y="74866"/>
                    <a:pt x="128207" y="77914"/>
                    <a:pt x="128207" y="80962"/>
                  </a:cubicBezTo>
                  <a:cubicBezTo>
                    <a:pt x="126683" y="82486"/>
                    <a:pt x="125159" y="84010"/>
                    <a:pt x="122110" y="84010"/>
                  </a:cubicBezTo>
                  <a:lnTo>
                    <a:pt x="71723" y="84010"/>
                  </a:lnTo>
                  <a:lnTo>
                    <a:pt x="71723" y="193834"/>
                  </a:lnTo>
                  <a:cubicBezTo>
                    <a:pt x="71723" y="207645"/>
                    <a:pt x="73247" y="218313"/>
                    <a:pt x="77819" y="224409"/>
                  </a:cubicBezTo>
                  <a:cubicBezTo>
                    <a:pt x="80867" y="232029"/>
                    <a:pt x="88487" y="235077"/>
                    <a:pt x="99251" y="235077"/>
                  </a:cubicBezTo>
                  <a:cubicBezTo>
                    <a:pt x="102298" y="235077"/>
                    <a:pt x="105346" y="235077"/>
                    <a:pt x="108395" y="235077"/>
                  </a:cubicBezTo>
                  <a:cubicBezTo>
                    <a:pt x="111442" y="233553"/>
                    <a:pt x="112966" y="233553"/>
                    <a:pt x="114490" y="232029"/>
                  </a:cubicBezTo>
                  <a:cubicBezTo>
                    <a:pt x="117539" y="232029"/>
                    <a:pt x="119063" y="230505"/>
                    <a:pt x="120586" y="230505"/>
                  </a:cubicBezTo>
                  <a:cubicBezTo>
                    <a:pt x="122110" y="228981"/>
                    <a:pt x="123634" y="228981"/>
                    <a:pt x="125159" y="228981"/>
                  </a:cubicBezTo>
                  <a:cubicBezTo>
                    <a:pt x="125159" y="228981"/>
                    <a:pt x="125159" y="228981"/>
                    <a:pt x="126683" y="230505"/>
                  </a:cubicBezTo>
                  <a:cubicBezTo>
                    <a:pt x="126683" y="230505"/>
                    <a:pt x="128207" y="230505"/>
                    <a:pt x="128207" y="232029"/>
                  </a:cubicBezTo>
                  <a:cubicBezTo>
                    <a:pt x="128207" y="233553"/>
                    <a:pt x="128207" y="233553"/>
                    <a:pt x="129730" y="236601"/>
                  </a:cubicBezTo>
                  <a:cubicBezTo>
                    <a:pt x="129730" y="238125"/>
                    <a:pt x="129730" y="239649"/>
                    <a:pt x="129730" y="242697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07" name="Path507"/>
            <p:cNvSpPr/>
            <p:nvPr/>
          </p:nvSpPr>
          <p:spPr>
            <a:xfrm>
              <a:off x="4038409" y="2081594"/>
              <a:ext cx="180023" cy="216693"/>
            </a:xfrm>
            <a:custGeom>
              <a:avLst/>
              <a:gdLst/>
              <a:ahLst/>
              <a:cxnLst/>
              <a:rect l="l" t="t" r="r" b="b"/>
              <a:pathLst>
                <a:path w="180023" h="216693">
                  <a:moveTo>
                    <a:pt x="180022" y="99251"/>
                  </a:moveTo>
                  <a:cubicBezTo>
                    <a:pt x="180022" y="105346"/>
                    <a:pt x="178498" y="109918"/>
                    <a:pt x="176974" y="111443"/>
                  </a:cubicBezTo>
                  <a:cubicBezTo>
                    <a:pt x="173926" y="114490"/>
                    <a:pt x="170878" y="116015"/>
                    <a:pt x="166307" y="116015"/>
                  </a:cubicBezTo>
                  <a:lnTo>
                    <a:pt x="38195" y="116015"/>
                  </a:lnTo>
                  <a:cubicBezTo>
                    <a:pt x="38195" y="126683"/>
                    <a:pt x="38195" y="135827"/>
                    <a:pt x="41243" y="144971"/>
                  </a:cubicBezTo>
                  <a:cubicBezTo>
                    <a:pt x="42767" y="154115"/>
                    <a:pt x="47339" y="161830"/>
                    <a:pt x="51911" y="167926"/>
                  </a:cubicBezTo>
                  <a:cubicBezTo>
                    <a:pt x="56483" y="174022"/>
                    <a:pt x="64103" y="178594"/>
                    <a:pt x="71723" y="181642"/>
                  </a:cubicBezTo>
                  <a:cubicBezTo>
                    <a:pt x="79343" y="184690"/>
                    <a:pt x="90011" y="186214"/>
                    <a:pt x="102203" y="186214"/>
                  </a:cubicBezTo>
                  <a:cubicBezTo>
                    <a:pt x="111442" y="186214"/>
                    <a:pt x="119063" y="186214"/>
                    <a:pt x="126682" y="184690"/>
                  </a:cubicBezTo>
                  <a:cubicBezTo>
                    <a:pt x="134302" y="183166"/>
                    <a:pt x="140398" y="181642"/>
                    <a:pt x="144970" y="180118"/>
                  </a:cubicBezTo>
                  <a:cubicBezTo>
                    <a:pt x="151066" y="177070"/>
                    <a:pt x="155638" y="175546"/>
                    <a:pt x="158686" y="174022"/>
                  </a:cubicBezTo>
                  <a:cubicBezTo>
                    <a:pt x="161734" y="172498"/>
                    <a:pt x="164782" y="172498"/>
                    <a:pt x="166307" y="172498"/>
                  </a:cubicBezTo>
                  <a:cubicBezTo>
                    <a:pt x="167830" y="172498"/>
                    <a:pt x="167830" y="172498"/>
                    <a:pt x="169354" y="172498"/>
                  </a:cubicBezTo>
                  <a:cubicBezTo>
                    <a:pt x="169354" y="174022"/>
                    <a:pt x="170878" y="174022"/>
                    <a:pt x="170878" y="175546"/>
                  </a:cubicBezTo>
                  <a:cubicBezTo>
                    <a:pt x="170878" y="175546"/>
                    <a:pt x="172402" y="177070"/>
                    <a:pt x="172402" y="180118"/>
                  </a:cubicBezTo>
                  <a:cubicBezTo>
                    <a:pt x="172402" y="181642"/>
                    <a:pt x="172402" y="183166"/>
                    <a:pt x="172402" y="186214"/>
                  </a:cubicBezTo>
                  <a:cubicBezTo>
                    <a:pt x="172402" y="187738"/>
                    <a:pt x="172402" y="189262"/>
                    <a:pt x="172402" y="190786"/>
                  </a:cubicBezTo>
                  <a:cubicBezTo>
                    <a:pt x="172402" y="192310"/>
                    <a:pt x="172402" y="193834"/>
                    <a:pt x="170878" y="195358"/>
                  </a:cubicBezTo>
                  <a:cubicBezTo>
                    <a:pt x="170878" y="195358"/>
                    <a:pt x="170878" y="196882"/>
                    <a:pt x="170878" y="198406"/>
                  </a:cubicBezTo>
                  <a:cubicBezTo>
                    <a:pt x="169354" y="198406"/>
                    <a:pt x="169354" y="199930"/>
                    <a:pt x="167830" y="199930"/>
                  </a:cubicBezTo>
                  <a:cubicBezTo>
                    <a:pt x="167830" y="201454"/>
                    <a:pt x="164782" y="202978"/>
                    <a:pt x="161734" y="204502"/>
                  </a:cubicBezTo>
                  <a:cubicBezTo>
                    <a:pt x="157163" y="206026"/>
                    <a:pt x="152590" y="207550"/>
                    <a:pt x="146494" y="209074"/>
                  </a:cubicBezTo>
                  <a:cubicBezTo>
                    <a:pt x="140398" y="210598"/>
                    <a:pt x="132778" y="212122"/>
                    <a:pt x="123634" y="213646"/>
                  </a:cubicBezTo>
                  <a:cubicBezTo>
                    <a:pt x="116014" y="215170"/>
                    <a:pt x="106870" y="216694"/>
                    <a:pt x="97631" y="216694"/>
                  </a:cubicBezTo>
                  <a:cubicBezTo>
                    <a:pt x="82391" y="216694"/>
                    <a:pt x="67151" y="213646"/>
                    <a:pt x="54959" y="209074"/>
                  </a:cubicBezTo>
                  <a:cubicBezTo>
                    <a:pt x="42767" y="204502"/>
                    <a:pt x="33623" y="198406"/>
                    <a:pt x="24479" y="189262"/>
                  </a:cubicBezTo>
                  <a:cubicBezTo>
                    <a:pt x="16764" y="180118"/>
                    <a:pt x="10668" y="169450"/>
                    <a:pt x="6096" y="155639"/>
                  </a:cubicBezTo>
                  <a:cubicBezTo>
                    <a:pt x="1524" y="141923"/>
                    <a:pt x="0" y="126683"/>
                    <a:pt x="0" y="108395"/>
                  </a:cubicBezTo>
                  <a:cubicBezTo>
                    <a:pt x="0" y="91630"/>
                    <a:pt x="1524" y="76295"/>
                    <a:pt x="6096" y="64103"/>
                  </a:cubicBezTo>
                  <a:cubicBezTo>
                    <a:pt x="10668" y="50387"/>
                    <a:pt x="16764" y="38195"/>
                    <a:pt x="24479" y="29051"/>
                  </a:cubicBezTo>
                  <a:cubicBezTo>
                    <a:pt x="33623" y="19907"/>
                    <a:pt x="42767" y="12192"/>
                    <a:pt x="54959" y="7620"/>
                  </a:cubicBezTo>
                  <a:cubicBezTo>
                    <a:pt x="67151" y="3048"/>
                    <a:pt x="79343" y="0"/>
                    <a:pt x="94583" y="0"/>
                  </a:cubicBezTo>
                  <a:cubicBezTo>
                    <a:pt x="109918" y="0"/>
                    <a:pt x="122110" y="1524"/>
                    <a:pt x="132778" y="7620"/>
                  </a:cubicBezTo>
                  <a:cubicBezTo>
                    <a:pt x="144970" y="12192"/>
                    <a:pt x="152590" y="18288"/>
                    <a:pt x="160210" y="27527"/>
                  </a:cubicBezTo>
                  <a:cubicBezTo>
                    <a:pt x="167830" y="35147"/>
                    <a:pt x="172402" y="45815"/>
                    <a:pt x="175451" y="56483"/>
                  </a:cubicBezTo>
                  <a:cubicBezTo>
                    <a:pt x="178498" y="68675"/>
                    <a:pt x="180022" y="80867"/>
                    <a:pt x="180022" y="93155"/>
                  </a:cubicBezTo>
                  <a:lnTo>
                    <a:pt x="180022" y="99251"/>
                  </a:lnTo>
                  <a:close/>
                  <a:moveTo>
                    <a:pt x="144970" y="88583"/>
                  </a:moveTo>
                  <a:cubicBezTo>
                    <a:pt x="144970" y="70199"/>
                    <a:pt x="140398" y="54959"/>
                    <a:pt x="131254" y="44291"/>
                  </a:cubicBezTo>
                  <a:cubicBezTo>
                    <a:pt x="123634" y="33623"/>
                    <a:pt x="109918" y="27527"/>
                    <a:pt x="93059" y="27527"/>
                  </a:cubicBezTo>
                  <a:cubicBezTo>
                    <a:pt x="83915" y="27527"/>
                    <a:pt x="76295" y="29051"/>
                    <a:pt x="68675" y="33623"/>
                  </a:cubicBezTo>
                  <a:cubicBezTo>
                    <a:pt x="62579" y="36671"/>
                    <a:pt x="56483" y="41243"/>
                    <a:pt x="51911" y="45815"/>
                  </a:cubicBezTo>
                  <a:cubicBezTo>
                    <a:pt x="47339" y="51911"/>
                    <a:pt x="44291" y="58007"/>
                    <a:pt x="41243" y="65627"/>
                  </a:cubicBezTo>
                  <a:cubicBezTo>
                    <a:pt x="39719" y="73247"/>
                    <a:pt x="38195" y="80867"/>
                    <a:pt x="38195" y="88583"/>
                  </a:cubicBezTo>
                  <a:lnTo>
                    <a:pt x="144970" y="8858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08" name="Path508"/>
            <p:cNvSpPr/>
            <p:nvPr/>
          </p:nvSpPr>
          <p:spPr>
            <a:xfrm>
              <a:off x="4274915" y="1988534"/>
              <a:ext cx="35052" cy="306705"/>
            </a:xfrm>
            <a:custGeom>
              <a:avLst/>
              <a:gdLst/>
              <a:ahLst/>
              <a:cxnLst/>
              <a:rect l="l" t="t" r="r" b="b"/>
              <a:pathLst>
                <a:path w="35052" h="306705">
                  <a:moveTo>
                    <a:pt x="35052" y="299085"/>
                  </a:moveTo>
                  <a:cubicBezTo>
                    <a:pt x="35052" y="300609"/>
                    <a:pt x="35052" y="302133"/>
                    <a:pt x="35052" y="302133"/>
                  </a:cubicBezTo>
                  <a:cubicBezTo>
                    <a:pt x="33528" y="303657"/>
                    <a:pt x="33528" y="303657"/>
                    <a:pt x="32004" y="305181"/>
                  </a:cubicBezTo>
                  <a:cubicBezTo>
                    <a:pt x="30480" y="305181"/>
                    <a:pt x="28956" y="305181"/>
                    <a:pt x="25908" y="306705"/>
                  </a:cubicBezTo>
                  <a:cubicBezTo>
                    <a:pt x="24384" y="306705"/>
                    <a:pt x="21336" y="306705"/>
                    <a:pt x="16764" y="306705"/>
                  </a:cubicBezTo>
                  <a:cubicBezTo>
                    <a:pt x="13716" y="306705"/>
                    <a:pt x="10668" y="306705"/>
                    <a:pt x="9144" y="306705"/>
                  </a:cubicBezTo>
                  <a:cubicBezTo>
                    <a:pt x="6096" y="305181"/>
                    <a:pt x="4572" y="305181"/>
                    <a:pt x="3048" y="305181"/>
                  </a:cubicBezTo>
                  <a:cubicBezTo>
                    <a:pt x="1524" y="303657"/>
                    <a:pt x="0" y="303657"/>
                    <a:pt x="0" y="302133"/>
                  </a:cubicBezTo>
                  <a:cubicBezTo>
                    <a:pt x="0" y="302133"/>
                    <a:pt x="0" y="300609"/>
                    <a:pt x="0" y="299085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0" y="4572"/>
                  </a:cubicBezTo>
                  <a:cubicBezTo>
                    <a:pt x="0" y="3048"/>
                    <a:pt x="1524" y="3048"/>
                    <a:pt x="3048" y="1524"/>
                  </a:cubicBezTo>
                  <a:cubicBezTo>
                    <a:pt x="4572" y="1524"/>
                    <a:pt x="6096" y="1524"/>
                    <a:pt x="9144" y="1524"/>
                  </a:cubicBezTo>
                  <a:cubicBezTo>
                    <a:pt x="10668" y="0"/>
                    <a:pt x="13716" y="0"/>
                    <a:pt x="16764" y="0"/>
                  </a:cubicBezTo>
                  <a:cubicBezTo>
                    <a:pt x="21336" y="0"/>
                    <a:pt x="24384" y="0"/>
                    <a:pt x="25908" y="1524"/>
                  </a:cubicBezTo>
                  <a:cubicBezTo>
                    <a:pt x="28956" y="1524"/>
                    <a:pt x="30480" y="1524"/>
                    <a:pt x="32004" y="1524"/>
                  </a:cubicBezTo>
                  <a:cubicBezTo>
                    <a:pt x="33528" y="3048"/>
                    <a:pt x="33528" y="3048"/>
                    <a:pt x="35052" y="4572"/>
                  </a:cubicBezTo>
                  <a:cubicBezTo>
                    <a:pt x="35052" y="4572"/>
                    <a:pt x="35052" y="6096"/>
                    <a:pt x="35052" y="7620"/>
                  </a:cubicBezTo>
                  <a:lnTo>
                    <a:pt x="35052" y="2990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509" name="Group509"/>
          <p:cNvGrpSpPr/>
          <p:nvPr/>
        </p:nvGrpSpPr>
        <p:grpSpPr>
          <a:xfrm>
            <a:off x="4377214" y="1988534"/>
            <a:ext cx="968692" cy="384525"/>
            <a:chOff x="4377214" y="1988534"/>
            <a:chExt cx="968692" cy="384525"/>
          </a:xfrm>
        </p:grpSpPr>
        <p:sp>
          <p:nvSpPr>
            <p:cNvPr id="510" name="Path510"/>
            <p:cNvSpPr/>
            <p:nvPr/>
          </p:nvSpPr>
          <p:spPr>
            <a:xfrm>
              <a:off x="4377214" y="1988534"/>
              <a:ext cx="36576" cy="306705"/>
            </a:xfrm>
            <a:custGeom>
              <a:avLst/>
              <a:gdLst/>
              <a:ahLst/>
              <a:cxnLst/>
              <a:rect l="l" t="t" r="r" b="b"/>
              <a:pathLst>
                <a:path w="36576" h="306705">
                  <a:moveTo>
                    <a:pt x="36576" y="299085"/>
                  </a:moveTo>
                  <a:cubicBezTo>
                    <a:pt x="36576" y="300609"/>
                    <a:pt x="36576" y="302133"/>
                    <a:pt x="35052" y="302133"/>
                  </a:cubicBezTo>
                  <a:cubicBezTo>
                    <a:pt x="35052" y="303657"/>
                    <a:pt x="33528" y="303657"/>
                    <a:pt x="32004" y="305181"/>
                  </a:cubicBezTo>
                  <a:cubicBezTo>
                    <a:pt x="30480" y="305181"/>
                    <a:pt x="28956" y="305181"/>
                    <a:pt x="27432" y="306705"/>
                  </a:cubicBezTo>
                  <a:cubicBezTo>
                    <a:pt x="24384" y="306705"/>
                    <a:pt x="21336" y="306705"/>
                    <a:pt x="18288" y="306705"/>
                  </a:cubicBezTo>
                  <a:cubicBezTo>
                    <a:pt x="15240" y="306705"/>
                    <a:pt x="12192" y="306705"/>
                    <a:pt x="9144" y="306705"/>
                  </a:cubicBezTo>
                  <a:cubicBezTo>
                    <a:pt x="7620" y="305181"/>
                    <a:pt x="4572" y="305181"/>
                    <a:pt x="3048" y="305181"/>
                  </a:cubicBezTo>
                  <a:cubicBezTo>
                    <a:pt x="3048" y="303657"/>
                    <a:pt x="1524" y="303657"/>
                    <a:pt x="1524" y="302133"/>
                  </a:cubicBezTo>
                  <a:cubicBezTo>
                    <a:pt x="0" y="302133"/>
                    <a:pt x="0" y="300609"/>
                    <a:pt x="0" y="299085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1524" y="4572"/>
                  </a:cubicBezTo>
                  <a:cubicBezTo>
                    <a:pt x="1524" y="3048"/>
                    <a:pt x="3048" y="3048"/>
                    <a:pt x="3048" y="1524"/>
                  </a:cubicBezTo>
                  <a:cubicBezTo>
                    <a:pt x="4572" y="1524"/>
                    <a:pt x="7620" y="1524"/>
                    <a:pt x="9144" y="1524"/>
                  </a:cubicBezTo>
                  <a:cubicBezTo>
                    <a:pt x="12192" y="0"/>
                    <a:pt x="15240" y="0"/>
                    <a:pt x="18288" y="0"/>
                  </a:cubicBezTo>
                  <a:cubicBezTo>
                    <a:pt x="21336" y="0"/>
                    <a:pt x="24384" y="0"/>
                    <a:pt x="27432" y="1524"/>
                  </a:cubicBezTo>
                  <a:cubicBezTo>
                    <a:pt x="28956" y="1524"/>
                    <a:pt x="30480" y="1524"/>
                    <a:pt x="32004" y="1524"/>
                  </a:cubicBezTo>
                  <a:cubicBezTo>
                    <a:pt x="33528" y="3048"/>
                    <a:pt x="35052" y="3048"/>
                    <a:pt x="35052" y="4572"/>
                  </a:cubicBezTo>
                  <a:cubicBezTo>
                    <a:pt x="36576" y="4572"/>
                    <a:pt x="36576" y="6096"/>
                    <a:pt x="36576" y="7620"/>
                  </a:cubicBezTo>
                  <a:lnTo>
                    <a:pt x="36576" y="2990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11" name="Path511"/>
            <p:cNvSpPr/>
            <p:nvPr/>
          </p:nvSpPr>
          <p:spPr>
            <a:xfrm>
              <a:off x="4476274" y="2003774"/>
              <a:ext cx="44291" cy="291465"/>
            </a:xfrm>
            <a:custGeom>
              <a:avLst/>
              <a:gdLst/>
              <a:ahLst/>
              <a:cxnLst/>
              <a:rect l="l" t="t" r="r" b="b"/>
              <a:pathLst>
                <a:path w="44291" h="291465">
                  <a:moveTo>
                    <a:pt x="39719" y="283845"/>
                  </a:moveTo>
                  <a:cubicBezTo>
                    <a:pt x="39719" y="285369"/>
                    <a:pt x="39719" y="286893"/>
                    <a:pt x="39719" y="286893"/>
                  </a:cubicBezTo>
                  <a:cubicBezTo>
                    <a:pt x="38195" y="288417"/>
                    <a:pt x="38195" y="288417"/>
                    <a:pt x="36671" y="289941"/>
                  </a:cubicBezTo>
                  <a:cubicBezTo>
                    <a:pt x="35147" y="289941"/>
                    <a:pt x="33623" y="289941"/>
                    <a:pt x="30575" y="291465"/>
                  </a:cubicBezTo>
                  <a:cubicBezTo>
                    <a:pt x="29051" y="291465"/>
                    <a:pt x="26003" y="291465"/>
                    <a:pt x="21431" y="291465"/>
                  </a:cubicBezTo>
                  <a:cubicBezTo>
                    <a:pt x="18383" y="291465"/>
                    <a:pt x="15240" y="291465"/>
                    <a:pt x="13716" y="291465"/>
                  </a:cubicBezTo>
                  <a:cubicBezTo>
                    <a:pt x="10668" y="289941"/>
                    <a:pt x="9144" y="289941"/>
                    <a:pt x="7620" y="289941"/>
                  </a:cubicBezTo>
                  <a:cubicBezTo>
                    <a:pt x="6096" y="288417"/>
                    <a:pt x="4572" y="288417"/>
                    <a:pt x="4572" y="286893"/>
                  </a:cubicBezTo>
                  <a:cubicBezTo>
                    <a:pt x="4572" y="286893"/>
                    <a:pt x="4572" y="285369"/>
                    <a:pt x="4572" y="283845"/>
                  </a:cubicBezTo>
                  <a:lnTo>
                    <a:pt x="4572" y="86963"/>
                  </a:lnTo>
                  <a:cubicBezTo>
                    <a:pt x="4572" y="86963"/>
                    <a:pt x="4572" y="85439"/>
                    <a:pt x="4572" y="83915"/>
                  </a:cubicBezTo>
                  <a:cubicBezTo>
                    <a:pt x="4572" y="83915"/>
                    <a:pt x="6096" y="82391"/>
                    <a:pt x="7620" y="82391"/>
                  </a:cubicBezTo>
                  <a:cubicBezTo>
                    <a:pt x="9144" y="82391"/>
                    <a:pt x="10668" y="80867"/>
                    <a:pt x="13716" y="80867"/>
                  </a:cubicBezTo>
                  <a:cubicBezTo>
                    <a:pt x="15240" y="80867"/>
                    <a:pt x="18383" y="80867"/>
                    <a:pt x="21431" y="80867"/>
                  </a:cubicBezTo>
                  <a:cubicBezTo>
                    <a:pt x="26003" y="80867"/>
                    <a:pt x="29051" y="80867"/>
                    <a:pt x="30575" y="80867"/>
                  </a:cubicBezTo>
                  <a:cubicBezTo>
                    <a:pt x="33623" y="80867"/>
                    <a:pt x="35147" y="82391"/>
                    <a:pt x="36671" y="82391"/>
                  </a:cubicBezTo>
                  <a:cubicBezTo>
                    <a:pt x="38195" y="82391"/>
                    <a:pt x="38195" y="83915"/>
                    <a:pt x="39719" y="83915"/>
                  </a:cubicBezTo>
                  <a:cubicBezTo>
                    <a:pt x="39719" y="85439"/>
                    <a:pt x="39719" y="86963"/>
                    <a:pt x="39719" y="86963"/>
                  </a:cubicBezTo>
                  <a:lnTo>
                    <a:pt x="39719" y="283845"/>
                  </a:lnTo>
                  <a:close/>
                  <a:moveTo>
                    <a:pt x="44291" y="21336"/>
                  </a:moveTo>
                  <a:cubicBezTo>
                    <a:pt x="44291" y="29051"/>
                    <a:pt x="42767" y="35147"/>
                    <a:pt x="39719" y="38195"/>
                  </a:cubicBezTo>
                  <a:cubicBezTo>
                    <a:pt x="36671" y="41243"/>
                    <a:pt x="30575" y="42767"/>
                    <a:pt x="21431" y="42767"/>
                  </a:cubicBezTo>
                  <a:cubicBezTo>
                    <a:pt x="13716" y="42767"/>
                    <a:pt x="7620" y="41243"/>
                    <a:pt x="4572" y="38195"/>
                  </a:cubicBezTo>
                  <a:cubicBezTo>
                    <a:pt x="1524" y="35147"/>
                    <a:pt x="0" y="29051"/>
                    <a:pt x="0" y="21336"/>
                  </a:cubicBezTo>
                  <a:cubicBezTo>
                    <a:pt x="0" y="13716"/>
                    <a:pt x="1524" y="7620"/>
                    <a:pt x="4572" y="4572"/>
                  </a:cubicBezTo>
                  <a:cubicBezTo>
                    <a:pt x="7620" y="1524"/>
                    <a:pt x="13716" y="0"/>
                    <a:pt x="22955" y="0"/>
                  </a:cubicBezTo>
                  <a:cubicBezTo>
                    <a:pt x="30575" y="0"/>
                    <a:pt x="36671" y="1524"/>
                    <a:pt x="39719" y="4572"/>
                  </a:cubicBezTo>
                  <a:cubicBezTo>
                    <a:pt x="42767" y="7620"/>
                    <a:pt x="44291" y="12192"/>
                    <a:pt x="44291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12" name="Path512"/>
            <p:cNvSpPr/>
            <p:nvPr/>
          </p:nvSpPr>
          <p:spPr>
            <a:xfrm>
              <a:off x="4560189" y="2081594"/>
              <a:ext cx="186118" cy="291465"/>
            </a:xfrm>
            <a:custGeom>
              <a:avLst/>
              <a:gdLst/>
              <a:ahLst/>
              <a:cxnLst/>
              <a:rect l="l" t="t" r="r" b="b"/>
              <a:pathLst>
                <a:path w="186118" h="291465">
                  <a:moveTo>
                    <a:pt x="186118" y="18288"/>
                  </a:moveTo>
                  <a:cubicBezTo>
                    <a:pt x="186118" y="24479"/>
                    <a:pt x="184595" y="27527"/>
                    <a:pt x="183071" y="29051"/>
                  </a:cubicBezTo>
                  <a:cubicBezTo>
                    <a:pt x="183071" y="32099"/>
                    <a:pt x="180022" y="33623"/>
                    <a:pt x="178498" y="33623"/>
                  </a:cubicBezTo>
                  <a:lnTo>
                    <a:pt x="149542" y="33623"/>
                  </a:lnTo>
                  <a:cubicBezTo>
                    <a:pt x="155639" y="38195"/>
                    <a:pt x="158686" y="44291"/>
                    <a:pt x="160210" y="50387"/>
                  </a:cubicBezTo>
                  <a:cubicBezTo>
                    <a:pt x="163259" y="56483"/>
                    <a:pt x="164783" y="64103"/>
                    <a:pt x="164783" y="70199"/>
                  </a:cubicBezTo>
                  <a:cubicBezTo>
                    <a:pt x="164783" y="82391"/>
                    <a:pt x="161734" y="91630"/>
                    <a:pt x="158686" y="100774"/>
                  </a:cubicBezTo>
                  <a:cubicBezTo>
                    <a:pt x="155639" y="109918"/>
                    <a:pt x="149542" y="116015"/>
                    <a:pt x="143447" y="122111"/>
                  </a:cubicBezTo>
                  <a:cubicBezTo>
                    <a:pt x="135827" y="128207"/>
                    <a:pt x="128207" y="132779"/>
                    <a:pt x="119063" y="137351"/>
                  </a:cubicBezTo>
                  <a:cubicBezTo>
                    <a:pt x="109918" y="140399"/>
                    <a:pt x="99155" y="141923"/>
                    <a:pt x="86963" y="141923"/>
                  </a:cubicBezTo>
                  <a:cubicBezTo>
                    <a:pt x="79343" y="141923"/>
                    <a:pt x="71723" y="140399"/>
                    <a:pt x="64103" y="138874"/>
                  </a:cubicBezTo>
                  <a:cubicBezTo>
                    <a:pt x="58007" y="135827"/>
                    <a:pt x="51911" y="132779"/>
                    <a:pt x="47339" y="129730"/>
                  </a:cubicBezTo>
                  <a:cubicBezTo>
                    <a:pt x="45815" y="132779"/>
                    <a:pt x="42767" y="135827"/>
                    <a:pt x="41243" y="138874"/>
                  </a:cubicBezTo>
                  <a:cubicBezTo>
                    <a:pt x="39719" y="141923"/>
                    <a:pt x="39719" y="146495"/>
                    <a:pt x="39719" y="151067"/>
                  </a:cubicBezTo>
                  <a:cubicBezTo>
                    <a:pt x="39719" y="155639"/>
                    <a:pt x="41243" y="160306"/>
                    <a:pt x="45815" y="163354"/>
                  </a:cubicBezTo>
                  <a:cubicBezTo>
                    <a:pt x="50387" y="166402"/>
                    <a:pt x="58007" y="169450"/>
                    <a:pt x="65627" y="169450"/>
                  </a:cubicBezTo>
                  <a:lnTo>
                    <a:pt x="116015" y="170974"/>
                  </a:lnTo>
                  <a:cubicBezTo>
                    <a:pt x="126683" y="170974"/>
                    <a:pt x="135827" y="172498"/>
                    <a:pt x="143447" y="175546"/>
                  </a:cubicBezTo>
                  <a:cubicBezTo>
                    <a:pt x="151066" y="177070"/>
                    <a:pt x="158686" y="181642"/>
                    <a:pt x="164783" y="186214"/>
                  </a:cubicBezTo>
                  <a:cubicBezTo>
                    <a:pt x="170878" y="189262"/>
                    <a:pt x="175451" y="195358"/>
                    <a:pt x="178498" y="201454"/>
                  </a:cubicBezTo>
                  <a:cubicBezTo>
                    <a:pt x="181547" y="209074"/>
                    <a:pt x="183071" y="215170"/>
                    <a:pt x="183071" y="224314"/>
                  </a:cubicBezTo>
                  <a:cubicBezTo>
                    <a:pt x="183071" y="233553"/>
                    <a:pt x="181547" y="242697"/>
                    <a:pt x="178498" y="250317"/>
                  </a:cubicBezTo>
                  <a:cubicBezTo>
                    <a:pt x="173927" y="257937"/>
                    <a:pt x="167830" y="265557"/>
                    <a:pt x="160210" y="271653"/>
                  </a:cubicBezTo>
                  <a:cubicBezTo>
                    <a:pt x="152590" y="277749"/>
                    <a:pt x="143447" y="282321"/>
                    <a:pt x="131254" y="286893"/>
                  </a:cubicBezTo>
                  <a:cubicBezTo>
                    <a:pt x="119063" y="289941"/>
                    <a:pt x="103727" y="291465"/>
                    <a:pt x="88487" y="291465"/>
                  </a:cubicBezTo>
                  <a:cubicBezTo>
                    <a:pt x="71723" y="291465"/>
                    <a:pt x="58007" y="289941"/>
                    <a:pt x="47339" y="288417"/>
                  </a:cubicBezTo>
                  <a:cubicBezTo>
                    <a:pt x="36671" y="285369"/>
                    <a:pt x="27527" y="282321"/>
                    <a:pt x="19812" y="276225"/>
                  </a:cubicBezTo>
                  <a:cubicBezTo>
                    <a:pt x="12192" y="271653"/>
                    <a:pt x="7620" y="267081"/>
                    <a:pt x="4572" y="259461"/>
                  </a:cubicBezTo>
                  <a:cubicBezTo>
                    <a:pt x="1524" y="253365"/>
                    <a:pt x="0" y="247269"/>
                    <a:pt x="0" y="239649"/>
                  </a:cubicBezTo>
                  <a:cubicBezTo>
                    <a:pt x="0" y="233553"/>
                    <a:pt x="0" y="228981"/>
                    <a:pt x="1524" y="224314"/>
                  </a:cubicBezTo>
                  <a:cubicBezTo>
                    <a:pt x="3048" y="221266"/>
                    <a:pt x="4572" y="216694"/>
                    <a:pt x="6096" y="212122"/>
                  </a:cubicBezTo>
                  <a:cubicBezTo>
                    <a:pt x="9144" y="207550"/>
                    <a:pt x="12192" y="204502"/>
                    <a:pt x="15240" y="199930"/>
                  </a:cubicBezTo>
                  <a:cubicBezTo>
                    <a:pt x="18288" y="196882"/>
                    <a:pt x="22955" y="193834"/>
                    <a:pt x="27527" y="189262"/>
                  </a:cubicBezTo>
                  <a:cubicBezTo>
                    <a:pt x="21431" y="186214"/>
                    <a:pt x="15240" y="181642"/>
                    <a:pt x="12192" y="175546"/>
                  </a:cubicBezTo>
                  <a:cubicBezTo>
                    <a:pt x="9144" y="169450"/>
                    <a:pt x="7620" y="164878"/>
                    <a:pt x="7620" y="157258"/>
                  </a:cubicBezTo>
                  <a:cubicBezTo>
                    <a:pt x="7620" y="148018"/>
                    <a:pt x="9144" y="140399"/>
                    <a:pt x="12192" y="134302"/>
                  </a:cubicBezTo>
                  <a:cubicBezTo>
                    <a:pt x="15240" y="126683"/>
                    <a:pt x="19812" y="120586"/>
                    <a:pt x="26003" y="114490"/>
                  </a:cubicBezTo>
                  <a:cubicBezTo>
                    <a:pt x="21431" y="109918"/>
                    <a:pt x="18288" y="103823"/>
                    <a:pt x="15240" y="96202"/>
                  </a:cubicBezTo>
                  <a:cubicBezTo>
                    <a:pt x="12192" y="90107"/>
                    <a:pt x="10668" y="82391"/>
                    <a:pt x="10668" y="71723"/>
                  </a:cubicBezTo>
                  <a:cubicBezTo>
                    <a:pt x="10668" y="61055"/>
                    <a:pt x="13716" y="50387"/>
                    <a:pt x="16764" y="41243"/>
                  </a:cubicBezTo>
                  <a:cubicBezTo>
                    <a:pt x="21431" y="33623"/>
                    <a:pt x="26003" y="26003"/>
                    <a:pt x="32099" y="19907"/>
                  </a:cubicBezTo>
                  <a:cubicBezTo>
                    <a:pt x="39719" y="13716"/>
                    <a:pt x="47339" y="9144"/>
                    <a:pt x="56483" y="4572"/>
                  </a:cubicBezTo>
                  <a:cubicBezTo>
                    <a:pt x="65627" y="1524"/>
                    <a:pt x="76295" y="0"/>
                    <a:pt x="86963" y="0"/>
                  </a:cubicBezTo>
                  <a:cubicBezTo>
                    <a:pt x="93059" y="0"/>
                    <a:pt x="99155" y="0"/>
                    <a:pt x="103727" y="1524"/>
                  </a:cubicBezTo>
                  <a:cubicBezTo>
                    <a:pt x="109918" y="1524"/>
                    <a:pt x="114490" y="3048"/>
                    <a:pt x="119063" y="4572"/>
                  </a:cubicBezTo>
                  <a:lnTo>
                    <a:pt x="178498" y="4572"/>
                  </a:lnTo>
                  <a:cubicBezTo>
                    <a:pt x="181547" y="4572"/>
                    <a:pt x="183071" y="4572"/>
                    <a:pt x="184595" y="7620"/>
                  </a:cubicBezTo>
                  <a:cubicBezTo>
                    <a:pt x="184595" y="10668"/>
                    <a:pt x="186118" y="13716"/>
                    <a:pt x="186118" y="18288"/>
                  </a:cubicBezTo>
                  <a:close/>
                  <a:moveTo>
                    <a:pt x="129730" y="70199"/>
                  </a:moveTo>
                  <a:cubicBezTo>
                    <a:pt x="129730" y="56483"/>
                    <a:pt x="125159" y="47339"/>
                    <a:pt x="119063" y="39719"/>
                  </a:cubicBezTo>
                  <a:cubicBezTo>
                    <a:pt x="111442" y="32099"/>
                    <a:pt x="100679" y="27527"/>
                    <a:pt x="86963" y="27527"/>
                  </a:cubicBezTo>
                  <a:cubicBezTo>
                    <a:pt x="79343" y="27527"/>
                    <a:pt x="73247" y="29051"/>
                    <a:pt x="68675" y="32099"/>
                  </a:cubicBezTo>
                  <a:cubicBezTo>
                    <a:pt x="64103" y="33623"/>
                    <a:pt x="59531" y="36671"/>
                    <a:pt x="56483" y="41243"/>
                  </a:cubicBezTo>
                  <a:cubicBezTo>
                    <a:pt x="51911" y="44291"/>
                    <a:pt x="50387" y="50387"/>
                    <a:pt x="48863" y="54959"/>
                  </a:cubicBezTo>
                  <a:cubicBezTo>
                    <a:pt x="45815" y="61055"/>
                    <a:pt x="45815" y="65627"/>
                    <a:pt x="45815" y="71723"/>
                  </a:cubicBezTo>
                  <a:cubicBezTo>
                    <a:pt x="45815" y="85439"/>
                    <a:pt x="48863" y="94679"/>
                    <a:pt x="56483" y="102299"/>
                  </a:cubicBezTo>
                  <a:cubicBezTo>
                    <a:pt x="64103" y="109918"/>
                    <a:pt x="74771" y="112967"/>
                    <a:pt x="86963" y="112967"/>
                  </a:cubicBezTo>
                  <a:cubicBezTo>
                    <a:pt x="94583" y="112967"/>
                    <a:pt x="100679" y="112967"/>
                    <a:pt x="106775" y="109918"/>
                  </a:cubicBezTo>
                  <a:cubicBezTo>
                    <a:pt x="111442" y="108395"/>
                    <a:pt x="116015" y="105346"/>
                    <a:pt x="119063" y="100774"/>
                  </a:cubicBezTo>
                  <a:cubicBezTo>
                    <a:pt x="122110" y="96202"/>
                    <a:pt x="125159" y="91630"/>
                    <a:pt x="126683" y="86963"/>
                  </a:cubicBezTo>
                  <a:cubicBezTo>
                    <a:pt x="128207" y="82391"/>
                    <a:pt x="129730" y="76295"/>
                    <a:pt x="129730" y="70199"/>
                  </a:cubicBezTo>
                  <a:close/>
                  <a:moveTo>
                    <a:pt x="148018" y="225933"/>
                  </a:moveTo>
                  <a:cubicBezTo>
                    <a:pt x="148018" y="218218"/>
                    <a:pt x="144971" y="212122"/>
                    <a:pt x="137351" y="207550"/>
                  </a:cubicBezTo>
                  <a:cubicBezTo>
                    <a:pt x="129730" y="202978"/>
                    <a:pt x="120586" y="199930"/>
                    <a:pt x="109918" y="199930"/>
                  </a:cubicBezTo>
                  <a:lnTo>
                    <a:pt x="58007" y="198406"/>
                  </a:lnTo>
                  <a:cubicBezTo>
                    <a:pt x="53435" y="201454"/>
                    <a:pt x="50387" y="204502"/>
                    <a:pt x="47339" y="207550"/>
                  </a:cubicBezTo>
                  <a:cubicBezTo>
                    <a:pt x="44291" y="212122"/>
                    <a:pt x="41243" y="215170"/>
                    <a:pt x="39719" y="218218"/>
                  </a:cubicBezTo>
                  <a:cubicBezTo>
                    <a:pt x="38195" y="221266"/>
                    <a:pt x="36671" y="224314"/>
                    <a:pt x="36671" y="225933"/>
                  </a:cubicBezTo>
                  <a:cubicBezTo>
                    <a:pt x="35147" y="228981"/>
                    <a:pt x="35147" y="232029"/>
                    <a:pt x="35147" y="235077"/>
                  </a:cubicBezTo>
                  <a:cubicBezTo>
                    <a:pt x="35147" y="244221"/>
                    <a:pt x="39719" y="251841"/>
                    <a:pt x="48863" y="256413"/>
                  </a:cubicBezTo>
                  <a:cubicBezTo>
                    <a:pt x="59531" y="262509"/>
                    <a:pt x="71723" y="264033"/>
                    <a:pt x="90011" y="264033"/>
                  </a:cubicBezTo>
                  <a:cubicBezTo>
                    <a:pt x="100679" y="264033"/>
                    <a:pt x="109918" y="264033"/>
                    <a:pt x="117539" y="260985"/>
                  </a:cubicBezTo>
                  <a:cubicBezTo>
                    <a:pt x="125159" y="259461"/>
                    <a:pt x="129730" y="256413"/>
                    <a:pt x="134303" y="253365"/>
                  </a:cubicBezTo>
                  <a:cubicBezTo>
                    <a:pt x="138874" y="248793"/>
                    <a:pt x="143447" y="245745"/>
                    <a:pt x="144971" y="241173"/>
                  </a:cubicBezTo>
                  <a:cubicBezTo>
                    <a:pt x="146495" y="236601"/>
                    <a:pt x="148018" y="232029"/>
                    <a:pt x="148018" y="22593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13" name="Path513"/>
            <p:cNvSpPr/>
            <p:nvPr/>
          </p:nvSpPr>
          <p:spPr>
            <a:xfrm>
              <a:off x="4776883" y="2081594"/>
              <a:ext cx="180022" cy="216693"/>
            </a:xfrm>
            <a:custGeom>
              <a:avLst/>
              <a:gdLst/>
              <a:ahLst/>
              <a:cxnLst/>
              <a:rect l="l" t="t" r="r" b="b"/>
              <a:pathLst>
                <a:path w="180022" h="216693">
                  <a:moveTo>
                    <a:pt x="180022" y="99251"/>
                  </a:moveTo>
                  <a:cubicBezTo>
                    <a:pt x="180022" y="105346"/>
                    <a:pt x="178498" y="109918"/>
                    <a:pt x="176974" y="111443"/>
                  </a:cubicBezTo>
                  <a:cubicBezTo>
                    <a:pt x="173926" y="114490"/>
                    <a:pt x="170878" y="116015"/>
                    <a:pt x="166307" y="116015"/>
                  </a:cubicBezTo>
                  <a:lnTo>
                    <a:pt x="38100" y="116015"/>
                  </a:lnTo>
                  <a:cubicBezTo>
                    <a:pt x="38100" y="126683"/>
                    <a:pt x="38100" y="135827"/>
                    <a:pt x="41148" y="144971"/>
                  </a:cubicBezTo>
                  <a:cubicBezTo>
                    <a:pt x="42672" y="154115"/>
                    <a:pt x="47244" y="161830"/>
                    <a:pt x="51816" y="167926"/>
                  </a:cubicBezTo>
                  <a:cubicBezTo>
                    <a:pt x="56388" y="174022"/>
                    <a:pt x="64008" y="178594"/>
                    <a:pt x="71723" y="181642"/>
                  </a:cubicBezTo>
                  <a:cubicBezTo>
                    <a:pt x="79343" y="184690"/>
                    <a:pt x="90011" y="186214"/>
                    <a:pt x="102203" y="186214"/>
                  </a:cubicBezTo>
                  <a:cubicBezTo>
                    <a:pt x="111347" y="186214"/>
                    <a:pt x="118967" y="186214"/>
                    <a:pt x="126587" y="184690"/>
                  </a:cubicBezTo>
                  <a:cubicBezTo>
                    <a:pt x="134207" y="183166"/>
                    <a:pt x="140303" y="181642"/>
                    <a:pt x="144875" y="180118"/>
                  </a:cubicBezTo>
                  <a:cubicBezTo>
                    <a:pt x="150971" y="177070"/>
                    <a:pt x="155638" y="175546"/>
                    <a:pt x="158686" y="174022"/>
                  </a:cubicBezTo>
                  <a:cubicBezTo>
                    <a:pt x="161734" y="172498"/>
                    <a:pt x="164782" y="172498"/>
                    <a:pt x="166307" y="172498"/>
                  </a:cubicBezTo>
                  <a:cubicBezTo>
                    <a:pt x="167830" y="172498"/>
                    <a:pt x="167830" y="172498"/>
                    <a:pt x="169354" y="172498"/>
                  </a:cubicBezTo>
                  <a:cubicBezTo>
                    <a:pt x="169354" y="174022"/>
                    <a:pt x="170878" y="174022"/>
                    <a:pt x="170878" y="175546"/>
                  </a:cubicBezTo>
                  <a:cubicBezTo>
                    <a:pt x="170878" y="175546"/>
                    <a:pt x="172402" y="177070"/>
                    <a:pt x="172402" y="180118"/>
                  </a:cubicBezTo>
                  <a:cubicBezTo>
                    <a:pt x="172402" y="181642"/>
                    <a:pt x="172402" y="183166"/>
                    <a:pt x="172402" y="186214"/>
                  </a:cubicBezTo>
                  <a:cubicBezTo>
                    <a:pt x="172402" y="187738"/>
                    <a:pt x="172402" y="189262"/>
                    <a:pt x="172402" y="190786"/>
                  </a:cubicBezTo>
                  <a:cubicBezTo>
                    <a:pt x="172402" y="192310"/>
                    <a:pt x="172402" y="193834"/>
                    <a:pt x="170878" y="195358"/>
                  </a:cubicBezTo>
                  <a:cubicBezTo>
                    <a:pt x="170878" y="195358"/>
                    <a:pt x="170878" y="196882"/>
                    <a:pt x="170878" y="198406"/>
                  </a:cubicBezTo>
                  <a:cubicBezTo>
                    <a:pt x="169354" y="198406"/>
                    <a:pt x="169354" y="199930"/>
                    <a:pt x="167830" y="199930"/>
                  </a:cubicBezTo>
                  <a:cubicBezTo>
                    <a:pt x="167830" y="201454"/>
                    <a:pt x="164782" y="202978"/>
                    <a:pt x="161734" y="204502"/>
                  </a:cubicBezTo>
                  <a:cubicBezTo>
                    <a:pt x="157163" y="206026"/>
                    <a:pt x="152590" y="207550"/>
                    <a:pt x="146399" y="209074"/>
                  </a:cubicBezTo>
                  <a:cubicBezTo>
                    <a:pt x="140303" y="210598"/>
                    <a:pt x="132683" y="212122"/>
                    <a:pt x="123539" y="213646"/>
                  </a:cubicBezTo>
                  <a:cubicBezTo>
                    <a:pt x="115919" y="215170"/>
                    <a:pt x="106775" y="216694"/>
                    <a:pt x="97631" y="216694"/>
                  </a:cubicBezTo>
                  <a:cubicBezTo>
                    <a:pt x="82391" y="216694"/>
                    <a:pt x="67151" y="213646"/>
                    <a:pt x="54864" y="209074"/>
                  </a:cubicBezTo>
                  <a:cubicBezTo>
                    <a:pt x="42672" y="204502"/>
                    <a:pt x="33528" y="198406"/>
                    <a:pt x="24384" y="189262"/>
                  </a:cubicBezTo>
                  <a:cubicBezTo>
                    <a:pt x="16764" y="180118"/>
                    <a:pt x="10668" y="169450"/>
                    <a:pt x="6096" y="155639"/>
                  </a:cubicBezTo>
                  <a:cubicBezTo>
                    <a:pt x="1524" y="141923"/>
                    <a:pt x="0" y="126683"/>
                    <a:pt x="0" y="108395"/>
                  </a:cubicBezTo>
                  <a:cubicBezTo>
                    <a:pt x="0" y="91630"/>
                    <a:pt x="1524" y="76295"/>
                    <a:pt x="6096" y="64103"/>
                  </a:cubicBezTo>
                  <a:cubicBezTo>
                    <a:pt x="10668" y="50387"/>
                    <a:pt x="16764" y="38195"/>
                    <a:pt x="24384" y="29051"/>
                  </a:cubicBezTo>
                  <a:cubicBezTo>
                    <a:pt x="33528" y="19907"/>
                    <a:pt x="42672" y="12192"/>
                    <a:pt x="54864" y="7620"/>
                  </a:cubicBezTo>
                  <a:cubicBezTo>
                    <a:pt x="67151" y="3048"/>
                    <a:pt x="79343" y="0"/>
                    <a:pt x="94583" y="0"/>
                  </a:cubicBezTo>
                  <a:cubicBezTo>
                    <a:pt x="109823" y="0"/>
                    <a:pt x="122015" y="1524"/>
                    <a:pt x="134207" y="7620"/>
                  </a:cubicBezTo>
                  <a:cubicBezTo>
                    <a:pt x="144875" y="12192"/>
                    <a:pt x="152590" y="18288"/>
                    <a:pt x="160210" y="27527"/>
                  </a:cubicBezTo>
                  <a:cubicBezTo>
                    <a:pt x="167830" y="35147"/>
                    <a:pt x="172402" y="45815"/>
                    <a:pt x="175451" y="56483"/>
                  </a:cubicBezTo>
                  <a:cubicBezTo>
                    <a:pt x="178498" y="68675"/>
                    <a:pt x="180022" y="80867"/>
                    <a:pt x="180022" y="93155"/>
                  </a:cubicBezTo>
                  <a:lnTo>
                    <a:pt x="180022" y="99251"/>
                  </a:lnTo>
                  <a:close/>
                  <a:moveTo>
                    <a:pt x="144875" y="88583"/>
                  </a:moveTo>
                  <a:cubicBezTo>
                    <a:pt x="144875" y="70199"/>
                    <a:pt x="140303" y="54959"/>
                    <a:pt x="131159" y="44291"/>
                  </a:cubicBezTo>
                  <a:cubicBezTo>
                    <a:pt x="123539" y="33623"/>
                    <a:pt x="109823" y="27527"/>
                    <a:pt x="93059" y="27527"/>
                  </a:cubicBezTo>
                  <a:cubicBezTo>
                    <a:pt x="83915" y="27527"/>
                    <a:pt x="76295" y="29051"/>
                    <a:pt x="68675" y="33623"/>
                  </a:cubicBezTo>
                  <a:cubicBezTo>
                    <a:pt x="62484" y="36671"/>
                    <a:pt x="56388" y="41243"/>
                    <a:pt x="51816" y="45815"/>
                  </a:cubicBezTo>
                  <a:cubicBezTo>
                    <a:pt x="47244" y="51911"/>
                    <a:pt x="44196" y="58007"/>
                    <a:pt x="41148" y="65627"/>
                  </a:cubicBezTo>
                  <a:cubicBezTo>
                    <a:pt x="39624" y="73247"/>
                    <a:pt x="38100" y="80867"/>
                    <a:pt x="38100" y="88583"/>
                  </a:cubicBezTo>
                  <a:lnTo>
                    <a:pt x="144875" y="8858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14" name="Path514"/>
            <p:cNvSpPr/>
            <p:nvPr/>
          </p:nvSpPr>
          <p:spPr>
            <a:xfrm>
              <a:off x="5013293" y="2081594"/>
              <a:ext cx="169354" cy="213645"/>
            </a:xfrm>
            <a:custGeom>
              <a:avLst/>
              <a:gdLst/>
              <a:ahLst/>
              <a:cxnLst/>
              <a:rect l="l" t="t" r="r" b="b"/>
              <a:pathLst>
                <a:path w="169354" h="213645">
                  <a:moveTo>
                    <a:pt x="169354" y="206026"/>
                  </a:moveTo>
                  <a:cubicBezTo>
                    <a:pt x="169354" y="207550"/>
                    <a:pt x="169354" y="209074"/>
                    <a:pt x="167830" y="209074"/>
                  </a:cubicBezTo>
                  <a:cubicBezTo>
                    <a:pt x="167830" y="210598"/>
                    <a:pt x="166307" y="210598"/>
                    <a:pt x="164783" y="212122"/>
                  </a:cubicBezTo>
                  <a:cubicBezTo>
                    <a:pt x="163258" y="212122"/>
                    <a:pt x="161734" y="212122"/>
                    <a:pt x="160210" y="213646"/>
                  </a:cubicBezTo>
                  <a:cubicBezTo>
                    <a:pt x="157163" y="213646"/>
                    <a:pt x="154114" y="213646"/>
                    <a:pt x="151066" y="213646"/>
                  </a:cubicBezTo>
                  <a:cubicBezTo>
                    <a:pt x="148018" y="213646"/>
                    <a:pt x="144970" y="213646"/>
                    <a:pt x="141922" y="213646"/>
                  </a:cubicBezTo>
                  <a:cubicBezTo>
                    <a:pt x="140398" y="212122"/>
                    <a:pt x="137351" y="212122"/>
                    <a:pt x="135826" y="212122"/>
                  </a:cubicBezTo>
                  <a:cubicBezTo>
                    <a:pt x="135826" y="210598"/>
                    <a:pt x="134302" y="210598"/>
                    <a:pt x="134302" y="209074"/>
                  </a:cubicBezTo>
                  <a:cubicBezTo>
                    <a:pt x="132778" y="209074"/>
                    <a:pt x="132778" y="207550"/>
                    <a:pt x="132778" y="206026"/>
                  </a:cubicBezTo>
                  <a:lnTo>
                    <a:pt x="132778" y="91630"/>
                  </a:lnTo>
                  <a:cubicBezTo>
                    <a:pt x="132778" y="80867"/>
                    <a:pt x="131254" y="71723"/>
                    <a:pt x="129730" y="64103"/>
                  </a:cubicBezTo>
                  <a:cubicBezTo>
                    <a:pt x="128207" y="58007"/>
                    <a:pt x="126683" y="51911"/>
                    <a:pt x="122110" y="45815"/>
                  </a:cubicBezTo>
                  <a:cubicBezTo>
                    <a:pt x="119063" y="41243"/>
                    <a:pt x="114490" y="38195"/>
                    <a:pt x="109918" y="35147"/>
                  </a:cubicBezTo>
                  <a:cubicBezTo>
                    <a:pt x="103822" y="32099"/>
                    <a:pt x="97726" y="30575"/>
                    <a:pt x="91630" y="30575"/>
                  </a:cubicBezTo>
                  <a:cubicBezTo>
                    <a:pt x="82391" y="30575"/>
                    <a:pt x="73247" y="33623"/>
                    <a:pt x="64103" y="41243"/>
                  </a:cubicBezTo>
                  <a:cubicBezTo>
                    <a:pt x="54959" y="47339"/>
                    <a:pt x="45815" y="56483"/>
                    <a:pt x="35147" y="68675"/>
                  </a:cubicBezTo>
                  <a:lnTo>
                    <a:pt x="35147" y="206026"/>
                  </a:lnTo>
                  <a:cubicBezTo>
                    <a:pt x="35147" y="207550"/>
                    <a:pt x="35147" y="209074"/>
                    <a:pt x="35147" y="209074"/>
                  </a:cubicBezTo>
                  <a:cubicBezTo>
                    <a:pt x="33623" y="210598"/>
                    <a:pt x="33623" y="210598"/>
                    <a:pt x="32099" y="212122"/>
                  </a:cubicBezTo>
                  <a:cubicBezTo>
                    <a:pt x="30575" y="212122"/>
                    <a:pt x="29051" y="212122"/>
                    <a:pt x="26003" y="213646"/>
                  </a:cubicBezTo>
                  <a:cubicBezTo>
                    <a:pt x="24479" y="213646"/>
                    <a:pt x="21431" y="213646"/>
                    <a:pt x="16859" y="213646"/>
                  </a:cubicBezTo>
                  <a:cubicBezTo>
                    <a:pt x="13811" y="213646"/>
                    <a:pt x="10763" y="213646"/>
                    <a:pt x="9239" y="213646"/>
                  </a:cubicBezTo>
                  <a:cubicBezTo>
                    <a:pt x="6191" y="212122"/>
                    <a:pt x="4667" y="212122"/>
                    <a:pt x="3048" y="212122"/>
                  </a:cubicBezTo>
                  <a:cubicBezTo>
                    <a:pt x="1524" y="210598"/>
                    <a:pt x="0" y="210598"/>
                    <a:pt x="0" y="209074"/>
                  </a:cubicBezTo>
                  <a:cubicBezTo>
                    <a:pt x="0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0" y="6096"/>
                  </a:cubicBezTo>
                  <a:cubicBezTo>
                    <a:pt x="0" y="6096"/>
                    <a:pt x="1524" y="4572"/>
                    <a:pt x="3048" y="4572"/>
                  </a:cubicBezTo>
                  <a:cubicBezTo>
                    <a:pt x="4667" y="4572"/>
                    <a:pt x="6191" y="3048"/>
                    <a:pt x="7715" y="3048"/>
                  </a:cubicBezTo>
                  <a:cubicBezTo>
                    <a:pt x="9239" y="3048"/>
                    <a:pt x="12287" y="3048"/>
                    <a:pt x="15335" y="3048"/>
                  </a:cubicBezTo>
                  <a:cubicBezTo>
                    <a:pt x="18383" y="3048"/>
                    <a:pt x="21431" y="3048"/>
                    <a:pt x="24479" y="3048"/>
                  </a:cubicBezTo>
                  <a:cubicBezTo>
                    <a:pt x="26003" y="3048"/>
                    <a:pt x="27527" y="4572"/>
                    <a:pt x="29051" y="4572"/>
                  </a:cubicBezTo>
                  <a:cubicBezTo>
                    <a:pt x="29051" y="4572"/>
                    <a:pt x="30575" y="6096"/>
                    <a:pt x="30575" y="6096"/>
                  </a:cubicBezTo>
                  <a:cubicBezTo>
                    <a:pt x="32099" y="7620"/>
                    <a:pt x="32099" y="9144"/>
                    <a:pt x="32099" y="9144"/>
                  </a:cubicBezTo>
                  <a:lnTo>
                    <a:pt x="32099" y="35147"/>
                  </a:lnTo>
                  <a:cubicBezTo>
                    <a:pt x="42767" y="22955"/>
                    <a:pt x="53435" y="13716"/>
                    <a:pt x="65627" y="9144"/>
                  </a:cubicBezTo>
                  <a:cubicBezTo>
                    <a:pt x="76295" y="3048"/>
                    <a:pt x="86963" y="0"/>
                    <a:pt x="99251" y="0"/>
                  </a:cubicBezTo>
                  <a:cubicBezTo>
                    <a:pt x="111442" y="0"/>
                    <a:pt x="122110" y="1524"/>
                    <a:pt x="131254" y="6096"/>
                  </a:cubicBezTo>
                  <a:cubicBezTo>
                    <a:pt x="140398" y="10668"/>
                    <a:pt x="148018" y="16764"/>
                    <a:pt x="152590" y="24479"/>
                  </a:cubicBezTo>
                  <a:cubicBezTo>
                    <a:pt x="158686" y="32099"/>
                    <a:pt x="163258" y="39719"/>
                    <a:pt x="164783" y="50387"/>
                  </a:cubicBezTo>
                  <a:cubicBezTo>
                    <a:pt x="167830" y="61055"/>
                    <a:pt x="169354" y="71723"/>
                    <a:pt x="169354" y="86963"/>
                  </a:cubicBezTo>
                  <a:lnTo>
                    <a:pt x="169354" y="2060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15" name="Path515"/>
            <p:cNvSpPr/>
            <p:nvPr/>
          </p:nvSpPr>
          <p:spPr>
            <a:xfrm>
              <a:off x="5217795" y="2031206"/>
              <a:ext cx="128111" cy="265557"/>
            </a:xfrm>
            <a:custGeom>
              <a:avLst/>
              <a:gdLst/>
              <a:ahLst/>
              <a:cxnLst/>
              <a:rect l="l" t="t" r="r" b="b"/>
              <a:pathLst>
                <a:path w="128111" h="265557">
                  <a:moveTo>
                    <a:pt x="128111" y="242697"/>
                  </a:moveTo>
                  <a:cubicBezTo>
                    <a:pt x="128111" y="247269"/>
                    <a:pt x="128111" y="250317"/>
                    <a:pt x="128111" y="253365"/>
                  </a:cubicBezTo>
                  <a:cubicBezTo>
                    <a:pt x="128111" y="254889"/>
                    <a:pt x="126587" y="256413"/>
                    <a:pt x="125063" y="257937"/>
                  </a:cubicBezTo>
                  <a:cubicBezTo>
                    <a:pt x="123539" y="259461"/>
                    <a:pt x="122015" y="260985"/>
                    <a:pt x="120491" y="260985"/>
                  </a:cubicBezTo>
                  <a:cubicBezTo>
                    <a:pt x="117443" y="262509"/>
                    <a:pt x="115919" y="262509"/>
                    <a:pt x="112871" y="264033"/>
                  </a:cubicBezTo>
                  <a:cubicBezTo>
                    <a:pt x="109823" y="264033"/>
                    <a:pt x="106775" y="265557"/>
                    <a:pt x="102203" y="265557"/>
                  </a:cubicBezTo>
                  <a:cubicBezTo>
                    <a:pt x="99155" y="265557"/>
                    <a:pt x="96107" y="265557"/>
                    <a:pt x="93059" y="265557"/>
                  </a:cubicBezTo>
                  <a:cubicBezTo>
                    <a:pt x="82391" y="265557"/>
                    <a:pt x="73247" y="265557"/>
                    <a:pt x="65627" y="262509"/>
                  </a:cubicBezTo>
                  <a:cubicBezTo>
                    <a:pt x="59436" y="259461"/>
                    <a:pt x="53340" y="254889"/>
                    <a:pt x="48768" y="250317"/>
                  </a:cubicBezTo>
                  <a:cubicBezTo>
                    <a:pt x="44196" y="244221"/>
                    <a:pt x="39624" y="238125"/>
                    <a:pt x="38100" y="228981"/>
                  </a:cubicBezTo>
                  <a:cubicBezTo>
                    <a:pt x="36576" y="221361"/>
                    <a:pt x="35052" y="210693"/>
                    <a:pt x="35052" y="199930"/>
                  </a:cubicBezTo>
                  <a:lnTo>
                    <a:pt x="35052" y="84010"/>
                  </a:lnTo>
                  <a:lnTo>
                    <a:pt x="7620" y="84010"/>
                  </a:lnTo>
                  <a:cubicBezTo>
                    <a:pt x="4572" y="84010"/>
                    <a:pt x="3048" y="84010"/>
                    <a:pt x="1524" y="80962"/>
                  </a:cubicBezTo>
                  <a:cubicBezTo>
                    <a:pt x="1524" y="77914"/>
                    <a:pt x="0" y="74866"/>
                    <a:pt x="0" y="68675"/>
                  </a:cubicBezTo>
                  <a:cubicBezTo>
                    <a:pt x="0" y="67151"/>
                    <a:pt x="0" y="64103"/>
                    <a:pt x="1524" y="62579"/>
                  </a:cubicBezTo>
                  <a:cubicBezTo>
                    <a:pt x="1524" y="61055"/>
                    <a:pt x="1524" y="59531"/>
                    <a:pt x="1524" y="58007"/>
                  </a:cubicBezTo>
                  <a:cubicBezTo>
                    <a:pt x="3048" y="56483"/>
                    <a:pt x="3048" y="54959"/>
                    <a:pt x="4572" y="54959"/>
                  </a:cubicBezTo>
                  <a:cubicBezTo>
                    <a:pt x="6096" y="54959"/>
                    <a:pt x="6096" y="54959"/>
                    <a:pt x="7620" y="54959"/>
                  </a:cubicBezTo>
                  <a:lnTo>
                    <a:pt x="35052" y="54959"/>
                  </a:lnTo>
                  <a:lnTo>
                    <a:pt x="35052" y="7715"/>
                  </a:lnTo>
                  <a:cubicBezTo>
                    <a:pt x="35052" y="6191"/>
                    <a:pt x="35052" y="6191"/>
                    <a:pt x="35052" y="4667"/>
                  </a:cubicBezTo>
                  <a:cubicBezTo>
                    <a:pt x="36576" y="3143"/>
                    <a:pt x="36576" y="3143"/>
                    <a:pt x="38100" y="3143"/>
                  </a:cubicBezTo>
                  <a:cubicBezTo>
                    <a:pt x="39624" y="1619"/>
                    <a:pt x="41148" y="1619"/>
                    <a:pt x="44196" y="1619"/>
                  </a:cubicBezTo>
                  <a:cubicBezTo>
                    <a:pt x="47244" y="0"/>
                    <a:pt x="48768" y="0"/>
                    <a:pt x="53340" y="0"/>
                  </a:cubicBezTo>
                  <a:cubicBezTo>
                    <a:pt x="56388" y="0"/>
                    <a:pt x="59436" y="0"/>
                    <a:pt x="62579" y="1619"/>
                  </a:cubicBezTo>
                  <a:cubicBezTo>
                    <a:pt x="64103" y="1619"/>
                    <a:pt x="65627" y="1619"/>
                    <a:pt x="67151" y="3143"/>
                  </a:cubicBezTo>
                  <a:cubicBezTo>
                    <a:pt x="68675" y="3143"/>
                    <a:pt x="70199" y="3143"/>
                    <a:pt x="70199" y="4667"/>
                  </a:cubicBezTo>
                  <a:cubicBezTo>
                    <a:pt x="70199" y="6191"/>
                    <a:pt x="71723" y="6191"/>
                    <a:pt x="71723" y="7715"/>
                  </a:cubicBezTo>
                  <a:lnTo>
                    <a:pt x="71723" y="54959"/>
                  </a:lnTo>
                  <a:lnTo>
                    <a:pt x="122015" y="54959"/>
                  </a:lnTo>
                  <a:cubicBezTo>
                    <a:pt x="122015" y="54959"/>
                    <a:pt x="123539" y="54959"/>
                    <a:pt x="125063" y="54959"/>
                  </a:cubicBezTo>
                  <a:cubicBezTo>
                    <a:pt x="125063" y="54959"/>
                    <a:pt x="126587" y="56483"/>
                    <a:pt x="126587" y="58007"/>
                  </a:cubicBezTo>
                  <a:cubicBezTo>
                    <a:pt x="128111" y="59531"/>
                    <a:pt x="128111" y="61055"/>
                    <a:pt x="128111" y="62579"/>
                  </a:cubicBezTo>
                  <a:cubicBezTo>
                    <a:pt x="128111" y="64103"/>
                    <a:pt x="128111" y="67151"/>
                    <a:pt x="128111" y="68675"/>
                  </a:cubicBezTo>
                  <a:cubicBezTo>
                    <a:pt x="128111" y="74866"/>
                    <a:pt x="128111" y="77914"/>
                    <a:pt x="126587" y="80962"/>
                  </a:cubicBezTo>
                  <a:cubicBezTo>
                    <a:pt x="125063" y="82486"/>
                    <a:pt x="123539" y="84010"/>
                    <a:pt x="122015" y="84010"/>
                  </a:cubicBezTo>
                  <a:lnTo>
                    <a:pt x="71723" y="84010"/>
                  </a:lnTo>
                  <a:lnTo>
                    <a:pt x="71723" y="193834"/>
                  </a:lnTo>
                  <a:cubicBezTo>
                    <a:pt x="71723" y="207645"/>
                    <a:pt x="73247" y="218313"/>
                    <a:pt x="77819" y="224409"/>
                  </a:cubicBezTo>
                  <a:cubicBezTo>
                    <a:pt x="80867" y="232029"/>
                    <a:pt x="88487" y="235077"/>
                    <a:pt x="99155" y="235077"/>
                  </a:cubicBezTo>
                  <a:cubicBezTo>
                    <a:pt x="102203" y="235077"/>
                    <a:pt x="105251" y="235077"/>
                    <a:pt x="108299" y="235077"/>
                  </a:cubicBezTo>
                  <a:cubicBezTo>
                    <a:pt x="109823" y="233553"/>
                    <a:pt x="112871" y="233553"/>
                    <a:pt x="114395" y="232029"/>
                  </a:cubicBezTo>
                  <a:cubicBezTo>
                    <a:pt x="115919" y="232029"/>
                    <a:pt x="118967" y="230505"/>
                    <a:pt x="120491" y="230505"/>
                  </a:cubicBezTo>
                  <a:cubicBezTo>
                    <a:pt x="122015" y="228981"/>
                    <a:pt x="122015" y="228981"/>
                    <a:pt x="123539" y="228981"/>
                  </a:cubicBezTo>
                  <a:cubicBezTo>
                    <a:pt x="125063" y="228981"/>
                    <a:pt x="125063" y="228981"/>
                    <a:pt x="126587" y="230505"/>
                  </a:cubicBezTo>
                  <a:cubicBezTo>
                    <a:pt x="126587" y="230505"/>
                    <a:pt x="126587" y="230505"/>
                    <a:pt x="128111" y="232029"/>
                  </a:cubicBezTo>
                  <a:cubicBezTo>
                    <a:pt x="128111" y="233553"/>
                    <a:pt x="128111" y="233553"/>
                    <a:pt x="128111" y="236601"/>
                  </a:cubicBezTo>
                  <a:cubicBezTo>
                    <a:pt x="128111" y="238125"/>
                    <a:pt x="128111" y="239649"/>
                    <a:pt x="128111" y="242697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516" name="Group516"/>
          <p:cNvGrpSpPr/>
          <p:nvPr/>
        </p:nvGrpSpPr>
        <p:grpSpPr>
          <a:xfrm>
            <a:off x="5496972" y="1988534"/>
            <a:ext cx="1037464" cy="309753"/>
            <a:chOff x="5496972" y="1988534"/>
            <a:chExt cx="1037464" cy="309753"/>
          </a:xfrm>
        </p:grpSpPr>
        <p:sp>
          <p:nvSpPr>
            <p:cNvPr id="517" name="Path517"/>
            <p:cNvSpPr/>
            <p:nvPr/>
          </p:nvSpPr>
          <p:spPr>
            <a:xfrm>
              <a:off x="5496972" y="2081594"/>
              <a:ext cx="292894" cy="213645"/>
            </a:xfrm>
            <a:custGeom>
              <a:avLst/>
              <a:gdLst/>
              <a:ahLst/>
              <a:cxnLst/>
              <a:rect l="l" t="t" r="r" b="b"/>
              <a:pathLst>
                <a:path w="292894" h="213645">
                  <a:moveTo>
                    <a:pt x="292894" y="206026"/>
                  </a:moveTo>
                  <a:cubicBezTo>
                    <a:pt x="292894" y="207550"/>
                    <a:pt x="292894" y="209074"/>
                    <a:pt x="291370" y="209074"/>
                  </a:cubicBezTo>
                  <a:cubicBezTo>
                    <a:pt x="291370" y="210598"/>
                    <a:pt x="289846" y="210598"/>
                    <a:pt x="288322" y="212122"/>
                  </a:cubicBezTo>
                  <a:cubicBezTo>
                    <a:pt x="286798" y="212122"/>
                    <a:pt x="285274" y="212122"/>
                    <a:pt x="283750" y="213646"/>
                  </a:cubicBezTo>
                  <a:cubicBezTo>
                    <a:pt x="280702" y="213646"/>
                    <a:pt x="277654" y="213646"/>
                    <a:pt x="274606" y="213646"/>
                  </a:cubicBezTo>
                  <a:cubicBezTo>
                    <a:pt x="271558" y="213646"/>
                    <a:pt x="268510" y="213646"/>
                    <a:pt x="265462" y="213646"/>
                  </a:cubicBezTo>
                  <a:cubicBezTo>
                    <a:pt x="263938" y="212122"/>
                    <a:pt x="260890" y="212122"/>
                    <a:pt x="259366" y="212122"/>
                  </a:cubicBezTo>
                  <a:cubicBezTo>
                    <a:pt x="259366" y="210598"/>
                    <a:pt x="257842" y="210598"/>
                    <a:pt x="257842" y="209074"/>
                  </a:cubicBezTo>
                  <a:cubicBezTo>
                    <a:pt x="256318" y="209074"/>
                    <a:pt x="256318" y="207550"/>
                    <a:pt x="256318" y="206026"/>
                  </a:cubicBezTo>
                  <a:lnTo>
                    <a:pt x="256318" y="86963"/>
                  </a:lnTo>
                  <a:cubicBezTo>
                    <a:pt x="256318" y="79343"/>
                    <a:pt x="256318" y="71723"/>
                    <a:pt x="254794" y="64103"/>
                  </a:cubicBezTo>
                  <a:cubicBezTo>
                    <a:pt x="253270" y="58007"/>
                    <a:pt x="250222" y="51911"/>
                    <a:pt x="247174" y="45815"/>
                  </a:cubicBezTo>
                  <a:cubicBezTo>
                    <a:pt x="244126" y="41243"/>
                    <a:pt x="239554" y="38195"/>
                    <a:pt x="234982" y="35147"/>
                  </a:cubicBezTo>
                  <a:cubicBezTo>
                    <a:pt x="230410" y="32099"/>
                    <a:pt x="224314" y="30575"/>
                    <a:pt x="216598" y="30575"/>
                  </a:cubicBezTo>
                  <a:cubicBezTo>
                    <a:pt x="208978" y="30575"/>
                    <a:pt x="201359" y="33623"/>
                    <a:pt x="192215" y="41243"/>
                  </a:cubicBezTo>
                  <a:cubicBezTo>
                    <a:pt x="184595" y="47339"/>
                    <a:pt x="173927" y="56483"/>
                    <a:pt x="164783" y="68675"/>
                  </a:cubicBezTo>
                  <a:lnTo>
                    <a:pt x="164783" y="206026"/>
                  </a:lnTo>
                  <a:cubicBezTo>
                    <a:pt x="164783" y="207550"/>
                    <a:pt x="164783" y="209074"/>
                    <a:pt x="163259" y="209074"/>
                  </a:cubicBezTo>
                  <a:cubicBezTo>
                    <a:pt x="163259" y="210598"/>
                    <a:pt x="161734" y="210598"/>
                    <a:pt x="160210" y="212122"/>
                  </a:cubicBezTo>
                  <a:cubicBezTo>
                    <a:pt x="160210" y="212122"/>
                    <a:pt x="157163" y="212122"/>
                    <a:pt x="155639" y="213646"/>
                  </a:cubicBezTo>
                  <a:cubicBezTo>
                    <a:pt x="152591" y="213646"/>
                    <a:pt x="149542" y="213646"/>
                    <a:pt x="146495" y="213646"/>
                  </a:cubicBezTo>
                  <a:cubicBezTo>
                    <a:pt x="143447" y="213646"/>
                    <a:pt x="140398" y="213646"/>
                    <a:pt x="137351" y="213646"/>
                  </a:cubicBezTo>
                  <a:cubicBezTo>
                    <a:pt x="135827" y="212122"/>
                    <a:pt x="134303" y="212122"/>
                    <a:pt x="132778" y="212122"/>
                  </a:cubicBezTo>
                  <a:cubicBezTo>
                    <a:pt x="131254" y="210598"/>
                    <a:pt x="129635" y="210598"/>
                    <a:pt x="129635" y="209074"/>
                  </a:cubicBezTo>
                  <a:cubicBezTo>
                    <a:pt x="128111" y="209074"/>
                    <a:pt x="128111" y="207550"/>
                    <a:pt x="128111" y="206026"/>
                  </a:cubicBezTo>
                  <a:lnTo>
                    <a:pt x="128111" y="86963"/>
                  </a:lnTo>
                  <a:cubicBezTo>
                    <a:pt x="128111" y="79343"/>
                    <a:pt x="128111" y="71723"/>
                    <a:pt x="126587" y="64103"/>
                  </a:cubicBezTo>
                  <a:cubicBezTo>
                    <a:pt x="125063" y="58007"/>
                    <a:pt x="122015" y="51911"/>
                    <a:pt x="118967" y="45815"/>
                  </a:cubicBezTo>
                  <a:cubicBezTo>
                    <a:pt x="115919" y="41243"/>
                    <a:pt x="111347" y="38195"/>
                    <a:pt x="106775" y="35147"/>
                  </a:cubicBezTo>
                  <a:cubicBezTo>
                    <a:pt x="102203" y="32099"/>
                    <a:pt x="96107" y="30575"/>
                    <a:pt x="90011" y="30575"/>
                  </a:cubicBezTo>
                  <a:cubicBezTo>
                    <a:pt x="80867" y="30575"/>
                    <a:pt x="73247" y="33623"/>
                    <a:pt x="64103" y="41243"/>
                  </a:cubicBezTo>
                  <a:cubicBezTo>
                    <a:pt x="56483" y="47339"/>
                    <a:pt x="47339" y="56483"/>
                    <a:pt x="36576" y="68675"/>
                  </a:cubicBezTo>
                  <a:lnTo>
                    <a:pt x="36576" y="206026"/>
                  </a:lnTo>
                  <a:cubicBezTo>
                    <a:pt x="36576" y="207550"/>
                    <a:pt x="36576" y="209074"/>
                    <a:pt x="35052" y="209074"/>
                  </a:cubicBezTo>
                  <a:cubicBezTo>
                    <a:pt x="35052" y="210598"/>
                    <a:pt x="33528" y="210598"/>
                    <a:pt x="33528" y="212122"/>
                  </a:cubicBezTo>
                  <a:cubicBezTo>
                    <a:pt x="32004" y="212122"/>
                    <a:pt x="30480" y="212122"/>
                    <a:pt x="27432" y="213646"/>
                  </a:cubicBezTo>
                  <a:cubicBezTo>
                    <a:pt x="24384" y="213646"/>
                    <a:pt x="22860" y="213646"/>
                    <a:pt x="18288" y="213646"/>
                  </a:cubicBezTo>
                  <a:cubicBezTo>
                    <a:pt x="15240" y="213646"/>
                    <a:pt x="12192" y="213646"/>
                    <a:pt x="9144" y="213646"/>
                  </a:cubicBezTo>
                  <a:cubicBezTo>
                    <a:pt x="7620" y="212122"/>
                    <a:pt x="6096" y="212122"/>
                    <a:pt x="4572" y="212122"/>
                  </a:cubicBezTo>
                  <a:cubicBezTo>
                    <a:pt x="3048" y="210598"/>
                    <a:pt x="1524" y="210598"/>
                    <a:pt x="1524" y="209074"/>
                  </a:cubicBezTo>
                  <a:cubicBezTo>
                    <a:pt x="1524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1524" y="6096"/>
                  </a:cubicBezTo>
                  <a:cubicBezTo>
                    <a:pt x="1524" y="6096"/>
                    <a:pt x="3048" y="4572"/>
                    <a:pt x="3048" y="4572"/>
                  </a:cubicBezTo>
                  <a:cubicBezTo>
                    <a:pt x="4572" y="4572"/>
                    <a:pt x="6096" y="3048"/>
                    <a:pt x="9144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860" y="3048"/>
                    <a:pt x="24384" y="3048"/>
                  </a:cubicBezTo>
                  <a:cubicBezTo>
                    <a:pt x="27432" y="3048"/>
                    <a:pt x="28956" y="4572"/>
                    <a:pt x="30480" y="4572"/>
                  </a:cubicBezTo>
                  <a:cubicBezTo>
                    <a:pt x="30480" y="4572"/>
                    <a:pt x="32004" y="6096"/>
                    <a:pt x="32004" y="6096"/>
                  </a:cubicBezTo>
                  <a:cubicBezTo>
                    <a:pt x="32004" y="7620"/>
                    <a:pt x="33528" y="9144"/>
                    <a:pt x="33528" y="9144"/>
                  </a:cubicBezTo>
                  <a:lnTo>
                    <a:pt x="33528" y="35147"/>
                  </a:lnTo>
                  <a:cubicBezTo>
                    <a:pt x="44291" y="22955"/>
                    <a:pt x="54959" y="13716"/>
                    <a:pt x="65627" y="9144"/>
                  </a:cubicBezTo>
                  <a:cubicBezTo>
                    <a:pt x="76295" y="3048"/>
                    <a:pt x="86963" y="0"/>
                    <a:pt x="97631" y="0"/>
                  </a:cubicBezTo>
                  <a:cubicBezTo>
                    <a:pt x="105251" y="0"/>
                    <a:pt x="112871" y="0"/>
                    <a:pt x="118967" y="3048"/>
                  </a:cubicBezTo>
                  <a:cubicBezTo>
                    <a:pt x="125063" y="4572"/>
                    <a:pt x="131254" y="7620"/>
                    <a:pt x="135827" y="10668"/>
                  </a:cubicBezTo>
                  <a:cubicBezTo>
                    <a:pt x="140398" y="13716"/>
                    <a:pt x="144971" y="18288"/>
                    <a:pt x="149542" y="22955"/>
                  </a:cubicBezTo>
                  <a:cubicBezTo>
                    <a:pt x="152591" y="27527"/>
                    <a:pt x="155639" y="33623"/>
                    <a:pt x="157163" y="38195"/>
                  </a:cubicBezTo>
                  <a:cubicBezTo>
                    <a:pt x="164783" y="32099"/>
                    <a:pt x="170878" y="26003"/>
                    <a:pt x="176974" y="21431"/>
                  </a:cubicBezTo>
                  <a:cubicBezTo>
                    <a:pt x="181547" y="15240"/>
                    <a:pt x="187642" y="12192"/>
                    <a:pt x="193739" y="9144"/>
                  </a:cubicBezTo>
                  <a:cubicBezTo>
                    <a:pt x="198310" y="6096"/>
                    <a:pt x="204407" y="3048"/>
                    <a:pt x="208978" y="1524"/>
                  </a:cubicBezTo>
                  <a:cubicBezTo>
                    <a:pt x="215074" y="0"/>
                    <a:pt x="219742" y="0"/>
                    <a:pt x="224314" y="0"/>
                  </a:cubicBezTo>
                  <a:cubicBezTo>
                    <a:pt x="238030" y="0"/>
                    <a:pt x="248698" y="1524"/>
                    <a:pt x="256318" y="6096"/>
                  </a:cubicBezTo>
                  <a:cubicBezTo>
                    <a:pt x="265462" y="10668"/>
                    <a:pt x="273082" y="16764"/>
                    <a:pt x="277654" y="24479"/>
                  </a:cubicBezTo>
                  <a:cubicBezTo>
                    <a:pt x="283750" y="32099"/>
                    <a:pt x="286798" y="39719"/>
                    <a:pt x="289846" y="50387"/>
                  </a:cubicBezTo>
                  <a:cubicBezTo>
                    <a:pt x="291370" y="61055"/>
                    <a:pt x="292894" y="70199"/>
                    <a:pt x="292894" y="82391"/>
                  </a:cubicBezTo>
                  <a:lnTo>
                    <a:pt x="292894" y="2060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18" name="Path518"/>
            <p:cNvSpPr/>
            <p:nvPr/>
          </p:nvSpPr>
          <p:spPr>
            <a:xfrm>
              <a:off x="5841778" y="2081594"/>
              <a:ext cx="161734" cy="216693"/>
            </a:xfrm>
            <a:custGeom>
              <a:avLst/>
              <a:gdLst/>
              <a:ahLst/>
              <a:cxnLst/>
              <a:rect l="l" t="t" r="r" b="b"/>
              <a:pathLst>
                <a:path w="161734" h="216693">
                  <a:moveTo>
                    <a:pt x="161734" y="207550"/>
                  </a:moveTo>
                  <a:cubicBezTo>
                    <a:pt x="161734" y="209074"/>
                    <a:pt x="161734" y="210598"/>
                    <a:pt x="160210" y="210598"/>
                  </a:cubicBezTo>
                  <a:cubicBezTo>
                    <a:pt x="158686" y="212122"/>
                    <a:pt x="157163" y="212122"/>
                    <a:pt x="155638" y="212122"/>
                  </a:cubicBezTo>
                  <a:cubicBezTo>
                    <a:pt x="154114" y="213646"/>
                    <a:pt x="151066" y="213646"/>
                    <a:pt x="146494" y="213646"/>
                  </a:cubicBezTo>
                  <a:cubicBezTo>
                    <a:pt x="143446" y="213646"/>
                    <a:pt x="140398" y="213646"/>
                    <a:pt x="137350" y="212122"/>
                  </a:cubicBezTo>
                  <a:cubicBezTo>
                    <a:pt x="135826" y="212122"/>
                    <a:pt x="134207" y="212122"/>
                    <a:pt x="132683" y="210598"/>
                  </a:cubicBezTo>
                  <a:cubicBezTo>
                    <a:pt x="131159" y="210598"/>
                    <a:pt x="131159" y="209074"/>
                    <a:pt x="131159" y="207550"/>
                  </a:cubicBezTo>
                  <a:lnTo>
                    <a:pt x="131159" y="187738"/>
                  </a:lnTo>
                  <a:cubicBezTo>
                    <a:pt x="122015" y="196882"/>
                    <a:pt x="112871" y="202978"/>
                    <a:pt x="102203" y="209074"/>
                  </a:cubicBezTo>
                  <a:cubicBezTo>
                    <a:pt x="91535" y="213646"/>
                    <a:pt x="80867" y="216694"/>
                    <a:pt x="68675" y="216694"/>
                  </a:cubicBezTo>
                  <a:cubicBezTo>
                    <a:pt x="58007" y="216694"/>
                    <a:pt x="48863" y="215170"/>
                    <a:pt x="41148" y="212122"/>
                  </a:cubicBezTo>
                  <a:cubicBezTo>
                    <a:pt x="32004" y="209074"/>
                    <a:pt x="24384" y="206026"/>
                    <a:pt x="19812" y="199930"/>
                  </a:cubicBezTo>
                  <a:cubicBezTo>
                    <a:pt x="13716" y="195358"/>
                    <a:pt x="9144" y="189262"/>
                    <a:pt x="4572" y="181642"/>
                  </a:cubicBezTo>
                  <a:cubicBezTo>
                    <a:pt x="1524" y="174022"/>
                    <a:pt x="0" y="166402"/>
                    <a:pt x="0" y="155639"/>
                  </a:cubicBezTo>
                  <a:cubicBezTo>
                    <a:pt x="0" y="144970"/>
                    <a:pt x="3048" y="135826"/>
                    <a:pt x="7620" y="126683"/>
                  </a:cubicBezTo>
                  <a:cubicBezTo>
                    <a:pt x="12192" y="119063"/>
                    <a:pt x="18288" y="112967"/>
                    <a:pt x="25908" y="106870"/>
                  </a:cubicBezTo>
                  <a:cubicBezTo>
                    <a:pt x="35052" y="102298"/>
                    <a:pt x="45720" y="97726"/>
                    <a:pt x="58007" y="94679"/>
                  </a:cubicBezTo>
                  <a:cubicBezTo>
                    <a:pt x="70199" y="91630"/>
                    <a:pt x="83915" y="91630"/>
                    <a:pt x="99155" y="91630"/>
                  </a:cubicBezTo>
                  <a:lnTo>
                    <a:pt x="126587" y="91630"/>
                  </a:lnTo>
                  <a:lnTo>
                    <a:pt x="126587" y="74771"/>
                  </a:lnTo>
                  <a:cubicBezTo>
                    <a:pt x="126587" y="68675"/>
                    <a:pt x="125063" y="61055"/>
                    <a:pt x="123539" y="54959"/>
                  </a:cubicBezTo>
                  <a:cubicBezTo>
                    <a:pt x="122015" y="50387"/>
                    <a:pt x="118967" y="44291"/>
                    <a:pt x="115919" y="41243"/>
                  </a:cubicBezTo>
                  <a:cubicBezTo>
                    <a:pt x="112871" y="36671"/>
                    <a:pt x="108299" y="33623"/>
                    <a:pt x="102203" y="32099"/>
                  </a:cubicBezTo>
                  <a:cubicBezTo>
                    <a:pt x="96107" y="30575"/>
                    <a:pt x="90011" y="29051"/>
                    <a:pt x="80867" y="29051"/>
                  </a:cubicBezTo>
                  <a:cubicBezTo>
                    <a:pt x="71723" y="29051"/>
                    <a:pt x="64103" y="30575"/>
                    <a:pt x="56483" y="32099"/>
                  </a:cubicBezTo>
                  <a:cubicBezTo>
                    <a:pt x="50387" y="35147"/>
                    <a:pt x="44196" y="36671"/>
                    <a:pt x="38100" y="39719"/>
                  </a:cubicBezTo>
                  <a:cubicBezTo>
                    <a:pt x="33528" y="41243"/>
                    <a:pt x="28956" y="44291"/>
                    <a:pt x="25908" y="45815"/>
                  </a:cubicBezTo>
                  <a:cubicBezTo>
                    <a:pt x="21336" y="48863"/>
                    <a:pt x="18288" y="48863"/>
                    <a:pt x="16764" y="48863"/>
                  </a:cubicBezTo>
                  <a:cubicBezTo>
                    <a:pt x="16764" y="48863"/>
                    <a:pt x="15240" y="48863"/>
                    <a:pt x="13716" y="48863"/>
                  </a:cubicBezTo>
                  <a:cubicBezTo>
                    <a:pt x="13716" y="47339"/>
                    <a:pt x="12192" y="47339"/>
                    <a:pt x="12192" y="45815"/>
                  </a:cubicBezTo>
                  <a:cubicBezTo>
                    <a:pt x="10668" y="44291"/>
                    <a:pt x="10668" y="42767"/>
                    <a:pt x="10668" y="41243"/>
                  </a:cubicBezTo>
                  <a:cubicBezTo>
                    <a:pt x="10668" y="39719"/>
                    <a:pt x="10668" y="38195"/>
                    <a:pt x="10668" y="35147"/>
                  </a:cubicBezTo>
                  <a:cubicBezTo>
                    <a:pt x="10668" y="32099"/>
                    <a:pt x="10668" y="29051"/>
                    <a:pt x="10668" y="27527"/>
                  </a:cubicBezTo>
                  <a:cubicBezTo>
                    <a:pt x="10668" y="24479"/>
                    <a:pt x="12192" y="22955"/>
                    <a:pt x="13716" y="21431"/>
                  </a:cubicBezTo>
                  <a:cubicBezTo>
                    <a:pt x="16764" y="18288"/>
                    <a:pt x="19812" y="16764"/>
                    <a:pt x="24384" y="13716"/>
                  </a:cubicBezTo>
                  <a:cubicBezTo>
                    <a:pt x="28956" y="12192"/>
                    <a:pt x="35052" y="9144"/>
                    <a:pt x="41148" y="7620"/>
                  </a:cubicBezTo>
                  <a:cubicBezTo>
                    <a:pt x="47339" y="4572"/>
                    <a:pt x="54959" y="3048"/>
                    <a:pt x="62579" y="1524"/>
                  </a:cubicBezTo>
                  <a:cubicBezTo>
                    <a:pt x="68675" y="0"/>
                    <a:pt x="76295" y="0"/>
                    <a:pt x="83915" y="0"/>
                  </a:cubicBezTo>
                  <a:cubicBezTo>
                    <a:pt x="99155" y="0"/>
                    <a:pt x="109823" y="1524"/>
                    <a:pt x="120491" y="4572"/>
                  </a:cubicBezTo>
                  <a:cubicBezTo>
                    <a:pt x="129635" y="7620"/>
                    <a:pt x="138874" y="12192"/>
                    <a:pt x="144970" y="18288"/>
                  </a:cubicBezTo>
                  <a:cubicBezTo>
                    <a:pt x="151066" y="24479"/>
                    <a:pt x="155638" y="32099"/>
                    <a:pt x="157163" y="41243"/>
                  </a:cubicBezTo>
                  <a:cubicBezTo>
                    <a:pt x="160210" y="50387"/>
                    <a:pt x="161734" y="61055"/>
                    <a:pt x="161734" y="73247"/>
                  </a:cubicBezTo>
                  <a:lnTo>
                    <a:pt x="161734" y="207550"/>
                  </a:lnTo>
                  <a:close/>
                  <a:moveTo>
                    <a:pt x="126587" y="117539"/>
                  </a:moveTo>
                  <a:lnTo>
                    <a:pt x="94583" y="117539"/>
                  </a:lnTo>
                  <a:cubicBezTo>
                    <a:pt x="85439" y="117539"/>
                    <a:pt x="76295" y="117539"/>
                    <a:pt x="70199" y="119063"/>
                  </a:cubicBezTo>
                  <a:cubicBezTo>
                    <a:pt x="62579" y="120586"/>
                    <a:pt x="56483" y="123635"/>
                    <a:pt x="51911" y="126683"/>
                  </a:cubicBezTo>
                  <a:cubicBezTo>
                    <a:pt x="47339" y="129730"/>
                    <a:pt x="42672" y="134302"/>
                    <a:pt x="41148" y="138874"/>
                  </a:cubicBezTo>
                  <a:cubicBezTo>
                    <a:pt x="38100" y="143446"/>
                    <a:pt x="36576" y="148018"/>
                    <a:pt x="36576" y="154114"/>
                  </a:cubicBezTo>
                  <a:cubicBezTo>
                    <a:pt x="36576" y="164878"/>
                    <a:pt x="41148" y="172498"/>
                    <a:pt x="47339" y="178594"/>
                  </a:cubicBezTo>
                  <a:cubicBezTo>
                    <a:pt x="53435" y="184690"/>
                    <a:pt x="62579" y="187738"/>
                    <a:pt x="74771" y="187738"/>
                  </a:cubicBezTo>
                  <a:cubicBezTo>
                    <a:pt x="83915" y="187738"/>
                    <a:pt x="93059" y="186214"/>
                    <a:pt x="100679" y="180118"/>
                  </a:cubicBezTo>
                  <a:cubicBezTo>
                    <a:pt x="108299" y="175546"/>
                    <a:pt x="117443" y="169450"/>
                    <a:pt x="126587" y="158782"/>
                  </a:cubicBezTo>
                  <a:lnTo>
                    <a:pt x="126587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19" name="Path519"/>
            <p:cNvSpPr/>
            <p:nvPr/>
          </p:nvSpPr>
          <p:spPr>
            <a:xfrm>
              <a:off x="6056852" y="2081594"/>
              <a:ext cx="154115" cy="216693"/>
            </a:xfrm>
            <a:custGeom>
              <a:avLst/>
              <a:gdLst/>
              <a:ahLst/>
              <a:cxnLst/>
              <a:rect l="l" t="t" r="r" b="b"/>
              <a:pathLst>
                <a:path w="154115" h="216693">
                  <a:moveTo>
                    <a:pt x="154115" y="177070"/>
                  </a:moveTo>
                  <a:cubicBezTo>
                    <a:pt x="154115" y="178594"/>
                    <a:pt x="154115" y="181642"/>
                    <a:pt x="154115" y="183166"/>
                  </a:cubicBezTo>
                  <a:cubicBezTo>
                    <a:pt x="154115" y="184690"/>
                    <a:pt x="154115" y="186214"/>
                    <a:pt x="154115" y="187738"/>
                  </a:cubicBezTo>
                  <a:cubicBezTo>
                    <a:pt x="154115" y="189262"/>
                    <a:pt x="152591" y="189262"/>
                    <a:pt x="152591" y="190786"/>
                  </a:cubicBezTo>
                  <a:cubicBezTo>
                    <a:pt x="152591" y="192310"/>
                    <a:pt x="151067" y="193834"/>
                    <a:pt x="149543" y="195358"/>
                  </a:cubicBezTo>
                  <a:cubicBezTo>
                    <a:pt x="148018" y="196882"/>
                    <a:pt x="143447" y="199930"/>
                    <a:pt x="140399" y="201454"/>
                  </a:cubicBezTo>
                  <a:cubicBezTo>
                    <a:pt x="135827" y="204502"/>
                    <a:pt x="129730" y="207550"/>
                    <a:pt x="125159" y="209074"/>
                  </a:cubicBezTo>
                  <a:cubicBezTo>
                    <a:pt x="119063" y="210598"/>
                    <a:pt x="112967" y="213646"/>
                    <a:pt x="106871" y="213646"/>
                  </a:cubicBezTo>
                  <a:cubicBezTo>
                    <a:pt x="100774" y="215170"/>
                    <a:pt x="94679" y="216694"/>
                    <a:pt x="86963" y="216694"/>
                  </a:cubicBezTo>
                  <a:cubicBezTo>
                    <a:pt x="73247" y="216694"/>
                    <a:pt x="61055" y="213646"/>
                    <a:pt x="48863" y="209074"/>
                  </a:cubicBezTo>
                  <a:cubicBezTo>
                    <a:pt x="38195" y="204502"/>
                    <a:pt x="29051" y="198406"/>
                    <a:pt x="21431" y="189262"/>
                  </a:cubicBezTo>
                  <a:cubicBezTo>
                    <a:pt x="15335" y="180118"/>
                    <a:pt x="9239" y="169450"/>
                    <a:pt x="4572" y="155639"/>
                  </a:cubicBezTo>
                  <a:cubicBezTo>
                    <a:pt x="1524" y="143446"/>
                    <a:pt x="0" y="128207"/>
                    <a:pt x="0" y="109918"/>
                  </a:cubicBezTo>
                  <a:cubicBezTo>
                    <a:pt x="0" y="91631"/>
                    <a:pt x="1524" y="74771"/>
                    <a:pt x="6096" y="61055"/>
                  </a:cubicBezTo>
                  <a:cubicBezTo>
                    <a:pt x="10763" y="47339"/>
                    <a:pt x="18383" y="35147"/>
                    <a:pt x="26003" y="26003"/>
                  </a:cubicBezTo>
                  <a:cubicBezTo>
                    <a:pt x="33624" y="16764"/>
                    <a:pt x="44291" y="10668"/>
                    <a:pt x="54959" y="6096"/>
                  </a:cubicBezTo>
                  <a:cubicBezTo>
                    <a:pt x="65627" y="1524"/>
                    <a:pt x="77819" y="0"/>
                    <a:pt x="91536" y="0"/>
                  </a:cubicBezTo>
                  <a:cubicBezTo>
                    <a:pt x="97727" y="0"/>
                    <a:pt x="103823" y="0"/>
                    <a:pt x="109918" y="1524"/>
                  </a:cubicBezTo>
                  <a:cubicBezTo>
                    <a:pt x="116015" y="3048"/>
                    <a:pt x="120586" y="4572"/>
                    <a:pt x="126683" y="6096"/>
                  </a:cubicBezTo>
                  <a:cubicBezTo>
                    <a:pt x="131255" y="7620"/>
                    <a:pt x="135827" y="10668"/>
                    <a:pt x="138874" y="12192"/>
                  </a:cubicBezTo>
                  <a:cubicBezTo>
                    <a:pt x="143447" y="15240"/>
                    <a:pt x="146495" y="16764"/>
                    <a:pt x="148018" y="19907"/>
                  </a:cubicBezTo>
                  <a:cubicBezTo>
                    <a:pt x="149543" y="21431"/>
                    <a:pt x="151067" y="22955"/>
                    <a:pt x="151067" y="22955"/>
                  </a:cubicBezTo>
                  <a:cubicBezTo>
                    <a:pt x="152591" y="24479"/>
                    <a:pt x="152591" y="26003"/>
                    <a:pt x="152591" y="27527"/>
                  </a:cubicBezTo>
                  <a:cubicBezTo>
                    <a:pt x="152591" y="29051"/>
                    <a:pt x="154115" y="30575"/>
                    <a:pt x="154115" y="32099"/>
                  </a:cubicBezTo>
                  <a:cubicBezTo>
                    <a:pt x="154115" y="33623"/>
                    <a:pt x="154115" y="35147"/>
                    <a:pt x="154115" y="38195"/>
                  </a:cubicBezTo>
                  <a:cubicBezTo>
                    <a:pt x="154115" y="44291"/>
                    <a:pt x="152591" y="47339"/>
                    <a:pt x="152591" y="50387"/>
                  </a:cubicBezTo>
                  <a:cubicBezTo>
                    <a:pt x="151067" y="51911"/>
                    <a:pt x="149543" y="53435"/>
                    <a:pt x="146495" y="53435"/>
                  </a:cubicBezTo>
                  <a:cubicBezTo>
                    <a:pt x="144971" y="53435"/>
                    <a:pt x="141923" y="51911"/>
                    <a:pt x="138874" y="50387"/>
                  </a:cubicBezTo>
                  <a:cubicBezTo>
                    <a:pt x="137351" y="47339"/>
                    <a:pt x="132779" y="44291"/>
                    <a:pt x="128207" y="42767"/>
                  </a:cubicBezTo>
                  <a:cubicBezTo>
                    <a:pt x="125159" y="39719"/>
                    <a:pt x="119063" y="36671"/>
                    <a:pt x="112967" y="33623"/>
                  </a:cubicBezTo>
                  <a:cubicBezTo>
                    <a:pt x="106871" y="32099"/>
                    <a:pt x="99251" y="30575"/>
                    <a:pt x="91536" y="30575"/>
                  </a:cubicBezTo>
                  <a:cubicBezTo>
                    <a:pt x="73247" y="30575"/>
                    <a:pt x="61055" y="36671"/>
                    <a:pt x="50387" y="50387"/>
                  </a:cubicBezTo>
                  <a:cubicBezTo>
                    <a:pt x="41243" y="64103"/>
                    <a:pt x="36671" y="83915"/>
                    <a:pt x="36671" y="108395"/>
                  </a:cubicBezTo>
                  <a:cubicBezTo>
                    <a:pt x="36671" y="120587"/>
                    <a:pt x="38195" y="132779"/>
                    <a:pt x="41243" y="141923"/>
                  </a:cubicBezTo>
                  <a:cubicBezTo>
                    <a:pt x="42768" y="151067"/>
                    <a:pt x="47339" y="158782"/>
                    <a:pt x="51912" y="166402"/>
                  </a:cubicBezTo>
                  <a:cubicBezTo>
                    <a:pt x="56483" y="172498"/>
                    <a:pt x="61055" y="177070"/>
                    <a:pt x="68675" y="180118"/>
                  </a:cubicBezTo>
                  <a:cubicBezTo>
                    <a:pt x="74771" y="183166"/>
                    <a:pt x="82391" y="184690"/>
                    <a:pt x="91536" y="184690"/>
                  </a:cubicBezTo>
                  <a:cubicBezTo>
                    <a:pt x="100774" y="184690"/>
                    <a:pt x="106871" y="183166"/>
                    <a:pt x="112967" y="181642"/>
                  </a:cubicBezTo>
                  <a:cubicBezTo>
                    <a:pt x="120586" y="178594"/>
                    <a:pt x="125159" y="175546"/>
                    <a:pt x="129730" y="172498"/>
                  </a:cubicBezTo>
                  <a:cubicBezTo>
                    <a:pt x="134303" y="169450"/>
                    <a:pt x="138874" y="166402"/>
                    <a:pt x="141923" y="163354"/>
                  </a:cubicBezTo>
                  <a:cubicBezTo>
                    <a:pt x="144971" y="161830"/>
                    <a:pt x="146495" y="160306"/>
                    <a:pt x="149543" y="160306"/>
                  </a:cubicBezTo>
                  <a:cubicBezTo>
                    <a:pt x="149543" y="160306"/>
                    <a:pt x="151067" y="160306"/>
                    <a:pt x="151067" y="160306"/>
                  </a:cubicBezTo>
                  <a:cubicBezTo>
                    <a:pt x="152591" y="161830"/>
                    <a:pt x="152591" y="161830"/>
                    <a:pt x="154115" y="163354"/>
                  </a:cubicBezTo>
                  <a:cubicBezTo>
                    <a:pt x="154115" y="164878"/>
                    <a:pt x="154115" y="166402"/>
                    <a:pt x="154115" y="169450"/>
                  </a:cubicBezTo>
                  <a:cubicBezTo>
                    <a:pt x="154115" y="170974"/>
                    <a:pt x="154115" y="174022"/>
                    <a:pt x="154115" y="17707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20" name="Path520"/>
            <p:cNvSpPr/>
            <p:nvPr/>
          </p:nvSpPr>
          <p:spPr>
            <a:xfrm>
              <a:off x="6259830" y="1988534"/>
              <a:ext cx="169355" cy="306705"/>
            </a:xfrm>
            <a:custGeom>
              <a:avLst/>
              <a:gdLst/>
              <a:ahLst/>
              <a:cxnLst/>
              <a:rect l="l" t="t" r="r" b="b"/>
              <a:pathLst>
                <a:path w="169355" h="306705">
                  <a:moveTo>
                    <a:pt x="169354" y="299085"/>
                  </a:moveTo>
                  <a:cubicBezTo>
                    <a:pt x="169354" y="300609"/>
                    <a:pt x="169354" y="302133"/>
                    <a:pt x="167830" y="302133"/>
                  </a:cubicBezTo>
                  <a:cubicBezTo>
                    <a:pt x="167830" y="303657"/>
                    <a:pt x="166307" y="303657"/>
                    <a:pt x="166307" y="305181"/>
                  </a:cubicBezTo>
                  <a:cubicBezTo>
                    <a:pt x="164783" y="305181"/>
                    <a:pt x="163258" y="305181"/>
                    <a:pt x="160210" y="306705"/>
                  </a:cubicBezTo>
                  <a:cubicBezTo>
                    <a:pt x="158686" y="306705"/>
                    <a:pt x="155639" y="306705"/>
                    <a:pt x="150971" y="306705"/>
                  </a:cubicBezTo>
                  <a:cubicBezTo>
                    <a:pt x="147923" y="306705"/>
                    <a:pt x="144875" y="306705"/>
                    <a:pt x="141827" y="306705"/>
                  </a:cubicBezTo>
                  <a:cubicBezTo>
                    <a:pt x="140303" y="305181"/>
                    <a:pt x="138779" y="305181"/>
                    <a:pt x="137255" y="305181"/>
                  </a:cubicBezTo>
                  <a:cubicBezTo>
                    <a:pt x="135731" y="303657"/>
                    <a:pt x="134207" y="303657"/>
                    <a:pt x="134207" y="302133"/>
                  </a:cubicBezTo>
                  <a:cubicBezTo>
                    <a:pt x="134207" y="302133"/>
                    <a:pt x="132683" y="300609"/>
                    <a:pt x="132683" y="299085"/>
                  </a:cubicBezTo>
                  <a:lnTo>
                    <a:pt x="132683" y="184690"/>
                  </a:lnTo>
                  <a:cubicBezTo>
                    <a:pt x="132683" y="173926"/>
                    <a:pt x="132683" y="164782"/>
                    <a:pt x="131159" y="157162"/>
                  </a:cubicBezTo>
                  <a:cubicBezTo>
                    <a:pt x="129635" y="151066"/>
                    <a:pt x="126587" y="144970"/>
                    <a:pt x="123539" y="138874"/>
                  </a:cubicBezTo>
                  <a:cubicBezTo>
                    <a:pt x="118967" y="134302"/>
                    <a:pt x="115919" y="131254"/>
                    <a:pt x="109823" y="128206"/>
                  </a:cubicBezTo>
                  <a:cubicBezTo>
                    <a:pt x="105251" y="125158"/>
                    <a:pt x="99155" y="123634"/>
                    <a:pt x="91535" y="123634"/>
                  </a:cubicBezTo>
                  <a:cubicBezTo>
                    <a:pt x="82391" y="123634"/>
                    <a:pt x="73247" y="126682"/>
                    <a:pt x="64008" y="134302"/>
                  </a:cubicBezTo>
                  <a:cubicBezTo>
                    <a:pt x="54864" y="140398"/>
                    <a:pt x="45720" y="149542"/>
                    <a:pt x="36576" y="161734"/>
                  </a:cubicBezTo>
                  <a:lnTo>
                    <a:pt x="36576" y="299085"/>
                  </a:lnTo>
                  <a:cubicBezTo>
                    <a:pt x="36576" y="300609"/>
                    <a:pt x="35052" y="302133"/>
                    <a:pt x="35052" y="302133"/>
                  </a:cubicBezTo>
                  <a:cubicBezTo>
                    <a:pt x="35052" y="303657"/>
                    <a:pt x="33528" y="303657"/>
                    <a:pt x="32004" y="305181"/>
                  </a:cubicBezTo>
                  <a:cubicBezTo>
                    <a:pt x="30480" y="305181"/>
                    <a:pt x="28956" y="305181"/>
                    <a:pt x="27432" y="306705"/>
                  </a:cubicBezTo>
                  <a:cubicBezTo>
                    <a:pt x="24384" y="306705"/>
                    <a:pt x="21336" y="306705"/>
                    <a:pt x="18288" y="306705"/>
                  </a:cubicBezTo>
                  <a:cubicBezTo>
                    <a:pt x="13716" y="306705"/>
                    <a:pt x="12192" y="306705"/>
                    <a:pt x="9144" y="306705"/>
                  </a:cubicBezTo>
                  <a:cubicBezTo>
                    <a:pt x="6096" y="305181"/>
                    <a:pt x="4572" y="305181"/>
                    <a:pt x="3048" y="305181"/>
                  </a:cubicBezTo>
                  <a:cubicBezTo>
                    <a:pt x="1524" y="303657"/>
                    <a:pt x="1524" y="303657"/>
                    <a:pt x="0" y="302133"/>
                  </a:cubicBezTo>
                  <a:cubicBezTo>
                    <a:pt x="0" y="302133"/>
                    <a:pt x="0" y="300609"/>
                    <a:pt x="0" y="299085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0" y="4572"/>
                  </a:cubicBezTo>
                  <a:cubicBezTo>
                    <a:pt x="1524" y="3048"/>
                    <a:pt x="1524" y="3048"/>
                    <a:pt x="3048" y="1524"/>
                  </a:cubicBezTo>
                  <a:cubicBezTo>
                    <a:pt x="4572" y="1524"/>
                    <a:pt x="6096" y="1524"/>
                    <a:pt x="9144" y="1524"/>
                  </a:cubicBezTo>
                  <a:cubicBezTo>
                    <a:pt x="10668" y="0"/>
                    <a:pt x="13716" y="0"/>
                    <a:pt x="18288" y="0"/>
                  </a:cubicBezTo>
                  <a:cubicBezTo>
                    <a:pt x="21336" y="0"/>
                    <a:pt x="24384" y="0"/>
                    <a:pt x="27432" y="1524"/>
                  </a:cubicBezTo>
                  <a:cubicBezTo>
                    <a:pt x="28956" y="1524"/>
                    <a:pt x="30480" y="1524"/>
                    <a:pt x="32004" y="1524"/>
                  </a:cubicBezTo>
                  <a:cubicBezTo>
                    <a:pt x="33528" y="3048"/>
                    <a:pt x="35052" y="3048"/>
                    <a:pt x="35052" y="4572"/>
                  </a:cubicBezTo>
                  <a:cubicBezTo>
                    <a:pt x="35052" y="4572"/>
                    <a:pt x="36576" y="6096"/>
                    <a:pt x="36576" y="7620"/>
                  </a:cubicBezTo>
                  <a:lnTo>
                    <a:pt x="36576" y="125158"/>
                  </a:lnTo>
                  <a:cubicBezTo>
                    <a:pt x="45720" y="114490"/>
                    <a:pt x="56388" y="106775"/>
                    <a:pt x="67151" y="100679"/>
                  </a:cubicBezTo>
                  <a:cubicBezTo>
                    <a:pt x="77819" y="96107"/>
                    <a:pt x="88487" y="93059"/>
                    <a:pt x="99155" y="93059"/>
                  </a:cubicBezTo>
                  <a:cubicBezTo>
                    <a:pt x="111347" y="93059"/>
                    <a:pt x="123539" y="94583"/>
                    <a:pt x="132683" y="99155"/>
                  </a:cubicBezTo>
                  <a:cubicBezTo>
                    <a:pt x="140303" y="103727"/>
                    <a:pt x="147923" y="109823"/>
                    <a:pt x="154114" y="117538"/>
                  </a:cubicBezTo>
                  <a:cubicBezTo>
                    <a:pt x="158686" y="125158"/>
                    <a:pt x="163258" y="132778"/>
                    <a:pt x="166307" y="143446"/>
                  </a:cubicBezTo>
                  <a:cubicBezTo>
                    <a:pt x="167830" y="154114"/>
                    <a:pt x="169354" y="164782"/>
                    <a:pt x="169354" y="180022"/>
                  </a:cubicBezTo>
                  <a:lnTo>
                    <a:pt x="169354" y="2990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21" name="Path521"/>
            <p:cNvSpPr/>
            <p:nvPr/>
          </p:nvSpPr>
          <p:spPr>
            <a:xfrm>
              <a:off x="6490145" y="2003774"/>
              <a:ext cx="44291" cy="291465"/>
            </a:xfrm>
            <a:custGeom>
              <a:avLst/>
              <a:gdLst/>
              <a:ahLst/>
              <a:cxnLst/>
              <a:rect l="l" t="t" r="r" b="b"/>
              <a:pathLst>
                <a:path w="44291" h="291465">
                  <a:moveTo>
                    <a:pt x="41243" y="283845"/>
                  </a:moveTo>
                  <a:cubicBezTo>
                    <a:pt x="41243" y="285369"/>
                    <a:pt x="41243" y="286893"/>
                    <a:pt x="39719" y="286893"/>
                  </a:cubicBezTo>
                  <a:cubicBezTo>
                    <a:pt x="39719" y="288417"/>
                    <a:pt x="38195" y="288417"/>
                    <a:pt x="36671" y="289941"/>
                  </a:cubicBezTo>
                  <a:cubicBezTo>
                    <a:pt x="35147" y="289941"/>
                    <a:pt x="33624" y="289941"/>
                    <a:pt x="32100" y="291465"/>
                  </a:cubicBezTo>
                  <a:cubicBezTo>
                    <a:pt x="29051" y="291465"/>
                    <a:pt x="26003" y="291465"/>
                    <a:pt x="22955" y="291465"/>
                  </a:cubicBezTo>
                  <a:cubicBezTo>
                    <a:pt x="19907" y="291465"/>
                    <a:pt x="16859" y="291465"/>
                    <a:pt x="13812" y="291465"/>
                  </a:cubicBezTo>
                  <a:cubicBezTo>
                    <a:pt x="12287" y="289941"/>
                    <a:pt x="9144" y="289941"/>
                    <a:pt x="7620" y="289941"/>
                  </a:cubicBezTo>
                  <a:cubicBezTo>
                    <a:pt x="7620" y="288417"/>
                    <a:pt x="6096" y="288417"/>
                    <a:pt x="6096" y="286893"/>
                  </a:cubicBezTo>
                  <a:cubicBezTo>
                    <a:pt x="4572" y="286893"/>
                    <a:pt x="4572" y="285369"/>
                    <a:pt x="4572" y="283845"/>
                  </a:cubicBezTo>
                  <a:lnTo>
                    <a:pt x="4572" y="86963"/>
                  </a:lnTo>
                  <a:cubicBezTo>
                    <a:pt x="4572" y="86963"/>
                    <a:pt x="4572" y="85439"/>
                    <a:pt x="6096" y="83915"/>
                  </a:cubicBezTo>
                  <a:cubicBezTo>
                    <a:pt x="6096" y="83915"/>
                    <a:pt x="7620" y="82391"/>
                    <a:pt x="7620" y="82391"/>
                  </a:cubicBezTo>
                  <a:cubicBezTo>
                    <a:pt x="9144" y="82391"/>
                    <a:pt x="12287" y="80867"/>
                    <a:pt x="13812" y="80867"/>
                  </a:cubicBezTo>
                  <a:cubicBezTo>
                    <a:pt x="16859" y="80867"/>
                    <a:pt x="19907" y="80867"/>
                    <a:pt x="22955" y="80867"/>
                  </a:cubicBezTo>
                  <a:cubicBezTo>
                    <a:pt x="26003" y="80867"/>
                    <a:pt x="29051" y="80867"/>
                    <a:pt x="32100" y="80867"/>
                  </a:cubicBezTo>
                  <a:cubicBezTo>
                    <a:pt x="33624" y="80867"/>
                    <a:pt x="35147" y="82391"/>
                    <a:pt x="36671" y="82391"/>
                  </a:cubicBezTo>
                  <a:cubicBezTo>
                    <a:pt x="38195" y="82391"/>
                    <a:pt x="39719" y="83915"/>
                    <a:pt x="39719" y="83915"/>
                  </a:cubicBezTo>
                  <a:cubicBezTo>
                    <a:pt x="41243" y="85439"/>
                    <a:pt x="41243" y="86963"/>
                    <a:pt x="41243" y="86963"/>
                  </a:cubicBezTo>
                  <a:lnTo>
                    <a:pt x="41243" y="283845"/>
                  </a:lnTo>
                  <a:close/>
                  <a:moveTo>
                    <a:pt x="44291" y="21336"/>
                  </a:moveTo>
                  <a:cubicBezTo>
                    <a:pt x="44291" y="29051"/>
                    <a:pt x="42767" y="35147"/>
                    <a:pt x="39719" y="38195"/>
                  </a:cubicBezTo>
                  <a:cubicBezTo>
                    <a:pt x="36671" y="41243"/>
                    <a:pt x="30575" y="42767"/>
                    <a:pt x="22955" y="42767"/>
                  </a:cubicBezTo>
                  <a:cubicBezTo>
                    <a:pt x="13812" y="42767"/>
                    <a:pt x="7620" y="41243"/>
                    <a:pt x="4572" y="38195"/>
                  </a:cubicBezTo>
                  <a:cubicBezTo>
                    <a:pt x="1524" y="35147"/>
                    <a:pt x="0" y="29051"/>
                    <a:pt x="0" y="21336"/>
                  </a:cubicBezTo>
                  <a:cubicBezTo>
                    <a:pt x="0" y="13716"/>
                    <a:pt x="1524" y="7620"/>
                    <a:pt x="4572" y="4572"/>
                  </a:cubicBezTo>
                  <a:cubicBezTo>
                    <a:pt x="7620" y="1524"/>
                    <a:pt x="13812" y="0"/>
                    <a:pt x="22955" y="0"/>
                  </a:cubicBezTo>
                  <a:cubicBezTo>
                    <a:pt x="32100" y="0"/>
                    <a:pt x="36671" y="1524"/>
                    <a:pt x="39719" y="4572"/>
                  </a:cubicBezTo>
                  <a:cubicBezTo>
                    <a:pt x="42767" y="7620"/>
                    <a:pt x="44291" y="12192"/>
                    <a:pt x="44291" y="2133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522" name="Group522"/>
          <p:cNvGrpSpPr/>
          <p:nvPr/>
        </p:nvGrpSpPr>
        <p:grpSpPr>
          <a:xfrm>
            <a:off x="6598634" y="2081594"/>
            <a:ext cx="579596" cy="216693"/>
            <a:chOff x="6598634" y="2081594"/>
            <a:chExt cx="579596" cy="216693"/>
          </a:xfrm>
        </p:grpSpPr>
        <p:sp>
          <p:nvSpPr>
            <p:cNvPr id="523" name="Path523"/>
            <p:cNvSpPr/>
            <p:nvPr/>
          </p:nvSpPr>
          <p:spPr>
            <a:xfrm>
              <a:off x="6598634" y="2081594"/>
              <a:ext cx="169259" cy="213645"/>
            </a:xfrm>
            <a:custGeom>
              <a:avLst/>
              <a:gdLst/>
              <a:ahLst/>
              <a:cxnLst/>
              <a:rect l="l" t="t" r="r" b="b"/>
              <a:pathLst>
                <a:path w="169259" h="213645">
                  <a:moveTo>
                    <a:pt x="169259" y="206026"/>
                  </a:moveTo>
                  <a:cubicBezTo>
                    <a:pt x="169259" y="207550"/>
                    <a:pt x="169259" y="209074"/>
                    <a:pt x="167736" y="209074"/>
                  </a:cubicBezTo>
                  <a:cubicBezTo>
                    <a:pt x="167736" y="210598"/>
                    <a:pt x="166212" y="210598"/>
                    <a:pt x="164688" y="212122"/>
                  </a:cubicBezTo>
                  <a:cubicBezTo>
                    <a:pt x="163164" y="212122"/>
                    <a:pt x="161640" y="212122"/>
                    <a:pt x="160116" y="213646"/>
                  </a:cubicBezTo>
                  <a:cubicBezTo>
                    <a:pt x="157067" y="213646"/>
                    <a:pt x="154019" y="213646"/>
                    <a:pt x="150971" y="213646"/>
                  </a:cubicBezTo>
                  <a:cubicBezTo>
                    <a:pt x="147924" y="213646"/>
                    <a:pt x="144876" y="213646"/>
                    <a:pt x="141828" y="213646"/>
                  </a:cubicBezTo>
                  <a:cubicBezTo>
                    <a:pt x="140303" y="212122"/>
                    <a:pt x="137255" y="212122"/>
                    <a:pt x="135731" y="212122"/>
                  </a:cubicBezTo>
                  <a:cubicBezTo>
                    <a:pt x="135731" y="210598"/>
                    <a:pt x="134207" y="210598"/>
                    <a:pt x="134207" y="209074"/>
                  </a:cubicBezTo>
                  <a:cubicBezTo>
                    <a:pt x="132683" y="209074"/>
                    <a:pt x="132683" y="207550"/>
                    <a:pt x="132683" y="206026"/>
                  </a:cubicBezTo>
                  <a:lnTo>
                    <a:pt x="132683" y="91630"/>
                  </a:lnTo>
                  <a:cubicBezTo>
                    <a:pt x="132683" y="80867"/>
                    <a:pt x="131159" y="71723"/>
                    <a:pt x="129636" y="64103"/>
                  </a:cubicBezTo>
                  <a:cubicBezTo>
                    <a:pt x="128112" y="58007"/>
                    <a:pt x="126588" y="51911"/>
                    <a:pt x="122016" y="45815"/>
                  </a:cubicBezTo>
                  <a:cubicBezTo>
                    <a:pt x="118967" y="41243"/>
                    <a:pt x="114395" y="38195"/>
                    <a:pt x="109824" y="35147"/>
                  </a:cubicBezTo>
                  <a:cubicBezTo>
                    <a:pt x="103728" y="32099"/>
                    <a:pt x="97631" y="30575"/>
                    <a:pt x="91536" y="30575"/>
                  </a:cubicBezTo>
                  <a:cubicBezTo>
                    <a:pt x="82297" y="30575"/>
                    <a:pt x="73152" y="33623"/>
                    <a:pt x="64008" y="41243"/>
                  </a:cubicBezTo>
                  <a:cubicBezTo>
                    <a:pt x="54864" y="47339"/>
                    <a:pt x="45720" y="56483"/>
                    <a:pt x="35052" y="68675"/>
                  </a:cubicBezTo>
                  <a:lnTo>
                    <a:pt x="35052" y="206026"/>
                  </a:lnTo>
                  <a:cubicBezTo>
                    <a:pt x="35052" y="207550"/>
                    <a:pt x="35052" y="209074"/>
                    <a:pt x="35052" y="209074"/>
                  </a:cubicBezTo>
                  <a:cubicBezTo>
                    <a:pt x="33528" y="210598"/>
                    <a:pt x="33528" y="210598"/>
                    <a:pt x="32004" y="212122"/>
                  </a:cubicBezTo>
                  <a:cubicBezTo>
                    <a:pt x="30480" y="212122"/>
                    <a:pt x="28956" y="212122"/>
                    <a:pt x="25908" y="213646"/>
                  </a:cubicBezTo>
                  <a:cubicBezTo>
                    <a:pt x="24385" y="213646"/>
                    <a:pt x="21336" y="213646"/>
                    <a:pt x="16764" y="213646"/>
                  </a:cubicBezTo>
                  <a:cubicBezTo>
                    <a:pt x="13716" y="213646"/>
                    <a:pt x="10668" y="213646"/>
                    <a:pt x="9144" y="213646"/>
                  </a:cubicBezTo>
                  <a:cubicBezTo>
                    <a:pt x="6097" y="212122"/>
                    <a:pt x="4572" y="212122"/>
                    <a:pt x="3048" y="212122"/>
                  </a:cubicBezTo>
                  <a:cubicBezTo>
                    <a:pt x="1524" y="210598"/>
                    <a:pt x="0" y="210598"/>
                    <a:pt x="0" y="209074"/>
                  </a:cubicBezTo>
                  <a:cubicBezTo>
                    <a:pt x="0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0" y="6096"/>
                  </a:cubicBezTo>
                  <a:cubicBezTo>
                    <a:pt x="0" y="6096"/>
                    <a:pt x="1524" y="4572"/>
                    <a:pt x="3048" y="4572"/>
                  </a:cubicBezTo>
                  <a:cubicBezTo>
                    <a:pt x="4572" y="4572"/>
                    <a:pt x="6097" y="3048"/>
                    <a:pt x="7620" y="3048"/>
                  </a:cubicBezTo>
                  <a:cubicBezTo>
                    <a:pt x="9144" y="3048"/>
                    <a:pt x="12192" y="3048"/>
                    <a:pt x="15240" y="3048"/>
                  </a:cubicBezTo>
                  <a:cubicBezTo>
                    <a:pt x="18288" y="3048"/>
                    <a:pt x="21336" y="3048"/>
                    <a:pt x="24385" y="3048"/>
                  </a:cubicBezTo>
                  <a:cubicBezTo>
                    <a:pt x="25908" y="3048"/>
                    <a:pt x="27432" y="4572"/>
                    <a:pt x="28956" y="4572"/>
                  </a:cubicBezTo>
                  <a:cubicBezTo>
                    <a:pt x="28956" y="4572"/>
                    <a:pt x="30480" y="6096"/>
                    <a:pt x="30480" y="6096"/>
                  </a:cubicBezTo>
                  <a:cubicBezTo>
                    <a:pt x="32004" y="7620"/>
                    <a:pt x="32004" y="9144"/>
                    <a:pt x="32004" y="9144"/>
                  </a:cubicBezTo>
                  <a:lnTo>
                    <a:pt x="32004" y="35147"/>
                  </a:lnTo>
                  <a:cubicBezTo>
                    <a:pt x="42672" y="22955"/>
                    <a:pt x="53340" y="13716"/>
                    <a:pt x="65532" y="9144"/>
                  </a:cubicBezTo>
                  <a:cubicBezTo>
                    <a:pt x="76200" y="3048"/>
                    <a:pt x="86964" y="0"/>
                    <a:pt x="99155" y="0"/>
                  </a:cubicBezTo>
                  <a:cubicBezTo>
                    <a:pt x="111347" y="0"/>
                    <a:pt x="122016" y="1524"/>
                    <a:pt x="131159" y="6096"/>
                  </a:cubicBezTo>
                  <a:cubicBezTo>
                    <a:pt x="140303" y="10668"/>
                    <a:pt x="147924" y="16764"/>
                    <a:pt x="154019" y="24479"/>
                  </a:cubicBezTo>
                  <a:cubicBezTo>
                    <a:pt x="158591" y="32099"/>
                    <a:pt x="163164" y="39719"/>
                    <a:pt x="164688" y="50387"/>
                  </a:cubicBezTo>
                  <a:cubicBezTo>
                    <a:pt x="167736" y="61055"/>
                    <a:pt x="169259" y="71723"/>
                    <a:pt x="169259" y="87059"/>
                  </a:cubicBezTo>
                  <a:lnTo>
                    <a:pt x="169259" y="2060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24" name="Path524"/>
            <p:cNvSpPr/>
            <p:nvPr/>
          </p:nvSpPr>
          <p:spPr>
            <a:xfrm>
              <a:off x="6818186" y="2081594"/>
              <a:ext cx="181547" cy="216693"/>
            </a:xfrm>
            <a:custGeom>
              <a:avLst/>
              <a:gdLst/>
              <a:ahLst/>
              <a:cxnLst/>
              <a:rect l="l" t="t" r="r" b="b"/>
              <a:pathLst>
                <a:path w="181547" h="216693">
                  <a:moveTo>
                    <a:pt x="181546" y="99251"/>
                  </a:moveTo>
                  <a:cubicBezTo>
                    <a:pt x="181546" y="105346"/>
                    <a:pt x="180022" y="109918"/>
                    <a:pt x="176974" y="111443"/>
                  </a:cubicBezTo>
                  <a:cubicBezTo>
                    <a:pt x="173927" y="114490"/>
                    <a:pt x="170878" y="116015"/>
                    <a:pt x="167830" y="116015"/>
                  </a:cubicBezTo>
                  <a:lnTo>
                    <a:pt x="38195" y="116015"/>
                  </a:lnTo>
                  <a:cubicBezTo>
                    <a:pt x="38195" y="126683"/>
                    <a:pt x="39719" y="135827"/>
                    <a:pt x="41243" y="144971"/>
                  </a:cubicBezTo>
                  <a:cubicBezTo>
                    <a:pt x="44291" y="154115"/>
                    <a:pt x="47339" y="161830"/>
                    <a:pt x="53435" y="167926"/>
                  </a:cubicBezTo>
                  <a:cubicBezTo>
                    <a:pt x="58007" y="174022"/>
                    <a:pt x="64103" y="178594"/>
                    <a:pt x="73247" y="181642"/>
                  </a:cubicBezTo>
                  <a:cubicBezTo>
                    <a:pt x="80867" y="184690"/>
                    <a:pt x="91535" y="186214"/>
                    <a:pt x="102203" y="186214"/>
                  </a:cubicBezTo>
                  <a:cubicBezTo>
                    <a:pt x="111347" y="186214"/>
                    <a:pt x="120586" y="186214"/>
                    <a:pt x="128206" y="184690"/>
                  </a:cubicBezTo>
                  <a:cubicBezTo>
                    <a:pt x="134303" y="183166"/>
                    <a:pt x="141922" y="181642"/>
                    <a:pt x="146494" y="180118"/>
                  </a:cubicBezTo>
                  <a:cubicBezTo>
                    <a:pt x="152590" y="177070"/>
                    <a:pt x="155639" y="175546"/>
                    <a:pt x="160210" y="174022"/>
                  </a:cubicBezTo>
                  <a:cubicBezTo>
                    <a:pt x="163258" y="172498"/>
                    <a:pt x="166306" y="172498"/>
                    <a:pt x="167830" y="172498"/>
                  </a:cubicBezTo>
                  <a:cubicBezTo>
                    <a:pt x="167830" y="172498"/>
                    <a:pt x="169354" y="172498"/>
                    <a:pt x="170878" y="172498"/>
                  </a:cubicBezTo>
                  <a:cubicBezTo>
                    <a:pt x="170878" y="174022"/>
                    <a:pt x="172403" y="174022"/>
                    <a:pt x="172403" y="175546"/>
                  </a:cubicBezTo>
                  <a:cubicBezTo>
                    <a:pt x="172403" y="175546"/>
                    <a:pt x="172403" y="177070"/>
                    <a:pt x="172403" y="180118"/>
                  </a:cubicBezTo>
                  <a:cubicBezTo>
                    <a:pt x="173927" y="181642"/>
                    <a:pt x="173927" y="183166"/>
                    <a:pt x="173927" y="186214"/>
                  </a:cubicBezTo>
                  <a:cubicBezTo>
                    <a:pt x="173927" y="187738"/>
                    <a:pt x="173927" y="189262"/>
                    <a:pt x="173927" y="190786"/>
                  </a:cubicBezTo>
                  <a:cubicBezTo>
                    <a:pt x="172403" y="192310"/>
                    <a:pt x="172403" y="193834"/>
                    <a:pt x="172403" y="195358"/>
                  </a:cubicBezTo>
                  <a:cubicBezTo>
                    <a:pt x="172403" y="195358"/>
                    <a:pt x="172403" y="196882"/>
                    <a:pt x="170878" y="198406"/>
                  </a:cubicBezTo>
                  <a:cubicBezTo>
                    <a:pt x="170878" y="198406"/>
                    <a:pt x="170878" y="199930"/>
                    <a:pt x="169354" y="199930"/>
                  </a:cubicBezTo>
                  <a:cubicBezTo>
                    <a:pt x="169354" y="201454"/>
                    <a:pt x="166306" y="202978"/>
                    <a:pt x="161734" y="204502"/>
                  </a:cubicBezTo>
                  <a:cubicBezTo>
                    <a:pt x="158686" y="206026"/>
                    <a:pt x="154115" y="207550"/>
                    <a:pt x="146494" y="209074"/>
                  </a:cubicBezTo>
                  <a:cubicBezTo>
                    <a:pt x="140398" y="210598"/>
                    <a:pt x="134303" y="212122"/>
                    <a:pt x="125158" y="213646"/>
                  </a:cubicBezTo>
                  <a:cubicBezTo>
                    <a:pt x="117443" y="215170"/>
                    <a:pt x="108299" y="216694"/>
                    <a:pt x="99155" y="216694"/>
                  </a:cubicBezTo>
                  <a:cubicBezTo>
                    <a:pt x="82391" y="216694"/>
                    <a:pt x="68675" y="213646"/>
                    <a:pt x="56483" y="209074"/>
                  </a:cubicBezTo>
                  <a:cubicBezTo>
                    <a:pt x="44291" y="204502"/>
                    <a:pt x="33623" y="198406"/>
                    <a:pt x="25908" y="189262"/>
                  </a:cubicBezTo>
                  <a:cubicBezTo>
                    <a:pt x="16764" y="180118"/>
                    <a:pt x="10668" y="169450"/>
                    <a:pt x="7620" y="155639"/>
                  </a:cubicBezTo>
                  <a:cubicBezTo>
                    <a:pt x="3048" y="141923"/>
                    <a:pt x="0" y="126683"/>
                    <a:pt x="0" y="108395"/>
                  </a:cubicBezTo>
                  <a:cubicBezTo>
                    <a:pt x="0" y="91630"/>
                    <a:pt x="3048" y="76295"/>
                    <a:pt x="7620" y="64103"/>
                  </a:cubicBezTo>
                  <a:cubicBezTo>
                    <a:pt x="12192" y="50387"/>
                    <a:pt x="18288" y="38195"/>
                    <a:pt x="25908" y="29051"/>
                  </a:cubicBezTo>
                  <a:cubicBezTo>
                    <a:pt x="33623" y="19907"/>
                    <a:pt x="44291" y="12192"/>
                    <a:pt x="56483" y="7620"/>
                  </a:cubicBezTo>
                  <a:cubicBezTo>
                    <a:pt x="67151" y="3048"/>
                    <a:pt x="80867" y="0"/>
                    <a:pt x="94583" y="0"/>
                  </a:cubicBezTo>
                  <a:cubicBezTo>
                    <a:pt x="109823" y="0"/>
                    <a:pt x="123634" y="1524"/>
                    <a:pt x="134303" y="7620"/>
                  </a:cubicBezTo>
                  <a:cubicBezTo>
                    <a:pt x="144970" y="12192"/>
                    <a:pt x="154115" y="18288"/>
                    <a:pt x="161734" y="27527"/>
                  </a:cubicBezTo>
                  <a:cubicBezTo>
                    <a:pt x="167830" y="35147"/>
                    <a:pt x="173927" y="45815"/>
                    <a:pt x="176974" y="56483"/>
                  </a:cubicBezTo>
                  <a:cubicBezTo>
                    <a:pt x="180022" y="68675"/>
                    <a:pt x="181546" y="80867"/>
                    <a:pt x="181546" y="93155"/>
                  </a:cubicBezTo>
                  <a:lnTo>
                    <a:pt x="181546" y="99251"/>
                  </a:lnTo>
                  <a:close/>
                  <a:moveTo>
                    <a:pt x="144970" y="88583"/>
                  </a:moveTo>
                  <a:cubicBezTo>
                    <a:pt x="146494" y="70199"/>
                    <a:pt x="141922" y="54959"/>
                    <a:pt x="132778" y="44291"/>
                  </a:cubicBezTo>
                  <a:cubicBezTo>
                    <a:pt x="123634" y="33623"/>
                    <a:pt x="111347" y="27527"/>
                    <a:pt x="93059" y="27527"/>
                  </a:cubicBezTo>
                  <a:cubicBezTo>
                    <a:pt x="83915" y="27527"/>
                    <a:pt x="76295" y="29051"/>
                    <a:pt x="70199" y="33623"/>
                  </a:cubicBezTo>
                  <a:cubicBezTo>
                    <a:pt x="64103" y="36671"/>
                    <a:pt x="58007" y="41243"/>
                    <a:pt x="53435" y="45815"/>
                  </a:cubicBezTo>
                  <a:cubicBezTo>
                    <a:pt x="48863" y="51911"/>
                    <a:pt x="45815" y="58007"/>
                    <a:pt x="42767" y="65627"/>
                  </a:cubicBezTo>
                  <a:cubicBezTo>
                    <a:pt x="39719" y="73247"/>
                    <a:pt x="39719" y="80867"/>
                    <a:pt x="38195" y="88583"/>
                  </a:cubicBezTo>
                  <a:lnTo>
                    <a:pt x="144970" y="8858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25" name="Path525"/>
            <p:cNvSpPr/>
            <p:nvPr/>
          </p:nvSpPr>
          <p:spPr>
            <a:xfrm>
              <a:off x="7039451" y="2081594"/>
              <a:ext cx="138779" cy="216693"/>
            </a:xfrm>
            <a:custGeom>
              <a:avLst/>
              <a:gdLst/>
              <a:ahLst/>
              <a:cxnLst/>
              <a:rect l="l" t="t" r="r" b="b"/>
              <a:pathLst>
                <a:path w="138779" h="216693">
                  <a:moveTo>
                    <a:pt x="138779" y="152591"/>
                  </a:moveTo>
                  <a:cubicBezTo>
                    <a:pt x="138779" y="163354"/>
                    <a:pt x="137255" y="172498"/>
                    <a:pt x="134207" y="180118"/>
                  </a:cubicBezTo>
                  <a:cubicBezTo>
                    <a:pt x="129636" y="187738"/>
                    <a:pt x="125063" y="193834"/>
                    <a:pt x="117443" y="199930"/>
                  </a:cubicBezTo>
                  <a:cubicBezTo>
                    <a:pt x="111347" y="204502"/>
                    <a:pt x="102203" y="209074"/>
                    <a:pt x="93059" y="212122"/>
                  </a:cubicBezTo>
                  <a:cubicBezTo>
                    <a:pt x="83915" y="215170"/>
                    <a:pt x="73247" y="216694"/>
                    <a:pt x="62484" y="216694"/>
                  </a:cubicBezTo>
                  <a:cubicBezTo>
                    <a:pt x="54864" y="216694"/>
                    <a:pt x="48768" y="215170"/>
                    <a:pt x="42672" y="215170"/>
                  </a:cubicBezTo>
                  <a:cubicBezTo>
                    <a:pt x="35052" y="213646"/>
                    <a:pt x="30480" y="212122"/>
                    <a:pt x="24384" y="210598"/>
                  </a:cubicBezTo>
                  <a:cubicBezTo>
                    <a:pt x="19812" y="209074"/>
                    <a:pt x="15240" y="207550"/>
                    <a:pt x="12192" y="204502"/>
                  </a:cubicBezTo>
                  <a:cubicBezTo>
                    <a:pt x="9144" y="202978"/>
                    <a:pt x="6096" y="201454"/>
                    <a:pt x="4572" y="199930"/>
                  </a:cubicBezTo>
                  <a:cubicBezTo>
                    <a:pt x="3048" y="198406"/>
                    <a:pt x="1524" y="196882"/>
                    <a:pt x="1524" y="193834"/>
                  </a:cubicBezTo>
                  <a:cubicBezTo>
                    <a:pt x="0" y="192310"/>
                    <a:pt x="0" y="187738"/>
                    <a:pt x="0" y="183166"/>
                  </a:cubicBezTo>
                  <a:cubicBezTo>
                    <a:pt x="0" y="180118"/>
                    <a:pt x="0" y="178594"/>
                    <a:pt x="0" y="177070"/>
                  </a:cubicBezTo>
                  <a:cubicBezTo>
                    <a:pt x="0" y="174022"/>
                    <a:pt x="1524" y="172498"/>
                    <a:pt x="1524" y="172498"/>
                  </a:cubicBezTo>
                  <a:cubicBezTo>
                    <a:pt x="1524" y="170974"/>
                    <a:pt x="3048" y="169450"/>
                    <a:pt x="3048" y="169450"/>
                  </a:cubicBezTo>
                  <a:cubicBezTo>
                    <a:pt x="4572" y="169450"/>
                    <a:pt x="4572" y="167926"/>
                    <a:pt x="6096" y="167926"/>
                  </a:cubicBezTo>
                  <a:cubicBezTo>
                    <a:pt x="7620" y="167926"/>
                    <a:pt x="9144" y="169450"/>
                    <a:pt x="13716" y="170974"/>
                  </a:cubicBezTo>
                  <a:cubicBezTo>
                    <a:pt x="16764" y="174022"/>
                    <a:pt x="19812" y="175546"/>
                    <a:pt x="24384" y="178594"/>
                  </a:cubicBezTo>
                  <a:cubicBezTo>
                    <a:pt x="28956" y="180118"/>
                    <a:pt x="35052" y="183166"/>
                    <a:pt x="41148" y="184690"/>
                  </a:cubicBezTo>
                  <a:cubicBezTo>
                    <a:pt x="47244" y="186214"/>
                    <a:pt x="54864" y="187738"/>
                    <a:pt x="62484" y="187738"/>
                  </a:cubicBezTo>
                  <a:cubicBezTo>
                    <a:pt x="68580" y="187738"/>
                    <a:pt x="74771" y="186214"/>
                    <a:pt x="79343" y="184690"/>
                  </a:cubicBezTo>
                  <a:cubicBezTo>
                    <a:pt x="83915" y="184690"/>
                    <a:pt x="88487" y="181642"/>
                    <a:pt x="91536" y="180118"/>
                  </a:cubicBezTo>
                  <a:cubicBezTo>
                    <a:pt x="96107" y="177070"/>
                    <a:pt x="99155" y="174022"/>
                    <a:pt x="100679" y="169450"/>
                  </a:cubicBezTo>
                  <a:cubicBezTo>
                    <a:pt x="102203" y="166402"/>
                    <a:pt x="103727" y="161830"/>
                    <a:pt x="103727" y="155639"/>
                  </a:cubicBezTo>
                  <a:cubicBezTo>
                    <a:pt x="103727" y="151067"/>
                    <a:pt x="102203" y="144971"/>
                    <a:pt x="99155" y="141923"/>
                  </a:cubicBezTo>
                  <a:cubicBezTo>
                    <a:pt x="96107" y="138875"/>
                    <a:pt x="93059" y="134303"/>
                    <a:pt x="88487" y="131255"/>
                  </a:cubicBezTo>
                  <a:cubicBezTo>
                    <a:pt x="83915" y="128207"/>
                    <a:pt x="77819" y="126683"/>
                    <a:pt x="71723" y="123635"/>
                  </a:cubicBezTo>
                  <a:cubicBezTo>
                    <a:pt x="67056" y="122111"/>
                    <a:pt x="60960" y="119063"/>
                    <a:pt x="54864" y="117539"/>
                  </a:cubicBezTo>
                  <a:cubicBezTo>
                    <a:pt x="48768" y="114491"/>
                    <a:pt x="42672" y="111443"/>
                    <a:pt x="36576" y="108395"/>
                  </a:cubicBezTo>
                  <a:cubicBezTo>
                    <a:pt x="30480" y="105347"/>
                    <a:pt x="24384" y="102299"/>
                    <a:pt x="19812" y="97727"/>
                  </a:cubicBezTo>
                  <a:cubicBezTo>
                    <a:pt x="15240" y="93155"/>
                    <a:pt x="12192" y="86963"/>
                    <a:pt x="9144" y="80867"/>
                  </a:cubicBezTo>
                  <a:cubicBezTo>
                    <a:pt x="6096" y="74771"/>
                    <a:pt x="4572" y="67152"/>
                    <a:pt x="4572" y="58008"/>
                  </a:cubicBezTo>
                  <a:cubicBezTo>
                    <a:pt x="4572" y="50387"/>
                    <a:pt x="6096" y="42767"/>
                    <a:pt x="9144" y="36671"/>
                  </a:cubicBezTo>
                  <a:cubicBezTo>
                    <a:pt x="12192" y="29052"/>
                    <a:pt x="16764" y="22955"/>
                    <a:pt x="22860" y="16764"/>
                  </a:cubicBezTo>
                  <a:cubicBezTo>
                    <a:pt x="28956" y="12192"/>
                    <a:pt x="36576" y="7620"/>
                    <a:pt x="45720" y="4572"/>
                  </a:cubicBezTo>
                  <a:cubicBezTo>
                    <a:pt x="53340" y="1524"/>
                    <a:pt x="64008" y="0"/>
                    <a:pt x="76295" y="0"/>
                  </a:cubicBezTo>
                  <a:cubicBezTo>
                    <a:pt x="82391" y="0"/>
                    <a:pt x="86963" y="0"/>
                    <a:pt x="91536" y="1524"/>
                  </a:cubicBezTo>
                  <a:cubicBezTo>
                    <a:pt x="97631" y="1524"/>
                    <a:pt x="102203" y="3048"/>
                    <a:pt x="106775" y="4572"/>
                  </a:cubicBezTo>
                  <a:cubicBezTo>
                    <a:pt x="109823" y="6096"/>
                    <a:pt x="114395" y="7620"/>
                    <a:pt x="117443" y="9144"/>
                  </a:cubicBezTo>
                  <a:cubicBezTo>
                    <a:pt x="120491" y="10668"/>
                    <a:pt x="122015" y="12192"/>
                    <a:pt x="123539" y="12192"/>
                  </a:cubicBezTo>
                  <a:cubicBezTo>
                    <a:pt x="125063" y="13716"/>
                    <a:pt x="126587" y="15240"/>
                    <a:pt x="126587" y="15240"/>
                  </a:cubicBezTo>
                  <a:cubicBezTo>
                    <a:pt x="128111" y="16764"/>
                    <a:pt x="128111" y="18288"/>
                    <a:pt x="128111" y="18288"/>
                  </a:cubicBezTo>
                  <a:cubicBezTo>
                    <a:pt x="128111" y="19908"/>
                    <a:pt x="128111" y="21431"/>
                    <a:pt x="128111" y="22955"/>
                  </a:cubicBezTo>
                  <a:cubicBezTo>
                    <a:pt x="129636" y="24480"/>
                    <a:pt x="129636" y="26003"/>
                    <a:pt x="129636" y="29052"/>
                  </a:cubicBezTo>
                  <a:cubicBezTo>
                    <a:pt x="129636" y="30575"/>
                    <a:pt x="129636" y="33624"/>
                    <a:pt x="128111" y="35147"/>
                  </a:cubicBezTo>
                  <a:cubicBezTo>
                    <a:pt x="128111" y="36671"/>
                    <a:pt x="128111" y="38195"/>
                    <a:pt x="128111" y="39719"/>
                  </a:cubicBezTo>
                  <a:cubicBezTo>
                    <a:pt x="126587" y="41243"/>
                    <a:pt x="126587" y="41243"/>
                    <a:pt x="126587" y="42767"/>
                  </a:cubicBezTo>
                  <a:cubicBezTo>
                    <a:pt x="125063" y="42767"/>
                    <a:pt x="123539" y="42767"/>
                    <a:pt x="123539" y="42767"/>
                  </a:cubicBezTo>
                  <a:cubicBezTo>
                    <a:pt x="122015" y="42767"/>
                    <a:pt x="120491" y="42767"/>
                    <a:pt x="117443" y="41243"/>
                  </a:cubicBezTo>
                  <a:cubicBezTo>
                    <a:pt x="115919" y="39719"/>
                    <a:pt x="111347" y="36671"/>
                    <a:pt x="108299" y="35147"/>
                  </a:cubicBezTo>
                  <a:cubicBezTo>
                    <a:pt x="103727" y="33624"/>
                    <a:pt x="99155" y="32099"/>
                    <a:pt x="94583" y="30575"/>
                  </a:cubicBezTo>
                  <a:cubicBezTo>
                    <a:pt x="88487" y="29052"/>
                    <a:pt x="82391" y="27527"/>
                    <a:pt x="76295" y="27527"/>
                  </a:cubicBezTo>
                  <a:cubicBezTo>
                    <a:pt x="70104" y="27527"/>
                    <a:pt x="64008" y="29052"/>
                    <a:pt x="59436" y="30575"/>
                  </a:cubicBezTo>
                  <a:cubicBezTo>
                    <a:pt x="54864" y="30575"/>
                    <a:pt x="51816" y="33624"/>
                    <a:pt x="48768" y="35147"/>
                  </a:cubicBezTo>
                  <a:cubicBezTo>
                    <a:pt x="45720" y="38195"/>
                    <a:pt x="42672" y="41243"/>
                    <a:pt x="41148" y="44291"/>
                  </a:cubicBezTo>
                  <a:cubicBezTo>
                    <a:pt x="39624" y="48863"/>
                    <a:pt x="39624" y="51911"/>
                    <a:pt x="39624" y="56483"/>
                  </a:cubicBezTo>
                  <a:cubicBezTo>
                    <a:pt x="39624" y="62580"/>
                    <a:pt x="41148" y="67152"/>
                    <a:pt x="44196" y="70199"/>
                  </a:cubicBezTo>
                  <a:cubicBezTo>
                    <a:pt x="45720" y="74771"/>
                    <a:pt x="50292" y="77819"/>
                    <a:pt x="54864" y="80867"/>
                  </a:cubicBezTo>
                  <a:cubicBezTo>
                    <a:pt x="59436" y="83915"/>
                    <a:pt x="65532" y="86963"/>
                    <a:pt x="71723" y="88583"/>
                  </a:cubicBezTo>
                  <a:cubicBezTo>
                    <a:pt x="76295" y="91631"/>
                    <a:pt x="82391" y="93155"/>
                    <a:pt x="88487" y="96203"/>
                  </a:cubicBezTo>
                  <a:cubicBezTo>
                    <a:pt x="94583" y="97727"/>
                    <a:pt x="102203" y="100775"/>
                    <a:pt x="108299" y="103823"/>
                  </a:cubicBezTo>
                  <a:cubicBezTo>
                    <a:pt x="112871" y="106871"/>
                    <a:pt x="118967" y="111443"/>
                    <a:pt x="123539" y="116015"/>
                  </a:cubicBezTo>
                  <a:cubicBezTo>
                    <a:pt x="128111" y="119063"/>
                    <a:pt x="132683" y="125159"/>
                    <a:pt x="134207" y="131255"/>
                  </a:cubicBezTo>
                  <a:cubicBezTo>
                    <a:pt x="137255" y="137351"/>
                    <a:pt x="138779" y="144971"/>
                    <a:pt x="138779" y="15259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526" name="Group526"/>
          <p:cNvGrpSpPr/>
          <p:nvPr/>
        </p:nvGrpSpPr>
        <p:grpSpPr>
          <a:xfrm>
            <a:off x="7333869" y="1988534"/>
            <a:ext cx="395193" cy="384525"/>
            <a:chOff x="7333869" y="1988534"/>
            <a:chExt cx="395193" cy="384525"/>
          </a:xfrm>
        </p:grpSpPr>
        <p:sp>
          <p:nvSpPr>
            <p:cNvPr id="527" name="Path527"/>
            <p:cNvSpPr/>
            <p:nvPr/>
          </p:nvSpPr>
          <p:spPr>
            <a:xfrm>
              <a:off x="7333869" y="1988534"/>
              <a:ext cx="180022" cy="309753"/>
            </a:xfrm>
            <a:custGeom>
              <a:avLst/>
              <a:gdLst/>
              <a:ahLst/>
              <a:cxnLst/>
              <a:rect l="l" t="t" r="r" b="b"/>
              <a:pathLst>
                <a:path w="180022" h="309753">
                  <a:moveTo>
                    <a:pt x="180022" y="198406"/>
                  </a:moveTo>
                  <a:cubicBezTo>
                    <a:pt x="180022" y="215170"/>
                    <a:pt x="178498" y="230410"/>
                    <a:pt x="175451" y="244126"/>
                  </a:cubicBezTo>
                  <a:cubicBezTo>
                    <a:pt x="170879" y="257937"/>
                    <a:pt x="166306" y="270129"/>
                    <a:pt x="158686" y="279273"/>
                  </a:cubicBezTo>
                  <a:cubicBezTo>
                    <a:pt x="151066" y="289941"/>
                    <a:pt x="141922" y="296037"/>
                    <a:pt x="132779" y="302133"/>
                  </a:cubicBezTo>
                  <a:cubicBezTo>
                    <a:pt x="122015" y="306705"/>
                    <a:pt x="109823" y="309753"/>
                    <a:pt x="96107" y="309753"/>
                  </a:cubicBezTo>
                  <a:cubicBezTo>
                    <a:pt x="90011" y="309753"/>
                    <a:pt x="83915" y="308229"/>
                    <a:pt x="77819" y="306705"/>
                  </a:cubicBezTo>
                  <a:cubicBezTo>
                    <a:pt x="73247" y="306705"/>
                    <a:pt x="68675" y="303657"/>
                    <a:pt x="62579" y="302133"/>
                  </a:cubicBezTo>
                  <a:cubicBezTo>
                    <a:pt x="58007" y="299085"/>
                    <a:pt x="53435" y="294513"/>
                    <a:pt x="47339" y="291465"/>
                  </a:cubicBezTo>
                  <a:cubicBezTo>
                    <a:pt x="42767" y="286893"/>
                    <a:pt x="36576" y="282321"/>
                    <a:pt x="32003" y="276225"/>
                  </a:cubicBezTo>
                  <a:lnTo>
                    <a:pt x="32003" y="299085"/>
                  </a:lnTo>
                  <a:cubicBezTo>
                    <a:pt x="32003" y="300609"/>
                    <a:pt x="30480" y="302133"/>
                    <a:pt x="30480" y="302133"/>
                  </a:cubicBezTo>
                  <a:cubicBezTo>
                    <a:pt x="30480" y="303657"/>
                    <a:pt x="28956" y="303657"/>
                    <a:pt x="27432" y="305181"/>
                  </a:cubicBezTo>
                  <a:cubicBezTo>
                    <a:pt x="25908" y="305181"/>
                    <a:pt x="24384" y="305181"/>
                    <a:pt x="22860" y="306705"/>
                  </a:cubicBezTo>
                  <a:cubicBezTo>
                    <a:pt x="21336" y="306705"/>
                    <a:pt x="18288" y="306705"/>
                    <a:pt x="15240" y="306705"/>
                  </a:cubicBezTo>
                  <a:cubicBezTo>
                    <a:pt x="12192" y="306705"/>
                    <a:pt x="9144" y="306705"/>
                    <a:pt x="7620" y="306705"/>
                  </a:cubicBezTo>
                  <a:cubicBezTo>
                    <a:pt x="6096" y="305181"/>
                    <a:pt x="4572" y="305181"/>
                    <a:pt x="3048" y="305181"/>
                  </a:cubicBezTo>
                  <a:cubicBezTo>
                    <a:pt x="1524" y="303657"/>
                    <a:pt x="0" y="303657"/>
                    <a:pt x="0" y="302133"/>
                  </a:cubicBezTo>
                  <a:cubicBezTo>
                    <a:pt x="0" y="302133"/>
                    <a:pt x="0" y="300609"/>
                    <a:pt x="0" y="299085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0" y="4572"/>
                  </a:cubicBezTo>
                  <a:cubicBezTo>
                    <a:pt x="0" y="3048"/>
                    <a:pt x="1524" y="3048"/>
                    <a:pt x="3048" y="1524"/>
                  </a:cubicBezTo>
                  <a:cubicBezTo>
                    <a:pt x="4572" y="1524"/>
                    <a:pt x="6096" y="1524"/>
                    <a:pt x="9144" y="1524"/>
                  </a:cubicBezTo>
                  <a:cubicBezTo>
                    <a:pt x="10668" y="0"/>
                    <a:pt x="13716" y="0"/>
                    <a:pt x="16764" y="0"/>
                  </a:cubicBezTo>
                  <a:cubicBezTo>
                    <a:pt x="21336" y="0"/>
                    <a:pt x="24384" y="0"/>
                    <a:pt x="25908" y="1524"/>
                  </a:cubicBezTo>
                  <a:cubicBezTo>
                    <a:pt x="28956" y="1524"/>
                    <a:pt x="30480" y="1524"/>
                    <a:pt x="32003" y="1524"/>
                  </a:cubicBezTo>
                  <a:cubicBezTo>
                    <a:pt x="33528" y="3048"/>
                    <a:pt x="33528" y="3048"/>
                    <a:pt x="35052" y="4572"/>
                  </a:cubicBezTo>
                  <a:cubicBezTo>
                    <a:pt x="35052" y="4572"/>
                    <a:pt x="35052" y="6096"/>
                    <a:pt x="35052" y="7620"/>
                  </a:cubicBezTo>
                  <a:lnTo>
                    <a:pt x="35052" y="125158"/>
                  </a:lnTo>
                  <a:cubicBezTo>
                    <a:pt x="41243" y="119063"/>
                    <a:pt x="47339" y="114490"/>
                    <a:pt x="51911" y="109823"/>
                  </a:cubicBezTo>
                  <a:cubicBezTo>
                    <a:pt x="58007" y="106775"/>
                    <a:pt x="62579" y="102203"/>
                    <a:pt x="68675" y="100679"/>
                  </a:cubicBezTo>
                  <a:cubicBezTo>
                    <a:pt x="73247" y="97631"/>
                    <a:pt x="79343" y="96107"/>
                    <a:pt x="83915" y="94583"/>
                  </a:cubicBezTo>
                  <a:cubicBezTo>
                    <a:pt x="90011" y="93059"/>
                    <a:pt x="94583" y="93059"/>
                    <a:pt x="100679" y="93059"/>
                  </a:cubicBezTo>
                  <a:cubicBezTo>
                    <a:pt x="114395" y="93059"/>
                    <a:pt x="128206" y="96107"/>
                    <a:pt x="137351" y="100679"/>
                  </a:cubicBezTo>
                  <a:cubicBezTo>
                    <a:pt x="148018" y="106775"/>
                    <a:pt x="155639" y="114490"/>
                    <a:pt x="161734" y="123635"/>
                  </a:cubicBezTo>
                  <a:cubicBezTo>
                    <a:pt x="169354" y="134302"/>
                    <a:pt x="173927" y="144970"/>
                    <a:pt x="175451" y="157163"/>
                  </a:cubicBezTo>
                  <a:cubicBezTo>
                    <a:pt x="178498" y="170879"/>
                    <a:pt x="180022" y="184690"/>
                    <a:pt x="180022" y="198406"/>
                  </a:cubicBezTo>
                  <a:close/>
                  <a:moveTo>
                    <a:pt x="141922" y="202978"/>
                  </a:moveTo>
                  <a:cubicBezTo>
                    <a:pt x="141922" y="192310"/>
                    <a:pt x="141922" y="183166"/>
                    <a:pt x="140398" y="173926"/>
                  </a:cubicBezTo>
                  <a:cubicBezTo>
                    <a:pt x="138874" y="163258"/>
                    <a:pt x="135827" y="155639"/>
                    <a:pt x="132779" y="148018"/>
                  </a:cubicBezTo>
                  <a:cubicBezTo>
                    <a:pt x="128206" y="140398"/>
                    <a:pt x="123539" y="135826"/>
                    <a:pt x="117443" y="131254"/>
                  </a:cubicBezTo>
                  <a:cubicBezTo>
                    <a:pt x="111347" y="126682"/>
                    <a:pt x="103727" y="123635"/>
                    <a:pt x="93059" y="123635"/>
                  </a:cubicBezTo>
                  <a:cubicBezTo>
                    <a:pt x="88487" y="123635"/>
                    <a:pt x="83915" y="125158"/>
                    <a:pt x="79343" y="126682"/>
                  </a:cubicBezTo>
                  <a:cubicBezTo>
                    <a:pt x="74771" y="126682"/>
                    <a:pt x="70199" y="129730"/>
                    <a:pt x="65627" y="132779"/>
                  </a:cubicBezTo>
                  <a:cubicBezTo>
                    <a:pt x="61055" y="135826"/>
                    <a:pt x="56483" y="138874"/>
                    <a:pt x="51911" y="144970"/>
                  </a:cubicBezTo>
                  <a:cubicBezTo>
                    <a:pt x="47339" y="149542"/>
                    <a:pt x="41243" y="155639"/>
                    <a:pt x="35052" y="161735"/>
                  </a:cubicBezTo>
                  <a:lnTo>
                    <a:pt x="35052" y="241078"/>
                  </a:lnTo>
                  <a:cubicBezTo>
                    <a:pt x="45815" y="253365"/>
                    <a:pt x="54959" y="262509"/>
                    <a:pt x="64103" y="268605"/>
                  </a:cubicBezTo>
                  <a:cubicBezTo>
                    <a:pt x="73247" y="274701"/>
                    <a:pt x="82391" y="277749"/>
                    <a:pt x="91535" y="277749"/>
                  </a:cubicBezTo>
                  <a:cubicBezTo>
                    <a:pt x="100679" y="277749"/>
                    <a:pt x="108299" y="276225"/>
                    <a:pt x="115919" y="271653"/>
                  </a:cubicBezTo>
                  <a:cubicBezTo>
                    <a:pt x="122015" y="267081"/>
                    <a:pt x="126682" y="260985"/>
                    <a:pt x="131254" y="254889"/>
                  </a:cubicBezTo>
                  <a:cubicBezTo>
                    <a:pt x="134303" y="247174"/>
                    <a:pt x="137351" y="239554"/>
                    <a:pt x="140398" y="230410"/>
                  </a:cubicBezTo>
                  <a:cubicBezTo>
                    <a:pt x="141922" y="221266"/>
                    <a:pt x="141922" y="212122"/>
                    <a:pt x="141922" y="202978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28" name="Path528"/>
            <p:cNvSpPr/>
            <p:nvPr/>
          </p:nvSpPr>
          <p:spPr>
            <a:xfrm>
              <a:off x="7541324" y="2084642"/>
              <a:ext cx="187738" cy="288417"/>
            </a:xfrm>
            <a:custGeom>
              <a:avLst/>
              <a:gdLst/>
              <a:ahLst/>
              <a:cxnLst/>
              <a:rect l="l" t="t" r="r" b="b"/>
              <a:pathLst>
                <a:path w="187738" h="288417">
                  <a:moveTo>
                    <a:pt x="114491" y="209074"/>
                  </a:moveTo>
                  <a:lnTo>
                    <a:pt x="88488" y="280797"/>
                  </a:lnTo>
                  <a:cubicBezTo>
                    <a:pt x="88488" y="283845"/>
                    <a:pt x="85440" y="285369"/>
                    <a:pt x="82391" y="286893"/>
                  </a:cubicBezTo>
                  <a:cubicBezTo>
                    <a:pt x="79343" y="288417"/>
                    <a:pt x="73247" y="288417"/>
                    <a:pt x="65628" y="288417"/>
                  </a:cubicBezTo>
                  <a:cubicBezTo>
                    <a:pt x="62579" y="288417"/>
                    <a:pt x="59531" y="288417"/>
                    <a:pt x="56483" y="288417"/>
                  </a:cubicBezTo>
                  <a:cubicBezTo>
                    <a:pt x="54959" y="288417"/>
                    <a:pt x="51912" y="286893"/>
                    <a:pt x="51912" y="286893"/>
                  </a:cubicBezTo>
                  <a:cubicBezTo>
                    <a:pt x="50388" y="285369"/>
                    <a:pt x="48864" y="283845"/>
                    <a:pt x="48864" y="282321"/>
                  </a:cubicBezTo>
                  <a:cubicBezTo>
                    <a:pt x="48864" y="280797"/>
                    <a:pt x="48864" y="279273"/>
                    <a:pt x="50388" y="277749"/>
                  </a:cubicBezTo>
                  <a:lnTo>
                    <a:pt x="77819" y="209074"/>
                  </a:lnTo>
                  <a:cubicBezTo>
                    <a:pt x="76295" y="209074"/>
                    <a:pt x="74771" y="207550"/>
                    <a:pt x="73247" y="206026"/>
                  </a:cubicBezTo>
                  <a:cubicBezTo>
                    <a:pt x="73247" y="204502"/>
                    <a:pt x="71724" y="202978"/>
                    <a:pt x="71724" y="201454"/>
                  </a:cubicBezTo>
                  <a:lnTo>
                    <a:pt x="1524" y="13716"/>
                  </a:lnTo>
                  <a:cubicBezTo>
                    <a:pt x="0" y="10668"/>
                    <a:pt x="0" y="7620"/>
                    <a:pt x="0" y="6096"/>
                  </a:cubicBezTo>
                  <a:cubicBezTo>
                    <a:pt x="0" y="4572"/>
                    <a:pt x="0" y="3048"/>
                    <a:pt x="1524" y="3048"/>
                  </a:cubicBezTo>
                  <a:cubicBezTo>
                    <a:pt x="1524" y="1524"/>
                    <a:pt x="4572" y="1524"/>
                    <a:pt x="6191" y="0"/>
                  </a:cubicBezTo>
                  <a:cubicBezTo>
                    <a:pt x="9240" y="0"/>
                    <a:pt x="12288" y="0"/>
                    <a:pt x="16859" y="0"/>
                  </a:cubicBezTo>
                  <a:cubicBezTo>
                    <a:pt x="21431" y="0"/>
                    <a:pt x="24479" y="0"/>
                    <a:pt x="27528" y="0"/>
                  </a:cubicBezTo>
                  <a:cubicBezTo>
                    <a:pt x="30576" y="0"/>
                    <a:pt x="32100" y="0"/>
                    <a:pt x="33624" y="1524"/>
                  </a:cubicBezTo>
                  <a:cubicBezTo>
                    <a:pt x="35147" y="1524"/>
                    <a:pt x="36671" y="3048"/>
                    <a:pt x="36671" y="4572"/>
                  </a:cubicBezTo>
                  <a:cubicBezTo>
                    <a:pt x="36671" y="4572"/>
                    <a:pt x="38195" y="6096"/>
                    <a:pt x="38195" y="7620"/>
                  </a:cubicBezTo>
                  <a:lnTo>
                    <a:pt x="94679" y="166402"/>
                  </a:lnTo>
                  <a:lnTo>
                    <a:pt x="96203" y="166402"/>
                  </a:lnTo>
                  <a:lnTo>
                    <a:pt x="149543" y="7620"/>
                  </a:lnTo>
                  <a:cubicBezTo>
                    <a:pt x="151067" y="4572"/>
                    <a:pt x="151067" y="3048"/>
                    <a:pt x="152591" y="1524"/>
                  </a:cubicBezTo>
                  <a:cubicBezTo>
                    <a:pt x="154115" y="1524"/>
                    <a:pt x="155639" y="1524"/>
                    <a:pt x="158686" y="0"/>
                  </a:cubicBezTo>
                  <a:cubicBezTo>
                    <a:pt x="161734" y="0"/>
                    <a:pt x="164783" y="0"/>
                    <a:pt x="169355" y="0"/>
                  </a:cubicBezTo>
                  <a:cubicBezTo>
                    <a:pt x="173927" y="0"/>
                    <a:pt x="176974" y="0"/>
                    <a:pt x="180118" y="0"/>
                  </a:cubicBezTo>
                  <a:cubicBezTo>
                    <a:pt x="181642" y="0"/>
                    <a:pt x="184690" y="1524"/>
                    <a:pt x="184690" y="3048"/>
                  </a:cubicBezTo>
                  <a:cubicBezTo>
                    <a:pt x="186214" y="3048"/>
                    <a:pt x="187738" y="4572"/>
                    <a:pt x="187738" y="6096"/>
                  </a:cubicBezTo>
                  <a:cubicBezTo>
                    <a:pt x="187738" y="7620"/>
                    <a:pt x="186214" y="10668"/>
                    <a:pt x="186214" y="13716"/>
                  </a:cubicBezTo>
                  <a:lnTo>
                    <a:pt x="114491" y="20907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529" name="Group529"/>
          <p:cNvGrpSpPr/>
          <p:nvPr/>
        </p:nvGrpSpPr>
        <p:grpSpPr>
          <a:xfrm>
            <a:off x="7870888" y="1988534"/>
            <a:ext cx="383001" cy="309753"/>
            <a:chOff x="7870888" y="1988534"/>
            <a:chExt cx="383001" cy="309753"/>
          </a:xfrm>
        </p:grpSpPr>
        <p:sp>
          <p:nvSpPr>
            <p:cNvPr id="530" name="Path530"/>
            <p:cNvSpPr/>
            <p:nvPr/>
          </p:nvSpPr>
          <p:spPr>
            <a:xfrm>
              <a:off x="7870888" y="1988534"/>
              <a:ext cx="169355" cy="306705"/>
            </a:xfrm>
            <a:custGeom>
              <a:avLst/>
              <a:gdLst/>
              <a:ahLst/>
              <a:cxnLst/>
              <a:rect l="l" t="t" r="r" b="b"/>
              <a:pathLst>
                <a:path w="169355" h="306705">
                  <a:moveTo>
                    <a:pt x="169355" y="299085"/>
                  </a:moveTo>
                  <a:cubicBezTo>
                    <a:pt x="169355" y="300609"/>
                    <a:pt x="169355" y="302133"/>
                    <a:pt x="169355" y="302133"/>
                  </a:cubicBezTo>
                  <a:cubicBezTo>
                    <a:pt x="167831" y="303657"/>
                    <a:pt x="167831" y="303657"/>
                    <a:pt x="166307" y="305181"/>
                  </a:cubicBezTo>
                  <a:cubicBezTo>
                    <a:pt x="164783" y="305181"/>
                    <a:pt x="163259" y="305181"/>
                    <a:pt x="160211" y="306705"/>
                  </a:cubicBezTo>
                  <a:cubicBezTo>
                    <a:pt x="158686" y="306705"/>
                    <a:pt x="155639" y="306705"/>
                    <a:pt x="151067" y="306705"/>
                  </a:cubicBezTo>
                  <a:cubicBezTo>
                    <a:pt x="148019" y="306705"/>
                    <a:pt x="144971" y="306705"/>
                    <a:pt x="143447" y="306705"/>
                  </a:cubicBezTo>
                  <a:cubicBezTo>
                    <a:pt x="140398" y="305181"/>
                    <a:pt x="138874" y="305181"/>
                    <a:pt x="137351" y="305181"/>
                  </a:cubicBezTo>
                  <a:cubicBezTo>
                    <a:pt x="135827" y="303657"/>
                    <a:pt x="135827" y="303657"/>
                    <a:pt x="134303" y="302133"/>
                  </a:cubicBezTo>
                  <a:cubicBezTo>
                    <a:pt x="134303" y="302133"/>
                    <a:pt x="134303" y="300609"/>
                    <a:pt x="134303" y="299085"/>
                  </a:cubicBezTo>
                  <a:lnTo>
                    <a:pt x="134303" y="184690"/>
                  </a:lnTo>
                  <a:cubicBezTo>
                    <a:pt x="134303" y="173926"/>
                    <a:pt x="132779" y="164782"/>
                    <a:pt x="131255" y="157162"/>
                  </a:cubicBezTo>
                  <a:cubicBezTo>
                    <a:pt x="129731" y="151066"/>
                    <a:pt x="126683" y="144970"/>
                    <a:pt x="123635" y="138874"/>
                  </a:cubicBezTo>
                  <a:cubicBezTo>
                    <a:pt x="120586" y="134302"/>
                    <a:pt x="116015" y="131254"/>
                    <a:pt x="109824" y="128206"/>
                  </a:cubicBezTo>
                  <a:cubicBezTo>
                    <a:pt x="105252" y="125158"/>
                    <a:pt x="99155" y="123634"/>
                    <a:pt x="91536" y="123634"/>
                  </a:cubicBezTo>
                  <a:cubicBezTo>
                    <a:pt x="82392" y="123634"/>
                    <a:pt x="73247" y="126682"/>
                    <a:pt x="64104" y="134302"/>
                  </a:cubicBezTo>
                  <a:cubicBezTo>
                    <a:pt x="54959" y="140398"/>
                    <a:pt x="45816" y="149542"/>
                    <a:pt x="36671" y="161734"/>
                  </a:cubicBezTo>
                  <a:lnTo>
                    <a:pt x="36671" y="299085"/>
                  </a:lnTo>
                  <a:cubicBezTo>
                    <a:pt x="36671" y="300609"/>
                    <a:pt x="36671" y="302133"/>
                    <a:pt x="35147" y="302133"/>
                  </a:cubicBezTo>
                  <a:cubicBezTo>
                    <a:pt x="35147" y="303657"/>
                    <a:pt x="33624" y="303657"/>
                    <a:pt x="32100" y="305181"/>
                  </a:cubicBezTo>
                  <a:cubicBezTo>
                    <a:pt x="30576" y="305181"/>
                    <a:pt x="29052" y="305181"/>
                    <a:pt x="27528" y="306705"/>
                  </a:cubicBezTo>
                  <a:cubicBezTo>
                    <a:pt x="24385" y="306705"/>
                    <a:pt x="21336" y="306705"/>
                    <a:pt x="18288" y="306705"/>
                  </a:cubicBezTo>
                  <a:cubicBezTo>
                    <a:pt x="15240" y="306705"/>
                    <a:pt x="12192" y="306705"/>
                    <a:pt x="9144" y="306705"/>
                  </a:cubicBezTo>
                  <a:cubicBezTo>
                    <a:pt x="7620" y="305181"/>
                    <a:pt x="4573" y="305181"/>
                    <a:pt x="3049" y="305181"/>
                  </a:cubicBezTo>
                  <a:cubicBezTo>
                    <a:pt x="3049" y="303657"/>
                    <a:pt x="1524" y="303657"/>
                    <a:pt x="1524" y="302133"/>
                  </a:cubicBezTo>
                  <a:cubicBezTo>
                    <a:pt x="0" y="302133"/>
                    <a:pt x="0" y="300609"/>
                    <a:pt x="0" y="299085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1524" y="4572"/>
                  </a:cubicBezTo>
                  <a:cubicBezTo>
                    <a:pt x="1524" y="3048"/>
                    <a:pt x="1524" y="3048"/>
                    <a:pt x="3049" y="1524"/>
                  </a:cubicBezTo>
                  <a:cubicBezTo>
                    <a:pt x="4573" y="1524"/>
                    <a:pt x="6097" y="1524"/>
                    <a:pt x="9144" y="1524"/>
                  </a:cubicBezTo>
                  <a:cubicBezTo>
                    <a:pt x="12192" y="0"/>
                    <a:pt x="15240" y="0"/>
                    <a:pt x="18288" y="0"/>
                  </a:cubicBezTo>
                  <a:cubicBezTo>
                    <a:pt x="21336" y="0"/>
                    <a:pt x="24385" y="0"/>
                    <a:pt x="27528" y="1524"/>
                  </a:cubicBezTo>
                  <a:cubicBezTo>
                    <a:pt x="29052" y="1524"/>
                    <a:pt x="30576" y="1524"/>
                    <a:pt x="32100" y="1524"/>
                  </a:cubicBezTo>
                  <a:cubicBezTo>
                    <a:pt x="33624" y="3048"/>
                    <a:pt x="35147" y="3048"/>
                    <a:pt x="35147" y="4572"/>
                  </a:cubicBezTo>
                  <a:cubicBezTo>
                    <a:pt x="35147" y="4572"/>
                    <a:pt x="36671" y="6096"/>
                    <a:pt x="36671" y="7620"/>
                  </a:cubicBezTo>
                  <a:lnTo>
                    <a:pt x="36671" y="125158"/>
                  </a:lnTo>
                  <a:cubicBezTo>
                    <a:pt x="45816" y="114490"/>
                    <a:pt x="56483" y="106775"/>
                    <a:pt x="67152" y="100679"/>
                  </a:cubicBezTo>
                  <a:cubicBezTo>
                    <a:pt x="77819" y="96107"/>
                    <a:pt x="88488" y="93059"/>
                    <a:pt x="99155" y="93059"/>
                  </a:cubicBezTo>
                  <a:cubicBezTo>
                    <a:pt x="112967" y="93059"/>
                    <a:pt x="123635" y="94583"/>
                    <a:pt x="132779" y="99155"/>
                  </a:cubicBezTo>
                  <a:cubicBezTo>
                    <a:pt x="141923" y="103727"/>
                    <a:pt x="148019" y="109823"/>
                    <a:pt x="154115" y="117538"/>
                  </a:cubicBezTo>
                  <a:cubicBezTo>
                    <a:pt x="160211" y="125158"/>
                    <a:pt x="163259" y="132778"/>
                    <a:pt x="166307" y="143446"/>
                  </a:cubicBezTo>
                  <a:cubicBezTo>
                    <a:pt x="167831" y="154114"/>
                    <a:pt x="169355" y="164782"/>
                    <a:pt x="169355" y="180022"/>
                  </a:cubicBezTo>
                  <a:lnTo>
                    <a:pt x="169355" y="2990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31" name="Path531"/>
            <p:cNvSpPr/>
            <p:nvPr/>
          </p:nvSpPr>
          <p:spPr>
            <a:xfrm>
              <a:off x="8092154" y="2081594"/>
              <a:ext cx="161735" cy="216693"/>
            </a:xfrm>
            <a:custGeom>
              <a:avLst/>
              <a:gdLst/>
              <a:ahLst/>
              <a:cxnLst/>
              <a:rect l="l" t="t" r="r" b="b"/>
              <a:pathLst>
                <a:path w="161735" h="216693">
                  <a:moveTo>
                    <a:pt x="161734" y="207550"/>
                  </a:moveTo>
                  <a:cubicBezTo>
                    <a:pt x="161734" y="209074"/>
                    <a:pt x="161734" y="210598"/>
                    <a:pt x="160210" y="210598"/>
                  </a:cubicBezTo>
                  <a:cubicBezTo>
                    <a:pt x="160210" y="212122"/>
                    <a:pt x="158686" y="212122"/>
                    <a:pt x="155639" y="212122"/>
                  </a:cubicBezTo>
                  <a:cubicBezTo>
                    <a:pt x="154115" y="213646"/>
                    <a:pt x="150971" y="213646"/>
                    <a:pt x="146399" y="213646"/>
                  </a:cubicBezTo>
                  <a:cubicBezTo>
                    <a:pt x="143351" y="213646"/>
                    <a:pt x="140303" y="213646"/>
                    <a:pt x="137255" y="212122"/>
                  </a:cubicBezTo>
                  <a:cubicBezTo>
                    <a:pt x="135731" y="212122"/>
                    <a:pt x="134207" y="212122"/>
                    <a:pt x="132683" y="210598"/>
                  </a:cubicBezTo>
                  <a:cubicBezTo>
                    <a:pt x="131159" y="210598"/>
                    <a:pt x="131159" y="209074"/>
                    <a:pt x="131159" y="207550"/>
                  </a:cubicBezTo>
                  <a:lnTo>
                    <a:pt x="131159" y="187738"/>
                  </a:lnTo>
                  <a:cubicBezTo>
                    <a:pt x="123539" y="196882"/>
                    <a:pt x="112871" y="202978"/>
                    <a:pt x="102203" y="209074"/>
                  </a:cubicBezTo>
                  <a:cubicBezTo>
                    <a:pt x="91535" y="213646"/>
                    <a:pt x="80867" y="216694"/>
                    <a:pt x="68675" y="216694"/>
                  </a:cubicBezTo>
                  <a:cubicBezTo>
                    <a:pt x="57912" y="216694"/>
                    <a:pt x="48768" y="215170"/>
                    <a:pt x="41148" y="212122"/>
                  </a:cubicBezTo>
                  <a:cubicBezTo>
                    <a:pt x="32003" y="209074"/>
                    <a:pt x="25908" y="206026"/>
                    <a:pt x="19812" y="199930"/>
                  </a:cubicBezTo>
                  <a:cubicBezTo>
                    <a:pt x="13715" y="195358"/>
                    <a:pt x="9144" y="189262"/>
                    <a:pt x="6096" y="181642"/>
                  </a:cubicBezTo>
                  <a:cubicBezTo>
                    <a:pt x="3048" y="174022"/>
                    <a:pt x="0" y="166402"/>
                    <a:pt x="0" y="155639"/>
                  </a:cubicBezTo>
                  <a:cubicBezTo>
                    <a:pt x="0" y="144970"/>
                    <a:pt x="3048" y="135826"/>
                    <a:pt x="7620" y="126683"/>
                  </a:cubicBezTo>
                  <a:cubicBezTo>
                    <a:pt x="12192" y="119063"/>
                    <a:pt x="18288" y="112967"/>
                    <a:pt x="27432" y="106870"/>
                  </a:cubicBezTo>
                  <a:cubicBezTo>
                    <a:pt x="35052" y="102298"/>
                    <a:pt x="45720" y="97726"/>
                    <a:pt x="57912" y="94679"/>
                  </a:cubicBezTo>
                  <a:cubicBezTo>
                    <a:pt x="70199" y="91630"/>
                    <a:pt x="83915" y="91630"/>
                    <a:pt x="99155" y="91630"/>
                  </a:cubicBezTo>
                  <a:lnTo>
                    <a:pt x="126587" y="91630"/>
                  </a:lnTo>
                  <a:lnTo>
                    <a:pt x="126587" y="74771"/>
                  </a:lnTo>
                  <a:cubicBezTo>
                    <a:pt x="126587" y="68675"/>
                    <a:pt x="125063" y="61055"/>
                    <a:pt x="123539" y="54959"/>
                  </a:cubicBezTo>
                  <a:cubicBezTo>
                    <a:pt x="122015" y="50387"/>
                    <a:pt x="120491" y="44291"/>
                    <a:pt x="115919" y="41243"/>
                  </a:cubicBezTo>
                  <a:cubicBezTo>
                    <a:pt x="112871" y="36671"/>
                    <a:pt x="108299" y="33623"/>
                    <a:pt x="102203" y="32099"/>
                  </a:cubicBezTo>
                  <a:cubicBezTo>
                    <a:pt x="96107" y="30575"/>
                    <a:pt x="90011" y="29051"/>
                    <a:pt x="80867" y="29051"/>
                  </a:cubicBezTo>
                  <a:cubicBezTo>
                    <a:pt x="73247" y="29051"/>
                    <a:pt x="64008" y="30575"/>
                    <a:pt x="57912" y="32099"/>
                  </a:cubicBezTo>
                  <a:cubicBezTo>
                    <a:pt x="50292" y="35147"/>
                    <a:pt x="44196" y="36671"/>
                    <a:pt x="39624" y="39719"/>
                  </a:cubicBezTo>
                  <a:cubicBezTo>
                    <a:pt x="33528" y="41243"/>
                    <a:pt x="28956" y="44291"/>
                    <a:pt x="25908" y="45815"/>
                  </a:cubicBezTo>
                  <a:cubicBezTo>
                    <a:pt x="21336" y="48863"/>
                    <a:pt x="19812" y="48863"/>
                    <a:pt x="18288" y="48863"/>
                  </a:cubicBezTo>
                  <a:cubicBezTo>
                    <a:pt x="16764" y="48863"/>
                    <a:pt x="15240" y="48863"/>
                    <a:pt x="15240" y="48863"/>
                  </a:cubicBezTo>
                  <a:cubicBezTo>
                    <a:pt x="13715" y="47339"/>
                    <a:pt x="12192" y="47339"/>
                    <a:pt x="12192" y="45815"/>
                  </a:cubicBezTo>
                  <a:cubicBezTo>
                    <a:pt x="12192" y="44291"/>
                    <a:pt x="10668" y="42767"/>
                    <a:pt x="10668" y="41243"/>
                  </a:cubicBezTo>
                  <a:cubicBezTo>
                    <a:pt x="10668" y="39719"/>
                    <a:pt x="10668" y="38195"/>
                    <a:pt x="10668" y="35147"/>
                  </a:cubicBezTo>
                  <a:cubicBezTo>
                    <a:pt x="10668" y="32099"/>
                    <a:pt x="10668" y="29051"/>
                    <a:pt x="10668" y="27527"/>
                  </a:cubicBezTo>
                  <a:cubicBezTo>
                    <a:pt x="12192" y="24479"/>
                    <a:pt x="12192" y="22955"/>
                    <a:pt x="15240" y="21431"/>
                  </a:cubicBezTo>
                  <a:cubicBezTo>
                    <a:pt x="16764" y="18288"/>
                    <a:pt x="19812" y="16764"/>
                    <a:pt x="24384" y="13716"/>
                  </a:cubicBezTo>
                  <a:cubicBezTo>
                    <a:pt x="30480" y="12192"/>
                    <a:pt x="35052" y="9144"/>
                    <a:pt x="41148" y="7620"/>
                  </a:cubicBezTo>
                  <a:cubicBezTo>
                    <a:pt x="47244" y="4572"/>
                    <a:pt x="54864" y="3048"/>
                    <a:pt x="62484" y="1524"/>
                  </a:cubicBezTo>
                  <a:cubicBezTo>
                    <a:pt x="70199" y="0"/>
                    <a:pt x="77819" y="0"/>
                    <a:pt x="85439" y="0"/>
                  </a:cubicBezTo>
                  <a:cubicBezTo>
                    <a:pt x="99155" y="0"/>
                    <a:pt x="111347" y="1524"/>
                    <a:pt x="120491" y="4572"/>
                  </a:cubicBezTo>
                  <a:cubicBezTo>
                    <a:pt x="131159" y="7620"/>
                    <a:pt x="138779" y="12192"/>
                    <a:pt x="144875" y="18288"/>
                  </a:cubicBezTo>
                  <a:cubicBezTo>
                    <a:pt x="150971" y="24479"/>
                    <a:pt x="155639" y="32099"/>
                    <a:pt x="158686" y="41243"/>
                  </a:cubicBezTo>
                  <a:cubicBezTo>
                    <a:pt x="161734" y="50387"/>
                    <a:pt x="161734" y="61055"/>
                    <a:pt x="161734" y="73247"/>
                  </a:cubicBezTo>
                  <a:lnTo>
                    <a:pt x="161734" y="207550"/>
                  </a:lnTo>
                  <a:close/>
                  <a:moveTo>
                    <a:pt x="126587" y="117539"/>
                  </a:moveTo>
                  <a:lnTo>
                    <a:pt x="96107" y="117539"/>
                  </a:lnTo>
                  <a:cubicBezTo>
                    <a:pt x="85439" y="117539"/>
                    <a:pt x="77819" y="117539"/>
                    <a:pt x="70199" y="119063"/>
                  </a:cubicBezTo>
                  <a:cubicBezTo>
                    <a:pt x="62484" y="120586"/>
                    <a:pt x="56388" y="123635"/>
                    <a:pt x="51815" y="126683"/>
                  </a:cubicBezTo>
                  <a:cubicBezTo>
                    <a:pt x="47244" y="129730"/>
                    <a:pt x="42672" y="134302"/>
                    <a:pt x="41148" y="138874"/>
                  </a:cubicBezTo>
                  <a:cubicBezTo>
                    <a:pt x="39624" y="143446"/>
                    <a:pt x="38100" y="148018"/>
                    <a:pt x="38100" y="154114"/>
                  </a:cubicBezTo>
                  <a:cubicBezTo>
                    <a:pt x="38100" y="164878"/>
                    <a:pt x="41148" y="172498"/>
                    <a:pt x="47244" y="178594"/>
                  </a:cubicBezTo>
                  <a:cubicBezTo>
                    <a:pt x="53340" y="184690"/>
                    <a:pt x="62484" y="187738"/>
                    <a:pt x="74771" y="187738"/>
                  </a:cubicBezTo>
                  <a:cubicBezTo>
                    <a:pt x="83915" y="187738"/>
                    <a:pt x="93059" y="186214"/>
                    <a:pt x="100679" y="180118"/>
                  </a:cubicBezTo>
                  <a:cubicBezTo>
                    <a:pt x="109823" y="175546"/>
                    <a:pt x="117443" y="169450"/>
                    <a:pt x="126587" y="158782"/>
                  </a:cubicBezTo>
                  <a:lnTo>
                    <a:pt x="126587" y="1175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532" name="Group532"/>
          <p:cNvGrpSpPr/>
          <p:nvPr/>
        </p:nvGrpSpPr>
        <p:grpSpPr>
          <a:xfrm>
            <a:off x="8320944" y="1990058"/>
            <a:ext cx="404338" cy="308229"/>
            <a:chOff x="8320944" y="1990058"/>
            <a:chExt cx="404338" cy="308229"/>
          </a:xfrm>
        </p:grpSpPr>
        <p:sp>
          <p:nvSpPr>
            <p:cNvPr id="533" name="Path533"/>
            <p:cNvSpPr/>
            <p:nvPr/>
          </p:nvSpPr>
          <p:spPr>
            <a:xfrm>
              <a:off x="8320944" y="2081594"/>
              <a:ext cx="169356" cy="213645"/>
            </a:xfrm>
            <a:custGeom>
              <a:avLst/>
              <a:gdLst/>
              <a:ahLst/>
              <a:cxnLst/>
              <a:rect l="l" t="t" r="r" b="b"/>
              <a:pathLst>
                <a:path w="169356" h="213645">
                  <a:moveTo>
                    <a:pt x="169355" y="206026"/>
                  </a:moveTo>
                  <a:cubicBezTo>
                    <a:pt x="169355" y="207550"/>
                    <a:pt x="169355" y="209074"/>
                    <a:pt x="167831" y="209074"/>
                  </a:cubicBezTo>
                  <a:cubicBezTo>
                    <a:pt x="167831" y="210598"/>
                    <a:pt x="166307" y="210598"/>
                    <a:pt x="166307" y="212122"/>
                  </a:cubicBezTo>
                  <a:cubicBezTo>
                    <a:pt x="164783" y="212122"/>
                    <a:pt x="163259" y="212122"/>
                    <a:pt x="160211" y="213646"/>
                  </a:cubicBezTo>
                  <a:cubicBezTo>
                    <a:pt x="158686" y="213646"/>
                    <a:pt x="155639" y="213646"/>
                    <a:pt x="151067" y="213646"/>
                  </a:cubicBezTo>
                  <a:cubicBezTo>
                    <a:pt x="148019" y="213646"/>
                    <a:pt x="144971" y="213646"/>
                    <a:pt x="141923" y="213646"/>
                  </a:cubicBezTo>
                  <a:cubicBezTo>
                    <a:pt x="140398" y="212122"/>
                    <a:pt x="138874" y="212122"/>
                    <a:pt x="137351" y="212122"/>
                  </a:cubicBezTo>
                  <a:cubicBezTo>
                    <a:pt x="135827" y="210598"/>
                    <a:pt x="134303" y="210598"/>
                    <a:pt x="134303" y="209074"/>
                  </a:cubicBezTo>
                  <a:cubicBezTo>
                    <a:pt x="134303" y="209074"/>
                    <a:pt x="132779" y="207550"/>
                    <a:pt x="132779" y="206026"/>
                  </a:cubicBezTo>
                  <a:lnTo>
                    <a:pt x="132779" y="91630"/>
                  </a:lnTo>
                  <a:cubicBezTo>
                    <a:pt x="132779" y="80867"/>
                    <a:pt x="132779" y="71723"/>
                    <a:pt x="131255" y="64103"/>
                  </a:cubicBezTo>
                  <a:cubicBezTo>
                    <a:pt x="129731" y="58007"/>
                    <a:pt x="126683" y="51911"/>
                    <a:pt x="123635" y="45815"/>
                  </a:cubicBezTo>
                  <a:cubicBezTo>
                    <a:pt x="120586" y="41243"/>
                    <a:pt x="116015" y="38195"/>
                    <a:pt x="109919" y="35147"/>
                  </a:cubicBezTo>
                  <a:cubicBezTo>
                    <a:pt x="105347" y="32099"/>
                    <a:pt x="99251" y="30575"/>
                    <a:pt x="91536" y="30575"/>
                  </a:cubicBezTo>
                  <a:cubicBezTo>
                    <a:pt x="82392" y="30575"/>
                    <a:pt x="73247" y="33623"/>
                    <a:pt x="64104" y="41243"/>
                  </a:cubicBezTo>
                  <a:cubicBezTo>
                    <a:pt x="54959" y="47339"/>
                    <a:pt x="45816" y="56483"/>
                    <a:pt x="36671" y="68675"/>
                  </a:cubicBezTo>
                  <a:lnTo>
                    <a:pt x="36671" y="206026"/>
                  </a:lnTo>
                  <a:cubicBezTo>
                    <a:pt x="36671" y="207550"/>
                    <a:pt x="35147" y="209074"/>
                    <a:pt x="35147" y="209074"/>
                  </a:cubicBezTo>
                  <a:cubicBezTo>
                    <a:pt x="35147" y="210598"/>
                    <a:pt x="33624" y="210598"/>
                    <a:pt x="32100" y="212122"/>
                  </a:cubicBezTo>
                  <a:cubicBezTo>
                    <a:pt x="30576" y="212122"/>
                    <a:pt x="29052" y="212122"/>
                    <a:pt x="27528" y="213646"/>
                  </a:cubicBezTo>
                  <a:cubicBezTo>
                    <a:pt x="24480" y="213646"/>
                    <a:pt x="21431" y="213646"/>
                    <a:pt x="18383" y="213646"/>
                  </a:cubicBezTo>
                  <a:cubicBezTo>
                    <a:pt x="13812" y="213646"/>
                    <a:pt x="12288" y="213646"/>
                    <a:pt x="9144" y="213646"/>
                  </a:cubicBezTo>
                  <a:cubicBezTo>
                    <a:pt x="6097" y="212122"/>
                    <a:pt x="4573" y="212122"/>
                    <a:pt x="3049" y="212122"/>
                  </a:cubicBezTo>
                  <a:cubicBezTo>
                    <a:pt x="1524" y="210598"/>
                    <a:pt x="1524" y="210598"/>
                    <a:pt x="0" y="209074"/>
                  </a:cubicBezTo>
                  <a:cubicBezTo>
                    <a:pt x="0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0" y="6096"/>
                  </a:cubicBezTo>
                  <a:cubicBezTo>
                    <a:pt x="1524" y="6096"/>
                    <a:pt x="1524" y="4572"/>
                    <a:pt x="3049" y="4572"/>
                  </a:cubicBezTo>
                  <a:cubicBezTo>
                    <a:pt x="4573" y="4572"/>
                    <a:pt x="6097" y="3048"/>
                    <a:pt x="7620" y="3048"/>
                  </a:cubicBezTo>
                  <a:cubicBezTo>
                    <a:pt x="10668" y="3048"/>
                    <a:pt x="12288" y="3048"/>
                    <a:pt x="16859" y="3048"/>
                  </a:cubicBezTo>
                  <a:cubicBezTo>
                    <a:pt x="19907" y="3048"/>
                    <a:pt x="21431" y="3048"/>
                    <a:pt x="24480" y="3048"/>
                  </a:cubicBezTo>
                  <a:cubicBezTo>
                    <a:pt x="26004" y="3048"/>
                    <a:pt x="27528" y="4572"/>
                    <a:pt x="29052" y="4572"/>
                  </a:cubicBezTo>
                  <a:cubicBezTo>
                    <a:pt x="30576" y="4572"/>
                    <a:pt x="30576" y="6096"/>
                    <a:pt x="32100" y="6096"/>
                  </a:cubicBezTo>
                  <a:cubicBezTo>
                    <a:pt x="32100" y="7620"/>
                    <a:pt x="32100" y="9144"/>
                    <a:pt x="32100" y="9144"/>
                  </a:cubicBezTo>
                  <a:lnTo>
                    <a:pt x="32100" y="35147"/>
                  </a:lnTo>
                  <a:cubicBezTo>
                    <a:pt x="44292" y="22955"/>
                    <a:pt x="54959" y="13716"/>
                    <a:pt x="65628" y="9144"/>
                  </a:cubicBezTo>
                  <a:cubicBezTo>
                    <a:pt x="76295" y="3048"/>
                    <a:pt x="88488" y="0"/>
                    <a:pt x="99251" y="0"/>
                  </a:cubicBezTo>
                  <a:cubicBezTo>
                    <a:pt x="111443" y="0"/>
                    <a:pt x="123635" y="1524"/>
                    <a:pt x="132779" y="6096"/>
                  </a:cubicBezTo>
                  <a:cubicBezTo>
                    <a:pt x="140398" y="10668"/>
                    <a:pt x="148019" y="16764"/>
                    <a:pt x="154115" y="24479"/>
                  </a:cubicBezTo>
                  <a:cubicBezTo>
                    <a:pt x="158686" y="32099"/>
                    <a:pt x="163259" y="39719"/>
                    <a:pt x="166307" y="50387"/>
                  </a:cubicBezTo>
                  <a:cubicBezTo>
                    <a:pt x="167831" y="61055"/>
                    <a:pt x="169355" y="71723"/>
                    <a:pt x="169355" y="86963"/>
                  </a:cubicBezTo>
                  <a:lnTo>
                    <a:pt x="169355" y="2060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34" name="Path534"/>
            <p:cNvSpPr/>
            <p:nvPr/>
          </p:nvSpPr>
          <p:spPr>
            <a:xfrm>
              <a:off x="8543734" y="1990058"/>
              <a:ext cx="181548" cy="308229"/>
            </a:xfrm>
            <a:custGeom>
              <a:avLst/>
              <a:gdLst/>
              <a:ahLst/>
              <a:cxnLst/>
              <a:rect l="l" t="t" r="r" b="b"/>
              <a:pathLst>
                <a:path w="181548" h="308229">
                  <a:moveTo>
                    <a:pt x="181546" y="297561"/>
                  </a:moveTo>
                  <a:cubicBezTo>
                    <a:pt x="181546" y="299085"/>
                    <a:pt x="181546" y="300609"/>
                    <a:pt x="180022" y="300609"/>
                  </a:cubicBezTo>
                  <a:cubicBezTo>
                    <a:pt x="180022" y="302133"/>
                    <a:pt x="178498" y="302133"/>
                    <a:pt x="176974" y="303657"/>
                  </a:cubicBezTo>
                  <a:cubicBezTo>
                    <a:pt x="176974" y="303657"/>
                    <a:pt x="175451" y="303657"/>
                    <a:pt x="172403" y="305181"/>
                  </a:cubicBezTo>
                  <a:cubicBezTo>
                    <a:pt x="170878" y="305181"/>
                    <a:pt x="167830" y="305181"/>
                    <a:pt x="164782" y="305181"/>
                  </a:cubicBezTo>
                  <a:cubicBezTo>
                    <a:pt x="161734" y="305181"/>
                    <a:pt x="160210" y="305181"/>
                    <a:pt x="157163" y="305181"/>
                  </a:cubicBezTo>
                  <a:cubicBezTo>
                    <a:pt x="155639" y="303657"/>
                    <a:pt x="154115" y="303657"/>
                    <a:pt x="152590" y="303657"/>
                  </a:cubicBezTo>
                  <a:cubicBezTo>
                    <a:pt x="151066" y="302133"/>
                    <a:pt x="151066" y="302133"/>
                    <a:pt x="149542" y="300609"/>
                  </a:cubicBezTo>
                  <a:cubicBezTo>
                    <a:pt x="149542" y="300609"/>
                    <a:pt x="149542" y="299085"/>
                    <a:pt x="149542" y="297561"/>
                  </a:cubicBezTo>
                  <a:lnTo>
                    <a:pt x="149542" y="271653"/>
                  </a:lnTo>
                  <a:cubicBezTo>
                    <a:pt x="138874" y="283845"/>
                    <a:pt x="128111" y="291465"/>
                    <a:pt x="115919" y="299085"/>
                  </a:cubicBezTo>
                  <a:cubicBezTo>
                    <a:pt x="105251" y="305181"/>
                    <a:pt x="93059" y="308229"/>
                    <a:pt x="79343" y="308229"/>
                  </a:cubicBezTo>
                  <a:cubicBezTo>
                    <a:pt x="65627" y="308229"/>
                    <a:pt x="53435" y="305181"/>
                    <a:pt x="42672" y="299085"/>
                  </a:cubicBezTo>
                  <a:cubicBezTo>
                    <a:pt x="33527" y="294513"/>
                    <a:pt x="24384" y="286893"/>
                    <a:pt x="18288" y="276225"/>
                  </a:cubicBezTo>
                  <a:cubicBezTo>
                    <a:pt x="12192" y="267081"/>
                    <a:pt x="7620" y="256413"/>
                    <a:pt x="4572" y="242602"/>
                  </a:cubicBezTo>
                  <a:cubicBezTo>
                    <a:pt x="1524" y="230410"/>
                    <a:pt x="0" y="216694"/>
                    <a:pt x="0" y="201454"/>
                  </a:cubicBezTo>
                  <a:cubicBezTo>
                    <a:pt x="0" y="184690"/>
                    <a:pt x="1524" y="169354"/>
                    <a:pt x="6096" y="155638"/>
                  </a:cubicBezTo>
                  <a:cubicBezTo>
                    <a:pt x="9144" y="143446"/>
                    <a:pt x="13715" y="131254"/>
                    <a:pt x="21336" y="122110"/>
                  </a:cubicBezTo>
                  <a:cubicBezTo>
                    <a:pt x="28956" y="111442"/>
                    <a:pt x="38100" y="103727"/>
                    <a:pt x="48768" y="99155"/>
                  </a:cubicBezTo>
                  <a:cubicBezTo>
                    <a:pt x="58007" y="94583"/>
                    <a:pt x="70199" y="91535"/>
                    <a:pt x="85439" y="91535"/>
                  </a:cubicBezTo>
                  <a:cubicBezTo>
                    <a:pt x="96107" y="91535"/>
                    <a:pt x="106775" y="94583"/>
                    <a:pt x="115919" y="99155"/>
                  </a:cubicBezTo>
                  <a:cubicBezTo>
                    <a:pt x="126587" y="103727"/>
                    <a:pt x="135731" y="111442"/>
                    <a:pt x="144970" y="120586"/>
                  </a:cubicBezTo>
                  <a:lnTo>
                    <a:pt x="144970" y="6096"/>
                  </a:lnTo>
                  <a:cubicBezTo>
                    <a:pt x="144970" y="6096"/>
                    <a:pt x="144970" y="4572"/>
                    <a:pt x="144970" y="3048"/>
                  </a:cubicBezTo>
                  <a:cubicBezTo>
                    <a:pt x="146494" y="3048"/>
                    <a:pt x="146494" y="1524"/>
                    <a:pt x="148018" y="1524"/>
                  </a:cubicBezTo>
                  <a:cubicBezTo>
                    <a:pt x="149542" y="1524"/>
                    <a:pt x="151066" y="0"/>
                    <a:pt x="154115" y="0"/>
                  </a:cubicBezTo>
                  <a:cubicBezTo>
                    <a:pt x="155639" y="0"/>
                    <a:pt x="158686" y="0"/>
                    <a:pt x="163258" y="0"/>
                  </a:cubicBezTo>
                  <a:cubicBezTo>
                    <a:pt x="166306" y="0"/>
                    <a:pt x="169354" y="0"/>
                    <a:pt x="172403" y="0"/>
                  </a:cubicBezTo>
                  <a:cubicBezTo>
                    <a:pt x="173927" y="0"/>
                    <a:pt x="175451" y="1524"/>
                    <a:pt x="176974" y="1524"/>
                  </a:cubicBezTo>
                  <a:cubicBezTo>
                    <a:pt x="178498" y="1524"/>
                    <a:pt x="180022" y="3048"/>
                    <a:pt x="180022" y="3048"/>
                  </a:cubicBezTo>
                  <a:cubicBezTo>
                    <a:pt x="180022" y="4572"/>
                    <a:pt x="181546" y="6096"/>
                    <a:pt x="181546" y="6096"/>
                  </a:cubicBezTo>
                  <a:lnTo>
                    <a:pt x="181546" y="297561"/>
                  </a:lnTo>
                  <a:close/>
                  <a:moveTo>
                    <a:pt x="144970" y="160210"/>
                  </a:moveTo>
                  <a:cubicBezTo>
                    <a:pt x="134207" y="148018"/>
                    <a:pt x="125063" y="138874"/>
                    <a:pt x="115919" y="131254"/>
                  </a:cubicBezTo>
                  <a:cubicBezTo>
                    <a:pt x="106775" y="125158"/>
                    <a:pt x="97631" y="122110"/>
                    <a:pt x="88487" y="122110"/>
                  </a:cubicBezTo>
                  <a:cubicBezTo>
                    <a:pt x="79343" y="122110"/>
                    <a:pt x="70199" y="125158"/>
                    <a:pt x="64103" y="129730"/>
                  </a:cubicBezTo>
                  <a:cubicBezTo>
                    <a:pt x="58007" y="132778"/>
                    <a:pt x="53435" y="138874"/>
                    <a:pt x="48768" y="146494"/>
                  </a:cubicBezTo>
                  <a:cubicBezTo>
                    <a:pt x="44196" y="154114"/>
                    <a:pt x="41148" y="161734"/>
                    <a:pt x="39624" y="170878"/>
                  </a:cubicBezTo>
                  <a:cubicBezTo>
                    <a:pt x="38100" y="180118"/>
                    <a:pt x="36576" y="189262"/>
                    <a:pt x="36576" y="198406"/>
                  </a:cubicBezTo>
                  <a:cubicBezTo>
                    <a:pt x="36576" y="207550"/>
                    <a:pt x="38100" y="218218"/>
                    <a:pt x="39624" y="227362"/>
                  </a:cubicBezTo>
                  <a:cubicBezTo>
                    <a:pt x="41148" y="236506"/>
                    <a:pt x="44196" y="245650"/>
                    <a:pt x="47244" y="251841"/>
                  </a:cubicBezTo>
                  <a:cubicBezTo>
                    <a:pt x="51911" y="259461"/>
                    <a:pt x="56483" y="265557"/>
                    <a:pt x="62579" y="270129"/>
                  </a:cubicBezTo>
                  <a:cubicBezTo>
                    <a:pt x="68675" y="274701"/>
                    <a:pt x="76295" y="276225"/>
                    <a:pt x="86963" y="276225"/>
                  </a:cubicBezTo>
                  <a:cubicBezTo>
                    <a:pt x="91535" y="276225"/>
                    <a:pt x="96107" y="276225"/>
                    <a:pt x="100679" y="274701"/>
                  </a:cubicBezTo>
                  <a:cubicBezTo>
                    <a:pt x="105251" y="273177"/>
                    <a:pt x="109823" y="271653"/>
                    <a:pt x="114395" y="268605"/>
                  </a:cubicBezTo>
                  <a:cubicBezTo>
                    <a:pt x="118967" y="265557"/>
                    <a:pt x="123539" y="260985"/>
                    <a:pt x="128111" y="256413"/>
                  </a:cubicBezTo>
                  <a:cubicBezTo>
                    <a:pt x="134207" y="251841"/>
                    <a:pt x="138874" y="245650"/>
                    <a:pt x="144970" y="238030"/>
                  </a:cubicBezTo>
                  <a:lnTo>
                    <a:pt x="144970" y="16021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535" name="Group535"/>
          <p:cNvGrpSpPr/>
          <p:nvPr/>
        </p:nvGrpSpPr>
        <p:grpSpPr>
          <a:xfrm>
            <a:off x="2111502" y="2472309"/>
            <a:ext cx="355473" cy="309753"/>
            <a:chOff x="2111502" y="2472309"/>
            <a:chExt cx="355473" cy="309753"/>
          </a:xfrm>
        </p:grpSpPr>
        <p:sp>
          <p:nvSpPr>
            <p:cNvPr id="536" name="Path536"/>
            <p:cNvSpPr/>
            <p:nvPr/>
          </p:nvSpPr>
          <p:spPr>
            <a:xfrm>
              <a:off x="2111502" y="2472309"/>
              <a:ext cx="161735" cy="306705"/>
            </a:xfrm>
            <a:custGeom>
              <a:avLst/>
              <a:gdLst/>
              <a:ahLst/>
              <a:cxnLst/>
              <a:rect l="l" t="t" r="r" b="b"/>
              <a:pathLst>
                <a:path w="161735" h="306705">
                  <a:moveTo>
                    <a:pt x="161735" y="299085"/>
                  </a:moveTo>
                  <a:cubicBezTo>
                    <a:pt x="161735" y="300609"/>
                    <a:pt x="160211" y="302133"/>
                    <a:pt x="160211" y="302133"/>
                  </a:cubicBezTo>
                  <a:cubicBezTo>
                    <a:pt x="160211" y="303657"/>
                    <a:pt x="158686" y="303657"/>
                    <a:pt x="157163" y="305181"/>
                  </a:cubicBezTo>
                  <a:cubicBezTo>
                    <a:pt x="155639" y="305181"/>
                    <a:pt x="154114" y="305181"/>
                    <a:pt x="151067" y="306705"/>
                  </a:cubicBezTo>
                  <a:cubicBezTo>
                    <a:pt x="149542" y="306705"/>
                    <a:pt x="146495" y="306705"/>
                    <a:pt x="141923" y="306705"/>
                  </a:cubicBezTo>
                  <a:cubicBezTo>
                    <a:pt x="137351" y="306705"/>
                    <a:pt x="134302" y="306705"/>
                    <a:pt x="132779" y="306705"/>
                  </a:cubicBezTo>
                  <a:cubicBezTo>
                    <a:pt x="129730" y="306705"/>
                    <a:pt x="128207" y="305181"/>
                    <a:pt x="125158" y="305181"/>
                  </a:cubicBezTo>
                  <a:cubicBezTo>
                    <a:pt x="123635" y="305181"/>
                    <a:pt x="122111" y="303657"/>
                    <a:pt x="122111" y="303657"/>
                  </a:cubicBezTo>
                  <a:cubicBezTo>
                    <a:pt x="120586" y="302133"/>
                    <a:pt x="119063" y="300609"/>
                    <a:pt x="119063" y="299085"/>
                  </a:cubicBezTo>
                  <a:lnTo>
                    <a:pt x="35147" y="190786"/>
                  </a:lnTo>
                  <a:lnTo>
                    <a:pt x="35147" y="299085"/>
                  </a:lnTo>
                  <a:cubicBezTo>
                    <a:pt x="35147" y="300609"/>
                    <a:pt x="35147" y="302133"/>
                    <a:pt x="35147" y="302133"/>
                  </a:cubicBezTo>
                  <a:cubicBezTo>
                    <a:pt x="33623" y="303657"/>
                    <a:pt x="33623" y="303657"/>
                    <a:pt x="32099" y="305181"/>
                  </a:cubicBezTo>
                  <a:cubicBezTo>
                    <a:pt x="30575" y="305181"/>
                    <a:pt x="29051" y="305181"/>
                    <a:pt x="25908" y="306705"/>
                  </a:cubicBezTo>
                  <a:cubicBezTo>
                    <a:pt x="24384" y="306705"/>
                    <a:pt x="21336" y="306705"/>
                    <a:pt x="16764" y="306705"/>
                  </a:cubicBezTo>
                  <a:cubicBezTo>
                    <a:pt x="13716" y="306705"/>
                    <a:pt x="10668" y="306705"/>
                    <a:pt x="9144" y="306705"/>
                  </a:cubicBezTo>
                  <a:cubicBezTo>
                    <a:pt x="6096" y="305181"/>
                    <a:pt x="4572" y="305181"/>
                    <a:pt x="3048" y="305181"/>
                  </a:cubicBezTo>
                  <a:cubicBezTo>
                    <a:pt x="1524" y="303657"/>
                    <a:pt x="0" y="303657"/>
                    <a:pt x="0" y="302133"/>
                  </a:cubicBezTo>
                  <a:cubicBezTo>
                    <a:pt x="0" y="302133"/>
                    <a:pt x="0" y="300609"/>
                    <a:pt x="0" y="299085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0" y="4572"/>
                  </a:cubicBezTo>
                  <a:cubicBezTo>
                    <a:pt x="0" y="3048"/>
                    <a:pt x="1524" y="3048"/>
                    <a:pt x="3048" y="1524"/>
                  </a:cubicBezTo>
                  <a:cubicBezTo>
                    <a:pt x="4572" y="1524"/>
                    <a:pt x="6096" y="1524"/>
                    <a:pt x="9144" y="0"/>
                  </a:cubicBezTo>
                  <a:cubicBezTo>
                    <a:pt x="10668" y="0"/>
                    <a:pt x="13716" y="0"/>
                    <a:pt x="16764" y="0"/>
                  </a:cubicBezTo>
                  <a:cubicBezTo>
                    <a:pt x="21336" y="0"/>
                    <a:pt x="24384" y="0"/>
                    <a:pt x="25908" y="0"/>
                  </a:cubicBezTo>
                  <a:cubicBezTo>
                    <a:pt x="29051" y="1524"/>
                    <a:pt x="30575" y="1524"/>
                    <a:pt x="32099" y="1524"/>
                  </a:cubicBezTo>
                  <a:cubicBezTo>
                    <a:pt x="33623" y="3048"/>
                    <a:pt x="33623" y="3048"/>
                    <a:pt x="35147" y="4572"/>
                  </a:cubicBezTo>
                  <a:cubicBezTo>
                    <a:pt x="35147" y="4572"/>
                    <a:pt x="35147" y="6096"/>
                    <a:pt x="35147" y="7620"/>
                  </a:cubicBezTo>
                  <a:lnTo>
                    <a:pt x="35147" y="186214"/>
                  </a:lnTo>
                  <a:lnTo>
                    <a:pt x="109823" y="103727"/>
                  </a:lnTo>
                  <a:cubicBezTo>
                    <a:pt x="111347" y="102203"/>
                    <a:pt x="112871" y="100679"/>
                    <a:pt x="112871" y="100679"/>
                  </a:cubicBezTo>
                  <a:cubicBezTo>
                    <a:pt x="114490" y="99155"/>
                    <a:pt x="116014" y="97631"/>
                    <a:pt x="119063" y="97631"/>
                  </a:cubicBezTo>
                  <a:cubicBezTo>
                    <a:pt x="120586" y="97631"/>
                    <a:pt x="122111" y="96107"/>
                    <a:pt x="125158" y="96107"/>
                  </a:cubicBezTo>
                  <a:cubicBezTo>
                    <a:pt x="126683" y="96107"/>
                    <a:pt x="129730" y="96107"/>
                    <a:pt x="134302" y="96107"/>
                  </a:cubicBezTo>
                  <a:cubicBezTo>
                    <a:pt x="137351" y="96107"/>
                    <a:pt x="140399" y="96107"/>
                    <a:pt x="143446" y="96107"/>
                  </a:cubicBezTo>
                  <a:cubicBezTo>
                    <a:pt x="144970" y="96107"/>
                    <a:pt x="148018" y="96107"/>
                    <a:pt x="149542" y="97631"/>
                  </a:cubicBezTo>
                  <a:cubicBezTo>
                    <a:pt x="151067" y="97631"/>
                    <a:pt x="151067" y="99155"/>
                    <a:pt x="152591" y="99155"/>
                  </a:cubicBezTo>
                  <a:cubicBezTo>
                    <a:pt x="152591" y="100679"/>
                    <a:pt x="152591" y="100679"/>
                    <a:pt x="152591" y="102203"/>
                  </a:cubicBezTo>
                  <a:cubicBezTo>
                    <a:pt x="152591" y="103727"/>
                    <a:pt x="152591" y="105251"/>
                    <a:pt x="151067" y="108299"/>
                  </a:cubicBezTo>
                  <a:cubicBezTo>
                    <a:pt x="151067" y="109823"/>
                    <a:pt x="149542" y="111442"/>
                    <a:pt x="146495" y="114490"/>
                  </a:cubicBezTo>
                  <a:lnTo>
                    <a:pt x="76295" y="184690"/>
                  </a:lnTo>
                  <a:lnTo>
                    <a:pt x="155639" y="289941"/>
                  </a:lnTo>
                  <a:cubicBezTo>
                    <a:pt x="157163" y="291465"/>
                    <a:pt x="158686" y="294513"/>
                    <a:pt x="160211" y="296037"/>
                  </a:cubicBezTo>
                  <a:cubicBezTo>
                    <a:pt x="160211" y="297561"/>
                    <a:pt x="161735" y="297561"/>
                    <a:pt x="161735" y="29908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37" name="Path537"/>
            <p:cNvSpPr/>
            <p:nvPr/>
          </p:nvSpPr>
          <p:spPr>
            <a:xfrm>
              <a:off x="2285429" y="2565368"/>
              <a:ext cx="181546" cy="216694"/>
            </a:xfrm>
            <a:custGeom>
              <a:avLst/>
              <a:gdLst/>
              <a:ahLst/>
              <a:cxnLst/>
              <a:rect l="l" t="t" r="r" b="b"/>
              <a:pathLst>
                <a:path w="181546" h="216694">
                  <a:moveTo>
                    <a:pt x="181546" y="99251"/>
                  </a:moveTo>
                  <a:cubicBezTo>
                    <a:pt x="181546" y="105346"/>
                    <a:pt x="180023" y="109918"/>
                    <a:pt x="176974" y="111443"/>
                  </a:cubicBezTo>
                  <a:cubicBezTo>
                    <a:pt x="173926" y="114490"/>
                    <a:pt x="170879" y="116015"/>
                    <a:pt x="167830" y="116015"/>
                  </a:cubicBezTo>
                  <a:lnTo>
                    <a:pt x="38195" y="116015"/>
                  </a:lnTo>
                  <a:cubicBezTo>
                    <a:pt x="38195" y="126683"/>
                    <a:pt x="39719" y="135827"/>
                    <a:pt x="41243" y="144971"/>
                  </a:cubicBezTo>
                  <a:cubicBezTo>
                    <a:pt x="44291" y="154115"/>
                    <a:pt x="47339" y="161830"/>
                    <a:pt x="51911" y="167926"/>
                  </a:cubicBezTo>
                  <a:cubicBezTo>
                    <a:pt x="58007" y="174022"/>
                    <a:pt x="64103" y="178594"/>
                    <a:pt x="71723" y="181642"/>
                  </a:cubicBezTo>
                  <a:cubicBezTo>
                    <a:pt x="80867" y="184690"/>
                    <a:pt x="90011" y="187738"/>
                    <a:pt x="102203" y="187738"/>
                  </a:cubicBezTo>
                  <a:cubicBezTo>
                    <a:pt x="111347" y="187738"/>
                    <a:pt x="120586" y="186214"/>
                    <a:pt x="126682" y="184690"/>
                  </a:cubicBezTo>
                  <a:cubicBezTo>
                    <a:pt x="134302" y="183166"/>
                    <a:pt x="140398" y="181642"/>
                    <a:pt x="146495" y="180118"/>
                  </a:cubicBezTo>
                  <a:cubicBezTo>
                    <a:pt x="151067" y="177070"/>
                    <a:pt x="155639" y="175546"/>
                    <a:pt x="158686" y="174022"/>
                  </a:cubicBezTo>
                  <a:cubicBezTo>
                    <a:pt x="163258" y="172498"/>
                    <a:pt x="164782" y="172498"/>
                    <a:pt x="167830" y="172498"/>
                  </a:cubicBezTo>
                  <a:cubicBezTo>
                    <a:pt x="167830" y="172498"/>
                    <a:pt x="169354" y="172498"/>
                    <a:pt x="169354" y="172498"/>
                  </a:cubicBezTo>
                  <a:cubicBezTo>
                    <a:pt x="170879" y="174022"/>
                    <a:pt x="170879" y="174022"/>
                    <a:pt x="172402" y="175546"/>
                  </a:cubicBezTo>
                  <a:cubicBezTo>
                    <a:pt x="172402" y="175546"/>
                    <a:pt x="172402" y="177070"/>
                    <a:pt x="172402" y="180118"/>
                  </a:cubicBezTo>
                  <a:cubicBezTo>
                    <a:pt x="172402" y="181642"/>
                    <a:pt x="172402" y="183166"/>
                    <a:pt x="172402" y="186214"/>
                  </a:cubicBezTo>
                  <a:cubicBezTo>
                    <a:pt x="172402" y="187738"/>
                    <a:pt x="172402" y="189262"/>
                    <a:pt x="172402" y="190786"/>
                  </a:cubicBezTo>
                  <a:cubicBezTo>
                    <a:pt x="172402" y="192310"/>
                    <a:pt x="172402" y="193834"/>
                    <a:pt x="172402" y="195358"/>
                  </a:cubicBezTo>
                  <a:cubicBezTo>
                    <a:pt x="172402" y="195358"/>
                    <a:pt x="172402" y="196882"/>
                    <a:pt x="170879" y="198406"/>
                  </a:cubicBezTo>
                  <a:cubicBezTo>
                    <a:pt x="170879" y="198406"/>
                    <a:pt x="169354" y="199930"/>
                    <a:pt x="169354" y="199930"/>
                  </a:cubicBezTo>
                  <a:cubicBezTo>
                    <a:pt x="167830" y="201454"/>
                    <a:pt x="166307" y="202978"/>
                    <a:pt x="161735" y="204502"/>
                  </a:cubicBezTo>
                  <a:cubicBezTo>
                    <a:pt x="158686" y="206026"/>
                    <a:pt x="152591" y="207550"/>
                    <a:pt x="146495" y="209074"/>
                  </a:cubicBezTo>
                  <a:cubicBezTo>
                    <a:pt x="140398" y="210598"/>
                    <a:pt x="132779" y="212122"/>
                    <a:pt x="125158" y="213646"/>
                  </a:cubicBezTo>
                  <a:cubicBezTo>
                    <a:pt x="117539" y="215170"/>
                    <a:pt x="108299" y="216694"/>
                    <a:pt x="99155" y="216694"/>
                  </a:cubicBezTo>
                  <a:cubicBezTo>
                    <a:pt x="82391" y="216694"/>
                    <a:pt x="68675" y="213646"/>
                    <a:pt x="56483" y="209074"/>
                  </a:cubicBezTo>
                  <a:cubicBezTo>
                    <a:pt x="44291" y="204502"/>
                    <a:pt x="33623" y="198406"/>
                    <a:pt x="25908" y="189262"/>
                  </a:cubicBezTo>
                  <a:cubicBezTo>
                    <a:pt x="16764" y="180118"/>
                    <a:pt x="10668" y="169450"/>
                    <a:pt x="6096" y="155734"/>
                  </a:cubicBezTo>
                  <a:cubicBezTo>
                    <a:pt x="1524" y="141923"/>
                    <a:pt x="0" y="126683"/>
                    <a:pt x="0" y="108395"/>
                  </a:cubicBezTo>
                  <a:cubicBezTo>
                    <a:pt x="0" y="91630"/>
                    <a:pt x="1524" y="76295"/>
                    <a:pt x="6096" y="64103"/>
                  </a:cubicBezTo>
                  <a:cubicBezTo>
                    <a:pt x="10668" y="50387"/>
                    <a:pt x="16764" y="38195"/>
                    <a:pt x="25908" y="29051"/>
                  </a:cubicBezTo>
                  <a:cubicBezTo>
                    <a:pt x="33623" y="19907"/>
                    <a:pt x="44291" y="12192"/>
                    <a:pt x="54959" y="7620"/>
                  </a:cubicBezTo>
                  <a:cubicBezTo>
                    <a:pt x="67151" y="1524"/>
                    <a:pt x="80867" y="0"/>
                    <a:pt x="94583" y="0"/>
                  </a:cubicBezTo>
                  <a:cubicBezTo>
                    <a:pt x="109823" y="0"/>
                    <a:pt x="123635" y="1524"/>
                    <a:pt x="134302" y="7620"/>
                  </a:cubicBezTo>
                  <a:cubicBezTo>
                    <a:pt x="144970" y="12192"/>
                    <a:pt x="154114" y="18383"/>
                    <a:pt x="161735" y="27527"/>
                  </a:cubicBezTo>
                  <a:cubicBezTo>
                    <a:pt x="167830" y="35147"/>
                    <a:pt x="172402" y="45815"/>
                    <a:pt x="176974" y="56483"/>
                  </a:cubicBezTo>
                  <a:cubicBezTo>
                    <a:pt x="180023" y="68675"/>
                    <a:pt x="181546" y="80867"/>
                    <a:pt x="181546" y="93155"/>
                  </a:cubicBezTo>
                  <a:lnTo>
                    <a:pt x="181546" y="99251"/>
                  </a:lnTo>
                  <a:close/>
                  <a:moveTo>
                    <a:pt x="144970" y="88583"/>
                  </a:moveTo>
                  <a:cubicBezTo>
                    <a:pt x="144970" y="70199"/>
                    <a:pt x="141923" y="54959"/>
                    <a:pt x="132779" y="44291"/>
                  </a:cubicBezTo>
                  <a:cubicBezTo>
                    <a:pt x="123635" y="33623"/>
                    <a:pt x="109823" y="27527"/>
                    <a:pt x="93059" y="27527"/>
                  </a:cubicBezTo>
                  <a:cubicBezTo>
                    <a:pt x="83915" y="27527"/>
                    <a:pt x="76295" y="29051"/>
                    <a:pt x="70199" y="33623"/>
                  </a:cubicBezTo>
                  <a:cubicBezTo>
                    <a:pt x="62579" y="36671"/>
                    <a:pt x="58007" y="41243"/>
                    <a:pt x="53435" y="45815"/>
                  </a:cubicBezTo>
                  <a:cubicBezTo>
                    <a:pt x="48863" y="51911"/>
                    <a:pt x="44291" y="58007"/>
                    <a:pt x="42767" y="65627"/>
                  </a:cubicBezTo>
                  <a:cubicBezTo>
                    <a:pt x="39719" y="73247"/>
                    <a:pt x="38195" y="80867"/>
                    <a:pt x="38195" y="88583"/>
                  </a:cubicBezTo>
                  <a:lnTo>
                    <a:pt x="144970" y="8858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538" name="Group538"/>
          <p:cNvGrpSpPr/>
          <p:nvPr/>
        </p:nvGrpSpPr>
        <p:grpSpPr>
          <a:xfrm>
            <a:off x="2939986" y="2472309"/>
            <a:ext cx="440913" cy="309753"/>
            <a:chOff x="2939986" y="2472309"/>
            <a:chExt cx="440913" cy="309753"/>
          </a:xfrm>
        </p:grpSpPr>
        <p:sp>
          <p:nvSpPr>
            <p:cNvPr id="539" name="Path539"/>
            <p:cNvSpPr/>
            <p:nvPr/>
          </p:nvSpPr>
          <p:spPr>
            <a:xfrm>
              <a:off x="2939986" y="2472309"/>
              <a:ext cx="35052" cy="306705"/>
            </a:xfrm>
            <a:custGeom>
              <a:avLst/>
              <a:gdLst/>
              <a:ahLst/>
              <a:cxnLst/>
              <a:rect l="l" t="t" r="r" b="b"/>
              <a:pathLst>
                <a:path w="35052" h="306705">
                  <a:moveTo>
                    <a:pt x="35052" y="299085"/>
                  </a:moveTo>
                  <a:cubicBezTo>
                    <a:pt x="35052" y="300609"/>
                    <a:pt x="35052" y="302133"/>
                    <a:pt x="35052" y="302133"/>
                  </a:cubicBezTo>
                  <a:cubicBezTo>
                    <a:pt x="33528" y="303657"/>
                    <a:pt x="33528" y="303657"/>
                    <a:pt x="32004" y="305181"/>
                  </a:cubicBezTo>
                  <a:cubicBezTo>
                    <a:pt x="30480" y="305181"/>
                    <a:pt x="28956" y="305181"/>
                    <a:pt x="25908" y="306705"/>
                  </a:cubicBezTo>
                  <a:cubicBezTo>
                    <a:pt x="24384" y="306705"/>
                    <a:pt x="21336" y="306705"/>
                    <a:pt x="16764" y="306705"/>
                  </a:cubicBezTo>
                  <a:cubicBezTo>
                    <a:pt x="13716" y="306705"/>
                    <a:pt x="10668" y="306705"/>
                    <a:pt x="9144" y="306705"/>
                  </a:cubicBezTo>
                  <a:cubicBezTo>
                    <a:pt x="6096" y="305181"/>
                    <a:pt x="4572" y="305181"/>
                    <a:pt x="3048" y="305181"/>
                  </a:cubicBezTo>
                  <a:cubicBezTo>
                    <a:pt x="1524" y="303657"/>
                    <a:pt x="1524" y="303657"/>
                    <a:pt x="0" y="302133"/>
                  </a:cubicBezTo>
                  <a:cubicBezTo>
                    <a:pt x="0" y="302133"/>
                    <a:pt x="0" y="300609"/>
                    <a:pt x="0" y="299085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0" y="4572"/>
                  </a:cubicBezTo>
                  <a:cubicBezTo>
                    <a:pt x="0" y="3048"/>
                    <a:pt x="1524" y="3048"/>
                    <a:pt x="3048" y="1524"/>
                  </a:cubicBezTo>
                  <a:cubicBezTo>
                    <a:pt x="4572" y="1524"/>
                    <a:pt x="6096" y="1524"/>
                    <a:pt x="9144" y="0"/>
                  </a:cubicBezTo>
                  <a:cubicBezTo>
                    <a:pt x="10668" y="0"/>
                    <a:pt x="13716" y="0"/>
                    <a:pt x="16764" y="0"/>
                  </a:cubicBezTo>
                  <a:cubicBezTo>
                    <a:pt x="21336" y="0"/>
                    <a:pt x="24384" y="0"/>
                    <a:pt x="25908" y="0"/>
                  </a:cubicBezTo>
                  <a:cubicBezTo>
                    <a:pt x="28956" y="1524"/>
                    <a:pt x="30480" y="1524"/>
                    <a:pt x="32004" y="1524"/>
                  </a:cubicBezTo>
                  <a:cubicBezTo>
                    <a:pt x="33528" y="3048"/>
                    <a:pt x="33528" y="3048"/>
                    <a:pt x="35052" y="4572"/>
                  </a:cubicBezTo>
                  <a:cubicBezTo>
                    <a:pt x="35052" y="4572"/>
                    <a:pt x="35052" y="6096"/>
                    <a:pt x="35052" y="7620"/>
                  </a:cubicBezTo>
                  <a:lnTo>
                    <a:pt x="35052" y="2990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40" name="Path540"/>
            <p:cNvSpPr/>
            <p:nvPr/>
          </p:nvSpPr>
          <p:spPr>
            <a:xfrm>
              <a:off x="3028474" y="2565368"/>
              <a:ext cx="196786" cy="216694"/>
            </a:xfrm>
            <a:custGeom>
              <a:avLst/>
              <a:gdLst/>
              <a:ahLst/>
              <a:cxnLst/>
              <a:rect l="l" t="t" r="r" b="b"/>
              <a:pathLst>
                <a:path w="196786" h="216694">
                  <a:moveTo>
                    <a:pt x="196786" y="105347"/>
                  </a:moveTo>
                  <a:cubicBezTo>
                    <a:pt x="196786" y="122111"/>
                    <a:pt x="195263" y="137351"/>
                    <a:pt x="190691" y="151067"/>
                  </a:cubicBezTo>
                  <a:cubicBezTo>
                    <a:pt x="187642" y="163354"/>
                    <a:pt x="180022" y="175546"/>
                    <a:pt x="172402" y="184690"/>
                  </a:cubicBezTo>
                  <a:cubicBezTo>
                    <a:pt x="163258" y="195358"/>
                    <a:pt x="152495" y="202978"/>
                    <a:pt x="140303" y="207550"/>
                  </a:cubicBezTo>
                  <a:cubicBezTo>
                    <a:pt x="128111" y="213646"/>
                    <a:pt x="112871" y="216694"/>
                    <a:pt x="96107" y="216694"/>
                  </a:cubicBezTo>
                  <a:cubicBezTo>
                    <a:pt x="80867" y="216694"/>
                    <a:pt x="65532" y="213646"/>
                    <a:pt x="54864" y="209074"/>
                  </a:cubicBezTo>
                  <a:cubicBezTo>
                    <a:pt x="42672" y="204502"/>
                    <a:pt x="32004" y="196882"/>
                    <a:pt x="24384" y="187738"/>
                  </a:cubicBezTo>
                  <a:cubicBezTo>
                    <a:pt x="16764" y="178594"/>
                    <a:pt x="10668" y="167926"/>
                    <a:pt x="6096" y="154115"/>
                  </a:cubicBezTo>
                  <a:cubicBezTo>
                    <a:pt x="3048" y="141923"/>
                    <a:pt x="0" y="126683"/>
                    <a:pt x="0" y="109919"/>
                  </a:cubicBezTo>
                  <a:cubicBezTo>
                    <a:pt x="0" y="94679"/>
                    <a:pt x="3048" y="79343"/>
                    <a:pt x="6096" y="65627"/>
                  </a:cubicBezTo>
                  <a:cubicBezTo>
                    <a:pt x="10668" y="51911"/>
                    <a:pt x="16764" y="41243"/>
                    <a:pt x="25908" y="30575"/>
                  </a:cubicBezTo>
                  <a:cubicBezTo>
                    <a:pt x="33528" y="21431"/>
                    <a:pt x="44196" y="13716"/>
                    <a:pt x="56388" y="7620"/>
                  </a:cubicBezTo>
                  <a:cubicBezTo>
                    <a:pt x="68580" y="3048"/>
                    <a:pt x="83915" y="0"/>
                    <a:pt x="100679" y="0"/>
                  </a:cubicBezTo>
                  <a:cubicBezTo>
                    <a:pt x="117443" y="0"/>
                    <a:pt x="131159" y="1524"/>
                    <a:pt x="143351" y="7620"/>
                  </a:cubicBezTo>
                  <a:cubicBezTo>
                    <a:pt x="155543" y="12192"/>
                    <a:pt x="164782" y="18383"/>
                    <a:pt x="173926" y="27527"/>
                  </a:cubicBezTo>
                  <a:cubicBezTo>
                    <a:pt x="181546" y="36671"/>
                    <a:pt x="187642" y="48863"/>
                    <a:pt x="190691" y="61055"/>
                  </a:cubicBezTo>
                  <a:cubicBezTo>
                    <a:pt x="195263" y="74771"/>
                    <a:pt x="196786" y="90107"/>
                    <a:pt x="196786" y="105347"/>
                  </a:cubicBezTo>
                  <a:close/>
                  <a:moveTo>
                    <a:pt x="158686" y="108395"/>
                  </a:moveTo>
                  <a:cubicBezTo>
                    <a:pt x="158686" y="97727"/>
                    <a:pt x="158686" y="87059"/>
                    <a:pt x="155543" y="77819"/>
                  </a:cubicBezTo>
                  <a:cubicBezTo>
                    <a:pt x="154019" y="68675"/>
                    <a:pt x="150971" y="61055"/>
                    <a:pt x="146399" y="53436"/>
                  </a:cubicBezTo>
                  <a:cubicBezTo>
                    <a:pt x="141827" y="45815"/>
                    <a:pt x="135731" y="39719"/>
                    <a:pt x="128111" y="36671"/>
                  </a:cubicBezTo>
                  <a:cubicBezTo>
                    <a:pt x="120491" y="32099"/>
                    <a:pt x="111347" y="30575"/>
                    <a:pt x="99155" y="30575"/>
                  </a:cubicBezTo>
                  <a:cubicBezTo>
                    <a:pt x="88487" y="30575"/>
                    <a:pt x="79343" y="32099"/>
                    <a:pt x="71723" y="35147"/>
                  </a:cubicBezTo>
                  <a:cubicBezTo>
                    <a:pt x="64008" y="39719"/>
                    <a:pt x="57912" y="44291"/>
                    <a:pt x="53340" y="51911"/>
                  </a:cubicBezTo>
                  <a:cubicBezTo>
                    <a:pt x="47244" y="58008"/>
                    <a:pt x="44196" y="67151"/>
                    <a:pt x="41148" y="76295"/>
                  </a:cubicBezTo>
                  <a:cubicBezTo>
                    <a:pt x="39624" y="85439"/>
                    <a:pt x="38100" y="96203"/>
                    <a:pt x="38100" y="106871"/>
                  </a:cubicBezTo>
                  <a:cubicBezTo>
                    <a:pt x="38100" y="117539"/>
                    <a:pt x="39624" y="128207"/>
                    <a:pt x="41148" y="137351"/>
                  </a:cubicBezTo>
                  <a:cubicBezTo>
                    <a:pt x="42672" y="148019"/>
                    <a:pt x="45720" y="155734"/>
                    <a:pt x="50292" y="163354"/>
                  </a:cubicBezTo>
                  <a:cubicBezTo>
                    <a:pt x="54864" y="169450"/>
                    <a:pt x="60960" y="175546"/>
                    <a:pt x="70199" y="180118"/>
                  </a:cubicBezTo>
                  <a:cubicBezTo>
                    <a:pt x="77819" y="183166"/>
                    <a:pt x="86963" y="186214"/>
                    <a:pt x="99155" y="186214"/>
                  </a:cubicBezTo>
                  <a:cubicBezTo>
                    <a:pt x="108299" y="186214"/>
                    <a:pt x="117443" y="184690"/>
                    <a:pt x="125063" y="180118"/>
                  </a:cubicBezTo>
                  <a:cubicBezTo>
                    <a:pt x="132683" y="177070"/>
                    <a:pt x="140303" y="170974"/>
                    <a:pt x="144875" y="164878"/>
                  </a:cubicBezTo>
                  <a:cubicBezTo>
                    <a:pt x="149447" y="157258"/>
                    <a:pt x="154019" y="149543"/>
                    <a:pt x="155543" y="140399"/>
                  </a:cubicBezTo>
                  <a:cubicBezTo>
                    <a:pt x="158686" y="129731"/>
                    <a:pt x="158686" y="119063"/>
                    <a:pt x="158686" y="10839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41" name="Path541"/>
            <p:cNvSpPr/>
            <p:nvPr/>
          </p:nvSpPr>
          <p:spPr>
            <a:xfrm>
              <a:off x="3252788" y="2515076"/>
              <a:ext cx="128111" cy="265462"/>
            </a:xfrm>
            <a:custGeom>
              <a:avLst/>
              <a:gdLst/>
              <a:ahLst/>
              <a:cxnLst/>
              <a:rect l="l" t="t" r="r" b="b"/>
              <a:pathLst>
                <a:path w="128111" h="265462">
                  <a:moveTo>
                    <a:pt x="128111" y="242602"/>
                  </a:moveTo>
                  <a:cubicBezTo>
                    <a:pt x="128111" y="247174"/>
                    <a:pt x="128111" y="250222"/>
                    <a:pt x="128111" y="253270"/>
                  </a:cubicBezTo>
                  <a:cubicBezTo>
                    <a:pt x="126587" y="254794"/>
                    <a:pt x="126587" y="256318"/>
                    <a:pt x="125063" y="257842"/>
                  </a:cubicBezTo>
                  <a:cubicBezTo>
                    <a:pt x="123539" y="259366"/>
                    <a:pt x="122015" y="260890"/>
                    <a:pt x="120491" y="260890"/>
                  </a:cubicBezTo>
                  <a:cubicBezTo>
                    <a:pt x="117443" y="262414"/>
                    <a:pt x="114395" y="263938"/>
                    <a:pt x="111347" y="263938"/>
                  </a:cubicBezTo>
                  <a:cubicBezTo>
                    <a:pt x="108299" y="263938"/>
                    <a:pt x="105251" y="265462"/>
                    <a:pt x="102203" y="265462"/>
                  </a:cubicBezTo>
                  <a:cubicBezTo>
                    <a:pt x="99155" y="265462"/>
                    <a:pt x="96107" y="265462"/>
                    <a:pt x="93059" y="265462"/>
                  </a:cubicBezTo>
                  <a:cubicBezTo>
                    <a:pt x="82391" y="265462"/>
                    <a:pt x="73247" y="265462"/>
                    <a:pt x="65627" y="262414"/>
                  </a:cubicBezTo>
                  <a:cubicBezTo>
                    <a:pt x="59531" y="259366"/>
                    <a:pt x="53435" y="254794"/>
                    <a:pt x="48768" y="250222"/>
                  </a:cubicBezTo>
                  <a:cubicBezTo>
                    <a:pt x="44196" y="244126"/>
                    <a:pt x="39624" y="238030"/>
                    <a:pt x="38100" y="228886"/>
                  </a:cubicBezTo>
                  <a:cubicBezTo>
                    <a:pt x="35052" y="221266"/>
                    <a:pt x="35052" y="210598"/>
                    <a:pt x="35052" y="199835"/>
                  </a:cubicBezTo>
                  <a:lnTo>
                    <a:pt x="35052" y="83915"/>
                  </a:lnTo>
                  <a:lnTo>
                    <a:pt x="7620" y="83915"/>
                  </a:lnTo>
                  <a:cubicBezTo>
                    <a:pt x="4572" y="83915"/>
                    <a:pt x="3048" y="83915"/>
                    <a:pt x="1524" y="80867"/>
                  </a:cubicBezTo>
                  <a:cubicBezTo>
                    <a:pt x="0" y="77819"/>
                    <a:pt x="0" y="74771"/>
                    <a:pt x="0" y="68675"/>
                  </a:cubicBezTo>
                  <a:cubicBezTo>
                    <a:pt x="0" y="67056"/>
                    <a:pt x="0" y="64008"/>
                    <a:pt x="0" y="62484"/>
                  </a:cubicBezTo>
                  <a:cubicBezTo>
                    <a:pt x="1524" y="60960"/>
                    <a:pt x="1524" y="59436"/>
                    <a:pt x="1524" y="57912"/>
                  </a:cubicBezTo>
                  <a:cubicBezTo>
                    <a:pt x="3048" y="56388"/>
                    <a:pt x="3048" y="54864"/>
                    <a:pt x="4572" y="54864"/>
                  </a:cubicBezTo>
                  <a:cubicBezTo>
                    <a:pt x="4572" y="54864"/>
                    <a:pt x="6096" y="54864"/>
                    <a:pt x="7620" y="54864"/>
                  </a:cubicBezTo>
                  <a:lnTo>
                    <a:pt x="35052" y="54864"/>
                  </a:lnTo>
                  <a:lnTo>
                    <a:pt x="35052" y="7620"/>
                  </a:lnTo>
                  <a:cubicBezTo>
                    <a:pt x="35052" y="6096"/>
                    <a:pt x="35052" y="6096"/>
                    <a:pt x="35052" y="4572"/>
                  </a:cubicBezTo>
                  <a:cubicBezTo>
                    <a:pt x="36576" y="3048"/>
                    <a:pt x="36576" y="3048"/>
                    <a:pt x="38100" y="1524"/>
                  </a:cubicBezTo>
                  <a:cubicBezTo>
                    <a:pt x="39624" y="1524"/>
                    <a:pt x="41148" y="1524"/>
                    <a:pt x="44196" y="1524"/>
                  </a:cubicBezTo>
                  <a:cubicBezTo>
                    <a:pt x="45720" y="0"/>
                    <a:pt x="48768" y="0"/>
                    <a:pt x="53435" y="0"/>
                  </a:cubicBezTo>
                  <a:cubicBezTo>
                    <a:pt x="56483" y="0"/>
                    <a:pt x="59531" y="0"/>
                    <a:pt x="61055" y="1524"/>
                  </a:cubicBezTo>
                  <a:cubicBezTo>
                    <a:pt x="64103" y="1524"/>
                    <a:pt x="65627" y="1524"/>
                    <a:pt x="67151" y="1524"/>
                  </a:cubicBezTo>
                  <a:cubicBezTo>
                    <a:pt x="68675" y="3048"/>
                    <a:pt x="68675" y="3048"/>
                    <a:pt x="70199" y="4572"/>
                  </a:cubicBezTo>
                  <a:cubicBezTo>
                    <a:pt x="70199" y="6096"/>
                    <a:pt x="70199" y="6096"/>
                    <a:pt x="70199" y="7620"/>
                  </a:cubicBezTo>
                  <a:lnTo>
                    <a:pt x="70199" y="54864"/>
                  </a:lnTo>
                  <a:lnTo>
                    <a:pt x="122015" y="54864"/>
                  </a:lnTo>
                  <a:cubicBezTo>
                    <a:pt x="122015" y="54864"/>
                    <a:pt x="123539" y="54864"/>
                    <a:pt x="125063" y="54864"/>
                  </a:cubicBezTo>
                  <a:cubicBezTo>
                    <a:pt x="125063" y="54864"/>
                    <a:pt x="126587" y="56388"/>
                    <a:pt x="126587" y="57912"/>
                  </a:cubicBezTo>
                  <a:cubicBezTo>
                    <a:pt x="128111" y="59436"/>
                    <a:pt x="128111" y="60960"/>
                    <a:pt x="128111" y="62484"/>
                  </a:cubicBezTo>
                  <a:cubicBezTo>
                    <a:pt x="128111" y="64008"/>
                    <a:pt x="128111" y="67056"/>
                    <a:pt x="128111" y="68675"/>
                  </a:cubicBezTo>
                  <a:cubicBezTo>
                    <a:pt x="128111" y="74771"/>
                    <a:pt x="128111" y="77819"/>
                    <a:pt x="126587" y="80867"/>
                  </a:cubicBezTo>
                  <a:cubicBezTo>
                    <a:pt x="125063" y="82391"/>
                    <a:pt x="123539" y="83915"/>
                    <a:pt x="122015" y="83915"/>
                  </a:cubicBezTo>
                  <a:lnTo>
                    <a:pt x="70199" y="83915"/>
                  </a:lnTo>
                  <a:lnTo>
                    <a:pt x="70199" y="193739"/>
                  </a:lnTo>
                  <a:cubicBezTo>
                    <a:pt x="70199" y="207550"/>
                    <a:pt x="73247" y="218218"/>
                    <a:pt x="76295" y="224314"/>
                  </a:cubicBezTo>
                  <a:cubicBezTo>
                    <a:pt x="80867" y="231934"/>
                    <a:pt x="88487" y="234982"/>
                    <a:pt x="99155" y="234982"/>
                  </a:cubicBezTo>
                  <a:cubicBezTo>
                    <a:pt x="102203" y="234982"/>
                    <a:pt x="105251" y="234982"/>
                    <a:pt x="106775" y="234982"/>
                  </a:cubicBezTo>
                  <a:cubicBezTo>
                    <a:pt x="109823" y="233458"/>
                    <a:pt x="112871" y="233458"/>
                    <a:pt x="114395" y="231934"/>
                  </a:cubicBezTo>
                  <a:cubicBezTo>
                    <a:pt x="115919" y="231934"/>
                    <a:pt x="117443" y="230410"/>
                    <a:pt x="118967" y="230410"/>
                  </a:cubicBezTo>
                  <a:cubicBezTo>
                    <a:pt x="120491" y="228886"/>
                    <a:pt x="122015" y="228886"/>
                    <a:pt x="123539" y="228886"/>
                  </a:cubicBezTo>
                  <a:cubicBezTo>
                    <a:pt x="123539" y="228886"/>
                    <a:pt x="125063" y="228886"/>
                    <a:pt x="125063" y="230410"/>
                  </a:cubicBezTo>
                  <a:cubicBezTo>
                    <a:pt x="126587" y="230410"/>
                    <a:pt x="126587" y="230410"/>
                    <a:pt x="126587" y="231934"/>
                  </a:cubicBezTo>
                  <a:cubicBezTo>
                    <a:pt x="128111" y="233458"/>
                    <a:pt x="128111" y="234982"/>
                    <a:pt x="128111" y="236506"/>
                  </a:cubicBezTo>
                  <a:cubicBezTo>
                    <a:pt x="128111" y="238030"/>
                    <a:pt x="128111" y="239554"/>
                    <a:pt x="128111" y="242602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542" name="Group542"/>
          <p:cNvGrpSpPr/>
          <p:nvPr/>
        </p:nvGrpSpPr>
        <p:grpSpPr>
          <a:xfrm>
            <a:off x="3518154" y="2470785"/>
            <a:ext cx="358521" cy="311277"/>
            <a:chOff x="3518154" y="2470785"/>
            <a:chExt cx="358521" cy="311277"/>
          </a:xfrm>
        </p:grpSpPr>
        <p:sp>
          <p:nvSpPr>
            <p:cNvPr id="543" name="Path543"/>
            <p:cNvSpPr/>
            <p:nvPr/>
          </p:nvSpPr>
          <p:spPr>
            <a:xfrm>
              <a:off x="3518154" y="2565368"/>
              <a:ext cx="196881" cy="216694"/>
            </a:xfrm>
            <a:custGeom>
              <a:avLst/>
              <a:gdLst/>
              <a:ahLst/>
              <a:cxnLst/>
              <a:rect l="l" t="t" r="r" b="b"/>
              <a:pathLst>
                <a:path w="196881" h="216694">
                  <a:moveTo>
                    <a:pt x="196882" y="105347"/>
                  </a:moveTo>
                  <a:cubicBezTo>
                    <a:pt x="196882" y="122111"/>
                    <a:pt x="195358" y="137351"/>
                    <a:pt x="190786" y="151067"/>
                  </a:cubicBezTo>
                  <a:cubicBezTo>
                    <a:pt x="186118" y="163354"/>
                    <a:pt x="180022" y="175546"/>
                    <a:pt x="170879" y="184690"/>
                  </a:cubicBezTo>
                  <a:cubicBezTo>
                    <a:pt x="163259" y="195358"/>
                    <a:pt x="152591" y="202978"/>
                    <a:pt x="140398" y="207550"/>
                  </a:cubicBezTo>
                  <a:cubicBezTo>
                    <a:pt x="128207" y="213646"/>
                    <a:pt x="112966" y="216694"/>
                    <a:pt x="96107" y="216694"/>
                  </a:cubicBezTo>
                  <a:cubicBezTo>
                    <a:pt x="79343" y="216694"/>
                    <a:pt x="65627" y="213646"/>
                    <a:pt x="53435" y="209074"/>
                  </a:cubicBezTo>
                  <a:cubicBezTo>
                    <a:pt x="41243" y="204502"/>
                    <a:pt x="32099" y="196882"/>
                    <a:pt x="24479" y="187738"/>
                  </a:cubicBezTo>
                  <a:cubicBezTo>
                    <a:pt x="15335" y="178594"/>
                    <a:pt x="9144" y="167926"/>
                    <a:pt x="6096" y="154115"/>
                  </a:cubicBezTo>
                  <a:cubicBezTo>
                    <a:pt x="1524" y="141923"/>
                    <a:pt x="0" y="126683"/>
                    <a:pt x="0" y="109919"/>
                  </a:cubicBezTo>
                  <a:cubicBezTo>
                    <a:pt x="0" y="94679"/>
                    <a:pt x="1524" y="79343"/>
                    <a:pt x="6096" y="65627"/>
                  </a:cubicBezTo>
                  <a:cubicBezTo>
                    <a:pt x="10668" y="51911"/>
                    <a:pt x="16859" y="41243"/>
                    <a:pt x="24479" y="30575"/>
                  </a:cubicBezTo>
                  <a:cubicBezTo>
                    <a:pt x="33623" y="21431"/>
                    <a:pt x="44291" y="13716"/>
                    <a:pt x="56483" y="7620"/>
                  </a:cubicBezTo>
                  <a:cubicBezTo>
                    <a:pt x="68675" y="3048"/>
                    <a:pt x="83915" y="0"/>
                    <a:pt x="100679" y="0"/>
                  </a:cubicBezTo>
                  <a:cubicBezTo>
                    <a:pt x="116015" y="0"/>
                    <a:pt x="131254" y="1524"/>
                    <a:pt x="143447" y="7620"/>
                  </a:cubicBezTo>
                  <a:cubicBezTo>
                    <a:pt x="154115" y="12192"/>
                    <a:pt x="164783" y="18383"/>
                    <a:pt x="172403" y="27527"/>
                  </a:cubicBezTo>
                  <a:cubicBezTo>
                    <a:pt x="181547" y="36671"/>
                    <a:pt x="186118" y="48863"/>
                    <a:pt x="190786" y="61055"/>
                  </a:cubicBezTo>
                  <a:cubicBezTo>
                    <a:pt x="195358" y="74771"/>
                    <a:pt x="196882" y="90107"/>
                    <a:pt x="196882" y="105347"/>
                  </a:cubicBezTo>
                  <a:close/>
                  <a:moveTo>
                    <a:pt x="158686" y="108395"/>
                  </a:moveTo>
                  <a:cubicBezTo>
                    <a:pt x="158686" y="97727"/>
                    <a:pt x="157163" y="87059"/>
                    <a:pt x="155639" y="77819"/>
                  </a:cubicBezTo>
                  <a:cubicBezTo>
                    <a:pt x="154115" y="68675"/>
                    <a:pt x="151066" y="61055"/>
                    <a:pt x="146495" y="53436"/>
                  </a:cubicBezTo>
                  <a:cubicBezTo>
                    <a:pt x="141922" y="45815"/>
                    <a:pt x="135827" y="39719"/>
                    <a:pt x="128207" y="36671"/>
                  </a:cubicBezTo>
                  <a:cubicBezTo>
                    <a:pt x="120586" y="32099"/>
                    <a:pt x="109918" y="30575"/>
                    <a:pt x="99155" y="30575"/>
                  </a:cubicBezTo>
                  <a:cubicBezTo>
                    <a:pt x="88487" y="30575"/>
                    <a:pt x="79343" y="32099"/>
                    <a:pt x="71723" y="35147"/>
                  </a:cubicBezTo>
                  <a:cubicBezTo>
                    <a:pt x="64103" y="39719"/>
                    <a:pt x="58007" y="44291"/>
                    <a:pt x="51911" y="51911"/>
                  </a:cubicBezTo>
                  <a:cubicBezTo>
                    <a:pt x="47339" y="58008"/>
                    <a:pt x="44291" y="67151"/>
                    <a:pt x="41243" y="76295"/>
                  </a:cubicBezTo>
                  <a:cubicBezTo>
                    <a:pt x="39719" y="85439"/>
                    <a:pt x="38195" y="96203"/>
                    <a:pt x="38195" y="106871"/>
                  </a:cubicBezTo>
                  <a:cubicBezTo>
                    <a:pt x="38195" y="117539"/>
                    <a:pt x="38195" y="128207"/>
                    <a:pt x="41243" y="137351"/>
                  </a:cubicBezTo>
                  <a:cubicBezTo>
                    <a:pt x="42767" y="148019"/>
                    <a:pt x="45815" y="155734"/>
                    <a:pt x="50387" y="163354"/>
                  </a:cubicBezTo>
                  <a:cubicBezTo>
                    <a:pt x="54959" y="169450"/>
                    <a:pt x="61055" y="175546"/>
                    <a:pt x="68675" y="180118"/>
                  </a:cubicBezTo>
                  <a:cubicBezTo>
                    <a:pt x="76295" y="183166"/>
                    <a:pt x="86963" y="186214"/>
                    <a:pt x="97631" y="186214"/>
                  </a:cubicBezTo>
                  <a:cubicBezTo>
                    <a:pt x="108395" y="186214"/>
                    <a:pt x="117539" y="184690"/>
                    <a:pt x="125159" y="180118"/>
                  </a:cubicBezTo>
                  <a:cubicBezTo>
                    <a:pt x="132779" y="177070"/>
                    <a:pt x="138874" y="170974"/>
                    <a:pt x="144971" y="164878"/>
                  </a:cubicBezTo>
                  <a:cubicBezTo>
                    <a:pt x="149542" y="157258"/>
                    <a:pt x="152591" y="149543"/>
                    <a:pt x="155639" y="140399"/>
                  </a:cubicBezTo>
                  <a:cubicBezTo>
                    <a:pt x="157163" y="129731"/>
                    <a:pt x="158686" y="119063"/>
                    <a:pt x="158686" y="10839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44" name="Path544"/>
            <p:cNvSpPr/>
            <p:nvPr/>
          </p:nvSpPr>
          <p:spPr>
            <a:xfrm>
              <a:off x="3742468" y="2470785"/>
              <a:ext cx="134207" cy="308229"/>
            </a:xfrm>
            <a:custGeom>
              <a:avLst/>
              <a:gdLst/>
              <a:ahLst/>
              <a:cxnLst/>
              <a:rect l="l" t="t" r="r" b="b"/>
              <a:pathLst>
                <a:path w="134207" h="308229">
                  <a:moveTo>
                    <a:pt x="134207" y="22860"/>
                  </a:moveTo>
                  <a:cubicBezTo>
                    <a:pt x="134207" y="25908"/>
                    <a:pt x="134207" y="27432"/>
                    <a:pt x="132683" y="30480"/>
                  </a:cubicBezTo>
                  <a:cubicBezTo>
                    <a:pt x="132683" y="32004"/>
                    <a:pt x="132683" y="33528"/>
                    <a:pt x="132683" y="33528"/>
                  </a:cubicBezTo>
                  <a:cubicBezTo>
                    <a:pt x="131159" y="35052"/>
                    <a:pt x="131159" y="35052"/>
                    <a:pt x="131159" y="36576"/>
                  </a:cubicBezTo>
                  <a:cubicBezTo>
                    <a:pt x="129636" y="36576"/>
                    <a:pt x="129636" y="36576"/>
                    <a:pt x="128111" y="36576"/>
                  </a:cubicBezTo>
                  <a:cubicBezTo>
                    <a:pt x="128111" y="36576"/>
                    <a:pt x="126587" y="36576"/>
                    <a:pt x="125063" y="35052"/>
                  </a:cubicBezTo>
                  <a:cubicBezTo>
                    <a:pt x="123539" y="35052"/>
                    <a:pt x="122015" y="33528"/>
                    <a:pt x="118967" y="33528"/>
                  </a:cubicBezTo>
                  <a:cubicBezTo>
                    <a:pt x="117443" y="32004"/>
                    <a:pt x="114395" y="32004"/>
                    <a:pt x="111347" y="30480"/>
                  </a:cubicBezTo>
                  <a:cubicBezTo>
                    <a:pt x="108299" y="30480"/>
                    <a:pt x="105251" y="30480"/>
                    <a:pt x="100679" y="30480"/>
                  </a:cubicBezTo>
                  <a:cubicBezTo>
                    <a:pt x="96107" y="30480"/>
                    <a:pt x="91536" y="30480"/>
                    <a:pt x="86963" y="33528"/>
                  </a:cubicBezTo>
                  <a:cubicBezTo>
                    <a:pt x="83915" y="35052"/>
                    <a:pt x="80867" y="36576"/>
                    <a:pt x="77819" y="41148"/>
                  </a:cubicBezTo>
                  <a:cubicBezTo>
                    <a:pt x="76295" y="44291"/>
                    <a:pt x="74771" y="48863"/>
                    <a:pt x="73247" y="54959"/>
                  </a:cubicBezTo>
                  <a:cubicBezTo>
                    <a:pt x="71723" y="61055"/>
                    <a:pt x="71723" y="68675"/>
                    <a:pt x="71723" y="77819"/>
                  </a:cubicBezTo>
                  <a:lnTo>
                    <a:pt x="71723" y="99155"/>
                  </a:lnTo>
                  <a:lnTo>
                    <a:pt x="115919" y="99155"/>
                  </a:lnTo>
                  <a:cubicBezTo>
                    <a:pt x="115919" y="99155"/>
                    <a:pt x="117443" y="99155"/>
                    <a:pt x="118967" y="99155"/>
                  </a:cubicBezTo>
                  <a:cubicBezTo>
                    <a:pt x="118967" y="99155"/>
                    <a:pt x="120491" y="100679"/>
                    <a:pt x="120491" y="102203"/>
                  </a:cubicBezTo>
                  <a:cubicBezTo>
                    <a:pt x="120491" y="103727"/>
                    <a:pt x="122015" y="105251"/>
                    <a:pt x="122015" y="106775"/>
                  </a:cubicBezTo>
                  <a:cubicBezTo>
                    <a:pt x="122015" y="108299"/>
                    <a:pt x="122015" y="111347"/>
                    <a:pt x="122015" y="112966"/>
                  </a:cubicBezTo>
                  <a:cubicBezTo>
                    <a:pt x="122015" y="119062"/>
                    <a:pt x="122015" y="122110"/>
                    <a:pt x="120491" y="125158"/>
                  </a:cubicBezTo>
                  <a:cubicBezTo>
                    <a:pt x="118967" y="126682"/>
                    <a:pt x="117443" y="128206"/>
                    <a:pt x="115919" y="128206"/>
                  </a:cubicBezTo>
                  <a:lnTo>
                    <a:pt x="71723" y="128206"/>
                  </a:lnTo>
                  <a:lnTo>
                    <a:pt x="71723" y="300609"/>
                  </a:lnTo>
                  <a:cubicBezTo>
                    <a:pt x="71723" y="302133"/>
                    <a:pt x="71723" y="303657"/>
                    <a:pt x="70199" y="303657"/>
                  </a:cubicBezTo>
                  <a:cubicBezTo>
                    <a:pt x="70199" y="305181"/>
                    <a:pt x="68675" y="305181"/>
                    <a:pt x="67151" y="306705"/>
                  </a:cubicBezTo>
                  <a:cubicBezTo>
                    <a:pt x="65627" y="306705"/>
                    <a:pt x="64103" y="306705"/>
                    <a:pt x="62579" y="308229"/>
                  </a:cubicBezTo>
                  <a:cubicBezTo>
                    <a:pt x="59531" y="308229"/>
                    <a:pt x="56483" y="308229"/>
                    <a:pt x="53436" y="308229"/>
                  </a:cubicBezTo>
                  <a:cubicBezTo>
                    <a:pt x="50292" y="308229"/>
                    <a:pt x="47244" y="308229"/>
                    <a:pt x="44196" y="308229"/>
                  </a:cubicBezTo>
                  <a:cubicBezTo>
                    <a:pt x="42672" y="306705"/>
                    <a:pt x="39624" y="306705"/>
                    <a:pt x="39624" y="306705"/>
                  </a:cubicBezTo>
                  <a:cubicBezTo>
                    <a:pt x="38100" y="305181"/>
                    <a:pt x="36576" y="305181"/>
                    <a:pt x="36576" y="303657"/>
                  </a:cubicBezTo>
                  <a:cubicBezTo>
                    <a:pt x="35052" y="303657"/>
                    <a:pt x="35052" y="302133"/>
                    <a:pt x="35052" y="300609"/>
                  </a:cubicBezTo>
                  <a:lnTo>
                    <a:pt x="35052" y="128206"/>
                  </a:lnTo>
                  <a:lnTo>
                    <a:pt x="7620" y="128206"/>
                  </a:lnTo>
                  <a:cubicBezTo>
                    <a:pt x="4572" y="128206"/>
                    <a:pt x="3048" y="128206"/>
                    <a:pt x="1524" y="125158"/>
                  </a:cubicBezTo>
                  <a:cubicBezTo>
                    <a:pt x="1524" y="122110"/>
                    <a:pt x="0" y="119062"/>
                    <a:pt x="0" y="112966"/>
                  </a:cubicBezTo>
                  <a:cubicBezTo>
                    <a:pt x="0" y="111347"/>
                    <a:pt x="0" y="108299"/>
                    <a:pt x="0" y="106775"/>
                  </a:cubicBezTo>
                  <a:cubicBezTo>
                    <a:pt x="1524" y="105251"/>
                    <a:pt x="1524" y="103727"/>
                    <a:pt x="1524" y="102203"/>
                  </a:cubicBezTo>
                  <a:cubicBezTo>
                    <a:pt x="3048" y="100679"/>
                    <a:pt x="3048" y="99155"/>
                    <a:pt x="4572" y="99155"/>
                  </a:cubicBezTo>
                  <a:cubicBezTo>
                    <a:pt x="4572" y="99155"/>
                    <a:pt x="6096" y="99155"/>
                    <a:pt x="7620" y="99155"/>
                  </a:cubicBezTo>
                  <a:lnTo>
                    <a:pt x="35052" y="99155"/>
                  </a:lnTo>
                  <a:lnTo>
                    <a:pt x="35052" y="77819"/>
                  </a:lnTo>
                  <a:cubicBezTo>
                    <a:pt x="35052" y="64103"/>
                    <a:pt x="36576" y="53435"/>
                    <a:pt x="39624" y="42767"/>
                  </a:cubicBezTo>
                  <a:cubicBezTo>
                    <a:pt x="41148" y="33528"/>
                    <a:pt x="45720" y="24384"/>
                    <a:pt x="50292" y="18288"/>
                  </a:cubicBezTo>
                  <a:cubicBezTo>
                    <a:pt x="56483" y="12192"/>
                    <a:pt x="62579" y="7620"/>
                    <a:pt x="70199" y="4572"/>
                  </a:cubicBezTo>
                  <a:cubicBezTo>
                    <a:pt x="77819" y="1524"/>
                    <a:pt x="88487" y="0"/>
                    <a:pt x="99155" y="0"/>
                  </a:cubicBezTo>
                  <a:cubicBezTo>
                    <a:pt x="103727" y="0"/>
                    <a:pt x="108299" y="0"/>
                    <a:pt x="112871" y="1524"/>
                  </a:cubicBezTo>
                  <a:cubicBezTo>
                    <a:pt x="118967" y="3048"/>
                    <a:pt x="122015" y="3048"/>
                    <a:pt x="125063" y="4572"/>
                  </a:cubicBezTo>
                  <a:cubicBezTo>
                    <a:pt x="126587" y="6096"/>
                    <a:pt x="129636" y="6096"/>
                    <a:pt x="129636" y="7620"/>
                  </a:cubicBezTo>
                  <a:cubicBezTo>
                    <a:pt x="131159" y="9144"/>
                    <a:pt x="131159" y="9144"/>
                    <a:pt x="132683" y="10668"/>
                  </a:cubicBezTo>
                  <a:cubicBezTo>
                    <a:pt x="132683" y="12192"/>
                    <a:pt x="132683" y="13716"/>
                    <a:pt x="132683" y="16764"/>
                  </a:cubicBezTo>
                  <a:cubicBezTo>
                    <a:pt x="134207" y="18288"/>
                    <a:pt x="134207" y="19812"/>
                    <a:pt x="134207" y="2286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545" name="Group545"/>
          <p:cNvGrpSpPr/>
          <p:nvPr/>
        </p:nvGrpSpPr>
        <p:grpSpPr>
          <a:xfrm>
            <a:off x="3985069" y="2472309"/>
            <a:ext cx="892493" cy="309753"/>
            <a:chOff x="3985069" y="2472309"/>
            <a:chExt cx="892493" cy="309753"/>
          </a:xfrm>
        </p:grpSpPr>
        <p:sp>
          <p:nvSpPr>
            <p:cNvPr id="546" name="Path546"/>
            <p:cNvSpPr/>
            <p:nvPr/>
          </p:nvSpPr>
          <p:spPr>
            <a:xfrm>
              <a:off x="3985069" y="2568416"/>
              <a:ext cx="297466" cy="210598"/>
            </a:xfrm>
            <a:custGeom>
              <a:avLst/>
              <a:gdLst/>
              <a:ahLst/>
              <a:cxnLst/>
              <a:rect l="l" t="t" r="r" b="b"/>
              <a:pathLst>
                <a:path w="297466" h="210598">
                  <a:moveTo>
                    <a:pt x="297466" y="6096"/>
                  </a:moveTo>
                  <a:cubicBezTo>
                    <a:pt x="297466" y="7620"/>
                    <a:pt x="297466" y="7620"/>
                    <a:pt x="295942" y="9144"/>
                  </a:cubicBezTo>
                  <a:cubicBezTo>
                    <a:pt x="295942" y="10668"/>
                    <a:pt x="295942" y="13716"/>
                    <a:pt x="294418" y="15335"/>
                  </a:cubicBezTo>
                  <a:lnTo>
                    <a:pt x="236411" y="202978"/>
                  </a:lnTo>
                  <a:cubicBezTo>
                    <a:pt x="236411" y="204502"/>
                    <a:pt x="236411" y="206026"/>
                    <a:pt x="234887" y="206026"/>
                  </a:cubicBezTo>
                  <a:cubicBezTo>
                    <a:pt x="233363" y="207550"/>
                    <a:pt x="231839" y="207550"/>
                    <a:pt x="230315" y="209074"/>
                  </a:cubicBezTo>
                  <a:cubicBezTo>
                    <a:pt x="228791" y="209074"/>
                    <a:pt x="227267" y="210598"/>
                    <a:pt x="224219" y="210598"/>
                  </a:cubicBezTo>
                  <a:cubicBezTo>
                    <a:pt x="221171" y="210598"/>
                    <a:pt x="216599" y="210598"/>
                    <a:pt x="213551" y="210598"/>
                  </a:cubicBezTo>
                  <a:cubicBezTo>
                    <a:pt x="208979" y="210598"/>
                    <a:pt x="204407" y="210598"/>
                    <a:pt x="201359" y="210598"/>
                  </a:cubicBezTo>
                  <a:cubicBezTo>
                    <a:pt x="198311" y="209074"/>
                    <a:pt x="196787" y="209074"/>
                    <a:pt x="193739" y="209074"/>
                  </a:cubicBezTo>
                  <a:cubicBezTo>
                    <a:pt x="192215" y="207550"/>
                    <a:pt x="190691" y="207550"/>
                    <a:pt x="190691" y="206026"/>
                  </a:cubicBezTo>
                  <a:cubicBezTo>
                    <a:pt x="189167" y="206026"/>
                    <a:pt x="189167" y="204502"/>
                    <a:pt x="187643" y="202978"/>
                  </a:cubicBezTo>
                  <a:lnTo>
                    <a:pt x="146400" y="59531"/>
                  </a:lnTo>
                  <a:lnTo>
                    <a:pt x="146400" y="58007"/>
                  </a:lnTo>
                  <a:lnTo>
                    <a:pt x="146400" y="59531"/>
                  </a:lnTo>
                  <a:lnTo>
                    <a:pt x="108300" y="202978"/>
                  </a:lnTo>
                  <a:cubicBezTo>
                    <a:pt x="106775" y="204502"/>
                    <a:pt x="106775" y="206026"/>
                    <a:pt x="105251" y="206026"/>
                  </a:cubicBezTo>
                  <a:cubicBezTo>
                    <a:pt x="105251" y="207550"/>
                    <a:pt x="103727" y="207550"/>
                    <a:pt x="100680" y="209074"/>
                  </a:cubicBezTo>
                  <a:cubicBezTo>
                    <a:pt x="99156" y="209074"/>
                    <a:pt x="97632" y="210598"/>
                    <a:pt x="94583" y="210598"/>
                  </a:cubicBezTo>
                  <a:cubicBezTo>
                    <a:pt x="91536" y="210598"/>
                    <a:pt x="86963" y="210598"/>
                    <a:pt x="82391" y="210598"/>
                  </a:cubicBezTo>
                  <a:cubicBezTo>
                    <a:pt x="77819" y="210598"/>
                    <a:pt x="74771" y="210598"/>
                    <a:pt x="71628" y="210598"/>
                  </a:cubicBezTo>
                  <a:cubicBezTo>
                    <a:pt x="68580" y="209074"/>
                    <a:pt x="67056" y="209074"/>
                    <a:pt x="65532" y="209074"/>
                  </a:cubicBezTo>
                  <a:cubicBezTo>
                    <a:pt x="62484" y="207550"/>
                    <a:pt x="60960" y="207550"/>
                    <a:pt x="60960" y="206026"/>
                  </a:cubicBezTo>
                  <a:cubicBezTo>
                    <a:pt x="59436" y="206026"/>
                    <a:pt x="59436" y="204502"/>
                    <a:pt x="59436" y="202978"/>
                  </a:cubicBezTo>
                  <a:lnTo>
                    <a:pt x="1524" y="15335"/>
                  </a:lnTo>
                  <a:cubicBezTo>
                    <a:pt x="0" y="13716"/>
                    <a:pt x="0" y="10668"/>
                    <a:pt x="0" y="9144"/>
                  </a:cubicBezTo>
                  <a:cubicBezTo>
                    <a:pt x="0" y="9144"/>
                    <a:pt x="0" y="7620"/>
                    <a:pt x="0" y="6096"/>
                  </a:cubicBezTo>
                  <a:cubicBezTo>
                    <a:pt x="0" y="4572"/>
                    <a:pt x="0" y="4572"/>
                    <a:pt x="0" y="3048"/>
                  </a:cubicBezTo>
                  <a:cubicBezTo>
                    <a:pt x="0" y="1524"/>
                    <a:pt x="1524" y="1524"/>
                    <a:pt x="3048" y="1524"/>
                  </a:cubicBezTo>
                  <a:cubicBezTo>
                    <a:pt x="4572" y="0"/>
                    <a:pt x="6096" y="0"/>
                    <a:pt x="9144" y="0"/>
                  </a:cubicBezTo>
                  <a:cubicBezTo>
                    <a:pt x="10668" y="0"/>
                    <a:pt x="13716" y="0"/>
                    <a:pt x="16764" y="0"/>
                  </a:cubicBezTo>
                  <a:cubicBezTo>
                    <a:pt x="21336" y="0"/>
                    <a:pt x="24384" y="0"/>
                    <a:pt x="27432" y="0"/>
                  </a:cubicBezTo>
                  <a:cubicBezTo>
                    <a:pt x="28956" y="0"/>
                    <a:pt x="32004" y="0"/>
                    <a:pt x="33528" y="1524"/>
                  </a:cubicBezTo>
                  <a:cubicBezTo>
                    <a:pt x="33528" y="1524"/>
                    <a:pt x="35052" y="3048"/>
                    <a:pt x="35052" y="3048"/>
                  </a:cubicBezTo>
                  <a:cubicBezTo>
                    <a:pt x="36576" y="4572"/>
                    <a:pt x="36576" y="6096"/>
                    <a:pt x="36576" y="6096"/>
                  </a:cubicBezTo>
                  <a:lnTo>
                    <a:pt x="85439" y="169450"/>
                  </a:lnTo>
                  <a:lnTo>
                    <a:pt x="85439" y="170974"/>
                  </a:lnTo>
                  <a:lnTo>
                    <a:pt x="85439" y="169450"/>
                  </a:lnTo>
                  <a:lnTo>
                    <a:pt x="129636" y="6096"/>
                  </a:lnTo>
                  <a:cubicBezTo>
                    <a:pt x="129636" y="6096"/>
                    <a:pt x="129636" y="4572"/>
                    <a:pt x="131159" y="3048"/>
                  </a:cubicBezTo>
                  <a:cubicBezTo>
                    <a:pt x="131159" y="3048"/>
                    <a:pt x="132683" y="1524"/>
                    <a:pt x="134207" y="1524"/>
                  </a:cubicBezTo>
                  <a:cubicBezTo>
                    <a:pt x="134207" y="1524"/>
                    <a:pt x="137256" y="0"/>
                    <a:pt x="138780" y="0"/>
                  </a:cubicBezTo>
                  <a:cubicBezTo>
                    <a:pt x="140303" y="0"/>
                    <a:pt x="143351" y="0"/>
                    <a:pt x="147924" y="0"/>
                  </a:cubicBezTo>
                  <a:cubicBezTo>
                    <a:pt x="150971" y="0"/>
                    <a:pt x="154019" y="0"/>
                    <a:pt x="157068" y="0"/>
                  </a:cubicBezTo>
                  <a:cubicBezTo>
                    <a:pt x="158591" y="0"/>
                    <a:pt x="160211" y="0"/>
                    <a:pt x="161735" y="1524"/>
                  </a:cubicBezTo>
                  <a:cubicBezTo>
                    <a:pt x="163259" y="1524"/>
                    <a:pt x="163259" y="3048"/>
                    <a:pt x="164783" y="3048"/>
                  </a:cubicBezTo>
                  <a:cubicBezTo>
                    <a:pt x="164783" y="4572"/>
                    <a:pt x="166307" y="4572"/>
                    <a:pt x="166307" y="6096"/>
                  </a:cubicBezTo>
                  <a:lnTo>
                    <a:pt x="213551" y="169450"/>
                  </a:lnTo>
                  <a:lnTo>
                    <a:pt x="213551" y="170974"/>
                  </a:lnTo>
                  <a:lnTo>
                    <a:pt x="213551" y="169450"/>
                  </a:lnTo>
                  <a:lnTo>
                    <a:pt x="260890" y="6096"/>
                  </a:lnTo>
                  <a:cubicBezTo>
                    <a:pt x="260890" y="6096"/>
                    <a:pt x="260890" y="4572"/>
                    <a:pt x="262414" y="3048"/>
                  </a:cubicBezTo>
                  <a:cubicBezTo>
                    <a:pt x="262414" y="3048"/>
                    <a:pt x="263938" y="1524"/>
                    <a:pt x="265462" y="1524"/>
                  </a:cubicBezTo>
                  <a:cubicBezTo>
                    <a:pt x="266986" y="1524"/>
                    <a:pt x="268510" y="0"/>
                    <a:pt x="270034" y="0"/>
                  </a:cubicBezTo>
                  <a:cubicBezTo>
                    <a:pt x="273082" y="0"/>
                    <a:pt x="276130" y="0"/>
                    <a:pt x="280702" y="0"/>
                  </a:cubicBezTo>
                  <a:cubicBezTo>
                    <a:pt x="283750" y="0"/>
                    <a:pt x="286798" y="0"/>
                    <a:pt x="288322" y="0"/>
                  </a:cubicBezTo>
                  <a:cubicBezTo>
                    <a:pt x="289846" y="0"/>
                    <a:pt x="292894" y="0"/>
                    <a:pt x="292894" y="1524"/>
                  </a:cubicBezTo>
                  <a:cubicBezTo>
                    <a:pt x="294418" y="1524"/>
                    <a:pt x="295942" y="3048"/>
                    <a:pt x="295942" y="3048"/>
                  </a:cubicBezTo>
                  <a:cubicBezTo>
                    <a:pt x="295942" y="3048"/>
                    <a:pt x="297466" y="4572"/>
                    <a:pt x="297466" y="609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47" name="Path547"/>
            <p:cNvSpPr/>
            <p:nvPr/>
          </p:nvSpPr>
          <p:spPr>
            <a:xfrm>
              <a:off x="4308443" y="2565368"/>
              <a:ext cx="196882" cy="216694"/>
            </a:xfrm>
            <a:custGeom>
              <a:avLst/>
              <a:gdLst/>
              <a:ahLst/>
              <a:cxnLst/>
              <a:rect l="l" t="t" r="r" b="b"/>
              <a:pathLst>
                <a:path w="196882" h="216694">
                  <a:moveTo>
                    <a:pt x="196882" y="105347"/>
                  </a:moveTo>
                  <a:cubicBezTo>
                    <a:pt x="196882" y="122111"/>
                    <a:pt x="195358" y="137351"/>
                    <a:pt x="190786" y="151067"/>
                  </a:cubicBezTo>
                  <a:cubicBezTo>
                    <a:pt x="186214" y="163354"/>
                    <a:pt x="180022" y="175546"/>
                    <a:pt x="172403" y="184690"/>
                  </a:cubicBezTo>
                  <a:cubicBezTo>
                    <a:pt x="163259" y="195358"/>
                    <a:pt x="152591" y="202978"/>
                    <a:pt x="140398" y="207550"/>
                  </a:cubicBezTo>
                  <a:cubicBezTo>
                    <a:pt x="128207" y="213646"/>
                    <a:pt x="112966" y="216694"/>
                    <a:pt x="96107" y="216694"/>
                  </a:cubicBezTo>
                  <a:cubicBezTo>
                    <a:pt x="80867" y="216694"/>
                    <a:pt x="65627" y="213646"/>
                    <a:pt x="53435" y="209074"/>
                  </a:cubicBezTo>
                  <a:cubicBezTo>
                    <a:pt x="42767" y="204502"/>
                    <a:pt x="32099" y="196882"/>
                    <a:pt x="24479" y="187738"/>
                  </a:cubicBezTo>
                  <a:cubicBezTo>
                    <a:pt x="15335" y="178594"/>
                    <a:pt x="10763" y="167926"/>
                    <a:pt x="6096" y="154115"/>
                  </a:cubicBezTo>
                  <a:cubicBezTo>
                    <a:pt x="1524" y="141923"/>
                    <a:pt x="0" y="126683"/>
                    <a:pt x="0" y="109919"/>
                  </a:cubicBezTo>
                  <a:cubicBezTo>
                    <a:pt x="0" y="94679"/>
                    <a:pt x="1524" y="79343"/>
                    <a:pt x="6096" y="65627"/>
                  </a:cubicBezTo>
                  <a:cubicBezTo>
                    <a:pt x="10763" y="51911"/>
                    <a:pt x="16859" y="41243"/>
                    <a:pt x="26003" y="30575"/>
                  </a:cubicBezTo>
                  <a:cubicBezTo>
                    <a:pt x="33623" y="21431"/>
                    <a:pt x="44291" y="13716"/>
                    <a:pt x="56483" y="7620"/>
                  </a:cubicBezTo>
                  <a:cubicBezTo>
                    <a:pt x="68675" y="3048"/>
                    <a:pt x="83915" y="0"/>
                    <a:pt x="100774" y="0"/>
                  </a:cubicBezTo>
                  <a:cubicBezTo>
                    <a:pt x="117539" y="0"/>
                    <a:pt x="131254" y="1524"/>
                    <a:pt x="143447" y="7620"/>
                  </a:cubicBezTo>
                  <a:cubicBezTo>
                    <a:pt x="155639" y="12192"/>
                    <a:pt x="164783" y="18383"/>
                    <a:pt x="172403" y="27527"/>
                  </a:cubicBezTo>
                  <a:cubicBezTo>
                    <a:pt x="181547" y="36671"/>
                    <a:pt x="187738" y="48863"/>
                    <a:pt x="190786" y="61055"/>
                  </a:cubicBezTo>
                  <a:cubicBezTo>
                    <a:pt x="195358" y="74771"/>
                    <a:pt x="196882" y="90107"/>
                    <a:pt x="196882" y="105347"/>
                  </a:cubicBezTo>
                  <a:close/>
                  <a:moveTo>
                    <a:pt x="158686" y="108395"/>
                  </a:moveTo>
                  <a:cubicBezTo>
                    <a:pt x="158686" y="97727"/>
                    <a:pt x="158686" y="87059"/>
                    <a:pt x="155639" y="77819"/>
                  </a:cubicBezTo>
                  <a:cubicBezTo>
                    <a:pt x="154115" y="68675"/>
                    <a:pt x="151066" y="61055"/>
                    <a:pt x="146495" y="53436"/>
                  </a:cubicBezTo>
                  <a:cubicBezTo>
                    <a:pt x="141922" y="45815"/>
                    <a:pt x="135827" y="39719"/>
                    <a:pt x="128207" y="36671"/>
                  </a:cubicBezTo>
                  <a:cubicBezTo>
                    <a:pt x="120586" y="32099"/>
                    <a:pt x="111442" y="30575"/>
                    <a:pt x="99251" y="30575"/>
                  </a:cubicBezTo>
                  <a:cubicBezTo>
                    <a:pt x="88487" y="30575"/>
                    <a:pt x="79343" y="32099"/>
                    <a:pt x="71723" y="35147"/>
                  </a:cubicBezTo>
                  <a:cubicBezTo>
                    <a:pt x="64103" y="39719"/>
                    <a:pt x="58007" y="44291"/>
                    <a:pt x="53435" y="51911"/>
                  </a:cubicBezTo>
                  <a:cubicBezTo>
                    <a:pt x="47339" y="58008"/>
                    <a:pt x="44291" y="67151"/>
                    <a:pt x="41243" y="76295"/>
                  </a:cubicBezTo>
                  <a:cubicBezTo>
                    <a:pt x="39719" y="85439"/>
                    <a:pt x="38195" y="96203"/>
                    <a:pt x="38195" y="106871"/>
                  </a:cubicBezTo>
                  <a:cubicBezTo>
                    <a:pt x="38195" y="117539"/>
                    <a:pt x="39719" y="128207"/>
                    <a:pt x="41243" y="137351"/>
                  </a:cubicBezTo>
                  <a:cubicBezTo>
                    <a:pt x="42767" y="148019"/>
                    <a:pt x="45815" y="155734"/>
                    <a:pt x="50387" y="163354"/>
                  </a:cubicBezTo>
                  <a:cubicBezTo>
                    <a:pt x="54959" y="169450"/>
                    <a:pt x="61055" y="175546"/>
                    <a:pt x="68675" y="180118"/>
                  </a:cubicBezTo>
                  <a:cubicBezTo>
                    <a:pt x="76295" y="183166"/>
                    <a:pt x="86963" y="186214"/>
                    <a:pt x="97727" y="186214"/>
                  </a:cubicBezTo>
                  <a:cubicBezTo>
                    <a:pt x="108395" y="186214"/>
                    <a:pt x="117539" y="184690"/>
                    <a:pt x="125159" y="180118"/>
                  </a:cubicBezTo>
                  <a:cubicBezTo>
                    <a:pt x="132779" y="177070"/>
                    <a:pt x="138874" y="170974"/>
                    <a:pt x="144971" y="164878"/>
                  </a:cubicBezTo>
                  <a:cubicBezTo>
                    <a:pt x="149542" y="157258"/>
                    <a:pt x="152591" y="149543"/>
                    <a:pt x="155639" y="140399"/>
                  </a:cubicBezTo>
                  <a:cubicBezTo>
                    <a:pt x="157163" y="129731"/>
                    <a:pt x="158686" y="119063"/>
                    <a:pt x="158686" y="10839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48" name="Path548"/>
            <p:cNvSpPr/>
            <p:nvPr/>
          </p:nvSpPr>
          <p:spPr>
            <a:xfrm>
              <a:off x="4558665" y="2565368"/>
              <a:ext cx="116015" cy="213646"/>
            </a:xfrm>
            <a:custGeom>
              <a:avLst/>
              <a:gdLst/>
              <a:ahLst/>
              <a:cxnLst/>
              <a:rect l="l" t="t" r="r" b="b"/>
              <a:pathLst>
                <a:path w="116015" h="213646">
                  <a:moveTo>
                    <a:pt x="116015" y="22955"/>
                  </a:moveTo>
                  <a:cubicBezTo>
                    <a:pt x="116015" y="26003"/>
                    <a:pt x="116015" y="29051"/>
                    <a:pt x="114491" y="30575"/>
                  </a:cubicBezTo>
                  <a:cubicBezTo>
                    <a:pt x="114491" y="33623"/>
                    <a:pt x="114491" y="35147"/>
                    <a:pt x="114491" y="35147"/>
                  </a:cubicBezTo>
                  <a:cubicBezTo>
                    <a:pt x="112967" y="36671"/>
                    <a:pt x="112967" y="38195"/>
                    <a:pt x="112967" y="38195"/>
                  </a:cubicBezTo>
                  <a:cubicBezTo>
                    <a:pt x="111443" y="39719"/>
                    <a:pt x="111443" y="39719"/>
                    <a:pt x="109918" y="39719"/>
                  </a:cubicBezTo>
                  <a:cubicBezTo>
                    <a:pt x="108299" y="39719"/>
                    <a:pt x="106775" y="39719"/>
                    <a:pt x="105251" y="38195"/>
                  </a:cubicBezTo>
                  <a:cubicBezTo>
                    <a:pt x="103727" y="38195"/>
                    <a:pt x="102203" y="36671"/>
                    <a:pt x="99155" y="36671"/>
                  </a:cubicBezTo>
                  <a:cubicBezTo>
                    <a:pt x="97631" y="36671"/>
                    <a:pt x="94583" y="35147"/>
                    <a:pt x="93059" y="35147"/>
                  </a:cubicBezTo>
                  <a:cubicBezTo>
                    <a:pt x="90012" y="33623"/>
                    <a:pt x="86963" y="33623"/>
                    <a:pt x="83915" y="33623"/>
                  </a:cubicBezTo>
                  <a:cubicBezTo>
                    <a:pt x="80868" y="33623"/>
                    <a:pt x="76295" y="35147"/>
                    <a:pt x="73247" y="36671"/>
                  </a:cubicBezTo>
                  <a:cubicBezTo>
                    <a:pt x="70199" y="38195"/>
                    <a:pt x="65627" y="39719"/>
                    <a:pt x="62580" y="42767"/>
                  </a:cubicBezTo>
                  <a:cubicBezTo>
                    <a:pt x="58007" y="47339"/>
                    <a:pt x="54959" y="51911"/>
                    <a:pt x="50387" y="56483"/>
                  </a:cubicBezTo>
                  <a:cubicBezTo>
                    <a:pt x="45815" y="62579"/>
                    <a:pt x="41243" y="68675"/>
                    <a:pt x="36671" y="77819"/>
                  </a:cubicBezTo>
                  <a:lnTo>
                    <a:pt x="36671" y="206026"/>
                  </a:lnTo>
                  <a:cubicBezTo>
                    <a:pt x="36671" y="207550"/>
                    <a:pt x="36671" y="209074"/>
                    <a:pt x="35147" y="209074"/>
                  </a:cubicBezTo>
                  <a:cubicBezTo>
                    <a:pt x="35147" y="210598"/>
                    <a:pt x="33624" y="210598"/>
                    <a:pt x="32099" y="212122"/>
                  </a:cubicBezTo>
                  <a:cubicBezTo>
                    <a:pt x="30575" y="212122"/>
                    <a:pt x="29051" y="212122"/>
                    <a:pt x="27527" y="213646"/>
                  </a:cubicBezTo>
                  <a:cubicBezTo>
                    <a:pt x="24480" y="213646"/>
                    <a:pt x="21336" y="213646"/>
                    <a:pt x="18288" y="213646"/>
                  </a:cubicBezTo>
                  <a:cubicBezTo>
                    <a:pt x="13716" y="213646"/>
                    <a:pt x="12192" y="213646"/>
                    <a:pt x="9144" y="213646"/>
                  </a:cubicBezTo>
                  <a:cubicBezTo>
                    <a:pt x="7620" y="212122"/>
                    <a:pt x="4572" y="212122"/>
                    <a:pt x="3048" y="212122"/>
                  </a:cubicBezTo>
                  <a:cubicBezTo>
                    <a:pt x="3048" y="210598"/>
                    <a:pt x="1524" y="210598"/>
                    <a:pt x="1524" y="209074"/>
                  </a:cubicBezTo>
                  <a:cubicBezTo>
                    <a:pt x="0" y="209074"/>
                    <a:pt x="0" y="207550"/>
                    <a:pt x="0" y="206026"/>
                  </a:cubicBezTo>
                  <a:lnTo>
                    <a:pt x="0" y="9144"/>
                  </a:lnTo>
                  <a:cubicBezTo>
                    <a:pt x="0" y="9144"/>
                    <a:pt x="0" y="7620"/>
                    <a:pt x="0" y="6096"/>
                  </a:cubicBezTo>
                  <a:cubicBezTo>
                    <a:pt x="1524" y="6096"/>
                    <a:pt x="1524" y="4572"/>
                    <a:pt x="3048" y="4572"/>
                  </a:cubicBezTo>
                  <a:cubicBezTo>
                    <a:pt x="4572" y="4572"/>
                    <a:pt x="6096" y="3048"/>
                    <a:pt x="7620" y="3048"/>
                  </a:cubicBezTo>
                  <a:cubicBezTo>
                    <a:pt x="10668" y="3048"/>
                    <a:pt x="13716" y="3048"/>
                    <a:pt x="16764" y="3048"/>
                  </a:cubicBezTo>
                  <a:cubicBezTo>
                    <a:pt x="19812" y="3048"/>
                    <a:pt x="22956" y="3048"/>
                    <a:pt x="24480" y="3048"/>
                  </a:cubicBezTo>
                  <a:cubicBezTo>
                    <a:pt x="26003" y="3048"/>
                    <a:pt x="27527" y="4572"/>
                    <a:pt x="29051" y="4572"/>
                  </a:cubicBezTo>
                  <a:cubicBezTo>
                    <a:pt x="30575" y="4572"/>
                    <a:pt x="32099" y="6096"/>
                    <a:pt x="32099" y="6096"/>
                  </a:cubicBezTo>
                  <a:cubicBezTo>
                    <a:pt x="32099" y="7620"/>
                    <a:pt x="32099" y="9144"/>
                    <a:pt x="32099" y="9144"/>
                  </a:cubicBezTo>
                  <a:lnTo>
                    <a:pt x="32099" y="38195"/>
                  </a:lnTo>
                  <a:cubicBezTo>
                    <a:pt x="38195" y="30575"/>
                    <a:pt x="42768" y="24479"/>
                    <a:pt x="47339" y="18383"/>
                  </a:cubicBezTo>
                  <a:cubicBezTo>
                    <a:pt x="51912" y="13716"/>
                    <a:pt x="56483" y="10668"/>
                    <a:pt x="61055" y="7620"/>
                  </a:cubicBezTo>
                  <a:cubicBezTo>
                    <a:pt x="65627" y="4572"/>
                    <a:pt x="70199" y="3048"/>
                    <a:pt x="73247" y="1524"/>
                  </a:cubicBezTo>
                  <a:cubicBezTo>
                    <a:pt x="77819" y="0"/>
                    <a:pt x="82391" y="0"/>
                    <a:pt x="86963" y="0"/>
                  </a:cubicBezTo>
                  <a:cubicBezTo>
                    <a:pt x="88487" y="0"/>
                    <a:pt x="90012" y="0"/>
                    <a:pt x="93059" y="0"/>
                  </a:cubicBezTo>
                  <a:cubicBezTo>
                    <a:pt x="96107" y="0"/>
                    <a:pt x="97631" y="0"/>
                    <a:pt x="100680" y="1524"/>
                  </a:cubicBezTo>
                  <a:cubicBezTo>
                    <a:pt x="103727" y="1524"/>
                    <a:pt x="105251" y="3048"/>
                    <a:pt x="108299" y="3048"/>
                  </a:cubicBezTo>
                  <a:cubicBezTo>
                    <a:pt x="109918" y="4572"/>
                    <a:pt x="111443" y="4572"/>
                    <a:pt x="111443" y="6096"/>
                  </a:cubicBezTo>
                  <a:cubicBezTo>
                    <a:pt x="112967" y="6096"/>
                    <a:pt x="112967" y="7620"/>
                    <a:pt x="114491" y="7620"/>
                  </a:cubicBezTo>
                  <a:cubicBezTo>
                    <a:pt x="114491" y="7620"/>
                    <a:pt x="114491" y="9144"/>
                    <a:pt x="114491" y="10668"/>
                  </a:cubicBezTo>
                  <a:cubicBezTo>
                    <a:pt x="114491" y="10668"/>
                    <a:pt x="114491" y="12192"/>
                    <a:pt x="114491" y="15240"/>
                  </a:cubicBezTo>
                  <a:cubicBezTo>
                    <a:pt x="114491" y="16764"/>
                    <a:pt x="116015" y="19907"/>
                    <a:pt x="116015" y="2295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49" name="Path549"/>
            <p:cNvSpPr/>
            <p:nvPr/>
          </p:nvSpPr>
          <p:spPr>
            <a:xfrm>
              <a:off x="4715828" y="2472309"/>
              <a:ext cx="161734" cy="306705"/>
            </a:xfrm>
            <a:custGeom>
              <a:avLst/>
              <a:gdLst/>
              <a:ahLst/>
              <a:cxnLst/>
              <a:rect l="l" t="t" r="r" b="b"/>
              <a:pathLst>
                <a:path w="161734" h="306705">
                  <a:moveTo>
                    <a:pt x="161734" y="299085"/>
                  </a:moveTo>
                  <a:cubicBezTo>
                    <a:pt x="161734" y="300609"/>
                    <a:pt x="161734" y="302133"/>
                    <a:pt x="160210" y="302133"/>
                  </a:cubicBezTo>
                  <a:cubicBezTo>
                    <a:pt x="160210" y="303657"/>
                    <a:pt x="158686" y="303657"/>
                    <a:pt x="157163" y="305181"/>
                  </a:cubicBezTo>
                  <a:cubicBezTo>
                    <a:pt x="155638" y="305181"/>
                    <a:pt x="154114" y="305181"/>
                    <a:pt x="151066" y="306705"/>
                  </a:cubicBezTo>
                  <a:cubicBezTo>
                    <a:pt x="149542" y="306705"/>
                    <a:pt x="146494" y="306705"/>
                    <a:pt x="141922" y="306705"/>
                  </a:cubicBezTo>
                  <a:cubicBezTo>
                    <a:pt x="138874" y="306705"/>
                    <a:pt x="135826" y="306705"/>
                    <a:pt x="132778" y="306705"/>
                  </a:cubicBezTo>
                  <a:cubicBezTo>
                    <a:pt x="129730" y="306705"/>
                    <a:pt x="128206" y="305181"/>
                    <a:pt x="126682" y="305181"/>
                  </a:cubicBezTo>
                  <a:cubicBezTo>
                    <a:pt x="123539" y="305181"/>
                    <a:pt x="122015" y="303657"/>
                    <a:pt x="122015" y="303657"/>
                  </a:cubicBezTo>
                  <a:cubicBezTo>
                    <a:pt x="120491" y="302133"/>
                    <a:pt x="118967" y="300609"/>
                    <a:pt x="118967" y="299085"/>
                  </a:cubicBezTo>
                  <a:lnTo>
                    <a:pt x="35052" y="190786"/>
                  </a:lnTo>
                  <a:lnTo>
                    <a:pt x="35052" y="299085"/>
                  </a:lnTo>
                  <a:cubicBezTo>
                    <a:pt x="35052" y="300609"/>
                    <a:pt x="35052" y="302133"/>
                    <a:pt x="35052" y="302133"/>
                  </a:cubicBezTo>
                  <a:cubicBezTo>
                    <a:pt x="33528" y="303657"/>
                    <a:pt x="33528" y="303657"/>
                    <a:pt x="32004" y="305181"/>
                  </a:cubicBezTo>
                  <a:cubicBezTo>
                    <a:pt x="30480" y="305181"/>
                    <a:pt x="28956" y="305181"/>
                    <a:pt x="25908" y="306705"/>
                  </a:cubicBezTo>
                  <a:cubicBezTo>
                    <a:pt x="24384" y="306705"/>
                    <a:pt x="21336" y="306705"/>
                    <a:pt x="16764" y="306705"/>
                  </a:cubicBezTo>
                  <a:cubicBezTo>
                    <a:pt x="13716" y="306705"/>
                    <a:pt x="10668" y="306705"/>
                    <a:pt x="9144" y="306705"/>
                  </a:cubicBezTo>
                  <a:cubicBezTo>
                    <a:pt x="6096" y="305181"/>
                    <a:pt x="4572" y="305181"/>
                    <a:pt x="3048" y="305181"/>
                  </a:cubicBezTo>
                  <a:cubicBezTo>
                    <a:pt x="1524" y="303657"/>
                    <a:pt x="0" y="303657"/>
                    <a:pt x="0" y="302133"/>
                  </a:cubicBezTo>
                  <a:cubicBezTo>
                    <a:pt x="0" y="302133"/>
                    <a:pt x="0" y="300609"/>
                    <a:pt x="0" y="299085"/>
                  </a:cubicBezTo>
                  <a:lnTo>
                    <a:pt x="0" y="7620"/>
                  </a:lnTo>
                  <a:cubicBezTo>
                    <a:pt x="0" y="6096"/>
                    <a:pt x="0" y="4572"/>
                    <a:pt x="0" y="4572"/>
                  </a:cubicBezTo>
                  <a:cubicBezTo>
                    <a:pt x="0" y="3048"/>
                    <a:pt x="1524" y="3048"/>
                    <a:pt x="3048" y="1524"/>
                  </a:cubicBezTo>
                  <a:cubicBezTo>
                    <a:pt x="4572" y="1524"/>
                    <a:pt x="6096" y="1524"/>
                    <a:pt x="9144" y="0"/>
                  </a:cubicBezTo>
                  <a:cubicBezTo>
                    <a:pt x="10668" y="0"/>
                    <a:pt x="13716" y="0"/>
                    <a:pt x="16764" y="0"/>
                  </a:cubicBezTo>
                  <a:cubicBezTo>
                    <a:pt x="21336" y="0"/>
                    <a:pt x="24384" y="0"/>
                    <a:pt x="25908" y="0"/>
                  </a:cubicBezTo>
                  <a:cubicBezTo>
                    <a:pt x="28956" y="1524"/>
                    <a:pt x="30480" y="1524"/>
                    <a:pt x="32004" y="1524"/>
                  </a:cubicBezTo>
                  <a:cubicBezTo>
                    <a:pt x="33528" y="3048"/>
                    <a:pt x="33528" y="3048"/>
                    <a:pt x="35052" y="4572"/>
                  </a:cubicBezTo>
                  <a:cubicBezTo>
                    <a:pt x="35052" y="4572"/>
                    <a:pt x="35052" y="6096"/>
                    <a:pt x="35052" y="7620"/>
                  </a:cubicBezTo>
                  <a:lnTo>
                    <a:pt x="35052" y="186214"/>
                  </a:lnTo>
                  <a:lnTo>
                    <a:pt x="109823" y="103727"/>
                  </a:lnTo>
                  <a:cubicBezTo>
                    <a:pt x="111347" y="102203"/>
                    <a:pt x="112871" y="100679"/>
                    <a:pt x="114395" y="100679"/>
                  </a:cubicBezTo>
                  <a:cubicBezTo>
                    <a:pt x="114395" y="99155"/>
                    <a:pt x="115919" y="97631"/>
                    <a:pt x="118967" y="97631"/>
                  </a:cubicBezTo>
                  <a:cubicBezTo>
                    <a:pt x="120491" y="97631"/>
                    <a:pt x="122015" y="96107"/>
                    <a:pt x="125063" y="96107"/>
                  </a:cubicBezTo>
                  <a:cubicBezTo>
                    <a:pt x="126682" y="96107"/>
                    <a:pt x="129730" y="96107"/>
                    <a:pt x="134302" y="96107"/>
                  </a:cubicBezTo>
                  <a:cubicBezTo>
                    <a:pt x="137350" y="96107"/>
                    <a:pt x="140398" y="96107"/>
                    <a:pt x="143446" y="96107"/>
                  </a:cubicBezTo>
                  <a:cubicBezTo>
                    <a:pt x="144970" y="96107"/>
                    <a:pt x="148018" y="96107"/>
                    <a:pt x="149542" y="97631"/>
                  </a:cubicBezTo>
                  <a:cubicBezTo>
                    <a:pt x="151066" y="97631"/>
                    <a:pt x="151066" y="99155"/>
                    <a:pt x="152590" y="99155"/>
                  </a:cubicBezTo>
                  <a:cubicBezTo>
                    <a:pt x="152590" y="100679"/>
                    <a:pt x="152590" y="100679"/>
                    <a:pt x="152590" y="102203"/>
                  </a:cubicBezTo>
                  <a:cubicBezTo>
                    <a:pt x="152590" y="103727"/>
                    <a:pt x="152590" y="105251"/>
                    <a:pt x="152590" y="108299"/>
                  </a:cubicBezTo>
                  <a:cubicBezTo>
                    <a:pt x="151066" y="109823"/>
                    <a:pt x="149542" y="111442"/>
                    <a:pt x="146494" y="114490"/>
                  </a:cubicBezTo>
                  <a:lnTo>
                    <a:pt x="76295" y="184690"/>
                  </a:lnTo>
                  <a:lnTo>
                    <a:pt x="155638" y="289941"/>
                  </a:lnTo>
                  <a:cubicBezTo>
                    <a:pt x="157163" y="291465"/>
                    <a:pt x="158686" y="294513"/>
                    <a:pt x="160210" y="296037"/>
                  </a:cubicBezTo>
                  <a:cubicBezTo>
                    <a:pt x="160210" y="297561"/>
                    <a:pt x="161734" y="297561"/>
                    <a:pt x="161734" y="29908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grpSp>
        <p:nvGrpSpPr>
          <p:cNvPr id="550" name="Group550"/>
          <p:cNvGrpSpPr/>
          <p:nvPr/>
        </p:nvGrpSpPr>
        <p:grpSpPr>
          <a:xfrm>
            <a:off x="6433756" y="2470785"/>
            <a:ext cx="358521" cy="311277"/>
            <a:chOff x="6433756" y="2470785"/>
            <a:chExt cx="358521" cy="311277"/>
          </a:xfrm>
        </p:grpSpPr>
        <p:sp>
          <p:nvSpPr>
            <p:cNvPr id="551" name="Path551"/>
            <p:cNvSpPr/>
            <p:nvPr/>
          </p:nvSpPr>
          <p:spPr>
            <a:xfrm>
              <a:off x="6433756" y="2565368"/>
              <a:ext cx="196787" cy="216694"/>
            </a:xfrm>
            <a:custGeom>
              <a:avLst/>
              <a:gdLst/>
              <a:ahLst/>
              <a:cxnLst/>
              <a:rect l="l" t="t" r="r" b="b"/>
              <a:pathLst>
                <a:path w="196787" h="216694">
                  <a:moveTo>
                    <a:pt x="196786" y="105347"/>
                  </a:moveTo>
                  <a:cubicBezTo>
                    <a:pt x="196786" y="122111"/>
                    <a:pt x="195263" y="137351"/>
                    <a:pt x="190691" y="151067"/>
                  </a:cubicBezTo>
                  <a:cubicBezTo>
                    <a:pt x="187643" y="163354"/>
                    <a:pt x="180022" y="175546"/>
                    <a:pt x="172403" y="184690"/>
                  </a:cubicBezTo>
                  <a:cubicBezTo>
                    <a:pt x="163258" y="195358"/>
                    <a:pt x="154115" y="202978"/>
                    <a:pt x="140303" y="207550"/>
                  </a:cubicBezTo>
                  <a:cubicBezTo>
                    <a:pt x="128112" y="213646"/>
                    <a:pt x="112871" y="216694"/>
                    <a:pt x="96107" y="216694"/>
                  </a:cubicBezTo>
                  <a:cubicBezTo>
                    <a:pt x="80867" y="216694"/>
                    <a:pt x="67151" y="213646"/>
                    <a:pt x="54864" y="209074"/>
                  </a:cubicBezTo>
                  <a:cubicBezTo>
                    <a:pt x="42672" y="204502"/>
                    <a:pt x="32004" y="196882"/>
                    <a:pt x="24384" y="187738"/>
                  </a:cubicBezTo>
                  <a:cubicBezTo>
                    <a:pt x="16764" y="178594"/>
                    <a:pt x="10668" y="167926"/>
                    <a:pt x="6096" y="154115"/>
                  </a:cubicBezTo>
                  <a:cubicBezTo>
                    <a:pt x="3048" y="141923"/>
                    <a:pt x="0" y="126683"/>
                    <a:pt x="0" y="109919"/>
                  </a:cubicBezTo>
                  <a:cubicBezTo>
                    <a:pt x="0" y="94679"/>
                    <a:pt x="3048" y="79343"/>
                    <a:pt x="6096" y="65627"/>
                  </a:cubicBezTo>
                  <a:cubicBezTo>
                    <a:pt x="10668" y="51911"/>
                    <a:pt x="16764" y="41243"/>
                    <a:pt x="25908" y="30575"/>
                  </a:cubicBezTo>
                  <a:cubicBezTo>
                    <a:pt x="33528" y="21431"/>
                    <a:pt x="44196" y="13716"/>
                    <a:pt x="56388" y="7620"/>
                  </a:cubicBezTo>
                  <a:cubicBezTo>
                    <a:pt x="68675" y="3048"/>
                    <a:pt x="83915" y="0"/>
                    <a:pt x="100679" y="0"/>
                  </a:cubicBezTo>
                  <a:cubicBezTo>
                    <a:pt x="117443" y="0"/>
                    <a:pt x="131159" y="1524"/>
                    <a:pt x="143351" y="7620"/>
                  </a:cubicBezTo>
                  <a:cubicBezTo>
                    <a:pt x="155639" y="12192"/>
                    <a:pt x="164782" y="18383"/>
                    <a:pt x="173927" y="27527"/>
                  </a:cubicBezTo>
                  <a:cubicBezTo>
                    <a:pt x="181546" y="36671"/>
                    <a:pt x="187643" y="48863"/>
                    <a:pt x="190691" y="61055"/>
                  </a:cubicBezTo>
                  <a:cubicBezTo>
                    <a:pt x="195263" y="74771"/>
                    <a:pt x="196786" y="90107"/>
                    <a:pt x="196786" y="105347"/>
                  </a:cubicBezTo>
                  <a:close/>
                  <a:moveTo>
                    <a:pt x="158686" y="108395"/>
                  </a:moveTo>
                  <a:cubicBezTo>
                    <a:pt x="158686" y="97727"/>
                    <a:pt x="158686" y="87059"/>
                    <a:pt x="157163" y="77819"/>
                  </a:cubicBezTo>
                  <a:cubicBezTo>
                    <a:pt x="154115" y="68675"/>
                    <a:pt x="150971" y="61055"/>
                    <a:pt x="146399" y="53436"/>
                  </a:cubicBezTo>
                  <a:cubicBezTo>
                    <a:pt x="141827" y="45815"/>
                    <a:pt x="135731" y="39719"/>
                    <a:pt x="128112" y="36671"/>
                  </a:cubicBezTo>
                  <a:cubicBezTo>
                    <a:pt x="120491" y="32099"/>
                    <a:pt x="111347" y="30575"/>
                    <a:pt x="99155" y="30575"/>
                  </a:cubicBezTo>
                  <a:cubicBezTo>
                    <a:pt x="88487" y="30575"/>
                    <a:pt x="79343" y="32099"/>
                    <a:pt x="71724" y="35147"/>
                  </a:cubicBezTo>
                  <a:cubicBezTo>
                    <a:pt x="64008" y="39719"/>
                    <a:pt x="57912" y="44291"/>
                    <a:pt x="53340" y="51911"/>
                  </a:cubicBezTo>
                  <a:cubicBezTo>
                    <a:pt x="47244" y="58008"/>
                    <a:pt x="44196" y="67151"/>
                    <a:pt x="41148" y="76295"/>
                  </a:cubicBezTo>
                  <a:cubicBezTo>
                    <a:pt x="39624" y="85439"/>
                    <a:pt x="38100" y="96203"/>
                    <a:pt x="38100" y="106871"/>
                  </a:cubicBezTo>
                  <a:cubicBezTo>
                    <a:pt x="38100" y="117539"/>
                    <a:pt x="39624" y="128207"/>
                    <a:pt x="41148" y="137351"/>
                  </a:cubicBezTo>
                  <a:cubicBezTo>
                    <a:pt x="42672" y="148019"/>
                    <a:pt x="45720" y="155734"/>
                    <a:pt x="50292" y="163354"/>
                  </a:cubicBezTo>
                  <a:cubicBezTo>
                    <a:pt x="54864" y="169450"/>
                    <a:pt x="62484" y="175546"/>
                    <a:pt x="70199" y="180118"/>
                  </a:cubicBezTo>
                  <a:cubicBezTo>
                    <a:pt x="77819" y="183166"/>
                    <a:pt x="86963" y="186214"/>
                    <a:pt x="99155" y="186214"/>
                  </a:cubicBezTo>
                  <a:cubicBezTo>
                    <a:pt x="108299" y="186214"/>
                    <a:pt x="117443" y="184690"/>
                    <a:pt x="125063" y="180118"/>
                  </a:cubicBezTo>
                  <a:cubicBezTo>
                    <a:pt x="134207" y="177070"/>
                    <a:pt x="140303" y="170974"/>
                    <a:pt x="144875" y="164878"/>
                  </a:cubicBezTo>
                  <a:cubicBezTo>
                    <a:pt x="149447" y="157258"/>
                    <a:pt x="154115" y="149543"/>
                    <a:pt x="155639" y="140399"/>
                  </a:cubicBezTo>
                  <a:cubicBezTo>
                    <a:pt x="158686" y="129731"/>
                    <a:pt x="158686" y="119063"/>
                    <a:pt x="158686" y="10839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552" name="Path552"/>
            <p:cNvSpPr/>
            <p:nvPr/>
          </p:nvSpPr>
          <p:spPr>
            <a:xfrm>
              <a:off x="6659498" y="2470785"/>
              <a:ext cx="132779" cy="308229"/>
            </a:xfrm>
            <a:custGeom>
              <a:avLst/>
              <a:gdLst/>
              <a:ahLst/>
              <a:cxnLst/>
              <a:rect l="l" t="t" r="r" b="b"/>
              <a:pathLst>
                <a:path w="132779" h="308229">
                  <a:moveTo>
                    <a:pt x="132779" y="22860"/>
                  </a:moveTo>
                  <a:cubicBezTo>
                    <a:pt x="132779" y="25908"/>
                    <a:pt x="132779" y="27432"/>
                    <a:pt x="132779" y="30480"/>
                  </a:cubicBezTo>
                  <a:cubicBezTo>
                    <a:pt x="132779" y="32004"/>
                    <a:pt x="131255" y="33528"/>
                    <a:pt x="131255" y="33528"/>
                  </a:cubicBezTo>
                  <a:cubicBezTo>
                    <a:pt x="131255" y="35052"/>
                    <a:pt x="131255" y="35052"/>
                    <a:pt x="129731" y="36576"/>
                  </a:cubicBezTo>
                  <a:cubicBezTo>
                    <a:pt x="129731" y="36576"/>
                    <a:pt x="128207" y="36576"/>
                    <a:pt x="128207" y="36576"/>
                  </a:cubicBezTo>
                  <a:cubicBezTo>
                    <a:pt x="126683" y="36576"/>
                    <a:pt x="125159" y="36576"/>
                    <a:pt x="123635" y="35052"/>
                  </a:cubicBezTo>
                  <a:cubicBezTo>
                    <a:pt x="122110" y="35052"/>
                    <a:pt x="120586" y="33528"/>
                    <a:pt x="117539" y="33528"/>
                  </a:cubicBezTo>
                  <a:cubicBezTo>
                    <a:pt x="116015" y="32004"/>
                    <a:pt x="112967" y="32004"/>
                    <a:pt x="109919" y="30480"/>
                  </a:cubicBezTo>
                  <a:cubicBezTo>
                    <a:pt x="106871" y="30480"/>
                    <a:pt x="103822" y="30480"/>
                    <a:pt x="100679" y="30480"/>
                  </a:cubicBezTo>
                  <a:cubicBezTo>
                    <a:pt x="94583" y="30480"/>
                    <a:pt x="90012" y="30480"/>
                    <a:pt x="86964" y="33528"/>
                  </a:cubicBezTo>
                  <a:cubicBezTo>
                    <a:pt x="82391" y="35052"/>
                    <a:pt x="79343" y="36576"/>
                    <a:pt x="76295" y="41148"/>
                  </a:cubicBezTo>
                  <a:cubicBezTo>
                    <a:pt x="74771" y="44291"/>
                    <a:pt x="73247" y="48863"/>
                    <a:pt x="71724" y="54959"/>
                  </a:cubicBezTo>
                  <a:cubicBezTo>
                    <a:pt x="71724" y="61055"/>
                    <a:pt x="70200" y="68675"/>
                    <a:pt x="70200" y="77819"/>
                  </a:cubicBezTo>
                  <a:lnTo>
                    <a:pt x="70200" y="99155"/>
                  </a:lnTo>
                  <a:lnTo>
                    <a:pt x="114491" y="99155"/>
                  </a:lnTo>
                  <a:cubicBezTo>
                    <a:pt x="116015" y="99155"/>
                    <a:pt x="116015" y="99155"/>
                    <a:pt x="117539" y="99155"/>
                  </a:cubicBezTo>
                  <a:cubicBezTo>
                    <a:pt x="117539" y="99155"/>
                    <a:pt x="119063" y="100679"/>
                    <a:pt x="119063" y="102203"/>
                  </a:cubicBezTo>
                  <a:cubicBezTo>
                    <a:pt x="120586" y="103727"/>
                    <a:pt x="120586" y="105251"/>
                    <a:pt x="120586" y="106775"/>
                  </a:cubicBezTo>
                  <a:cubicBezTo>
                    <a:pt x="122110" y="108299"/>
                    <a:pt x="122110" y="111347"/>
                    <a:pt x="122110" y="112966"/>
                  </a:cubicBezTo>
                  <a:cubicBezTo>
                    <a:pt x="122110" y="119062"/>
                    <a:pt x="120586" y="122110"/>
                    <a:pt x="119063" y="125158"/>
                  </a:cubicBezTo>
                  <a:cubicBezTo>
                    <a:pt x="119063" y="126682"/>
                    <a:pt x="116015" y="128206"/>
                    <a:pt x="114491" y="128206"/>
                  </a:cubicBezTo>
                  <a:lnTo>
                    <a:pt x="70200" y="128206"/>
                  </a:lnTo>
                  <a:lnTo>
                    <a:pt x="70200" y="300609"/>
                  </a:lnTo>
                  <a:cubicBezTo>
                    <a:pt x="70200" y="302133"/>
                    <a:pt x="70200" y="303657"/>
                    <a:pt x="70200" y="303657"/>
                  </a:cubicBezTo>
                  <a:cubicBezTo>
                    <a:pt x="68676" y="305181"/>
                    <a:pt x="68676" y="305181"/>
                    <a:pt x="67152" y="306705"/>
                  </a:cubicBezTo>
                  <a:cubicBezTo>
                    <a:pt x="65628" y="306705"/>
                    <a:pt x="64104" y="306705"/>
                    <a:pt x="61055" y="308229"/>
                  </a:cubicBezTo>
                  <a:cubicBezTo>
                    <a:pt x="59531" y="308229"/>
                    <a:pt x="56483" y="308229"/>
                    <a:pt x="51912" y="308229"/>
                  </a:cubicBezTo>
                  <a:cubicBezTo>
                    <a:pt x="48864" y="308229"/>
                    <a:pt x="45816" y="308229"/>
                    <a:pt x="44291" y="308229"/>
                  </a:cubicBezTo>
                  <a:cubicBezTo>
                    <a:pt x="41243" y="306705"/>
                    <a:pt x="39719" y="306705"/>
                    <a:pt x="38195" y="306705"/>
                  </a:cubicBezTo>
                  <a:cubicBezTo>
                    <a:pt x="36671" y="305181"/>
                    <a:pt x="35147" y="305181"/>
                    <a:pt x="35147" y="303657"/>
                  </a:cubicBezTo>
                  <a:cubicBezTo>
                    <a:pt x="35147" y="303657"/>
                    <a:pt x="33624" y="302133"/>
                    <a:pt x="33624" y="300609"/>
                  </a:cubicBezTo>
                  <a:lnTo>
                    <a:pt x="33624" y="128206"/>
                  </a:lnTo>
                  <a:lnTo>
                    <a:pt x="6097" y="128206"/>
                  </a:lnTo>
                  <a:cubicBezTo>
                    <a:pt x="4573" y="128206"/>
                    <a:pt x="1524" y="128206"/>
                    <a:pt x="1524" y="125158"/>
                  </a:cubicBezTo>
                  <a:cubicBezTo>
                    <a:pt x="0" y="122110"/>
                    <a:pt x="0" y="119062"/>
                    <a:pt x="0" y="112966"/>
                  </a:cubicBezTo>
                  <a:cubicBezTo>
                    <a:pt x="0" y="111347"/>
                    <a:pt x="0" y="108299"/>
                    <a:pt x="0" y="106775"/>
                  </a:cubicBezTo>
                  <a:cubicBezTo>
                    <a:pt x="0" y="105251"/>
                    <a:pt x="0" y="103727"/>
                    <a:pt x="1524" y="102203"/>
                  </a:cubicBezTo>
                  <a:cubicBezTo>
                    <a:pt x="1524" y="100679"/>
                    <a:pt x="3048" y="99155"/>
                    <a:pt x="3048" y="99155"/>
                  </a:cubicBezTo>
                  <a:cubicBezTo>
                    <a:pt x="4573" y="99155"/>
                    <a:pt x="4573" y="99155"/>
                    <a:pt x="6097" y="99155"/>
                  </a:cubicBezTo>
                  <a:lnTo>
                    <a:pt x="33624" y="99155"/>
                  </a:lnTo>
                  <a:lnTo>
                    <a:pt x="33624" y="77819"/>
                  </a:lnTo>
                  <a:cubicBezTo>
                    <a:pt x="33624" y="64103"/>
                    <a:pt x="35147" y="53435"/>
                    <a:pt x="38195" y="42767"/>
                  </a:cubicBezTo>
                  <a:cubicBezTo>
                    <a:pt x="41243" y="33528"/>
                    <a:pt x="44291" y="24384"/>
                    <a:pt x="50388" y="18288"/>
                  </a:cubicBezTo>
                  <a:cubicBezTo>
                    <a:pt x="54959" y="12192"/>
                    <a:pt x="61055" y="7620"/>
                    <a:pt x="70200" y="4572"/>
                  </a:cubicBezTo>
                  <a:cubicBezTo>
                    <a:pt x="77819" y="1524"/>
                    <a:pt x="86964" y="0"/>
                    <a:pt x="97631" y="0"/>
                  </a:cubicBezTo>
                  <a:cubicBezTo>
                    <a:pt x="102298" y="0"/>
                    <a:pt x="108395" y="0"/>
                    <a:pt x="112967" y="1524"/>
                  </a:cubicBezTo>
                  <a:cubicBezTo>
                    <a:pt x="117539" y="3048"/>
                    <a:pt x="120586" y="3048"/>
                    <a:pt x="123635" y="4572"/>
                  </a:cubicBezTo>
                  <a:cubicBezTo>
                    <a:pt x="126683" y="6096"/>
                    <a:pt x="128207" y="6096"/>
                    <a:pt x="129731" y="7620"/>
                  </a:cubicBezTo>
                  <a:cubicBezTo>
                    <a:pt x="129731" y="9144"/>
                    <a:pt x="131255" y="9144"/>
                    <a:pt x="131255" y="10668"/>
                  </a:cubicBezTo>
                  <a:cubicBezTo>
                    <a:pt x="131255" y="12192"/>
                    <a:pt x="132779" y="13716"/>
                    <a:pt x="132779" y="16764"/>
                  </a:cubicBezTo>
                  <a:cubicBezTo>
                    <a:pt x="132779" y="18288"/>
                    <a:pt x="132779" y="19812"/>
                    <a:pt x="132779" y="2286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sq">
              <a:solidFill>
                <a:srgbClr val="000000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Image5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0058400" cy="7554468"/>
          </a:xfrm>
          <a:prstGeom prst="rect">
            <a:avLst/>
          </a:prstGeom>
          <a:noFill/>
        </p:spPr>
      </p:pic>
      <p:pic>
        <p:nvPicPr>
          <p:cNvPr id="555" name="Image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" y="393192"/>
            <a:ext cx="9550908" cy="1513332"/>
          </a:xfrm>
          <a:prstGeom prst="rect">
            <a:avLst/>
          </a:prstGeom>
          <a:noFill/>
        </p:spPr>
      </p:pic>
      <p:sp>
        <p:nvSpPr>
          <p:cNvPr id="556" name="Path556"/>
          <p:cNvSpPr/>
          <p:nvPr/>
        </p:nvSpPr>
        <p:spPr>
          <a:xfrm>
            <a:off x="2304780" y="2488546"/>
            <a:ext cx="86455" cy="3492824"/>
          </a:xfrm>
          <a:custGeom>
            <a:avLst/>
            <a:gdLst/>
            <a:ahLst/>
            <a:cxnLst/>
            <a:rect l="l" t="t" r="r" b="b"/>
            <a:pathLst>
              <a:path w="86455" h="3492824">
                <a:moveTo>
                  <a:pt x="43228" y="17291"/>
                </a:moveTo>
                <a:lnTo>
                  <a:pt x="43228" y="3475533"/>
                </a:lnTo>
              </a:path>
            </a:pathLst>
          </a:custGeom>
          <a:solidFill/>
          <a:ln w="25937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557" name="Path557"/>
          <p:cNvSpPr/>
          <p:nvPr/>
        </p:nvSpPr>
        <p:spPr>
          <a:xfrm>
            <a:off x="6065536" y="2488546"/>
            <a:ext cx="86455" cy="3492824"/>
          </a:xfrm>
          <a:custGeom>
            <a:avLst/>
            <a:gdLst/>
            <a:ahLst/>
            <a:cxnLst/>
            <a:rect l="l" t="t" r="r" b="b"/>
            <a:pathLst>
              <a:path w="86455" h="3492824">
                <a:moveTo>
                  <a:pt x="43228" y="17291"/>
                </a:moveTo>
                <a:lnTo>
                  <a:pt x="43228" y="3475533"/>
                </a:lnTo>
              </a:path>
            </a:pathLst>
          </a:custGeom>
          <a:solidFill/>
          <a:ln w="25937" cap="sq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19A45FDF435D4CA9F3A585DD4ABEB3" ma:contentTypeVersion="0" ma:contentTypeDescription="Create a new document." ma:contentTypeScope="" ma:versionID="2e67d1ea863b1a30a65a0dcbaf538e4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23CA66-D17A-4BAB-9FD3-3D3A1B905A20}"/>
</file>

<file path=customXml/itemProps2.xml><?xml version="1.0" encoding="utf-8"?>
<ds:datastoreItem xmlns:ds="http://schemas.openxmlformats.org/officeDocument/2006/customXml" ds:itemID="{1B24A30E-448C-4F30-ADF8-636CF7C650D1}"/>
</file>

<file path=customXml/itemProps3.xml><?xml version="1.0" encoding="utf-8"?>
<ds:datastoreItem xmlns:ds="http://schemas.openxmlformats.org/officeDocument/2006/customXml" ds:itemID="{8C16B6E8-7622-4A51-9507-66D00F194D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33</Words>
  <Application>Microsoft Office PowerPoint</Application>
  <PresentationFormat>Custom</PresentationFormat>
  <Paragraphs>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 5.pdf</dc:title>
  <cp:lastModifiedBy>Jawad Khan</cp:lastModifiedBy>
  <cp:revision>5</cp:revision>
  <dcterms:created xsi:type="dcterms:W3CDTF">2025-01-12T06:52:30Z</dcterms:created>
  <dcterms:modified xsi:type="dcterms:W3CDTF">2025-09-08T11:40:53Z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2024-08-15T00:00:00Z</vt:filetime>
  </property>
  <property fmtid="{D5CDD505-2E9C-101B-9397-08002B2CF9AE}" pid="3" name="LastSaved">
    <vt:filetime>2025-01-12T00:00:00Z</vt:filetime>
  </property>
  <property fmtid="{D5CDD505-2E9C-101B-9397-08002B2CF9AE}" pid="4" name="Producer">
    <vt:lpwstr>Microsoft: Print To PDF</vt:lpwstr>
  </property>
  <property fmtid="{D5CDD505-2E9C-101B-9397-08002B2CF9AE}" pid="5" name="ContentTypeId">
    <vt:lpwstr>0x0101002419A45FDF435D4CA9F3A585DD4ABEB3</vt:lpwstr>
  </property>
</Properties>
</file>