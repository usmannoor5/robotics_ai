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93.xml" ContentType="application/vnd.openxmlformats-officedocument.presentationml.slide+xml"/>
  <Override PartName="/ppt/slides/slide57.xml" ContentType="application/vnd.openxmlformats-officedocument.presentationml.slide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62.xml" ContentType="application/vnd.openxmlformats-officedocument.presentationml.slide+xml"/>
  <Override PartName="/ppt/slides/slide61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0.xml" ContentType="application/vnd.openxmlformats-officedocument.presentationml.slide+xml"/>
  <Override PartName="/ppt/slides/slide49.xml" ContentType="application/vnd.openxmlformats-officedocument.presentationml.slide+xml"/>
  <Override PartName="/ppt/slides/slide48.xml" ContentType="application/vnd.openxmlformats-officedocument.presentationml.slide+xml"/>
  <Override PartName="/ppt/slides/slide47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84.xml" ContentType="application/vnd.openxmlformats-officedocument.presentationml.slide+xml"/>
  <Override PartName="/ppt/slides/slide83.xml" ContentType="application/vnd.openxmlformats-officedocument.presentationml.slide+xml"/>
  <Override PartName="/ppt/slides/slide82.xml" ContentType="application/vnd.openxmlformats-officedocument.presentationml.slide+xml"/>
  <Override PartName="/ppt/slides/slide81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1.xml" ContentType="application/vnd.openxmlformats-officedocument.presentationml.slide+xml"/>
  <Override PartName="/ppt/slides/slide90.xml" ContentType="application/vnd.openxmlformats-officedocument.presentationml.slide+xml"/>
  <Override PartName="/ppt/slides/slide89.xml" ContentType="application/vnd.openxmlformats-officedocument.presentationml.slide+xml"/>
  <Override PartName="/ppt/slides/slide88.xml" ContentType="application/vnd.openxmlformats-officedocument.presentationml.slide+xml"/>
  <Override PartName="/ppt/slides/slide80.xml" ContentType="application/vnd.openxmlformats-officedocument.presentationml.slide+xml"/>
  <Override PartName="/ppt/slides/slide79.xml" ContentType="application/vnd.openxmlformats-officedocument.presentationml.slide+xml"/>
  <Override PartName="/ppt/slides/slide78.xml" ContentType="application/vnd.openxmlformats-officedocument.presentationml.slide+xml"/>
  <Override PartName="/ppt/slides/slide71.xml" ContentType="application/vnd.openxmlformats-officedocument.presentationml.slide+xml"/>
  <Override PartName="/ppt/slides/slide70.xml" ContentType="application/vnd.openxmlformats-officedocument.presentationml.slide+xml"/>
  <Override PartName="/ppt/slides/slide69.xml" ContentType="application/vnd.openxmlformats-officedocument.presentationml.slide+xml"/>
  <Override PartName="/ppt/slides/slide68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2.xml" ContentType="application/vnd.openxmlformats-officedocument.presentationml.slide+xml"/>
  <Override PartName="/ppt/slides/slide101.xml" ContentType="application/vnd.openxmlformats-officedocument.presentationml.slide+xml"/>
  <Override PartName="/ppt/slides/slide100.xml" ContentType="application/vnd.openxmlformats-officedocument.presentationml.slide+xml"/>
  <Override PartName="/ppt/slides/slide99.xml" ContentType="application/vnd.openxmlformats-officedocument.presentationml.slide+xml"/>
  <Override PartName="/ppt/slides/slide98.xml" ContentType="application/vnd.openxmlformats-officedocument.presentationml.slide+xml"/>
  <Override PartName="/ppt/slides/slide97.xml" ContentType="application/vnd.openxmlformats-officedocument.presentationml.slide+xml"/>
  <Override PartName="/ppt/slides/slide92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2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</p:sldMasterIdLst>
  <p:notesMasterIdLst>
    <p:notesMasterId r:id="rId108"/>
  </p:notesMasterIdLst>
  <p:handoutMasterIdLst>
    <p:handoutMasterId r:id="rId109"/>
  </p:handoutMasterIdLst>
  <p:sldIdLst>
    <p:sldId id="488" r:id="rId2"/>
    <p:sldId id="722" r:id="rId3"/>
    <p:sldId id="654" r:id="rId4"/>
    <p:sldId id="655" r:id="rId5"/>
    <p:sldId id="656" r:id="rId6"/>
    <p:sldId id="657" r:id="rId7"/>
    <p:sldId id="660" r:id="rId8"/>
    <p:sldId id="724" r:id="rId9"/>
    <p:sldId id="723" r:id="rId10"/>
    <p:sldId id="661" r:id="rId11"/>
    <p:sldId id="662" r:id="rId12"/>
    <p:sldId id="663" r:id="rId13"/>
    <p:sldId id="664" r:id="rId14"/>
    <p:sldId id="665" r:id="rId15"/>
    <p:sldId id="666" r:id="rId16"/>
    <p:sldId id="667" r:id="rId17"/>
    <p:sldId id="668" r:id="rId18"/>
    <p:sldId id="669" r:id="rId19"/>
    <p:sldId id="670" r:id="rId20"/>
    <p:sldId id="671" r:id="rId21"/>
    <p:sldId id="672" r:id="rId22"/>
    <p:sldId id="673" r:id="rId23"/>
    <p:sldId id="674" r:id="rId24"/>
    <p:sldId id="675" r:id="rId25"/>
    <p:sldId id="676" r:id="rId26"/>
    <p:sldId id="725" r:id="rId27"/>
    <p:sldId id="726" r:id="rId28"/>
    <p:sldId id="728" r:id="rId29"/>
    <p:sldId id="729" r:id="rId30"/>
    <p:sldId id="730" r:id="rId31"/>
    <p:sldId id="731" r:id="rId32"/>
    <p:sldId id="732" r:id="rId33"/>
    <p:sldId id="733" r:id="rId34"/>
    <p:sldId id="686" r:id="rId35"/>
    <p:sldId id="738" r:id="rId36"/>
    <p:sldId id="688" r:id="rId37"/>
    <p:sldId id="735" r:id="rId38"/>
    <p:sldId id="690" r:id="rId39"/>
    <p:sldId id="736" r:id="rId40"/>
    <p:sldId id="737" r:id="rId41"/>
    <p:sldId id="693" r:id="rId42"/>
    <p:sldId id="694" r:id="rId43"/>
    <p:sldId id="695" r:id="rId44"/>
    <p:sldId id="696" r:id="rId45"/>
    <p:sldId id="697" r:id="rId46"/>
    <p:sldId id="739" r:id="rId47"/>
    <p:sldId id="699" r:id="rId48"/>
    <p:sldId id="700" r:id="rId49"/>
    <p:sldId id="701" r:id="rId50"/>
    <p:sldId id="702" r:id="rId51"/>
    <p:sldId id="703" r:id="rId52"/>
    <p:sldId id="704" r:id="rId53"/>
    <p:sldId id="705" r:id="rId54"/>
    <p:sldId id="706" r:id="rId55"/>
    <p:sldId id="707" r:id="rId56"/>
    <p:sldId id="708" r:id="rId57"/>
    <p:sldId id="709" r:id="rId58"/>
    <p:sldId id="757" r:id="rId59"/>
    <p:sldId id="758" r:id="rId60"/>
    <p:sldId id="759" r:id="rId61"/>
    <p:sldId id="760" r:id="rId62"/>
    <p:sldId id="761" r:id="rId63"/>
    <p:sldId id="762" r:id="rId64"/>
    <p:sldId id="763" r:id="rId65"/>
    <p:sldId id="764" r:id="rId66"/>
    <p:sldId id="765" r:id="rId67"/>
    <p:sldId id="766" r:id="rId68"/>
    <p:sldId id="767" r:id="rId69"/>
    <p:sldId id="768" r:id="rId70"/>
    <p:sldId id="769" r:id="rId71"/>
    <p:sldId id="770" r:id="rId72"/>
    <p:sldId id="771" r:id="rId73"/>
    <p:sldId id="772" r:id="rId74"/>
    <p:sldId id="773" r:id="rId75"/>
    <p:sldId id="774" r:id="rId76"/>
    <p:sldId id="775" r:id="rId77"/>
    <p:sldId id="776" r:id="rId78"/>
    <p:sldId id="777" r:id="rId79"/>
    <p:sldId id="778" r:id="rId80"/>
    <p:sldId id="779" r:id="rId81"/>
    <p:sldId id="780" r:id="rId82"/>
    <p:sldId id="781" r:id="rId83"/>
    <p:sldId id="710" r:id="rId84"/>
    <p:sldId id="711" r:id="rId85"/>
    <p:sldId id="712" r:id="rId86"/>
    <p:sldId id="713" r:id="rId87"/>
    <p:sldId id="714" r:id="rId88"/>
    <p:sldId id="755" r:id="rId89"/>
    <p:sldId id="743" r:id="rId90"/>
    <p:sldId id="744" r:id="rId91"/>
    <p:sldId id="745" r:id="rId92"/>
    <p:sldId id="746" r:id="rId93"/>
    <p:sldId id="747" r:id="rId94"/>
    <p:sldId id="748" r:id="rId95"/>
    <p:sldId id="749" r:id="rId96"/>
    <p:sldId id="750" r:id="rId97"/>
    <p:sldId id="751" r:id="rId98"/>
    <p:sldId id="752" r:id="rId99"/>
    <p:sldId id="753" r:id="rId100"/>
    <p:sldId id="754" r:id="rId101"/>
    <p:sldId id="756" r:id="rId102"/>
    <p:sldId id="716" r:id="rId103"/>
    <p:sldId id="717" r:id="rId104"/>
    <p:sldId id="741" r:id="rId105"/>
    <p:sldId id="719" r:id="rId106"/>
    <p:sldId id="740" r:id="rId10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FF9933"/>
    <a:srgbClr val="FF6600"/>
    <a:srgbClr val="000066"/>
    <a:srgbClr val="00FF00"/>
    <a:srgbClr val="FF0000"/>
    <a:srgbClr val="00FFFF"/>
    <a:srgbClr val="FFFF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4279" autoAdjust="0"/>
  </p:normalViewPr>
  <p:slideViewPr>
    <p:cSldViewPr>
      <p:cViewPr varScale="1">
        <p:scale>
          <a:sx n="92" d="100"/>
          <a:sy n="92" d="100"/>
        </p:scale>
        <p:origin x="140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504" y="-78"/>
      </p:cViewPr>
      <p:guideLst>
        <p:guide orient="horz" pos="2880"/>
        <p:guide pos="2160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customXml" Target="../customXml/item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115" Type="http://schemas.openxmlformats.org/officeDocument/2006/relationships/customXml" Target="../customXml/item2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FFB18ED-3469-4059-80FC-23FCB2B38FC4}" type="datetimeFigureOut">
              <a:rPr lang="en-US"/>
              <a:pPr/>
              <a:t>10/6/2022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4E1E9EB-782C-4BAE-B560-1715EFF44F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5991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pitchFamily="34" charset="-127"/>
              </a:defRPr>
            </a:lvl1pPr>
          </a:lstStyle>
          <a:p>
            <a:endParaRPr lang="en-US" altLang="ko-KR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itchFamily="34" charset="-127"/>
              </a:defRPr>
            </a:lvl1pPr>
          </a:lstStyle>
          <a:p>
            <a:endParaRPr lang="en-US" altLang="ko-KR"/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pitchFamily="34" charset="-127"/>
              </a:defRPr>
            </a:lvl1pPr>
          </a:lstStyle>
          <a:p>
            <a:endParaRPr lang="en-US" altLang="ko-KR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itchFamily="34" charset="-127"/>
              </a:defRPr>
            </a:lvl1pPr>
          </a:lstStyle>
          <a:p>
            <a:fld id="{F9C883A7-A2F1-49D6-A80F-620665C7A8CE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8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0410620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lIns="93177" tIns="46589" rIns="93177" bIns="46589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258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8229600" cy="71755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메인(나뭇잎효과 애니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7"/>
          <p:cNvCxnSpPr/>
          <p:nvPr userDrawn="1"/>
        </p:nvCxnSpPr>
        <p:spPr>
          <a:xfrm>
            <a:off x="0" y="6856413"/>
            <a:ext cx="9144000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8229600" cy="71755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34751" y="509081"/>
            <a:ext cx="7874499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1292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00" y="88666"/>
            <a:ext cx="5549050" cy="312348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0925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자유형 52"/>
          <p:cNvSpPr/>
          <p:nvPr userDrawn="1"/>
        </p:nvSpPr>
        <p:spPr>
          <a:xfrm rot="10800000">
            <a:off x="-3" y="-27163"/>
            <a:ext cx="5543552" cy="93837"/>
          </a:xfrm>
          <a:custGeom>
            <a:avLst/>
            <a:gdLst>
              <a:gd name="connsiteX0" fmla="*/ 0 w 28289448"/>
              <a:gd name="connsiteY0" fmla="*/ 154786 h 928695"/>
              <a:gd name="connsiteX1" fmla="*/ 45336 w 28289448"/>
              <a:gd name="connsiteY1" fmla="*/ 45336 h 928695"/>
              <a:gd name="connsiteX2" fmla="*/ 154786 w 28289448"/>
              <a:gd name="connsiteY2" fmla="*/ 0 h 928695"/>
              <a:gd name="connsiteX3" fmla="*/ 28134662 w 28289448"/>
              <a:gd name="connsiteY3" fmla="*/ 0 h 928695"/>
              <a:gd name="connsiteX4" fmla="*/ 28244112 w 28289448"/>
              <a:gd name="connsiteY4" fmla="*/ 45336 h 928695"/>
              <a:gd name="connsiteX5" fmla="*/ 28289448 w 28289448"/>
              <a:gd name="connsiteY5" fmla="*/ 154786 h 928695"/>
              <a:gd name="connsiteX6" fmla="*/ 28289448 w 28289448"/>
              <a:gd name="connsiteY6" fmla="*/ 773909 h 928695"/>
              <a:gd name="connsiteX7" fmla="*/ 28244112 w 28289448"/>
              <a:gd name="connsiteY7" fmla="*/ 883359 h 928695"/>
              <a:gd name="connsiteX8" fmla="*/ 28134662 w 28289448"/>
              <a:gd name="connsiteY8" fmla="*/ 928695 h 928695"/>
              <a:gd name="connsiteX9" fmla="*/ 154786 w 28289448"/>
              <a:gd name="connsiteY9" fmla="*/ 928695 h 928695"/>
              <a:gd name="connsiteX10" fmla="*/ 45336 w 28289448"/>
              <a:gd name="connsiteY10" fmla="*/ 883359 h 928695"/>
              <a:gd name="connsiteX11" fmla="*/ 0 w 28289448"/>
              <a:gd name="connsiteY11" fmla="*/ 773909 h 928695"/>
              <a:gd name="connsiteX12" fmla="*/ 0 w 28289448"/>
              <a:gd name="connsiteY12" fmla="*/ 154786 h 928695"/>
              <a:gd name="connsiteX0" fmla="*/ 0 w 28289448"/>
              <a:gd name="connsiteY0" fmla="*/ 154786 h 1012344"/>
              <a:gd name="connsiteX1" fmla="*/ 45336 w 28289448"/>
              <a:gd name="connsiteY1" fmla="*/ 45336 h 1012344"/>
              <a:gd name="connsiteX2" fmla="*/ 154786 w 28289448"/>
              <a:gd name="connsiteY2" fmla="*/ 0 h 1012344"/>
              <a:gd name="connsiteX3" fmla="*/ 28134662 w 28289448"/>
              <a:gd name="connsiteY3" fmla="*/ 0 h 1012344"/>
              <a:gd name="connsiteX4" fmla="*/ 28244112 w 28289448"/>
              <a:gd name="connsiteY4" fmla="*/ 45336 h 1012344"/>
              <a:gd name="connsiteX5" fmla="*/ 28289448 w 28289448"/>
              <a:gd name="connsiteY5" fmla="*/ 154786 h 1012344"/>
              <a:gd name="connsiteX6" fmla="*/ 28289448 w 28289448"/>
              <a:gd name="connsiteY6" fmla="*/ 773909 h 1012344"/>
              <a:gd name="connsiteX7" fmla="*/ 28244112 w 28289448"/>
              <a:gd name="connsiteY7" fmla="*/ 883359 h 1012344"/>
              <a:gd name="connsiteX8" fmla="*/ 28134662 w 28289448"/>
              <a:gd name="connsiteY8" fmla="*/ 928695 h 1012344"/>
              <a:gd name="connsiteX9" fmla="*/ 154786 w 28289448"/>
              <a:gd name="connsiteY9" fmla="*/ 928695 h 1012344"/>
              <a:gd name="connsiteX10" fmla="*/ 45336 w 28289448"/>
              <a:gd name="connsiteY10" fmla="*/ 883359 h 1012344"/>
              <a:gd name="connsiteX11" fmla="*/ 0 w 28289448"/>
              <a:gd name="connsiteY11" fmla="*/ 154786 h 101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289448" h="1012344">
                <a:moveTo>
                  <a:pt x="0" y="154786"/>
                </a:moveTo>
                <a:cubicBezTo>
                  <a:pt x="0" y="15116"/>
                  <a:pt x="16308" y="74364"/>
                  <a:pt x="45336" y="45336"/>
                </a:cubicBezTo>
                <a:cubicBezTo>
                  <a:pt x="74364" y="16308"/>
                  <a:pt x="113735" y="0"/>
                  <a:pt x="154786" y="0"/>
                </a:cubicBezTo>
                <a:lnTo>
                  <a:pt x="28134662" y="0"/>
                </a:lnTo>
                <a:cubicBezTo>
                  <a:pt x="28175714" y="0"/>
                  <a:pt x="28215084" y="16308"/>
                  <a:pt x="28244112" y="45336"/>
                </a:cubicBezTo>
                <a:cubicBezTo>
                  <a:pt x="28273140" y="74364"/>
                  <a:pt x="28289448" y="113735"/>
                  <a:pt x="28289448" y="154786"/>
                </a:cubicBezTo>
                <a:lnTo>
                  <a:pt x="28289448" y="773909"/>
                </a:lnTo>
                <a:cubicBezTo>
                  <a:pt x="28289448" y="814961"/>
                  <a:pt x="28273140" y="854331"/>
                  <a:pt x="28244112" y="883359"/>
                </a:cubicBezTo>
                <a:cubicBezTo>
                  <a:pt x="28215084" y="912387"/>
                  <a:pt x="28175714" y="928695"/>
                  <a:pt x="28134662" y="928695"/>
                </a:cubicBezTo>
                <a:lnTo>
                  <a:pt x="154786" y="928695"/>
                </a:lnTo>
                <a:cubicBezTo>
                  <a:pt x="113734" y="928695"/>
                  <a:pt x="71134" y="1012344"/>
                  <a:pt x="45336" y="883359"/>
                </a:cubicBezTo>
                <a:cubicBezTo>
                  <a:pt x="19538" y="754374"/>
                  <a:pt x="0" y="294456"/>
                  <a:pt x="0" y="154786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  <a:effectLst/>
          <a:scene3d>
            <a:camera prst="perspectiveAbove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9" name="자유형 57"/>
          <p:cNvSpPr/>
          <p:nvPr userDrawn="1"/>
        </p:nvSpPr>
        <p:spPr>
          <a:xfrm>
            <a:off x="5727700" y="6807200"/>
            <a:ext cx="3487770" cy="109562"/>
          </a:xfrm>
          <a:custGeom>
            <a:avLst/>
            <a:gdLst>
              <a:gd name="connsiteX0" fmla="*/ 0 w 28289448"/>
              <a:gd name="connsiteY0" fmla="*/ 154786 h 928695"/>
              <a:gd name="connsiteX1" fmla="*/ 45336 w 28289448"/>
              <a:gd name="connsiteY1" fmla="*/ 45336 h 928695"/>
              <a:gd name="connsiteX2" fmla="*/ 154786 w 28289448"/>
              <a:gd name="connsiteY2" fmla="*/ 0 h 928695"/>
              <a:gd name="connsiteX3" fmla="*/ 28134662 w 28289448"/>
              <a:gd name="connsiteY3" fmla="*/ 0 h 928695"/>
              <a:gd name="connsiteX4" fmla="*/ 28244112 w 28289448"/>
              <a:gd name="connsiteY4" fmla="*/ 45336 h 928695"/>
              <a:gd name="connsiteX5" fmla="*/ 28289448 w 28289448"/>
              <a:gd name="connsiteY5" fmla="*/ 154786 h 928695"/>
              <a:gd name="connsiteX6" fmla="*/ 28289448 w 28289448"/>
              <a:gd name="connsiteY6" fmla="*/ 773909 h 928695"/>
              <a:gd name="connsiteX7" fmla="*/ 28244112 w 28289448"/>
              <a:gd name="connsiteY7" fmla="*/ 883359 h 928695"/>
              <a:gd name="connsiteX8" fmla="*/ 28134662 w 28289448"/>
              <a:gd name="connsiteY8" fmla="*/ 928695 h 928695"/>
              <a:gd name="connsiteX9" fmla="*/ 154786 w 28289448"/>
              <a:gd name="connsiteY9" fmla="*/ 928695 h 928695"/>
              <a:gd name="connsiteX10" fmla="*/ 45336 w 28289448"/>
              <a:gd name="connsiteY10" fmla="*/ 883359 h 928695"/>
              <a:gd name="connsiteX11" fmla="*/ 0 w 28289448"/>
              <a:gd name="connsiteY11" fmla="*/ 773909 h 928695"/>
              <a:gd name="connsiteX12" fmla="*/ 0 w 28289448"/>
              <a:gd name="connsiteY12" fmla="*/ 154786 h 928695"/>
              <a:gd name="connsiteX0" fmla="*/ 0 w 28289448"/>
              <a:gd name="connsiteY0" fmla="*/ 154786 h 1012344"/>
              <a:gd name="connsiteX1" fmla="*/ 45336 w 28289448"/>
              <a:gd name="connsiteY1" fmla="*/ 45336 h 1012344"/>
              <a:gd name="connsiteX2" fmla="*/ 154786 w 28289448"/>
              <a:gd name="connsiteY2" fmla="*/ 0 h 1012344"/>
              <a:gd name="connsiteX3" fmla="*/ 28134662 w 28289448"/>
              <a:gd name="connsiteY3" fmla="*/ 0 h 1012344"/>
              <a:gd name="connsiteX4" fmla="*/ 28244112 w 28289448"/>
              <a:gd name="connsiteY4" fmla="*/ 45336 h 1012344"/>
              <a:gd name="connsiteX5" fmla="*/ 28289448 w 28289448"/>
              <a:gd name="connsiteY5" fmla="*/ 154786 h 1012344"/>
              <a:gd name="connsiteX6" fmla="*/ 28289448 w 28289448"/>
              <a:gd name="connsiteY6" fmla="*/ 773909 h 1012344"/>
              <a:gd name="connsiteX7" fmla="*/ 28244112 w 28289448"/>
              <a:gd name="connsiteY7" fmla="*/ 883359 h 1012344"/>
              <a:gd name="connsiteX8" fmla="*/ 28134662 w 28289448"/>
              <a:gd name="connsiteY8" fmla="*/ 928695 h 1012344"/>
              <a:gd name="connsiteX9" fmla="*/ 154786 w 28289448"/>
              <a:gd name="connsiteY9" fmla="*/ 928695 h 1012344"/>
              <a:gd name="connsiteX10" fmla="*/ 45336 w 28289448"/>
              <a:gd name="connsiteY10" fmla="*/ 883359 h 1012344"/>
              <a:gd name="connsiteX11" fmla="*/ 0 w 28289448"/>
              <a:gd name="connsiteY11" fmla="*/ 154786 h 101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289448" h="1012344">
                <a:moveTo>
                  <a:pt x="0" y="154786"/>
                </a:moveTo>
                <a:cubicBezTo>
                  <a:pt x="0" y="15116"/>
                  <a:pt x="16308" y="74364"/>
                  <a:pt x="45336" y="45336"/>
                </a:cubicBezTo>
                <a:cubicBezTo>
                  <a:pt x="74364" y="16308"/>
                  <a:pt x="113735" y="0"/>
                  <a:pt x="154786" y="0"/>
                </a:cubicBezTo>
                <a:lnTo>
                  <a:pt x="28134662" y="0"/>
                </a:lnTo>
                <a:cubicBezTo>
                  <a:pt x="28175714" y="0"/>
                  <a:pt x="28215084" y="16308"/>
                  <a:pt x="28244112" y="45336"/>
                </a:cubicBezTo>
                <a:cubicBezTo>
                  <a:pt x="28273140" y="74364"/>
                  <a:pt x="28289448" y="113735"/>
                  <a:pt x="28289448" y="154786"/>
                </a:cubicBezTo>
                <a:lnTo>
                  <a:pt x="28289448" y="773909"/>
                </a:lnTo>
                <a:cubicBezTo>
                  <a:pt x="28289448" y="814961"/>
                  <a:pt x="28273140" y="854331"/>
                  <a:pt x="28244112" y="883359"/>
                </a:cubicBezTo>
                <a:cubicBezTo>
                  <a:pt x="28215084" y="912387"/>
                  <a:pt x="28175714" y="928695"/>
                  <a:pt x="28134662" y="928695"/>
                </a:cubicBezTo>
                <a:lnTo>
                  <a:pt x="154786" y="928695"/>
                </a:lnTo>
                <a:cubicBezTo>
                  <a:pt x="113734" y="928695"/>
                  <a:pt x="71134" y="1012344"/>
                  <a:pt x="45336" y="883359"/>
                </a:cubicBezTo>
                <a:cubicBezTo>
                  <a:pt x="19538" y="754374"/>
                  <a:pt x="0" y="294456"/>
                  <a:pt x="0" y="154786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  <a:effectLst/>
          <a:scene3d>
            <a:camera prst="perspectiveAbove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1030" name="TextBox 5"/>
          <p:cNvSpPr txBox="1">
            <a:spLocks noChangeArrowheads="1"/>
          </p:cNvSpPr>
          <p:nvPr userDrawn="1"/>
        </p:nvSpPr>
        <p:spPr bwMode="auto">
          <a:xfrm>
            <a:off x="8101013" y="6475413"/>
            <a:ext cx="1008062" cy="338137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fld id="{915597A0-731C-47C8-BBB4-887DDBA51A16}" type="slidenum">
              <a:rPr lang="en-US" altLang="ko-KR" sz="1600" smtClean="0">
                <a:solidFill>
                  <a:srgbClr val="0000FF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pPr algn="r" eaLnBrk="1" hangingPunct="1">
                <a:defRPr/>
              </a:pPr>
              <a:t>‹#›</a:t>
            </a:fld>
            <a:r>
              <a:rPr lang="en-US" altLang="ko-KR" sz="1600" dirty="0" smtClean="0">
                <a:solidFill>
                  <a:srgbClr val="0000FF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 / 38</a:t>
            </a:r>
          </a:p>
        </p:txBody>
      </p:sp>
      <p:sp>
        <p:nvSpPr>
          <p:cNvPr id="2" name="TextBox 2"/>
          <p:cNvSpPr txBox="1">
            <a:spLocks noChangeArrowheads="1"/>
          </p:cNvSpPr>
          <p:nvPr userDrawn="1"/>
        </p:nvSpPr>
        <p:spPr bwMode="auto">
          <a:xfrm>
            <a:off x="458787" y="6504801"/>
            <a:ext cx="5256213" cy="276999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 dirty="0" smtClean="0">
                <a:solidFill>
                  <a:srgbClr val="0000FF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Robotics and Intelligent Machine Engineering,</a:t>
            </a:r>
            <a:r>
              <a:rPr lang="en-US" sz="1200" baseline="0" dirty="0" smtClean="0">
                <a:solidFill>
                  <a:srgbClr val="0000FF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 NUST</a:t>
            </a:r>
            <a:endParaRPr lang="en-US" sz="1200" dirty="0" smtClean="0">
              <a:solidFill>
                <a:srgbClr val="0000FF"/>
              </a:solidFill>
              <a:latin typeface="Times New Roman" pitchFamily="18" charset="0"/>
              <a:ea typeface="굴림" pitchFamily="34" charset="-127"/>
              <a:cs typeface="Times New Roman" pitchFamily="18" charset="0"/>
            </a:endParaRPr>
          </a:p>
        </p:txBody>
      </p:sp>
      <p:pic>
        <p:nvPicPr>
          <p:cNvPr id="5122" name="Picture 2" descr="Image result for nust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40686"/>
            <a:ext cx="502047" cy="36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6" r:id="rId2"/>
    <p:sldLayoutId id="2147484095" r:id="rId3"/>
    <p:sldLayoutId id="2147484097" r:id="rId4"/>
    <p:sldLayoutId id="2147484099" r:id="rId5"/>
    <p:sldLayoutId id="2147484100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5.jpg"/><Relationship Id="rId7" Type="http://schemas.openxmlformats.org/officeDocument/2006/relationships/image" Target="../media/image17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g"/><Relationship Id="rId5" Type="http://schemas.openxmlformats.org/officeDocument/2006/relationships/image" Target="../media/image22.png"/><Relationship Id="rId10" Type="http://schemas.openxmlformats.org/officeDocument/2006/relationships/image" Target="../media/image20.jpg"/><Relationship Id="rId4" Type="http://schemas.openxmlformats.org/officeDocument/2006/relationships/image" Target="../media/image21.jpg"/><Relationship Id="rId9" Type="http://schemas.openxmlformats.org/officeDocument/2006/relationships/image" Target="../media/image19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5.jpg"/><Relationship Id="rId7" Type="http://schemas.openxmlformats.org/officeDocument/2006/relationships/image" Target="../media/image17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g"/><Relationship Id="rId5" Type="http://schemas.openxmlformats.org/officeDocument/2006/relationships/image" Target="../media/image22.png"/><Relationship Id="rId10" Type="http://schemas.openxmlformats.org/officeDocument/2006/relationships/image" Target="../media/image20.jpg"/><Relationship Id="rId4" Type="http://schemas.openxmlformats.org/officeDocument/2006/relationships/image" Target="../media/image21.jpg"/><Relationship Id="rId9" Type="http://schemas.openxmlformats.org/officeDocument/2006/relationships/image" Target="../media/image19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5.jpg"/><Relationship Id="rId7" Type="http://schemas.openxmlformats.org/officeDocument/2006/relationships/image" Target="../media/image17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g"/><Relationship Id="rId5" Type="http://schemas.openxmlformats.org/officeDocument/2006/relationships/image" Target="../media/image24.jpg"/><Relationship Id="rId10" Type="http://schemas.openxmlformats.org/officeDocument/2006/relationships/image" Target="../media/image20.jpg"/><Relationship Id="rId4" Type="http://schemas.openxmlformats.org/officeDocument/2006/relationships/image" Target="../media/image23.png"/><Relationship Id="rId9" Type="http://schemas.openxmlformats.org/officeDocument/2006/relationships/image" Target="../media/image19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5.jpg"/><Relationship Id="rId7" Type="http://schemas.openxmlformats.org/officeDocument/2006/relationships/image" Target="../media/image17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g"/><Relationship Id="rId5" Type="http://schemas.openxmlformats.org/officeDocument/2006/relationships/image" Target="../media/image23.png"/><Relationship Id="rId10" Type="http://schemas.openxmlformats.org/officeDocument/2006/relationships/image" Target="../media/image20.jpg"/><Relationship Id="rId4" Type="http://schemas.openxmlformats.org/officeDocument/2006/relationships/image" Target="../media/image24.jpg"/><Relationship Id="rId9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5.jpg"/><Relationship Id="rId7" Type="http://schemas.openxmlformats.org/officeDocument/2006/relationships/image" Target="../media/image17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g"/><Relationship Id="rId5" Type="http://schemas.openxmlformats.org/officeDocument/2006/relationships/image" Target="../media/image26.png"/><Relationship Id="rId10" Type="http://schemas.openxmlformats.org/officeDocument/2006/relationships/image" Target="../media/image20.jpg"/><Relationship Id="rId4" Type="http://schemas.openxmlformats.org/officeDocument/2006/relationships/image" Target="../media/image25.jpg"/><Relationship Id="rId9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5.jpg"/><Relationship Id="rId7" Type="http://schemas.openxmlformats.org/officeDocument/2006/relationships/image" Target="../media/image17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g"/><Relationship Id="rId5" Type="http://schemas.openxmlformats.org/officeDocument/2006/relationships/image" Target="../media/image25.jpg"/><Relationship Id="rId10" Type="http://schemas.openxmlformats.org/officeDocument/2006/relationships/image" Target="../media/image20.jpg"/><Relationship Id="rId4" Type="http://schemas.openxmlformats.org/officeDocument/2006/relationships/image" Target="../media/image26.png"/><Relationship Id="rId9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5.jpg"/><Relationship Id="rId7" Type="http://schemas.openxmlformats.org/officeDocument/2006/relationships/image" Target="../media/image17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g"/><Relationship Id="rId5" Type="http://schemas.openxmlformats.org/officeDocument/2006/relationships/image" Target="../media/image28.jpg"/><Relationship Id="rId10" Type="http://schemas.openxmlformats.org/officeDocument/2006/relationships/image" Target="../media/image20.jpg"/><Relationship Id="rId4" Type="http://schemas.openxmlformats.org/officeDocument/2006/relationships/image" Target="../media/image27.png"/><Relationship Id="rId9" Type="http://schemas.openxmlformats.org/officeDocument/2006/relationships/image" Target="../media/image19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5.jpg"/><Relationship Id="rId7" Type="http://schemas.openxmlformats.org/officeDocument/2006/relationships/image" Target="../media/image17.jpg"/><Relationship Id="rId12" Type="http://schemas.openxmlformats.org/officeDocument/2006/relationships/image" Target="../media/image30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g"/><Relationship Id="rId11" Type="http://schemas.openxmlformats.org/officeDocument/2006/relationships/image" Target="../media/image29.jpg"/><Relationship Id="rId5" Type="http://schemas.openxmlformats.org/officeDocument/2006/relationships/image" Target="../media/image28.jpg"/><Relationship Id="rId10" Type="http://schemas.openxmlformats.org/officeDocument/2006/relationships/image" Target="../media/image20.jpg"/><Relationship Id="rId4" Type="http://schemas.openxmlformats.org/officeDocument/2006/relationships/image" Target="../media/image27.png"/><Relationship Id="rId9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5.jpg"/><Relationship Id="rId7" Type="http://schemas.openxmlformats.org/officeDocument/2006/relationships/image" Target="../media/image17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g"/><Relationship Id="rId5" Type="http://schemas.openxmlformats.org/officeDocument/2006/relationships/image" Target="../media/image32.jpg"/><Relationship Id="rId10" Type="http://schemas.openxmlformats.org/officeDocument/2006/relationships/image" Target="../media/image20.jpg"/><Relationship Id="rId4" Type="http://schemas.openxmlformats.org/officeDocument/2006/relationships/image" Target="../media/image31.png"/><Relationship Id="rId9" Type="http://schemas.openxmlformats.org/officeDocument/2006/relationships/image" Target="../media/image19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5.jpg"/><Relationship Id="rId7" Type="http://schemas.openxmlformats.org/officeDocument/2006/relationships/image" Target="../media/image17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g"/><Relationship Id="rId11" Type="http://schemas.openxmlformats.org/officeDocument/2006/relationships/image" Target="../media/image29.jpg"/><Relationship Id="rId5" Type="http://schemas.openxmlformats.org/officeDocument/2006/relationships/image" Target="../media/image32.jpg"/><Relationship Id="rId10" Type="http://schemas.openxmlformats.org/officeDocument/2006/relationships/image" Target="../media/image20.jpg"/><Relationship Id="rId4" Type="http://schemas.openxmlformats.org/officeDocument/2006/relationships/image" Target="../media/image31.png"/><Relationship Id="rId9" Type="http://schemas.openxmlformats.org/officeDocument/2006/relationships/image" Target="../media/image19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jpg"/><Relationship Id="rId5" Type="http://schemas.openxmlformats.org/officeDocument/2006/relationships/image" Target="../media/image36.jp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3" Type="http://schemas.openxmlformats.org/officeDocument/2006/relationships/image" Target="../media/image34.png"/><Relationship Id="rId7" Type="http://schemas.openxmlformats.org/officeDocument/2006/relationships/image" Target="../media/image38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jpg"/><Relationship Id="rId5" Type="http://schemas.openxmlformats.org/officeDocument/2006/relationships/image" Target="../media/image36.jpg"/><Relationship Id="rId4" Type="http://schemas.openxmlformats.org/officeDocument/2006/relationships/image" Target="../media/image35.png"/><Relationship Id="rId9" Type="http://schemas.openxmlformats.org/officeDocument/2006/relationships/image" Target="../media/image40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3" Type="http://schemas.openxmlformats.org/officeDocument/2006/relationships/image" Target="../media/image34.png"/><Relationship Id="rId7" Type="http://schemas.openxmlformats.org/officeDocument/2006/relationships/image" Target="../media/image38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jpg"/><Relationship Id="rId11" Type="http://schemas.openxmlformats.org/officeDocument/2006/relationships/image" Target="../media/image42.jpg"/><Relationship Id="rId5" Type="http://schemas.openxmlformats.org/officeDocument/2006/relationships/image" Target="../media/image36.jp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jp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jpg"/><Relationship Id="rId11" Type="http://schemas.openxmlformats.org/officeDocument/2006/relationships/image" Target="../media/image40.jpg"/><Relationship Id="rId5" Type="http://schemas.openxmlformats.org/officeDocument/2006/relationships/image" Target="../media/image36.jpg"/><Relationship Id="rId10" Type="http://schemas.openxmlformats.org/officeDocument/2006/relationships/image" Target="../media/image39.jpg"/><Relationship Id="rId4" Type="http://schemas.openxmlformats.org/officeDocument/2006/relationships/image" Target="../media/image35.png"/><Relationship Id="rId9" Type="http://schemas.openxmlformats.org/officeDocument/2006/relationships/image" Target="../media/image42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38.jp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jpg"/><Relationship Id="rId11" Type="http://schemas.openxmlformats.org/officeDocument/2006/relationships/image" Target="../media/image40.jpg"/><Relationship Id="rId5" Type="http://schemas.openxmlformats.org/officeDocument/2006/relationships/image" Target="../media/image36.jpg"/><Relationship Id="rId15" Type="http://schemas.openxmlformats.org/officeDocument/2006/relationships/image" Target="../media/image46.png"/><Relationship Id="rId10" Type="http://schemas.openxmlformats.org/officeDocument/2006/relationships/image" Target="../media/image39.jpg"/><Relationship Id="rId4" Type="http://schemas.openxmlformats.org/officeDocument/2006/relationships/image" Target="../media/image35.png"/><Relationship Id="rId9" Type="http://schemas.openxmlformats.org/officeDocument/2006/relationships/image" Target="../media/image42.jpg"/><Relationship Id="rId1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38.jp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jpg"/><Relationship Id="rId11" Type="http://schemas.openxmlformats.org/officeDocument/2006/relationships/image" Target="../media/image40.jpg"/><Relationship Id="rId5" Type="http://schemas.openxmlformats.org/officeDocument/2006/relationships/image" Target="../media/image36.jpg"/><Relationship Id="rId15" Type="http://schemas.openxmlformats.org/officeDocument/2006/relationships/image" Target="../media/image46.png"/><Relationship Id="rId10" Type="http://schemas.openxmlformats.org/officeDocument/2006/relationships/image" Target="../media/image39.jpg"/><Relationship Id="rId4" Type="http://schemas.openxmlformats.org/officeDocument/2006/relationships/image" Target="../media/image35.png"/><Relationship Id="rId9" Type="http://schemas.openxmlformats.org/officeDocument/2006/relationships/image" Target="../media/image42.jpg"/><Relationship Id="rId1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50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image" Target="../media/image50.jpg"/><Relationship Id="rId4" Type="http://schemas.openxmlformats.org/officeDocument/2006/relationships/image" Target="../media/image51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50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49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image" Target="../media/image49.jpg"/><Relationship Id="rId4" Type="http://schemas.openxmlformats.org/officeDocument/2006/relationships/image" Target="../media/image53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50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4.jpg"/><Relationship Id="rId4" Type="http://schemas.openxmlformats.org/officeDocument/2006/relationships/image" Target="../media/image49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4.jpg"/><Relationship Id="rId4" Type="http://schemas.openxmlformats.org/officeDocument/2006/relationships/image" Target="../media/image50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jpg"/><Relationship Id="rId4" Type="http://schemas.openxmlformats.org/officeDocument/2006/relationships/image" Target="../media/image56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5" Type="http://schemas.openxmlformats.org/officeDocument/2006/relationships/image" Target="../media/image47.jpg"/><Relationship Id="rId4" Type="http://schemas.openxmlformats.org/officeDocument/2006/relationships/image" Target="../media/image56.jp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63.jpg"/><Relationship Id="rId4" Type="http://schemas.openxmlformats.org/officeDocument/2006/relationships/image" Target="../media/image62.jp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jpg"/><Relationship Id="rId12" Type="http://schemas.openxmlformats.org/officeDocument/2006/relationships/image" Target="../media/image6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jpg"/><Relationship Id="rId11" Type="http://schemas.openxmlformats.org/officeDocument/2006/relationships/image" Target="../media/image42.jpg"/><Relationship Id="rId5" Type="http://schemas.openxmlformats.org/officeDocument/2006/relationships/image" Target="../media/image36.jpg"/><Relationship Id="rId10" Type="http://schemas.openxmlformats.org/officeDocument/2006/relationships/image" Target="../media/image66.png"/><Relationship Id="rId4" Type="http://schemas.openxmlformats.org/officeDocument/2006/relationships/image" Target="../media/image35.png"/><Relationship Id="rId9" Type="http://schemas.openxmlformats.org/officeDocument/2006/relationships/image" Target="../media/image40.jp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1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2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iamtrask.github.io/2015/07/12/basic-python-network/" TargetMode="External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7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6.png"/><Relationship Id="rId5" Type="http://schemas.openxmlformats.org/officeDocument/2006/relationships/image" Target="../media/image80.png"/><Relationship Id="rId4" Type="http://schemas.openxmlformats.org/officeDocument/2006/relationships/image" Target="../media/image95.png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8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4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g"/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emf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e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emf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emf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emf"/><Relationship Id="rId2" Type="http://schemas.openxmlformats.org/officeDocument/2006/relationships/image" Target="../media/image126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8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emf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emf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emf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emf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emf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emf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emf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emf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0.png"/><Relationship Id="rId4" Type="http://schemas.openxmlformats.org/officeDocument/2006/relationships/image" Target="../media/image139.jp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jp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jpg"/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"/>
          <p:cNvSpPr txBox="1">
            <a:spLocks noChangeArrowheads="1"/>
          </p:cNvSpPr>
          <p:nvPr/>
        </p:nvSpPr>
        <p:spPr bwMode="auto">
          <a:xfrm>
            <a:off x="0" y="1634569"/>
            <a:ext cx="9143999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3800" b="1" dirty="0" smtClean="0">
                <a:solidFill>
                  <a:srgbClr val="0000FF"/>
                </a:solidFill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Lecture 4</a:t>
            </a:r>
          </a:p>
          <a:p>
            <a:pPr algn="ctr"/>
            <a:r>
              <a:rPr lang="en-US" altLang="zh-CN" sz="3800" b="1" dirty="0" smtClean="0">
                <a:solidFill>
                  <a:srgbClr val="0000FF"/>
                </a:solidFill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Introduction to Neural Networks</a:t>
            </a:r>
            <a:endParaRPr lang="en-US" altLang="zh-CN" sz="3800" b="1" dirty="0">
              <a:solidFill>
                <a:srgbClr val="0000FF"/>
              </a:solidFill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  <a:p>
            <a:pPr algn="ctr"/>
            <a:endParaRPr lang="en-US" altLang="en-US" sz="3800" b="1" dirty="0">
              <a:solidFill>
                <a:srgbClr val="0000FF"/>
              </a:solidFill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  <a:p>
            <a:pPr algn="ctr"/>
            <a:endParaRPr lang="en-US" altLang="zh-CN" sz="3800" dirty="0">
              <a:solidFill>
                <a:srgbClr val="0000FF"/>
              </a:solidFill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  <a:p>
            <a:pPr algn="ctr"/>
            <a:endParaRPr lang="en-US" altLang="zh-CN" sz="3800" b="1" dirty="0">
              <a:solidFill>
                <a:srgbClr val="0000FF"/>
              </a:solidFill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  <a:p>
            <a:pPr algn="ctr"/>
            <a:endParaRPr lang="en-US" altLang="zh-CN" sz="3800" dirty="0">
              <a:solidFill>
                <a:srgbClr val="0000FF"/>
              </a:solidFill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</p:txBody>
      </p:sp>
      <p:sp>
        <p:nvSpPr>
          <p:cNvPr id="4099" name="TextBox 1"/>
          <p:cNvSpPr txBox="1">
            <a:spLocks noChangeArrowheads="1"/>
          </p:cNvSpPr>
          <p:nvPr/>
        </p:nvSpPr>
        <p:spPr bwMode="auto">
          <a:xfrm>
            <a:off x="0" y="3429000"/>
            <a:ext cx="9137650" cy="3570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2200" dirty="0" smtClean="0"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 </a:t>
            </a:r>
          </a:p>
          <a:p>
            <a:pPr algn="ctr"/>
            <a:endParaRPr lang="en-US" altLang="ko-KR" sz="2200" dirty="0" smtClean="0"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  <a:p>
            <a:pPr algn="ctr"/>
            <a:r>
              <a:rPr lang="en-US" altLang="ko-KR" sz="2200" dirty="0" smtClean="0"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Dr. Muhammad Jawad Khan</a:t>
            </a:r>
          </a:p>
          <a:p>
            <a:pPr algn="ctr"/>
            <a:endParaRPr lang="en-US" altLang="ko-KR" sz="2000" dirty="0" smtClean="0"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  <a:p>
            <a:pPr algn="ctr"/>
            <a:endParaRPr lang="en-US" altLang="ko-KR" sz="2000" dirty="0" smtClean="0"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  <a:p>
            <a:pPr algn="ctr"/>
            <a:r>
              <a:rPr lang="en-US" altLang="ko-KR" sz="2000" dirty="0" smtClean="0"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Robotics and Intelligent Machine Engineering Department,</a:t>
            </a:r>
          </a:p>
          <a:p>
            <a:pPr algn="ctr"/>
            <a:r>
              <a:rPr lang="en-US" altLang="ko-KR" sz="2000" dirty="0" smtClean="0"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School of Mechanical and Manufacturing,</a:t>
            </a:r>
          </a:p>
          <a:p>
            <a:pPr algn="ctr"/>
            <a:r>
              <a:rPr lang="en-US" altLang="ko-KR" sz="2000" dirty="0" smtClean="0"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National University of Sciences and Technology,</a:t>
            </a:r>
          </a:p>
          <a:p>
            <a:pPr algn="ctr"/>
            <a:r>
              <a:rPr lang="en-US" altLang="ko-KR" sz="2000" dirty="0" smtClean="0"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Islamabad, Pakistan.</a:t>
            </a:r>
          </a:p>
          <a:p>
            <a:pPr algn="ctr">
              <a:buFont typeface="Arial" charset="0"/>
              <a:buNone/>
            </a:pPr>
            <a:r>
              <a:rPr lang="en-US" altLang="ko-KR" sz="2000" dirty="0" smtClean="0">
                <a:latin typeface="Times New Roman" pitchFamily="18" charset="0"/>
                <a:ea typeface="휴먼엑스포" pitchFamily="18" charset="-127"/>
                <a:cs typeface="Times New Roman" pitchFamily="18" charset="0"/>
              </a:rPr>
              <a:t>\</a:t>
            </a:r>
          </a:p>
          <a:p>
            <a:pPr algn="ctr"/>
            <a:endParaRPr lang="en-US" altLang="ko-KR" sz="2000" dirty="0">
              <a:latin typeface="Times New Roman" pitchFamily="18" charset="0"/>
              <a:ea typeface="휴먼엑스포" pitchFamily="18" charset="-127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48600" y="6165850"/>
            <a:ext cx="1295400" cy="576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0" y="533400"/>
            <a:ext cx="5029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2388" y="2262074"/>
            <a:ext cx="4459824" cy="4781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2400" y="1702301"/>
            <a:ext cx="2606249" cy="4306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2399" y="2789150"/>
            <a:ext cx="3428976" cy="5604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28250" y="3653058"/>
            <a:ext cx="669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51274" y="3669126"/>
            <a:ext cx="887094" cy="412750"/>
            <a:chOff x="1851274" y="2811876"/>
            <a:chExt cx="887094" cy="41275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0800" y="2821401"/>
              <a:ext cx="867589" cy="3935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56037" y="2816638"/>
              <a:ext cx="877569" cy="403225"/>
            </a:xfrm>
            <a:custGeom>
              <a:avLst/>
              <a:gdLst/>
              <a:ahLst/>
              <a:cxnLst/>
              <a:rect l="l" t="t" r="r" b="b"/>
              <a:pathLst>
                <a:path w="877569" h="403225">
                  <a:moveTo>
                    <a:pt x="0" y="0"/>
                  </a:moveTo>
                  <a:lnTo>
                    <a:pt x="877114" y="0"/>
                  </a:lnTo>
                  <a:lnTo>
                    <a:pt x="877114" y="403124"/>
                  </a:lnTo>
                  <a:lnTo>
                    <a:pt x="0" y="4031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678850" y="1806531"/>
            <a:ext cx="2571750" cy="13696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6040" algn="r"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scores</a:t>
            </a:r>
            <a:r>
              <a:rPr spc="-5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5840">
              <a:spcBef>
                <a:spcPts val="1650"/>
              </a:spcBef>
            </a:pP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spc="-5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"/>
              </a:spcBef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5080" algn="r">
              <a:spcBef>
                <a:spcPts val="5"/>
              </a:spcBef>
            </a:pP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pc="-3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spc="-3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pc="-3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03351" y="936808"/>
            <a:ext cx="36828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Where</a:t>
            </a:r>
            <a:r>
              <a:rPr spc="-55" dirty="0"/>
              <a:t> </a:t>
            </a:r>
            <a:r>
              <a:rPr spc="-5" dirty="0"/>
              <a:t>we</a:t>
            </a:r>
            <a:r>
              <a:rPr spc="-45" dirty="0"/>
              <a:t> </a:t>
            </a:r>
            <a:r>
              <a:rPr spc="-5" dirty="0"/>
              <a:t>are...</a:t>
            </a:r>
          </a:p>
        </p:txBody>
      </p:sp>
    </p:spTree>
    <p:extLst>
      <p:ext uri="{BB962C8B-B14F-4D97-AF65-F5344CB8AC3E}">
        <p14:creationId xmlns:p14="http://schemas.microsoft.com/office/powerpoint/2010/main" val="3884672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0275" y="1041084"/>
            <a:ext cx="29845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/>
              <a:t>Gradient</a:t>
            </a:r>
            <a:r>
              <a:rPr sz="3000" spc="-95" dirty="0"/>
              <a:t> </a:t>
            </a:r>
            <a:r>
              <a:rPr sz="3000" spc="-5" dirty="0"/>
              <a:t>Descent</a:t>
            </a:r>
            <a:endParaRPr sz="3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8075" y="2075751"/>
            <a:ext cx="3638549" cy="6286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0800" y="3306059"/>
            <a:ext cx="8096250" cy="1985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:(,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:(,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:),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:),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error-prone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"/>
              </a:spcBef>
            </a:pPr>
            <a:endParaRPr sz="3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9745" marR="1189355">
              <a:lnSpc>
                <a:spcPts val="2850"/>
              </a:lnSpc>
              <a:spcBef>
                <a:spcPts val="5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practice: Derive analytic gradient,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your </a:t>
            </a:r>
            <a:r>
              <a:rPr sz="2400" spc="-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24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7050" y="1022360"/>
            <a:ext cx="364362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/>
              <a:t>Computational</a:t>
            </a:r>
            <a:r>
              <a:rPr sz="3000" spc="-85" dirty="0"/>
              <a:t> </a:t>
            </a:r>
            <a:r>
              <a:rPr sz="3000" spc="-5" dirty="0"/>
              <a:t>Graph</a:t>
            </a:r>
            <a:endParaRPr sz="30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772188" y="2105499"/>
            <a:ext cx="1533525" cy="533400"/>
            <a:chOff x="1772187" y="1248249"/>
            <a:chExt cx="1533525" cy="533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1237" y="1267299"/>
              <a:ext cx="1495424" cy="4667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81712" y="1257774"/>
              <a:ext cx="1514475" cy="514350"/>
            </a:xfrm>
            <a:custGeom>
              <a:avLst/>
              <a:gdLst/>
              <a:ahLst/>
              <a:cxnLst/>
              <a:rect l="l" t="t" r="r" b="b"/>
              <a:pathLst>
                <a:path w="1514475" h="514350">
                  <a:moveTo>
                    <a:pt x="0" y="0"/>
                  </a:moveTo>
                  <a:lnTo>
                    <a:pt x="1514474" y="0"/>
                  </a:lnTo>
                  <a:lnTo>
                    <a:pt x="1514474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42975" y="2320199"/>
            <a:ext cx="375285" cy="600164"/>
          </a:xfrm>
          <a:prstGeom prst="rect">
            <a:avLst/>
          </a:prstGeom>
          <a:solidFill>
            <a:srgbClr val="F3F3F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165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42237" y="2754287"/>
            <a:ext cx="590550" cy="337820"/>
            <a:chOff x="1442237" y="1897037"/>
            <a:chExt cx="590550" cy="337820"/>
          </a:xfrm>
        </p:grpSpPr>
        <p:sp>
          <p:nvSpPr>
            <p:cNvPr id="8" name="object 8"/>
            <p:cNvSpPr/>
            <p:nvPr/>
          </p:nvSpPr>
          <p:spPr>
            <a:xfrm>
              <a:off x="1446999" y="1901800"/>
              <a:ext cx="543560" cy="307340"/>
            </a:xfrm>
            <a:custGeom>
              <a:avLst/>
              <a:gdLst/>
              <a:ahLst/>
              <a:cxnLst/>
              <a:rect l="l" t="t" r="r" b="b"/>
              <a:pathLst>
                <a:path w="543560" h="307339">
                  <a:moveTo>
                    <a:pt x="0" y="0"/>
                  </a:moveTo>
                  <a:lnTo>
                    <a:pt x="543048" y="306976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982306" y="2195080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45371" y="34967"/>
                  </a:moveTo>
                  <a:lnTo>
                    <a:pt x="0" y="27391"/>
                  </a:lnTo>
                  <a:lnTo>
                    <a:pt x="15484" y="0"/>
                  </a:lnTo>
                  <a:lnTo>
                    <a:pt x="45371" y="34967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982306" y="2195080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0" y="27391"/>
                  </a:moveTo>
                  <a:lnTo>
                    <a:pt x="45371" y="34967"/>
                  </a:lnTo>
                  <a:lnTo>
                    <a:pt x="15484" y="0"/>
                  </a:lnTo>
                  <a:lnTo>
                    <a:pt x="0" y="27391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4451" y="3406150"/>
            <a:ext cx="934085" cy="600164"/>
          </a:xfrm>
          <a:prstGeom prst="rect">
            <a:avLst/>
          </a:prstGeom>
          <a:solidFill>
            <a:srgbClr val="F3F3F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165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88700" y="2943013"/>
            <a:ext cx="1430020" cy="986155"/>
            <a:chOff x="1388700" y="2085762"/>
            <a:chExt cx="1430020" cy="986155"/>
          </a:xfrm>
        </p:grpSpPr>
        <p:sp>
          <p:nvSpPr>
            <p:cNvPr id="13" name="object 13"/>
            <p:cNvSpPr/>
            <p:nvPr/>
          </p:nvSpPr>
          <p:spPr>
            <a:xfrm>
              <a:off x="1393462" y="2582765"/>
              <a:ext cx="633095" cy="484505"/>
            </a:xfrm>
            <a:custGeom>
              <a:avLst/>
              <a:gdLst/>
              <a:ahLst/>
              <a:cxnLst/>
              <a:rect l="l" t="t" r="r" b="b"/>
              <a:pathLst>
                <a:path w="633094" h="484505">
                  <a:moveTo>
                    <a:pt x="0" y="483984"/>
                  </a:moveTo>
                  <a:lnTo>
                    <a:pt x="632902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016808" y="2556508"/>
              <a:ext cx="44450" cy="39370"/>
            </a:xfrm>
            <a:custGeom>
              <a:avLst/>
              <a:gdLst/>
              <a:ahLst/>
              <a:cxnLst/>
              <a:rect l="l" t="t" r="r" b="b"/>
              <a:pathLst>
                <a:path w="44450" h="39369">
                  <a:moveTo>
                    <a:pt x="19113" y="38754"/>
                  </a:moveTo>
                  <a:lnTo>
                    <a:pt x="0" y="13759"/>
                  </a:lnTo>
                  <a:lnTo>
                    <a:pt x="43893" y="0"/>
                  </a:lnTo>
                  <a:lnTo>
                    <a:pt x="19113" y="3875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016808" y="2556508"/>
              <a:ext cx="44450" cy="39370"/>
            </a:xfrm>
            <a:custGeom>
              <a:avLst/>
              <a:gdLst/>
              <a:ahLst/>
              <a:cxnLst/>
              <a:rect l="l" t="t" r="r" b="b"/>
              <a:pathLst>
                <a:path w="44450" h="39369">
                  <a:moveTo>
                    <a:pt x="19113" y="38754"/>
                  </a:moveTo>
                  <a:lnTo>
                    <a:pt x="43893" y="0"/>
                  </a:lnTo>
                  <a:lnTo>
                    <a:pt x="0" y="13759"/>
                  </a:lnTo>
                  <a:lnTo>
                    <a:pt x="19113" y="3875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191450" y="2090524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311249" y="622499"/>
                  </a:moveTo>
                  <a:lnTo>
                    <a:pt x="265255" y="619125"/>
                  </a:lnTo>
                  <a:lnTo>
                    <a:pt x="221356" y="609321"/>
                  </a:lnTo>
                  <a:lnTo>
                    <a:pt x="180034" y="593571"/>
                  </a:lnTo>
                  <a:lnTo>
                    <a:pt x="141771" y="572355"/>
                  </a:lnTo>
                  <a:lnTo>
                    <a:pt x="107047" y="546155"/>
                  </a:lnTo>
                  <a:lnTo>
                    <a:pt x="76344" y="515452"/>
                  </a:lnTo>
                  <a:lnTo>
                    <a:pt x="50144" y="480728"/>
                  </a:lnTo>
                  <a:lnTo>
                    <a:pt x="28928" y="442465"/>
                  </a:lnTo>
                  <a:lnTo>
                    <a:pt x="13178" y="401143"/>
                  </a:lnTo>
                  <a:lnTo>
                    <a:pt x="3374" y="357244"/>
                  </a:lnTo>
                  <a:lnTo>
                    <a:pt x="0" y="311249"/>
                  </a:lnTo>
                  <a:lnTo>
                    <a:pt x="3374" y="265255"/>
                  </a:lnTo>
                  <a:lnTo>
                    <a:pt x="13178" y="221356"/>
                  </a:lnTo>
                  <a:lnTo>
                    <a:pt x="28928" y="180034"/>
                  </a:lnTo>
                  <a:lnTo>
                    <a:pt x="50144" y="141771"/>
                  </a:lnTo>
                  <a:lnTo>
                    <a:pt x="76344" y="107047"/>
                  </a:lnTo>
                  <a:lnTo>
                    <a:pt x="107047" y="76344"/>
                  </a:lnTo>
                  <a:lnTo>
                    <a:pt x="141771" y="50144"/>
                  </a:lnTo>
                  <a:lnTo>
                    <a:pt x="180034" y="28928"/>
                  </a:lnTo>
                  <a:lnTo>
                    <a:pt x="221356" y="13178"/>
                  </a:lnTo>
                  <a:lnTo>
                    <a:pt x="265255" y="3374"/>
                  </a:lnTo>
                  <a:lnTo>
                    <a:pt x="311249" y="0"/>
                  </a:lnTo>
                  <a:lnTo>
                    <a:pt x="360234" y="3877"/>
                  </a:lnTo>
                  <a:lnTo>
                    <a:pt x="407570" y="15278"/>
                  </a:lnTo>
                  <a:lnTo>
                    <a:pt x="452424" y="33857"/>
                  </a:lnTo>
                  <a:lnTo>
                    <a:pt x="493958" y="59267"/>
                  </a:lnTo>
                  <a:lnTo>
                    <a:pt x="531336" y="91162"/>
                  </a:lnTo>
                  <a:lnTo>
                    <a:pt x="563232" y="128541"/>
                  </a:lnTo>
                  <a:lnTo>
                    <a:pt x="588642" y="170075"/>
                  </a:lnTo>
                  <a:lnTo>
                    <a:pt x="607221" y="214929"/>
                  </a:lnTo>
                  <a:lnTo>
                    <a:pt x="618622" y="262265"/>
                  </a:lnTo>
                  <a:lnTo>
                    <a:pt x="622499" y="311249"/>
                  </a:lnTo>
                  <a:lnTo>
                    <a:pt x="619125" y="357244"/>
                  </a:lnTo>
                  <a:lnTo>
                    <a:pt x="609321" y="401143"/>
                  </a:lnTo>
                  <a:lnTo>
                    <a:pt x="593571" y="442465"/>
                  </a:lnTo>
                  <a:lnTo>
                    <a:pt x="572355" y="480728"/>
                  </a:lnTo>
                  <a:lnTo>
                    <a:pt x="546155" y="515452"/>
                  </a:lnTo>
                  <a:lnTo>
                    <a:pt x="515452" y="546155"/>
                  </a:lnTo>
                  <a:lnTo>
                    <a:pt x="480728" y="572355"/>
                  </a:lnTo>
                  <a:lnTo>
                    <a:pt x="442465" y="593571"/>
                  </a:lnTo>
                  <a:lnTo>
                    <a:pt x="401143" y="609321"/>
                  </a:lnTo>
                  <a:lnTo>
                    <a:pt x="357244" y="619125"/>
                  </a:lnTo>
                  <a:lnTo>
                    <a:pt x="311249" y="622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2191450" y="2090524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0" y="311249"/>
                  </a:moveTo>
                  <a:lnTo>
                    <a:pt x="3374" y="265255"/>
                  </a:lnTo>
                  <a:lnTo>
                    <a:pt x="13178" y="221356"/>
                  </a:lnTo>
                  <a:lnTo>
                    <a:pt x="28928" y="180034"/>
                  </a:lnTo>
                  <a:lnTo>
                    <a:pt x="50144" y="141771"/>
                  </a:lnTo>
                  <a:lnTo>
                    <a:pt x="76344" y="107047"/>
                  </a:lnTo>
                  <a:lnTo>
                    <a:pt x="107047" y="76344"/>
                  </a:lnTo>
                  <a:lnTo>
                    <a:pt x="141771" y="50144"/>
                  </a:lnTo>
                  <a:lnTo>
                    <a:pt x="180034" y="28928"/>
                  </a:lnTo>
                  <a:lnTo>
                    <a:pt x="221356" y="13178"/>
                  </a:lnTo>
                  <a:lnTo>
                    <a:pt x="265255" y="3374"/>
                  </a:lnTo>
                  <a:lnTo>
                    <a:pt x="311249" y="0"/>
                  </a:lnTo>
                  <a:lnTo>
                    <a:pt x="360234" y="3877"/>
                  </a:lnTo>
                  <a:lnTo>
                    <a:pt x="407570" y="15278"/>
                  </a:lnTo>
                  <a:lnTo>
                    <a:pt x="452424" y="33857"/>
                  </a:lnTo>
                  <a:lnTo>
                    <a:pt x="493958" y="59267"/>
                  </a:lnTo>
                  <a:lnTo>
                    <a:pt x="531336" y="91162"/>
                  </a:lnTo>
                  <a:lnTo>
                    <a:pt x="563232" y="128541"/>
                  </a:lnTo>
                  <a:lnTo>
                    <a:pt x="588642" y="170075"/>
                  </a:lnTo>
                  <a:lnTo>
                    <a:pt x="607221" y="214929"/>
                  </a:lnTo>
                  <a:lnTo>
                    <a:pt x="618622" y="262265"/>
                  </a:lnTo>
                  <a:lnTo>
                    <a:pt x="622499" y="311249"/>
                  </a:lnTo>
                  <a:lnTo>
                    <a:pt x="619125" y="357244"/>
                  </a:lnTo>
                  <a:lnTo>
                    <a:pt x="609321" y="401143"/>
                  </a:lnTo>
                  <a:lnTo>
                    <a:pt x="593571" y="442465"/>
                  </a:lnTo>
                  <a:lnTo>
                    <a:pt x="572355" y="480728"/>
                  </a:lnTo>
                  <a:lnTo>
                    <a:pt x="546155" y="515452"/>
                  </a:lnTo>
                  <a:lnTo>
                    <a:pt x="515452" y="546155"/>
                  </a:lnTo>
                  <a:lnTo>
                    <a:pt x="480728" y="572355"/>
                  </a:lnTo>
                  <a:lnTo>
                    <a:pt x="442465" y="593571"/>
                  </a:lnTo>
                  <a:lnTo>
                    <a:pt x="401143" y="609321"/>
                  </a:lnTo>
                  <a:lnTo>
                    <a:pt x="357244" y="619125"/>
                  </a:lnTo>
                  <a:lnTo>
                    <a:pt x="311249" y="622499"/>
                  </a:lnTo>
                  <a:lnTo>
                    <a:pt x="265255" y="619125"/>
                  </a:lnTo>
                  <a:lnTo>
                    <a:pt x="221356" y="609321"/>
                  </a:lnTo>
                  <a:lnTo>
                    <a:pt x="180034" y="593571"/>
                  </a:lnTo>
                  <a:lnTo>
                    <a:pt x="141771" y="572355"/>
                  </a:lnTo>
                  <a:lnTo>
                    <a:pt x="107047" y="546155"/>
                  </a:lnTo>
                  <a:lnTo>
                    <a:pt x="76344" y="515452"/>
                  </a:lnTo>
                  <a:lnTo>
                    <a:pt x="50144" y="480728"/>
                  </a:lnTo>
                  <a:lnTo>
                    <a:pt x="28928" y="442465"/>
                  </a:lnTo>
                  <a:lnTo>
                    <a:pt x="13178" y="401143"/>
                  </a:lnTo>
                  <a:lnTo>
                    <a:pt x="3374" y="357244"/>
                  </a:lnTo>
                  <a:lnTo>
                    <a:pt x="0" y="3112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15864" y="3002484"/>
            <a:ext cx="173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42413" y="3238530"/>
            <a:ext cx="1237615" cy="41275"/>
            <a:chOff x="2942412" y="2381279"/>
            <a:chExt cx="1237615" cy="41275"/>
          </a:xfrm>
        </p:grpSpPr>
        <p:sp>
          <p:nvSpPr>
            <p:cNvPr id="20" name="object 20"/>
            <p:cNvSpPr/>
            <p:nvPr/>
          </p:nvSpPr>
          <p:spPr>
            <a:xfrm>
              <a:off x="2942412" y="2401774"/>
              <a:ext cx="1189355" cy="0"/>
            </a:xfrm>
            <a:custGeom>
              <a:avLst/>
              <a:gdLst/>
              <a:ahLst/>
              <a:cxnLst/>
              <a:rect l="l" t="t" r="r" b="b"/>
              <a:pathLst>
                <a:path w="1189354">
                  <a:moveTo>
                    <a:pt x="0" y="0"/>
                  </a:moveTo>
                  <a:lnTo>
                    <a:pt x="118935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131762" y="23860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4131762" y="23860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658375" y="2102462"/>
            <a:ext cx="4498340" cy="516255"/>
            <a:chOff x="3658375" y="1245211"/>
            <a:chExt cx="4498340" cy="51625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77425" y="1264261"/>
              <a:ext cx="4459824" cy="47812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667900" y="1254736"/>
              <a:ext cx="4479290" cy="497205"/>
            </a:xfrm>
            <a:custGeom>
              <a:avLst/>
              <a:gdLst/>
              <a:ahLst/>
              <a:cxnLst/>
              <a:rect l="l" t="t" r="r" b="b"/>
              <a:pathLst>
                <a:path w="4479290" h="497205">
                  <a:moveTo>
                    <a:pt x="0" y="0"/>
                  </a:moveTo>
                  <a:lnTo>
                    <a:pt x="4478874" y="0"/>
                  </a:lnTo>
                  <a:lnTo>
                    <a:pt x="4478874" y="497174"/>
                  </a:lnTo>
                  <a:lnTo>
                    <a:pt x="0" y="49717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4257037" y="2943012"/>
            <a:ext cx="632460" cy="632460"/>
            <a:chOff x="4257037" y="2085762"/>
            <a:chExt cx="632460" cy="632460"/>
          </a:xfrm>
        </p:grpSpPr>
        <p:sp>
          <p:nvSpPr>
            <p:cNvPr id="27" name="object 27"/>
            <p:cNvSpPr/>
            <p:nvPr/>
          </p:nvSpPr>
          <p:spPr>
            <a:xfrm>
              <a:off x="4261799" y="2090524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311249" y="622499"/>
                  </a:moveTo>
                  <a:lnTo>
                    <a:pt x="265255" y="619125"/>
                  </a:lnTo>
                  <a:lnTo>
                    <a:pt x="221356" y="609321"/>
                  </a:lnTo>
                  <a:lnTo>
                    <a:pt x="180034" y="593571"/>
                  </a:lnTo>
                  <a:lnTo>
                    <a:pt x="141771" y="572355"/>
                  </a:lnTo>
                  <a:lnTo>
                    <a:pt x="107047" y="546155"/>
                  </a:lnTo>
                  <a:lnTo>
                    <a:pt x="76344" y="515452"/>
                  </a:lnTo>
                  <a:lnTo>
                    <a:pt x="50144" y="480728"/>
                  </a:lnTo>
                  <a:lnTo>
                    <a:pt x="28928" y="442465"/>
                  </a:lnTo>
                  <a:lnTo>
                    <a:pt x="13178" y="401143"/>
                  </a:lnTo>
                  <a:lnTo>
                    <a:pt x="3374" y="357244"/>
                  </a:lnTo>
                  <a:lnTo>
                    <a:pt x="0" y="311249"/>
                  </a:lnTo>
                  <a:lnTo>
                    <a:pt x="3374" y="265255"/>
                  </a:lnTo>
                  <a:lnTo>
                    <a:pt x="13178" y="221356"/>
                  </a:lnTo>
                  <a:lnTo>
                    <a:pt x="28928" y="180034"/>
                  </a:lnTo>
                  <a:lnTo>
                    <a:pt x="50144" y="141771"/>
                  </a:lnTo>
                  <a:lnTo>
                    <a:pt x="76344" y="107047"/>
                  </a:lnTo>
                  <a:lnTo>
                    <a:pt x="107047" y="76344"/>
                  </a:lnTo>
                  <a:lnTo>
                    <a:pt x="141771" y="50144"/>
                  </a:lnTo>
                  <a:lnTo>
                    <a:pt x="180034" y="28928"/>
                  </a:lnTo>
                  <a:lnTo>
                    <a:pt x="221356" y="13178"/>
                  </a:lnTo>
                  <a:lnTo>
                    <a:pt x="265255" y="3374"/>
                  </a:lnTo>
                  <a:lnTo>
                    <a:pt x="311249" y="0"/>
                  </a:lnTo>
                  <a:lnTo>
                    <a:pt x="360234" y="3877"/>
                  </a:lnTo>
                  <a:lnTo>
                    <a:pt x="407570" y="15278"/>
                  </a:lnTo>
                  <a:lnTo>
                    <a:pt x="452424" y="33857"/>
                  </a:lnTo>
                  <a:lnTo>
                    <a:pt x="493958" y="59267"/>
                  </a:lnTo>
                  <a:lnTo>
                    <a:pt x="531336" y="91162"/>
                  </a:lnTo>
                  <a:lnTo>
                    <a:pt x="563232" y="128541"/>
                  </a:lnTo>
                  <a:lnTo>
                    <a:pt x="588642" y="170075"/>
                  </a:lnTo>
                  <a:lnTo>
                    <a:pt x="607221" y="214929"/>
                  </a:lnTo>
                  <a:lnTo>
                    <a:pt x="618622" y="262265"/>
                  </a:lnTo>
                  <a:lnTo>
                    <a:pt x="622499" y="311249"/>
                  </a:lnTo>
                  <a:lnTo>
                    <a:pt x="619125" y="357244"/>
                  </a:lnTo>
                  <a:lnTo>
                    <a:pt x="609321" y="401143"/>
                  </a:lnTo>
                  <a:lnTo>
                    <a:pt x="593571" y="442465"/>
                  </a:lnTo>
                  <a:lnTo>
                    <a:pt x="572355" y="480728"/>
                  </a:lnTo>
                  <a:lnTo>
                    <a:pt x="546155" y="515452"/>
                  </a:lnTo>
                  <a:lnTo>
                    <a:pt x="515452" y="546155"/>
                  </a:lnTo>
                  <a:lnTo>
                    <a:pt x="480728" y="572355"/>
                  </a:lnTo>
                  <a:lnTo>
                    <a:pt x="442465" y="593571"/>
                  </a:lnTo>
                  <a:lnTo>
                    <a:pt x="401143" y="609321"/>
                  </a:lnTo>
                  <a:lnTo>
                    <a:pt x="357244" y="619125"/>
                  </a:lnTo>
                  <a:lnTo>
                    <a:pt x="311249" y="6224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261799" y="2090524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0" y="311249"/>
                  </a:moveTo>
                  <a:lnTo>
                    <a:pt x="3374" y="265255"/>
                  </a:lnTo>
                  <a:lnTo>
                    <a:pt x="13178" y="221356"/>
                  </a:lnTo>
                  <a:lnTo>
                    <a:pt x="28928" y="180034"/>
                  </a:lnTo>
                  <a:lnTo>
                    <a:pt x="50144" y="141771"/>
                  </a:lnTo>
                  <a:lnTo>
                    <a:pt x="76344" y="107047"/>
                  </a:lnTo>
                  <a:lnTo>
                    <a:pt x="107047" y="76344"/>
                  </a:lnTo>
                  <a:lnTo>
                    <a:pt x="141771" y="50144"/>
                  </a:lnTo>
                  <a:lnTo>
                    <a:pt x="180034" y="28928"/>
                  </a:lnTo>
                  <a:lnTo>
                    <a:pt x="221356" y="13178"/>
                  </a:lnTo>
                  <a:lnTo>
                    <a:pt x="265255" y="3374"/>
                  </a:lnTo>
                  <a:lnTo>
                    <a:pt x="311249" y="0"/>
                  </a:lnTo>
                  <a:lnTo>
                    <a:pt x="360234" y="3877"/>
                  </a:lnTo>
                  <a:lnTo>
                    <a:pt x="407570" y="15278"/>
                  </a:lnTo>
                  <a:lnTo>
                    <a:pt x="452424" y="33857"/>
                  </a:lnTo>
                  <a:lnTo>
                    <a:pt x="493958" y="59267"/>
                  </a:lnTo>
                  <a:lnTo>
                    <a:pt x="531336" y="91162"/>
                  </a:lnTo>
                  <a:lnTo>
                    <a:pt x="563232" y="128541"/>
                  </a:lnTo>
                  <a:lnTo>
                    <a:pt x="588642" y="170075"/>
                  </a:lnTo>
                  <a:lnTo>
                    <a:pt x="607221" y="214929"/>
                  </a:lnTo>
                  <a:lnTo>
                    <a:pt x="618622" y="262265"/>
                  </a:lnTo>
                  <a:lnTo>
                    <a:pt x="622499" y="311249"/>
                  </a:lnTo>
                  <a:lnTo>
                    <a:pt x="619125" y="357244"/>
                  </a:lnTo>
                  <a:lnTo>
                    <a:pt x="609321" y="401143"/>
                  </a:lnTo>
                  <a:lnTo>
                    <a:pt x="593571" y="442465"/>
                  </a:lnTo>
                  <a:lnTo>
                    <a:pt x="572355" y="480728"/>
                  </a:lnTo>
                  <a:lnTo>
                    <a:pt x="546155" y="515452"/>
                  </a:lnTo>
                  <a:lnTo>
                    <a:pt x="515452" y="546155"/>
                  </a:lnTo>
                  <a:lnTo>
                    <a:pt x="480728" y="572355"/>
                  </a:lnTo>
                  <a:lnTo>
                    <a:pt x="442465" y="593571"/>
                  </a:lnTo>
                  <a:lnTo>
                    <a:pt x="401143" y="609321"/>
                  </a:lnTo>
                  <a:lnTo>
                    <a:pt x="357244" y="619125"/>
                  </a:lnTo>
                  <a:lnTo>
                    <a:pt x="311249" y="622499"/>
                  </a:lnTo>
                  <a:lnTo>
                    <a:pt x="265255" y="619125"/>
                  </a:lnTo>
                  <a:lnTo>
                    <a:pt x="221356" y="609321"/>
                  </a:lnTo>
                  <a:lnTo>
                    <a:pt x="180034" y="593571"/>
                  </a:lnTo>
                  <a:lnTo>
                    <a:pt x="141771" y="572355"/>
                  </a:lnTo>
                  <a:lnTo>
                    <a:pt x="107047" y="546155"/>
                  </a:lnTo>
                  <a:lnTo>
                    <a:pt x="76344" y="515452"/>
                  </a:lnTo>
                  <a:lnTo>
                    <a:pt x="50144" y="480728"/>
                  </a:lnTo>
                  <a:lnTo>
                    <a:pt x="28928" y="442465"/>
                  </a:lnTo>
                  <a:lnTo>
                    <a:pt x="13178" y="401143"/>
                  </a:lnTo>
                  <a:lnTo>
                    <a:pt x="3374" y="357244"/>
                  </a:lnTo>
                  <a:lnTo>
                    <a:pt x="0" y="3112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436174" y="3118437"/>
            <a:ext cx="274320" cy="2711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6355" marR="5080" indent="-34290">
              <a:lnSpc>
                <a:spcPct val="101600"/>
              </a:lnSpc>
              <a:spcBef>
                <a:spcPts val="85"/>
              </a:spcBef>
            </a:pPr>
            <a:r>
              <a:rPr sz="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hinge  loss</a:t>
            </a: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076637" y="3238530"/>
            <a:ext cx="802640" cy="41275"/>
            <a:chOff x="5076637" y="2381279"/>
            <a:chExt cx="802640" cy="41275"/>
          </a:xfrm>
        </p:grpSpPr>
        <p:sp>
          <p:nvSpPr>
            <p:cNvPr id="31" name="object 31"/>
            <p:cNvSpPr/>
            <p:nvPr/>
          </p:nvSpPr>
          <p:spPr>
            <a:xfrm>
              <a:off x="5076637" y="2401774"/>
              <a:ext cx="754380" cy="0"/>
            </a:xfrm>
            <a:custGeom>
              <a:avLst/>
              <a:gdLst/>
              <a:ahLst/>
              <a:cxnLst/>
              <a:rect l="l" t="t" r="r" b="b"/>
              <a:pathLst>
                <a:path w="754379">
                  <a:moveTo>
                    <a:pt x="0" y="0"/>
                  </a:moveTo>
                  <a:lnTo>
                    <a:pt x="7540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5830687" y="23860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5830687" y="23860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1451237" y="3470988"/>
            <a:ext cx="4823460" cy="998855"/>
            <a:chOff x="1451237" y="2613737"/>
            <a:chExt cx="4823460" cy="998855"/>
          </a:xfrm>
        </p:grpSpPr>
        <p:sp>
          <p:nvSpPr>
            <p:cNvPr id="35" name="object 35"/>
            <p:cNvSpPr/>
            <p:nvPr/>
          </p:nvSpPr>
          <p:spPr>
            <a:xfrm>
              <a:off x="1455999" y="2661725"/>
              <a:ext cx="4798695" cy="668655"/>
            </a:xfrm>
            <a:custGeom>
              <a:avLst/>
              <a:gdLst/>
              <a:ahLst/>
              <a:cxnLst/>
              <a:rect l="l" t="t" r="r" b="b"/>
              <a:pathLst>
                <a:path w="4798695" h="668654">
                  <a:moveTo>
                    <a:pt x="0" y="668249"/>
                  </a:moveTo>
                  <a:lnTo>
                    <a:pt x="4798199" y="668249"/>
                  </a:lnTo>
                  <a:lnTo>
                    <a:pt x="479819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6238467" y="26184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238467" y="26184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4447649" y="2984975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311249" y="622499"/>
                  </a:moveTo>
                  <a:lnTo>
                    <a:pt x="265255" y="619125"/>
                  </a:lnTo>
                  <a:lnTo>
                    <a:pt x="221356" y="609321"/>
                  </a:lnTo>
                  <a:lnTo>
                    <a:pt x="180034" y="593571"/>
                  </a:lnTo>
                  <a:lnTo>
                    <a:pt x="141771" y="572355"/>
                  </a:lnTo>
                  <a:lnTo>
                    <a:pt x="107047" y="546155"/>
                  </a:lnTo>
                  <a:lnTo>
                    <a:pt x="76344" y="515452"/>
                  </a:lnTo>
                  <a:lnTo>
                    <a:pt x="50144" y="480728"/>
                  </a:lnTo>
                  <a:lnTo>
                    <a:pt x="28928" y="442465"/>
                  </a:lnTo>
                  <a:lnTo>
                    <a:pt x="13178" y="401143"/>
                  </a:lnTo>
                  <a:lnTo>
                    <a:pt x="3374" y="357244"/>
                  </a:lnTo>
                  <a:lnTo>
                    <a:pt x="0" y="311249"/>
                  </a:lnTo>
                  <a:lnTo>
                    <a:pt x="3374" y="265255"/>
                  </a:lnTo>
                  <a:lnTo>
                    <a:pt x="13178" y="221356"/>
                  </a:lnTo>
                  <a:lnTo>
                    <a:pt x="28928" y="180034"/>
                  </a:lnTo>
                  <a:lnTo>
                    <a:pt x="50144" y="141771"/>
                  </a:lnTo>
                  <a:lnTo>
                    <a:pt x="76344" y="107047"/>
                  </a:lnTo>
                  <a:lnTo>
                    <a:pt x="107047" y="76344"/>
                  </a:lnTo>
                  <a:lnTo>
                    <a:pt x="141771" y="50144"/>
                  </a:lnTo>
                  <a:lnTo>
                    <a:pt x="180034" y="28928"/>
                  </a:lnTo>
                  <a:lnTo>
                    <a:pt x="221356" y="13178"/>
                  </a:lnTo>
                  <a:lnTo>
                    <a:pt x="265255" y="3374"/>
                  </a:lnTo>
                  <a:lnTo>
                    <a:pt x="311249" y="0"/>
                  </a:lnTo>
                  <a:lnTo>
                    <a:pt x="360234" y="3877"/>
                  </a:lnTo>
                  <a:lnTo>
                    <a:pt x="407570" y="15278"/>
                  </a:lnTo>
                  <a:lnTo>
                    <a:pt x="452424" y="33857"/>
                  </a:lnTo>
                  <a:lnTo>
                    <a:pt x="493958" y="59267"/>
                  </a:lnTo>
                  <a:lnTo>
                    <a:pt x="531336" y="91162"/>
                  </a:lnTo>
                  <a:lnTo>
                    <a:pt x="563232" y="128541"/>
                  </a:lnTo>
                  <a:lnTo>
                    <a:pt x="588642" y="170075"/>
                  </a:lnTo>
                  <a:lnTo>
                    <a:pt x="607221" y="214929"/>
                  </a:lnTo>
                  <a:lnTo>
                    <a:pt x="618622" y="262265"/>
                  </a:lnTo>
                  <a:lnTo>
                    <a:pt x="622499" y="311249"/>
                  </a:lnTo>
                  <a:lnTo>
                    <a:pt x="619125" y="357244"/>
                  </a:lnTo>
                  <a:lnTo>
                    <a:pt x="609321" y="401143"/>
                  </a:lnTo>
                  <a:lnTo>
                    <a:pt x="593571" y="442465"/>
                  </a:lnTo>
                  <a:lnTo>
                    <a:pt x="572355" y="480728"/>
                  </a:lnTo>
                  <a:lnTo>
                    <a:pt x="546155" y="515452"/>
                  </a:lnTo>
                  <a:lnTo>
                    <a:pt x="515452" y="546155"/>
                  </a:lnTo>
                  <a:lnTo>
                    <a:pt x="480728" y="572355"/>
                  </a:lnTo>
                  <a:lnTo>
                    <a:pt x="442465" y="593571"/>
                  </a:lnTo>
                  <a:lnTo>
                    <a:pt x="401143" y="609321"/>
                  </a:lnTo>
                  <a:lnTo>
                    <a:pt x="357244" y="619125"/>
                  </a:lnTo>
                  <a:lnTo>
                    <a:pt x="311249" y="6224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4447649" y="2984975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0" y="311249"/>
                  </a:moveTo>
                  <a:lnTo>
                    <a:pt x="3374" y="265255"/>
                  </a:lnTo>
                  <a:lnTo>
                    <a:pt x="13178" y="221356"/>
                  </a:lnTo>
                  <a:lnTo>
                    <a:pt x="28928" y="180034"/>
                  </a:lnTo>
                  <a:lnTo>
                    <a:pt x="50144" y="141771"/>
                  </a:lnTo>
                  <a:lnTo>
                    <a:pt x="76344" y="107047"/>
                  </a:lnTo>
                  <a:lnTo>
                    <a:pt x="107047" y="76344"/>
                  </a:lnTo>
                  <a:lnTo>
                    <a:pt x="141771" y="50144"/>
                  </a:lnTo>
                  <a:lnTo>
                    <a:pt x="180034" y="28928"/>
                  </a:lnTo>
                  <a:lnTo>
                    <a:pt x="221356" y="13178"/>
                  </a:lnTo>
                  <a:lnTo>
                    <a:pt x="265255" y="3374"/>
                  </a:lnTo>
                  <a:lnTo>
                    <a:pt x="311249" y="0"/>
                  </a:lnTo>
                  <a:lnTo>
                    <a:pt x="360234" y="3877"/>
                  </a:lnTo>
                  <a:lnTo>
                    <a:pt x="407570" y="15278"/>
                  </a:lnTo>
                  <a:lnTo>
                    <a:pt x="452424" y="33857"/>
                  </a:lnTo>
                  <a:lnTo>
                    <a:pt x="493958" y="59267"/>
                  </a:lnTo>
                  <a:lnTo>
                    <a:pt x="531336" y="91162"/>
                  </a:lnTo>
                  <a:lnTo>
                    <a:pt x="563232" y="128541"/>
                  </a:lnTo>
                  <a:lnTo>
                    <a:pt x="588642" y="170075"/>
                  </a:lnTo>
                  <a:lnTo>
                    <a:pt x="607221" y="214929"/>
                  </a:lnTo>
                  <a:lnTo>
                    <a:pt x="618622" y="262265"/>
                  </a:lnTo>
                  <a:lnTo>
                    <a:pt x="622499" y="311249"/>
                  </a:lnTo>
                  <a:lnTo>
                    <a:pt x="619125" y="357244"/>
                  </a:lnTo>
                  <a:lnTo>
                    <a:pt x="609321" y="401143"/>
                  </a:lnTo>
                  <a:lnTo>
                    <a:pt x="593571" y="442465"/>
                  </a:lnTo>
                  <a:lnTo>
                    <a:pt x="572355" y="480728"/>
                  </a:lnTo>
                  <a:lnTo>
                    <a:pt x="546155" y="515452"/>
                  </a:lnTo>
                  <a:lnTo>
                    <a:pt x="515452" y="546155"/>
                  </a:lnTo>
                  <a:lnTo>
                    <a:pt x="480728" y="572355"/>
                  </a:lnTo>
                  <a:lnTo>
                    <a:pt x="442465" y="593571"/>
                  </a:lnTo>
                  <a:lnTo>
                    <a:pt x="401143" y="609321"/>
                  </a:lnTo>
                  <a:lnTo>
                    <a:pt x="357244" y="619125"/>
                  </a:lnTo>
                  <a:lnTo>
                    <a:pt x="311249" y="622499"/>
                  </a:lnTo>
                  <a:lnTo>
                    <a:pt x="265255" y="619125"/>
                  </a:lnTo>
                  <a:lnTo>
                    <a:pt x="221356" y="609321"/>
                  </a:lnTo>
                  <a:lnTo>
                    <a:pt x="180034" y="593571"/>
                  </a:lnTo>
                  <a:lnTo>
                    <a:pt x="141771" y="572355"/>
                  </a:lnTo>
                  <a:lnTo>
                    <a:pt x="107047" y="546155"/>
                  </a:lnTo>
                  <a:lnTo>
                    <a:pt x="76344" y="515452"/>
                  </a:lnTo>
                  <a:lnTo>
                    <a:pt x="50144" y="480728"/>
                  </a:lnTo>
                  <a:lnTo>
                    <a:pt x="28928" y="442465"/>
                  </a:lnTo>
                  <a:lnTo>
                    <a:pt x="13178" y="401143"/>
                  </a:lnTo>
                  <a:lnTo>
                    <a:pt x="3374" y="357244"/>
                  </a:lnTo>
                  <a:lnTo>
                    <a:pt x="0" y="3112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663656" y="3993518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157150" y="3051463"/>
            <a:ext cx="1304925" cy="1743075"/>
            <a:chOff x="5157149" y="2194212"/>
            <a:chExt cx="1304925" cy="1743075"/>
          </a:xfrm>
        </p:grpSpPr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76199" y="3512572"/>
              <a:ext cx="811199" cy="40559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166674" y="3503047"/>
              <a:ext cx="830580" cy="424815"/>
            </a:xfrm>
            <a:custGeom>
              <a:avLst/>
              <a:gdLst/>
              <a:ahLst/>
              <a:cxnLst/>
              <a:rect l="l" t="t" r="r" b="b"/>
              <a:pathLst>
                <a:path w="830579" h="424814">
                  <a:moveTo>
                    <a:pt x="0" y="0"/>
                  </a:moveTo>
                  <a:lnTo>
                    <a:pt x="830249" y="0"/>
                  </a:lnTo>
                  <a:lnTo>
                    <a:pt x="830249" y="424649"/>
                  </a:lnTo>
                  <a:lnTo>
                    <a:pt x="0" y="4246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6051399" y="2198975"/>
              <a:ext cx="405765" cy="405765"/>
            </a:xfrm>
            <a:custGeom>
              <a:avLst/>
              <a:gdLst/>
              <a:ahLst/>
              <a:cxnLst/>
              <a:rect l="l" t="t" r="r" b="b"/>
              <a:pathLst>
                <a:path w="405764" h="405764">
                  <a:moveTo>
                    <a:pt x="202799" y="405599"/>
                  </a:moveTo>
                  <a:lnTo>
                    <a:pt x="156299" y="400243"/>
                  </a:lnTo>
                  <a:lnTo>
                    <a:pt x="113613" y="384987"/>
                  </a:lnTo>
                  <a:lnTo>
                    <a:pt x="75958" y="361047"/>
                  </a:lnTo>
                  <a:lnTo>
                    <a:pt x="44552" y="329641"/>
                  </a:lnTo>
                  <a:lnTo>
                    <a:pt x="20612" y="291986"/>
                  </a:lnTo>
                  <a:lnTo>
                    <a:pt x="5356" y="249300"/>
                  </a:lnTo>
                  <a:lnTo>
                    <a:pt x="0" y="202799"/>
                  </a:lnTo>
                  <a:lnTo>
                    <a:pt x="5356" y="156299"/>
                  </a:lnTo>
                  <a:lnTo>
                    <a:pt x="20612" y="113613"/>
                  </a:lnTo>
                  <a:lnTo>
                    <a:pt x="44552" y="75958"/>
                  </a:lnTo>
                  <a:lnTo>
                    <a:pt x="75958" y="44552"/>
                  </a:lnTo>
                  <a:lnTo>
                    <a:pt x="113613" y="20612"/>
                  </a:lnTo>
                  <a:lnTo>
                    <a:pt x="156299" y="5356"/>
                  </a:lnTo>
                  <a:lnTo>
                    <a:pt x="202799" y="0"/>
                  </a:lnTo>
                  <a:lnTo>
                    <a:pt x="242549" y="3932"/>
                  </a:lnTo>
                  <a:lnTo>
                    <a:pt x="280408" y="15437"/>
                  </a:lnTo>
                  <a:lnTo>
                    <a:pt x="315313" y="34072"/>
                  </a:lnTo>
                  <a:lnTo>
                    <a:pt x="346201" y="59398"/>
                  </a:lnTo>
                  <a:lnTo>
                    <a:pt x="371527" y="90286"/>
                  </a:lnTo>
                  <a:lnTo>
                    <a:pt x="390162" y="125191"/>
                  </a:lnTo>
                  <a:lnTo>
                    <a:pt x="401667" y="163050"/>
                  </a:lnTo>
                  <a:lnTo>
                    <a:pt x="405599" y="202799"/>
                  </a:lnTo>
                  <a:lnTo>
                    <a:pt x="400243" y="249300"/>
                  </a:lnTo>
                  <a:lnTo>
                    <a:pt x="384987" y="291986"/>
                  </a:lnTo>
                  <a:lnTo>
                    <a:pt x="361047" y="329641"/>
                  </a:lnTo>
                  <a:lnTo>
                    <a:pt x="329641" y="361047"/>
                  </a:lnTo>
                  <a:lnTo>
                    <a:pt x="291986" y="384987"/>
                  </a:lnTo>
                  <a:lnTo>
                    <a:pt x="249300" y="400243"/>
                  </a:lnTo>
                  <a:lnTo>
                    <a:pt x="202799" y="4055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6051399" y="2198975"/>
              <a:ext cx="405765" cy="405765"/>
            </a:xfrm>
            <a:custGeom>
              <a:avLst/>
              <a:gdLst/>
              <a:ahLst/>
              <a:cxnLst/>
              <a:rect l="l" t="t" r="r" b="b"/>
              <a:pathLst>
                <a:path w="405764" h="405764">
                  <a:moveTo>
                    <a:pt x="0" y="202799"/>
                  </a:moveTo>
                  <a:lnTo>
                    <a:pt x="5356" y="156299"/>
                  </a:lnTo>
                  <a:lnTo>
                    <a:pt x="20612" y="113613"/>
                  </a:lnTo>
                  <a:lnTo>
                    <a:pt x="44552" y="75958"/>
                  </a:lnTo>
                  <a:lnTo>
                    <a:pt x="75958" y="44552"/>
                  </a:lnTo>
                  <a:lnTo>
                    <a:pt x="113613" y="20612"/>
                  </a:lnTo>
                  <a:lnTo>
                    <a:pt x="156299" y="5356"/>
                  </a:lnTo>
                  <a:lnTo>
                    <a:pt x="202799" y="0"/>
                  </a:lnTo>
                  <a:lnTo>
                    <a:pt x="242549" y="3932"/>
                  </a:lnTo>
                  <a:lnTo>
                    <a:pt x="280408" y="15437"/>
                  </a:lnTo>
                  <a:lnTo>
                    <a:pt x="315313" y="34072"/>
                  </a:lnTo>
                  <a:lnTo>
                    <a:pt x="346201" y="59398"/>
                  </a:lnTo>
                  <a:lnTo>
                    <a:pt x="371527" y="90286"/>
                  </a:lnTo>
                  <a:lnTo>
                    <a:pt x="390162" y="125191"/>
                  </a:lnTo>
                  <a:lnTo>
                    <a:pt x="401667" y="163050"/>
                  </a:lnTo>
                  <a:lnTo>
                    <a:pt x="405599" y="202799"/>
                  </a:lnTo>
                  <a:lnTo>
                    <a:pt x="400243" y="249300"/>
                  </a:lnTo>
                  <a:lnTo>
                    <a:pt x="384987" y="291986"/>
                  </a:lnTo>
                  <a:lnTo>
                    <a:pt x="361047" y="329641"/>
                  </a:lnTo>
                  <a:lnTo>
                    <a:pt x="329641" y="361047"/>
                  </a:lnTo>
                  <a:lnTo>
                    <a:pt x="291986" y="384987"/>
                  </a:lnTo>
                  <a:lnTo>
                    <a:pt x="249300" y="400243"/>
                  </a:lnTo>
                  <a:lnTo>
                    <a:pt x="202799" y="405599"/>
                  </a:lnTo>
                  <a:lnTo>
                    <a:pt x="156299" y="400243"/>
                  </a:lnTo>
                  <a:lnTo>
                    <a:pt x="113613" y="384987"/>
                  </a:lnTo>
                  <a:lnTo>
                    <a:pt x="75958" y="361047"/>
                  </a:lnTo>
                  <a:lnTo>
                    <a:pt x="44552" y="329641"/>
                  </a:lnTo>
                  <a:lnTo>
                    <a:pt x="20612" y="291986"/>
                  </a:lnTo>
                  <a:lnTo>
                    <a:pt x="5356" y="249300"/>
                  </a:lnTo>
                  <a:lnTo>
                    <a:pt x="0" y="2027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208124" y="3175078"/>
            <a:ext cx="9271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508912" y="3238530"/>
            <a:ext cx="802640" cy="41275"/>
            <a:chOff x="6508912" y="2381279"/>
            <a:chExt cx="802640" cy="41275"/>
          </a:xfrm>
        </p:grpSpPr>
        <p:sp>
          <p:nvSpPr>
            <p:cNvPr id="48" name="object 48"/>
            <p:cNvSpPr/>
            <p:nvPr/>
          </p:nvSpPr>
          <p:spPr>
            <a:xfrm>
              <a:off x="6508912" y="2401774"/>
              <a:ext cx="754380" cy="0"/>
            </a:xfrm>
            <a:custGeom>
              <a:avLst/>
              <a:gdLst/>
              <a:ahLst/>
              <a:cxnLst/>
              <a:rect l="l" t="t" r="r" b="b"/>
              <a:pathLst>
                <a:path w="754379">
                  <a:moveTo>
                    <a:pt x="0" y="0"/>
                  </a:moveTo>
                  <a:lnTo>
                    <a:pt x="7540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7262962" y="23860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7262962" y="23860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510275" y="312010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145825" y="2969206"/>
            <a:ext cx="8159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4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(scores)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310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549" y="1085633"/>
            <a:ext cx="3073400" cy="1143903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spc="-5" dirty="0"/>
              <a:t>Convolutional</a:t>
            </a:r>
            <a:r>
              <a:rPr spc="-90" dirty="0"/>
              <a:t> </a:t>
            </a:r>
            <a:r>
              <a:rPr spc="-5" dirty="0"/>
              <a:t>Network </a:t>
            </a:r>
            <a:r>
              <a:rPr spc="-650" dirty="0"/>
              <a:t> </a:t>
            </a:r>
            <a:r>
              <a:rPr b="0" dirty="0"/>
              <a:t>(AlexNet)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97987" y="994869"/>
            <a:ext cx="3380740" cy="1862455"/>
            <a:chOff x="1997987" y="137618"/>
            <a:chExt cx="3380740" cy="1862455"/>
          </a:xfrm>
        </p:grpSpPr>
        <p:sp>
          <p:nvSpPr>
            <p:cNvPr id="4" name="object 4"/>
            <p:cNvSpPr/>
            <p:nvPr/>
          </p:nvSpPr>
          <p:spPr>
            <a:xfrm>
              <a:off x="2002750" y="163198"/>
              <a:ext cx="3333115" cy="1831975"/>
            </a:xfrm>
            <a:custGeom>
              <a:avLst/>
              <a:gdLst/>
              <a:ahLst/>
              <a:cxnLst/>
              <a:rect l="l" t="t" r="r" b="b"/>
              <a:pathLst>
                <a:path w="3333115" h="1831975">
                  <a:moveTo>
                    <a:pt x="0" y="1831576"/>
                  </a:moveTo>
                  <a:lnTo>
                    <a:pt x="3333013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5328187" y="142381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15153" y="34605"/>
                  </a:moveTo>
                  <a:lnTo>
                    <a:pt x="0" y="7029"/>
                  </a:lnTo>
                  <a:lnTo>
                    <a:pt x="45458" y="0"/>
                  </a:lnTo>
                  <a:lnTo>
                    <a:pt x="15153" y="3460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328187" y="142381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15153" y="34605"/>
                  </a:moveTo>
                  <a:lnTo>
                    <a:pt x="45458" y="0"/>
                  </a:lnTo>
                  <a:lnTo>
                    <a:pt x="0" y="7029"/>
                  </a:lnTo>
                  <a:lnTo>
                    <a:pt x="15153" y="34605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525" y="2912859"/>
            <a:ext cx="1600200" cy="1587613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400" spc="-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sz="2400" spc="-6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3776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"/>
              </a:spcBef>
            </a:pPr>
            <a:endParaRPr sz="2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9155">
              <a:spcBef>
                <a:spcPts val="5"/>
              </a:spcBef>
            </a:pP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69262" y="4554762"/>
            <a:ext cx="2900680" cy="706120"/>
            <a:chOff x="2269262" y="3697512"/>
            <a:chExt cx="2900680" cy="706120"/>
          </a:xfrm>
        </p:grpSpPr>
        <p:sp>
          <p:nvSpPr>
            <p:cNvPr id="9" name="object 9"/>
            <p:cNvSpPr/>
            <p:nvPr/>
          </p:nvSpPr>
          <p:spPr>
            <a:xfrm>
              <a:off x="2274024" y="3702274"/>
              <a:ext cx="2849245" cy="681355"/>
            </a:xfrm>
            <a:custGeom>
              <a:avLst/>
              <a:gdLst/>
              <a:ahLst/>
              <a:cxnLst/>
              <a:rect l="l" t="t" r="r" b="b"/>
              <a:pathLst>
                <a:path w="2849245" h="681354">
                  <a:moveTo>
                    <a:pt x="0" y="0"/>
                  </a:moveTo>
                  <a:lnTo>
                    <a:pt x="2849015" y="680915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119383" y="4367888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603"/>
                  </a:moveTo>
                  <a:lnTo>
                    <a:pt x="7314" y="0"/>
                  </a:lnTo>
                  <a:lnTo>
                    <a:pt x="45698" y="25349"/>
                  </a:lnTo>
                  <a:lnTo>
                    <a:pt x="0" y="30603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119383" y="4367888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603"/>
                  </a:moveTo>
                  <a:lnTo>
                    <a:pt x="45698" y="25349"/>
                  </a:lnTo>
                  <a:lnTo>
                    <a:pt x="7314" y="0"/>
                  </a:lnTo>
                  <a:lnTo>
                    <a:pt x="0" y="30603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6075" y="952699"/>
            <a:ext cx="1385699" cy="4430974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823262" y="2461328"/>
            <a:ext cx="2875280" cy="1209675"/>
            <a:chOff x="1823262" y="1604077"/>
            <a:chExt cx="2875280" cy="1209675"/>
          </a:xfrm>
        </p:grpSpPr>
        <p:sp>
          <p:nvSpPr>
            <p:cNvPr id="14" name="object 14"/>
            <p:cNvSpPr/>
            <p:nvPr/>
          </p:nvSpPr>
          <p:spPr>
            <a:xfrm>
              <a:off x="1828025" y="1624486"/>
              <a:ext cx="2579370" cy="1002030"/>
            </a:xfrm>
            <a:custGeom>
              <a:avLst/>
              <a:gdLst/>
              <a:ahLst/>
              <a:cxnLst/>
              <a:rect l="l" t="t" r="r" b="b"/>
              <a:pathLst>
                <a:path w="2579370" h="1002030">
                  <a:moveTo>
                    <a:pt x="0" y="1001413"/>
                  </a:moveTo>
                  <a:lnTo>
                    <a:pt x="2578925" y="0"/>
                  </a:lnTo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01255" y="1608840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11389" y="30312"/>
                  </a:moveTo>
                  <a:lnTo>
                    <a:pt x="0" y="980"/>
                  </a:lnTo>
                  <a:lnTo>
                    <a:pt x="45988" y="0"/>
                  </a:lnTo>
                  <a:lnTo>
                    <a:pt x="11389" y="30312"/>
                  </a:lnTo>
                  <a:close/>
                </a:path>
              </a:pathLst>
            </a:custGeom>
            <a:solidFill>
              <a:srgbClr val="37761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401255" y="1608840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11389" y="30312"/>
                  </a:moveTo>
                  <a:lnTo>
                    <a:pt x="45988" y="0"/>
                  </a:lnTo>
                  <a:lnTo>
                    <a:pt x="0" y="980"/>
                  </a:lnTo>
                  <a:lnTo>
                    <a:pt x="11389" y="30312"/>
                  </a:lnTo>
                  <a:close/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835175" y="2236063"/>
              <a:ext cx="2752725" cy="485140"/>
            </a:xfrm>
            <a:custGeom>
              <a:avLst/>
              <a:gdLst/>
              <a:ahLst/>
              <a:cxnLst/>
              <a:rect l="l" t="t" r="r" b="b"/>
              <a:pathLst>
                <a:path w="2752725" h="485139">
                  <a:moveTo>
                    <a:pt x="0" y="484786"/>
                  </a:moveTo>
                  <a:lnTo>
                    <a:pt x="2752316" y="0"/>
                  </a:lnTo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584762" y="2220569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5458" y="30988"/>
                  </a:moveTo>
                  <a:lnTo>
                    <a:pt x="0" y="0"/>
                  </a:lnTo>
                  <a:lnTo>
                    <a:pt x="45299" y="7996"/>
                  </a:lnTo>
                  <a:lnTo>
                    <a:pt x="5458" y="30988"/>
                  </a:lnTo>
                  <a:close/>
                </a:path>
              </a:pathLst>
            </a:custGeom>
            <a:solidFill>
              <a:srgbClr val="37761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4584762" y="2220569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5458" y="30988"/>
                  </a:moveTo>
                  <a:lnTo>
                    <a:pt x="45299" y="7996"/>
                  </a:lnTo>
                  <a:lnTo>
                    <a:pt x="0" y="0"/>
                  </a:lnTo>
                  <a:lnTo>
                    <a:pt x="5458" y="30988"/>
                  </a:lnTo>
                  <a:close/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875075" y="2683400"/>
              <a:ext cx="2775585" cy="125730"/>
            </a:xfrm>
            <a:custGeom>
              <a:avLst/>
              <a:gdLst/>
              <a:ahLst/>
              <a:cxnLst/>
              <a:rect l="l" t="t" r="r" b="b"/>
              <a:pathLst>
                <a:path w="2775585" h="125730">
                  <a:moveTo>
                    <a:pt x="0" y="125224"/>
                  </a:moveTo>
                  <a:lnTo>
                    <a:pt x="2775508" y="0"/>
                  </a:lnTo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649873" y="266768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418" y="31433"/>
                  </a:moveTo>
                  <a:lnTo>
                    <a:pt x="0" y="0"/>
                  </a:lnTo>
                  <a:lnTo>
                    <a:pt x="43890" y="13768"/>
                  </a:lnTo>
                  <a:lnTo>
                    <a:pt x="1418" y="31433"/>
                  </a:lnTo>
                  <a:close/>
                </a:path>
              </a:pathLst>
            </a:custGeom>
            <a:solidFill>
              <a:srgbClr val="37761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4649873" y="2667684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1418" y="31433"/>
                  </a:moveTo>
                  <a:lnTo>
                    <a:pt x="43890" y="13768"/>
                  </a:lnTo>
                  <a:lnTo>
                    <a:pt x="0" y="0"/>
                  </a:lnTo>
                  <a:lnTo>
                    <a:pt x="1418" y="31433"/>
                  </a:lnTo>
                  <a:close/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870313" y="3756863"/>
            <a:ext cx="2812415" cy="338455"/>
            <a:chOff x="1870312" y="2899612"/>
            <a:chExt cx="2812415" cy="338455"/>
          </a:xfrm>
        </p:grpSpPr>
        <p:sp>
          <p:nvSpPr>
            <p:cNvPr id="24" name="object 24"/>
            <p:cNvSpPr/>
            <p:nvPr/>
          </p:nvSpPr>
          <p:spPr>
            <a:xfrm>
              <a:off x="1875075" y="2904375"/>
              <a:ext cx="2760345" cy="313055"/>
            </a:xfrm>
            <a:custGeom>
              <a:avLst/>
              <a:gdLst/>
              <a:ahLst/>
              <a:cxnLst/>
              <a:rect l="l" t="t" r="r" b="b"/>
              <a:pathLst>
                <a:path w="2760345" h="313055">
                  <a:moveTo>
                    <a:pt x="0" y="0"/>
                  </a:moveTo>
                  <a:lnTo>
                    <a:pt x="2759913" y="312764"/>
                  </a:lnTo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633216" y="3201507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0" y="31265"/>
                  </a:moveTo>
                  <a:lnTo>
                    <a:pt x="3543" y="0"/>
                  </a:lnTo>
                  <a:lnTo>
                    <a:pt x="44722" y="20499"/>
                  </a:lnTo>
                  <a:lnTo>
                    <a:pt x="0" y="31265"/>
                  </a:lnTo>
                  <a:close/>
                </a:path>
              </a:pathLst>
            </a:custGeom>
            <a:solidFill>
              <a:srgbClr val="37761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4633216" y="3201507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0" y="31265"/>
                  </a:moveTo>
                  <a:lnTo>
                    <a:pt x="44722" y="20499"/>
                  </a:lnTo>
                  <a:lnTo>
                    <a:pt x="3543" y="0"/>
                  </a:lnTo>
                  <a:lnTo>
                    <a:pt x="0" y="31265"/>
                  </a:lnTo>
                  <a:close/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8238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49275" y="903576"/>
            <a:ext cx="4486910" cy="4479925"/>
            <a:chOff x="3949275" y="46325"/>
            <a:chExt cx="4486910" cy="4479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8800" y="55850"/>
              <a:ext cx="4467749" cy="44602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954038" y="510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8550" y="1085633"/>
            <a:ext cx="310451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Neural</a:t>
            </a:r>
            <a:r>
              <a:rPr spc="-50" dirty="0"/>
              <a:t> </a:t>
            </a:r>
            <a:r>
              <a:rPr spc="-5" dirty="0"/>
              <a:t>Turing</a:t>
            </a:r>
            <a:r>
              <a:rPr spc="-50" dirty="0"/>
              <a:t> </a:t>
            </a:r>
            <a:r>
              <a:rPr b="0" dirty="0"/>
              <a:t>Machine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997987" y="994868"/>
            <a:ext cx="3380740" cy="4265930"/>
            <a:chOff x="1997987" y="137618"/>
            <a:chExt cx="3380740" cy="4265930"/>
          </a:xfrm>
        </p:grpSpPr>
        <p:sp>
          <p:nvSpPr>
            <p:cNvPr id="7" name="object 7"/>
            <p:cNvSpPr/>
            <p:nvPr/>
          </p:nvSpPr>
          <p:spPr>
            <a:xfrm>
              <a:off x="2002750" y="163198"/>
              <a:ext cx="3333115" cy="1831975"/>
            </a:xfrm>
            <a:custGeom>
              <a:avLst/>
              <a:gdLst/>
              <a:ahLst/>
              <a:cxnLst/>
              <a:rect l="l" t="t" r="r" b="b"/>
              <a:pathLst>
                <a:path w="3333115" h="1831975">
                  <a:moveTo>
                    <a:pt x="0" y="1831576"/>
                  </a:moveTo>
                  <a:lnTo>
                    <a:pt x="3333013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328187" y="142381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15153" y="34605"/>
                  </a:moveTo>
                  <a:lnTo>
                    <a:pt x="0" y="7029"/>
                  </a:lnTo>
                  <a:lnTo>
                    <a:pt x="45458" y="0"/>
                  </a:lnTo>
                  <a:lnTo>
                    <a:pt x="15153" y="3460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328187" y="142381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15153" y="34605"/>
                  </a:moveTo>
                  <a:lnTo>
                    <a:pt x="45458" y="0"/>
                  </a:lnTo>
                  <a:lnTo>
                    <a:pt x="0" y="7029"/>
                  </a:lnTo>
                  <a:lnTo>
                    <a:pt x="15153" y="34605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274025" y="3702274"/>
              <a:ext cx="2849245" cy="681355"/>
            </a:xfrm>
            <a:custGeom>
              <a:avLst/>
              <a:gdLst/>
              <a:ahLst/>
              <a:cxnLst/>
              <a:rect l="l" t="t" r="r" b="b"/>
              <a:pathLst>
                <a:path w="2849245" h="681354">
                  <a:moveTo>
                    <a:pt x="0" y="0"/>
                  </a:moveTo>
                  <a:lnTo>
                    <a:pt x="2849015" y="680915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119383" y="4367888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603"/>
                  </a:moveTo>
                  <a:lnTo>
                    <a:pt x="7314" y="0"/>
                  </a:lnTo>
                  <a:lnTo>
                    <a:pt x="45698" y="25349"/>
                  </a:lnTo>
                  <a:lnTo>
                    <a:pt x="0" y="30603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119383" y="4367888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603"/>
                  </a:moveTo>
                  <a:lnTo>
                    <a:pt x="45698" y="25349"/>
                  </a:lnTo>
                  <a:lnTo>
                    <a:pt x="7314" y="0"/>
                  </a:lnTo>
                  <a:lnTo>
                    <a:pt x="0" y="30603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47525" y="2912858"/>
            <a:ext cx="1362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400" spc="-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94099" y="4078608"/>
            <a:ext cx="567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51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object 2"/>
          <p:cNvGrpSpPr/>
          <p:nvPr/>
        </p:nvGrpSpPr>
        <p:grpSpPr>
          <a:xfrm>
            <a:off x="838200" y="1600200"/>
            <a:ext cx="7750493" cy="4548379"/>
            <a:chOff x="-4762" y="46325"/>
            <a:chExt cx="8441055" cy="4953635"/>
          </a:xfrm>
        </p:grpSpPr>
        <p:pic>
          <p:nvPicPr>
            <p:cNvPr id="18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8800" y="55850"/>
              <a:ext cx="4467749" cy="4460299"/>
            </a:xfrm>
            <a:prstGeom prst="rect">
              <a:avLst/>
            </a:prstGeom>
          </p:spPr>
        </p:pic>
        <p:sp>
          <p:nvSpPr>
            <p:cNvPr id="19" name="object 4"/>
            <p:cNvSpPr/>
            <p:nvPr/>
          </p:nvSpPr>
          <p:spPr>
            <a:xfrm>
              <a:off x="3954038" y="510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6400" y="132050"/>
              <a:ext cx="4467749" cy="4460299"/>
            </a:xfrm>
            <a:prstGeom prst="rect">
              <a:avLst/>
            </a:prstGeom>
          </p:spPr>
        </p:pic>
        <p:sp>
          <p:nvSpPr>
            <p:cNvPr id="21" name="object 6"/>
            <p:cNvSpPr/>
            <p:nvPr/>
          </p:nvSpPr>
          <p:spPr>
            <a:xfrm>
              <a:off x="3801638" y="1272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7050" y="132050"/>
              <a:ext cx="4467749" cy="4460299"/>
            </a:xfrm>
            <a:prstGeom prst="rect">
              <a:avLst/>
            </a:prstGeom>
          </p:spPr>
        </p:pic>
        <p:sp>
          <p:nvSpPr>
            <p:cNvPr id="23" name="object 8"/>
            <p:cNvSpPr/>
            <p:nvPr/>
          </p:nvSpPr>
          <p:spPr>
            <a:xfrm>
              <a:off x="3552288" y="1272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4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4875" y="167550"/>
              <a:ext cx="4467749" cy="4460299"/>
            </a:xfrm>
            <a:prstGeom prst="rect">
              <a:avLst/>
            </a:prstGeom>
          </p:spPr>
        </p:pic>
        <p:sp>
          <p:nvSpPr>
            <p:cNvPr id="25" name="object 10"/>
            <p:cNvSpPr/>
            <p:nvPr/>
          </p:nvSpPr>
          <p:spPr>
            <a:xfrm>
              <a:off x="3340113" y="1627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6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5500" y="132050"/>
              <a:ext cx="4467749" cy="4460299"/>
            </a:xfrm>
            <a:prstGeom prst="rect">
              <a:avLst/>
            </a:prstGeom>
          </p:spPr>
        </p:pic>
        <p:sp>
          <p:nvSpPr>
            <p:cNvPr id="27" name="object 12"/>
            <p:cNvSpPr/>
            <p:nvPr/>
          </p:nvSpPr>
          <p:spPr>
            <a:xfrm>
              <a:off x="3090738" y="1272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8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4050" y="250600"/>
              <a:ext cx="4467749" cy="4460299"/>
            </a:xfrm>
            <a:prstGeom prst="rect">
              <a:avLst/>
            </a:prstGeom>
          </p:spPr>
        </p:pic>
        <p:sp>
          <p:nvSpPr>
            <p:cNvPr id="29" name="object 14"/>
            <p:cNvSpPr/>
            <p:nvPr/>
          </p:nvSpPr>
          <p:spPr>
            <a:xfrm>
              <a:off x="2789288" y="24583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0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7950" y="132050"/>
              <a:ext cx="4467749" cy="4460299"/>
            </a:xfrm>
            <a:prstGeom prst="rect">
              <a:avLst/>
            </a:prstGeom>
          </p:spPr>
        </p:pic>
        <p:sp>
          <p:nvSpPr>
            <p:cNvPr id="31" name="object 16"/>
            <p:cNvSpPr/>
            <p:nvPr/>
          </p:nvSpPr>
          <p:spPr>
            <a:xfrm>
              <a:off x="2443188" y="1272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2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8875" y="341600"/>
              <a:ext cx="4467749" cy="4460299"/>
            </a:xfrm>
            <a:prstGeom prst="rect">
              <a:avLst/>
            </a:prstGeom>
          </p:spPr>
        </p:pic>
        <p:sp>
          <p:nvSpPr>
            <p:cNvPr id="33" name="object 18"/>
            <p:cNvSpPr/>
            <p:nvPr/>
          </p:nvSpPr>
          <p:spPr>
            <a:xfrm>
              <a:off x="2244113" y="33683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4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4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6650" y="429399"/>
              <a:ext cx="4467749" cy="4460299"/>
            </a:xfrm>
            <a:prstGeom prst="rect">
              <a:avLst/>
            </a:prstGeom>
          </p:spPr>
        </p:pic>
        <p:sp>
          <p:nvSpPr>
            <p:cNvPr id="35" name="object 20"/>
            <p:cNvSpPr/>
            <p:nvPr/>
          </p:nvSpPr>
          <p:spPr>
            <a:xfrm>
              <a:off x="1951888" y="42463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5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6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075" y="529725"/>
              <a:ext cx="4467749" cy="4460299"/>
            </a:xfrm>
            <a:prstGeom prst="rect">
              <a:avLst/>
            </a:prstGeom>
          </p:spPr>
        </p:pic>
        <p:sp>
          <p:nvSpPr>
            <p:cNvPr id="37" name="object 22"/>
            <p:cNvSpPr/>
            <p:nvPr/>
          </p:nvSpPr>
          <p:spPr>
            <a:xfrm>
              <a:off x="1665313" y="524962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5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8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6325" y="429399"/>
              <a:ext cx="4467749" cy="4460299"/>
            </a:xfrm>
            <a:prstGeom prst="rect">
              <a:avLst/>
            </a:prstGeom>
          </p:spPr>
        </p:pic>
        <p:sp>
          <p:nvSpPr>
            <p:cNvPr id="39" name="object 24"/>
            <p:cNvSpPr/>
            <p:nvPr/>
          </p:nvSpPr>
          <p:spPr>
            <a:xfrm>
              <a:off x="1341563" y="42463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5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0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6700" y="283975"/>
              <a:ext cx="4467749" cy="4460299"/>
            </a:xfrm>
            <a:prstGeom prst="rect">
              <a:avLst/>
            </a:prstGeom>
          </p:spPr>
        </p:pic>
        <p:sp>
          <p:nvSpPr>
            <p:cNvPr id="41" name="object 26"/>
            <p:cNvSpPr/>
            <p:nvPr/>
          </p:nvSpPr>
          <p:spPr>
            <a:xfrm>
              <a:off x="1121938" y="279212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5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2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650" y="167550"/>
              <a:ext cx="4467749" cy="4460299"/>
            </a:xfrm>
            <a:prstGeom prst="rect">
              <a:avLst/>
            </a:prstGeom>
          </p:spPr>
        </p:pic>
        <p:sp>
          <p:nvSpPr>
            <p:cNvPr id="43" name="object 28"/>
            <p:cNvSpPr/>
            <p:nvPr/>
          </p:nvSpPr>
          <p:spPr>
            <a:xfrm>
              <a:off x="708888" y="1627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5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4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375" y="283975"/>
              <a:ext cx="4467749" cy="4460299"/>
            </a:xfrm>
            <a:prstGeom prst="rect">
              <a:avLst/>
            </a:prstGeom>
          </p:spPr>
        </p:pic>
        <p:sp>
          <p:nvSpPr>
            <p:cNvPr id="45" name="object 30"/>
            <p:cNvSpPr/>
            <p:nvPr/>
          </p:nvSpPr>
          <p:spPr>
            <a:xfrm>
              <a:off x="444613" y="279212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5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6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750" y="207550"/>
              <a:ext cx="4467749" cy="4460299"/>
            </a:xfrm>
            <a:prstGeom prst="rect">
              <a:avLst/>
            </a:prstGeom>
          </p:spPr>
        </p:pic>
        <p:sp>
          <p:nvSpPr>
            <p:cNvPr id="47" name="object 32"/>
            <p:cNvSpPr/>
            <p:nvPr/>
          </p:nvSpPr>
          <p:spPr>
            <a:xfrm>
              <a:off x="291988" y="202787"/>
              <a:ext cx="4477385" cy="4470400"/>
            </a:xfrm>
            <a:custGeom>
              <a:avLst/>
              <a:gdLst/>
              <a:ahLst/>
              <a:cxnLst/>
              <a:rect l="l" t="t" r="r" b="b"/>
              <a:pathLst>
                <a:path w="4477385" h="4470400">
                  <a:moveTo>
                    <a:pt x="0" y="0"/>
                  </a:moveTo>
                  <a:lnTo>
                    <a:pt x="4477274" y="0"/>
                  </a:lnTo>
                  <a:lnTo>
                    <a:pt x="4477274" y="4469824"/>
                  </a:lnTo>
                  <a:lnTo>
                    <a:pt x="0" y="44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8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7550"/>
              <a:ext cx="4467749" cy="4460299"/>
            </a:xfrm>
            <a:prstGeom prst="rect">
              <a:avLst/>
            </a:prstGeom>
          </p:spPr>
        </p:pic>
        <p:sp>
          <p:nvSpPr>
            <p:cNvPr id="49" name="object 34"/>
            <p:cNvSpPr/>
            <p:nvPr/>
          </p:nvSpPr>
          <p:spPr>
            <a:xfrm>
              <a:off x="0" y="202787"/>
              <a:ext cx="4472940" cy="4470400"/>
            </a:xfrm>
            <a:custGeom>
              <a:avLst/>
              <a:gdLst/>
              <a:ahLst/>
              <a:cxnLst/>
              <a:rect l="l" t="t" r="r" b="b"/>
              <a:pathLst>
                <a:path w="4472940" h="4470400">
                  <a:moveTo>
                    <a:pt x="0" y="0"/>
                  </a:moveTo>
                  <a:lnTo>
                    <a:pt x="4472513" y="0"/>
                  </a:lnTo>
                  <a:lnTo>
                    <a:pt x="4472513" y="4469824"/>
                  </a:lnTo>
                  <a:lnTo>
                    <a:pt x="0" y="446982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0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41600"/>
              <a:ext cx="4282500" cy="4460299"/>
            </a:xfrm>
            <a:prstGeom prst="rect">
              <a:avLst/>
            </a:prstGeom>
          </p:spPr>
        </p:pic>
        <p:sp>
          <p:nvSpPr>
            <p:cNvPr id="51" name="object 36"/>
            <p:cNvSpPr/>
            <p:nvPr/>
          </p:nvSpPr>
          <p:spPr>
            <a:xfrm>
              <a:off x="0" y="336837"/>
              <a:ext cx="4287520" cy="4470400"/>
            </a:xfrm>
            <a:custGeom>
              <a:avLst/>
              <a:gdLst/>
              <a:ahLst/>
              <a:cxnLst/>
              <a:rect l="l" t="t" r="r" b="b"/>
              <a:pathLst>
                <a:path w="4287520" h="4470400">
                  <a:moveTo>
                    <a:pt x="0" y="0"/>
                  </a:moveTo>
                  <a:lnTo>
                    <a:pt x="4287263" y="0"/>
                  </a:lnTo>
                  <a:lnTo>
                    <a:pt x="4287263" y="4469824"/>
                  </a:lnTo>
                  <a:lnTo>
                    <a:pt x="0" y="446982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2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29725"/>
              <a:ext cx="4064625" cy="4460299"/>
            </a:xfrm>
            <a:prstGeom prst="rect">
              <a:avLst/>
            </a:prstGeom>
          </p:spPr>
        </p:pic>
        <p:sp>
          <p:nvSpPr>
            <p:cNvPr id="53" name="object 38"/>
            <p:cNvSpPr/>
            <p:nvPr/>
          </p:nvSpPr>
          <p:spPr>
            <a:xfrm>
              <a:off x="0" y="524962"/>
              <a:ext cx="4069715" cy="4470400"/>
            </a:xfrm>
            <a:custGeom>
              <a:avLst/>
              <a:gdLst/>
              <a:ahLst/>
              <a:cxnLst/>
              <a:rect l="l" t="t" r="r" b="b"/>
              <a:pathLst>
                <a:path w="4069715" h="4470400">
                  <a:moveTo>
                    <a:pt x="0" y="0"/>
                  </a:moveTo>
                  <a:lnTo>
                    <a:pt x="4069388" y="0"/>
                  </a:lnTo>
                  <a:lnTo>
                    <a:pt x="4069388" y="4469824"/>
                  </a:lnTo>
                  <a:lnTo>
                    <a:pt x="0" y="4469824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4" name="object 39"/>
          <p:cNvSpPr txBox="1">
            <a:spLocks/>
          </p:cNvSpPr>
          <p:nvPr/>
        </p:nvSpPr>
        <p:spPr>
          <a:xfrm>
            <a:off x="201790" y="381000"/>
            <a:ext cx="413140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 smtClean="0"/>
              <a:t>Neural</a:t>
            </a:r>
            <a:r>
              <a:rPr lang="en-US" spc="-50" dirty="0" smtClean="0"/>
              <a:t> </a:t>
            </a:r>
            <a:r>
              <a:rPr lang="en-US" spc="-5" dirty="0" smtClean="0"/>
              <a:t>Turing</a:t>
            </a:r>
            <a:r>
              <a:rPr lang="en-US" spc="-50" dirty="0" smtClean="0"/>
              <a:t> </a:t>
            </a:r>
            <a:r>
              <a:rPr lang="en-US" dirty="0" smtClean="0"/>
              <a:t>Machine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949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533400"/>
            <a:ext cx="2838449" cy="438149"/>
          </a:xfrm>
          <a:prstGeom prst="rect">
            <a:avLst/>
          </a:prstGeom>
        </p:spPr>
      </p:pic>
      <p:grpSp>
        <p:nvGrpSpPr>
          <p:cNvPr id="18" name="object 3"/>
          <p:cNvGrpSpPr/>
          <p:nvPr/>
        </p:nvGrpSpPr>
        <p:grpSpPr>
          <a:xfrm>
            <a:off x="2362200" y="2209800"/>
            <a:ext cx="5977890" cy="3352800"/>
            <a:chOff x="4496425" y="145149"/>
            <a:chExt cx="4530090" cy="2075814"/>
          </a:xfrm>
        </p:grpSpPr>
        <p:pic>
          <p:nvPicPr>
            <p:cNvPr id="19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20" name="object 5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6"/>
            <p:cNvSpPr/>
            <p:nvPr/>
          </p:nvSpPr>
          <p:spPr>
            <a:xfrm>
              <a:off x="4702048" y="456005"/>
              <a:ext cx="4144010" cy="1714500"/>
            </a:xfrm>
            <a:custGeom>
              <a:avLst/>
              <a:gdLst/>
              <a:ahLst/>
              <a:cxnLst/>
              <a:rect l="l" t="t" r="r" b="b"/>
              <a:pathLst>
                <a:path w="4144009" h="1714500">
                  <a:moveTo>
                    <a:pt x="374992" y="1555927"/>
                  </a:moveTo>
                  <a:lnTo>
                    <a:pt x="0" y="1555927"/>
                  </a:lnTo>
                  <a:lnTo>
                    <a:pt x="0" y="1714030"/>
                  </a:lnTo>
                  <a:lnTo>
                    <a:pt x="374992" y="1714030"/>
                  </a:lnTo>
                  <a:lnTo>
                    <a:pt x="374992" y="1555927"/>
                  </a:lnTo>
                  <a:close/>
                </a:path>
                <a:path w="4144009" h="171450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4144009" h="171450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  <a:path w="4144009" h="1714500">
                  <a:moveTo>
                    <a:pt x="1976450" y="61747"/>
                  </a:moveTo>
                  <a:lnTo>
                    <a:pt x="1732241" y="61747"/>
                  </a:lnTo>
                  <a:lnTo>
                    <a:pt x="1732241" y="325145"/>
                  </a:lnTo>
                  <a:lnTo>
                    <a:pt x="1976450" y="325145"/>
                  </a:lnTo>
                  <a:lnTo>
                    <a:pt x="1976450" y="61747"/>
                  </a:lnTo>
                  <a:close/>
                </a:path>
                <a:path w="4144009" h="1714500">
                  <a:moveTo>
                    <a:pt x="2315489" y="400545"/>
                  </a:moveTo>
                  <a:lnTo>
                    <a:pt x="1940496" y="400545"/>
                  </a:lnTo>
                  <a:lnTo>
                    <a:pt x="1940496" y="663956"/>
                  </a:lnTo>
                  <a:lnTo>
                    <a:pt x="2315489" y="663956"/>
                  </a:lnTo>
                  <a:lnTo>
                    <a:pt x="2315489" y="400545"/>
                  </a:lnTo>
                  <a:close/>
                </a:path>
                <a:path w="4144009" h="1714500">
                  <a:moveTo>
                    <a:pt x="4143514" y="943927"/>
                  </a:moveTo>
                  <a:lnTo>
                    <a:pt x="3768521" y="943927"/>
                  </a:lnTo>
                  <a:lnTo>
                    <a:pt x="3768521" y="1207325"/>
                  </a:lnTo>
                  <a:lnTo>
                    <a:pt x="4143514" y="1207325"/>
                  </a:lnTo>
                  <a:lnTo>
                    <a:pt x="4143514" y="9439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object 7"/>
          <p:cNvSpPr txBox="1">
            <a:spLocks/>
          </p:cNvSpPr>
          <p:nvPr/>
        </p:nvSpPr>
        <p:spPr>
          <a:xfrm>
            <a:off x="381000" y="1150247"/>
            <a:ext cx="401145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 smtClean="0">
                <a:solidFill>
                  <a:srgbClr val="37761C"/>
                </a:solidFill>
              </a:rPr>
              <a:t>e.g.</a:t>
            </a:r>
            <a:r>
              <a:rPr lang="en-US" spc="-15" dirty="0" smtClean="0">
                <a:solidFill>
                  <a:srgbClr val="37761C"/>
                </a:solidFill>
              </a:rPr>
              <a:t> </a:t>
            </a:r>
            <a:r>
              <a:rPr lang="en-US" dirty="0" smtClean="0">
                <a:solidFill>
                  <a:srgbClr val="37761C"/>
                </a:solidFill>
              </a:rPr>
              <a:t>x</a:t>
            </a:r>
            <a:r>
              <a:rPr lang="en-US" spc="-15" dirty="0" smtClean="0">
                <a:solidFill>
                  <a:srgbClr val="37761C"/>
                </a:solidFill>
              </a:rPr>
              <a:t> </a:t>
            </a:r>
            <a:r>
              <a:rPr lang="en-US" dirty="0" smtClean="0">
                <a:solidFill>
                  <a:srgbClr val="37761C"/>
                </a:solidFill>
              </a:rPr>
              <a:t>=</a:t>
            </a:r>
            <a:r>
              <a:rPr lang="en-US" spc="-20" dirty="0" smtClean="0">
                <a:solidFill>
                  <a:srgbClr val="37761C"/>
                </a:solidFill>
              </a:rPr>
              <a:t> </a:t>
            </a:r>
            <a:r>
              <a:rPr lang="en-US" dirty="0" smtClean="0">
                <a:solidFill>
                  <a:srgbClr val="37761C"/>
                </a:solidFill>
              </a:rPr>
              <a:t>-2,</a:t>
            </a:r>
            <a:r>
              <a:rPr lang="en-US" spc="-15" dirty="0" smtClean="0">
                <a:solidFill>
                  <a:srgbClr val="37761C"/>
                </a:solidFill>
              </a:rPr>
              <a:t> </a:t>
            </a:r>
            <a:r>
              <a:rPr lang="en-US" dirty="0" smtClean="0">
                <a:solidFill>
                  <a:srgbClr val="37761C"/>
                </a:solidFill>
              </a:rPr>
              <a:t>y</a:t>
            </a:r>
            <a:r>
              <a:rPr lang="en-US" spc="-15" dirty="0" smtClean="0">
                <a:solidFill>
                  <a:srgbClr val="37761C"/>
                </a:solidFill>
              </a:rPr>
              <a:t> </a:t>
            </a:r>
            <a:r>
              <a:rPr lang="en-US" dirty="0" smtClean="0">
                <a:solidFill>
                  <a:srgbClr val="37761C"/>
                </a:solidFill>
              </a:rPr>
              <a:t>=</a:t>
            </a:r>
            <a:r>
              <a:rPr lang="en-US" spc="-20" dirty="0" smtClean="0">
                <a:solidFill>
                  <a:srgbClr val="37761C"/>
                </a:solidFill>
              </a:rPr>
              <a:t> </a:t>
            </a:r>
            <a:r>
              <a:rPr lang="en-US" spc="-5" dirty="0" smtClean="0">
                <a:solidFill>
                  <a:srgbClr val="37761C"/>
                </a:solidFill>
              </a:rPr>
              <a:t>5,</a:t>
            </a:r>
            <a:r>
              <a:rPr lang="en-US" spc="-15" dirty="0" smtClean="0">
                <a:solidFill>
                  <a:srgbClr val="37761C"/>
                </a:solidFill>
              </a:rPr>
              <a:t> </a:t>
            </a:r>
            <a:r>
              <a:rPr lang="en-US" dirty="0" smtClean="0">
                <a:solidFill>
                  <a:srgbClr val="37761C"/>
                </a:solidFill>
              </a:rPr>
              <a:t>z</a:t>
            </a:r>
            <a:r>
              <a:rPr lang="en-US" spc="-15" dirty="0" smtClean="0">
                <a:solidFill>
                  <a:srgbClr val="37761C"/>
                </a:solidFill>
              </a:rPr>
              <a:t> </a:t>
            </a:r>
            <a:r>
              <a:rPr lang="en-US" dirty="0" smtClean="0">
                <a:solidFill>
                  <a:srgbClr val="37761C"/>
                </a:solidFill>
              </a:rPr>
              <a:t>=</a:t>
            </a:r>
            <a:r>
              <a:rPr lang="en-US" spc="-20" dirty="0" smtClean="0">
                <a:solidFill>
                  <a:srgbClr val="37761C"/>
                </a:solidFill>
              </a:rPr>
              <a:t> </a:t>
            </a:r>
            <a:r>
              <a:rPr lang="en-US" dirty="0" smtClean="0">
                <a:solidFill>
                  <a:srgbClr val="37761C"/>
                </a:solidFill>
              </a:rPr>
              <a:t>-4</a:t>
            </a:r>
            <a:endParaRPr lang="en-US" dirty="0">
              <a:solidFill>
                <a:srgbClr val="3776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915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399"/>
            <a:ext cx="4530090" cy="2075814"/>
            <a:chOff x="4496425" y="145149"/>
            <a:chExt cx="4530090" cy="2075814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48" y="456005"/>
              <a:ext cx="4144010" cy="1714500"/>
            </a:xfrm>
            <a:custGeom>
              <a:avLst/>
              <a:gdLst/>
              <a:ahLst/>
              <a:cxnLst/>
              <a:rect l="l" t="t" r="r" b="b"/>
              <a:pathLst>
                <a:path w="4144009" h="1714500">
                  <a:moveTo>
                    <a:pt x="374992" y="1555927"/>
                  </a:moveTo>
                  <a:lnTo>
                    <a:pt x="0" y="1555927"/>
                  </a:lnTo>
                  <a:lnTo>
                    <a:pt x="0" y="1714030"/>
                  </a:lnTo>
                  <a:lnTo>
                    <a:pt x="374992" y="1714030"/>
                  </a:lnTo>
                  <a:lnTo>
                    <a:pt x="374992" y="1555927"/>
                  </a:lnTo>
                  <a:close/>
                </a:path>
                <a:path w="4144009" h="171450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4144009" h="171450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  <a:path w="4144009" h="1714500">
                  <a:moveTo>
                    <a:pt x="2315489" y="400545"/>
                  </a:moveTo>
                  <a:lnTo>
                    <a:pt x="1940496" y="400545"/>
                  </a:lnTo>
                  <a:lnTo>
                    <a:pt x="1940496" y="663956"/>
                  </a:lnTo>
                  <a:lnTo>
                    <a:pt x="2315489" y="663956"/>
                  </a:lnTo>
                  <a:lnTo>
                    <a:pt x="2315489" y="400545"/>
                  </a:lnTo>
                  <a:close/>
                </a:path>
                <a:path w="4144009" h="1714500">
                  <a:moveTo>
                    <a:pt x="4143514" y="943927"/>
                  </a:moveTo>
                  <a:lnTo>
                    <a:pt x="3768521" y="943927"/>
                  </a:lnTo>
                  <a:lnTo>
                    <a:pt x="3768521" y="1207325"/>
                  </a:lnTo>
                  <a:lnTo>
                    <a:pt x="4143514" y="1207325"/>
                  </a:lnTo>
                  <a:lnTo>
                    <a:pt x="4143514" y="9439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1949" y="1699234"/>
            <a:ext cx="412048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95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399"/>
            <a:ext cx="4530090" cy="2900680"/>
            <a:chOff x="4496425" y="145149"/>
            <a:chExt cx="4530090" cy="29006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48" y="456005"/>
              <a:ext cx="4144010" cy="1714500"/>
            </a:xfrm>
            <a:custGeom>
              <a:avLst/>
              <a:gdLst/>
              <a:ahLst/>
              <a:cxnLst/>
              <a:rect l="l" t="t" r="r" b="b"/>
              <a:pathLst>
                <a:path w="4144009" h="1714500">
                  <a:moveTo>
                    <a:pt x="374992" y="1555927"/>
                  </a:moveTo>
                  <a:lnTo>
                    <a:pt x="0" y="1555927"/>
                  </a:lnTo>
                  <a:lnTo>
                    <a:pt x="0" y="1714030"/>
                  </a:lnTo>
                  <a:lnTo>
                    <a:pt x="374992" y="1714030"/>
                  </a:lnTo>
                  <a:lnTo>
                    <a:pt x="374992" y="1555927"/>
                  </a:lnTo>
                  <a:close/>
                </a:path>
                <a:path w="4144009" h="171450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4144009" h="171450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  <a:path w="4144009" h="1714500">
                  <a:moveTo>
                    <a:pt x="2315489" y="400545"/>
                  </a:moveTo>
                  <a:lnTo>
                    <a:pt x="1940496" y="400545"/>
                  </a:lnTo>
                  <a:lnTo>
                    <a:pt x="1940496" y="663956"/>
                  </a:lnTo>
                  <a:lnTo>
                    <a:pt x="2315489" y="663956"/>
                  </a:lnTo>
                  <a:lnTo>
                    <a:pt x="2315489" y="400545"/>
                  </a:lnTo>
                  <a:close/>
                </a:path>
                <a:path w="4144009" h="1714500">
                  <a:moveTo>
                    <a:pt x="4143514" y="943927"/>
                  </a:moveTo>
                  <a:lnTo>
                    <a:pt x="3768521" y="943927"/>
                  </a:lnTo>
                  <a:lnTo>
                    <a:pt x="3768521" y="1207325"/>
                  </a:lnTo>
                  <a:lnTo>
                    <a:pt x="4143514" y="1207325"/>
                  </a:lnTo>
                  <a:lnTo>
                    <a:pt x="4143514" y="9439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2647" y="2436125"/>
              <a:ext cx="346947" cy="5905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273122" y="1773912"/>
              <a:ext cx="366395" cy="1262380"/>
            </a:xfrm>
            <a:custGeom>
              <a:avLst/>
              <a:gdLst/>
              <a:ahLst/>
              <a:cxnLst/>
              <a:rect l="l" t="t" r="r" b="b"/>
              <a:pathLst>
                <a:path w="366395" h="1262380">
                  <a:moveTo>
                    <a:pt x="0" y="652686"/>
                  </a:moveTo>
                  <a:lnTo>
                    <a:pt x="365997" y="652686"/>
                  </a:lnTo>
                  <a:lnTo>
                    <a:pt x="365997" y="1262286"/>
                  </a:lnTo>
                  <a:lnTo>
                    <a:pt x="0" y="1262286"/>
                  </a:lnTo>
                  <a:lnTo>
                    <a:pt x="0" y="652686"/>
                  </a:lnTo>
                  <a:close/>
                </a:path>
                <a:path w="366395" h="1262380">
                  <a:moveTo>
                    <a:pt x="182998" y="662211"/>
                  </a:moveTo>
                  <a:lnTo>
                    <a:pt x="356006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89160" y="1680745"/>
              <a:ext cx="79937" cy="110646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1950" y="1699234"/>
            <a:ext cx="436499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295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399"/>
            <a:ext cx="4530090" cy="2900680"/>
            <a:chOff x="4496425" y="145149"/>
            <a:chExt cx="4530090" cy="29006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48" y="456005"/>
              <a:ext cx="2315845" cy="1714500"/>
            </a:xfrm>
            <a:custGeom>
              <a:avLst/>
              <a:gdLst/>
              <a:ahLst/>
              <a:cxnLst/>
              <a:rect l="l" t="t" r="r" b="b"/>
              <a:pathLst>
                <a:path w="2315845" h="1714500">
                  <a:moveTo>
                    <a:pt x="374992" y="1555927"/>
                  </a:moveTo>
                  <a:lnTo>
                    <a:pt x="0" y="1555927"/>
                  </a:lnTo>
                  <a:lnTo>
                    <a:pt x="0" y="1714030"/>
                  </a:lnTo>
                  <a:lnTo>
                    <a:pt x="374992" y="1714030"/>
                  </a:lnTo>
                  <a:lnTo>
                    <a:pt x="374992" y="1555927"/>
                  </a:lnTo>
                  <a:close/>
                </a:path>
                <a:path w="2315845" h="171450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2315845" h="171450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  <a:path w="2315845" h="1714500">
                  <a:moveTo>
                    <a:pt x="2315489" y="400545"/>
                  </a:moveTo>
                  <a:lnTo>
                    <a:pt x="1940496" y="400545"/>
                  </a:lnTo>
                  <a:lnTo>
                    <a:pt x="1940496" y="663956"/>
                  </a:lnTo>
                  <a:lnTo>
                    <a:pt x="2315489" y="663956"/>
                  </a:lnTo>
                  <a:lnTo>
                    <a:pt x="2315489" y="4005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2647" y="2436125"/>
              <a:ext cx="346947" cy="5905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273122" y="1773912"/>
              <a:ext cx="366395" cy="1262380"/>
            </a:xfrm>
            <a:custGeom>
              <a:avLst/>
              <a:gdLst/>
              <a:ahLst/>
              <a:cxnLst/>
              <a:rect l="l" t="t" r="r" b="b"/>
              <a:pathLst>
                <a:path w="366395" h="1262380">
                  <a:moveTo>
                    <a:pt x="0" y="652686"/>
                  </a:moveTo>
                  <a:lnTo>
                    <a:pt x="365997" y="652686"/>
                  </a:lnTo>
                  <a:lnTo>
                    <a:pt x="365997" y="1262286"/>
                  </a:lnTo>
                  <a:lnTo>
                    <a:pt x="0" y="1262286"/>
                  </a:lnTo>
                  <a:lnTo>
                    <a:pt x="0" y="652686"/>
                  </a:lnTo>
                  <a:close/>
                </a:path>
                <a:path w="366395" h="1262380">
                  <a:moveTo>
                    <a:pt x="182998" y="662211"/>
                  </a:moveTo>
                  <a:lnTo>
                    <a:pt x="356006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89160" y="1680745"/>
              <a:ext cx="79937" cy="110646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1949" y="1699234"/>
            <a:ext cx="416923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073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399"/>
            <a:ext cx="4530090" cy="2937510"/>
            <a:chOff x="4496425" y="145149"/>
            <a:chExt cx="4530090" cy="29375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48" y="456005"/>
              <a:ext cx="2315845" cy="1714500"/>
            </a:xfrm>
            <a:custGeom>
              <a:avLst/>
              <a:gdLst/>
              <a:ahLst/>
              <a:cxnLst/>
              <a:rect l="l" t="t" r="r" b="b"/>
              <a:pathLst>
                <a:path w="2315845" h="1714500">
                  <a:moveTo>
                    <a:pt x="374992" y="1555927"/>
                  </a:moveTo>
                  <a:lnTo>
                    <a:pt x="0" y="1555927"/>
                  </a:lnTo>
                  <a:lnTo>
                    <a:pt x="0" y="1714030"/>
                  </a:lnTo>
                  <a:lnTo>
                    <a:pt x="374992" y="1714030"/>
                  </a:lnTo>
                  <a:lnTo>
                    <a:pt x="374992" y="1555927"/>
                  </a:lnTo>
                  <a:close/>
                </a:path>
                <a:path w="2315845" h="171450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2315845" h="171450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  <a:path w="2315845" h="1714500">
                  <a:moveTo>
                    <a:pt x="2315489" y="400545"/>
                  </a:moveTo>
                  <a:lnTo>
                    <a:pt x="1940496" y="400545"/>
                  </a:lnTo>
                  <a:lnTo>
                    <a:pt x="1940496" y="663956"/>
                  </a:lnTo>
                  <a:lnTo>
                    <a:pt x="2315489" y="663956"/>
                  </a:lnTo>
                  <a:lnTo>
                    <a:pt x="2315489" y="4005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411579" y="2087623"/>
              <a:ext cx="3044825" cy="348615"/>
            </a:xfrm>
            <a:custGeom>
              <a:avLst/>
              <a:gdLst/>
              <a:ahLst/>
              <a:cxnLst/>
              <a:rect l="l" t="t" r="r" b="b"/>
              <a:pathLst>
                <a:path w="3044825" h="348614">
                  <a:moveTo>
                    <a:pt x="3044541" y="34850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16165" y="2046837"/>
              <a:ext cx="108517" cy="815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78013" y="2444229"/>
              <a:ext cx="423146" cy="619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368488" y="2434704"/>
              <a:ext cx="485775" cy="638810"/>
            </a:xfrm>
            <a:custGeom>
              <a:avLst/>
              <a:gdLst/>
              <a:ahLst/>
              <a:cxnLst/>
              <a:rect l="l" t="t" r="r" b="b"/>
              <a:pathLst>
                <a:path w="485775" h="638810">
                  <a:moveTo>
                    <a:pt x="0" y="0"/>
                  </a:moveTo>
                  <a:lnTo>
                    <a:pt x="485374" y="0"/>
                  </a:lnTo>
                  <a:lnTo>
                    <a:pt x="485374" y="638249"/>
                  </a:lnTo>
                  <a:lnTo>
                    <a:pt x="0" y="6382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31950" y="1699234"/>
            <a:ext cx="436499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102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399"/>
            <a:ext cx="4530090" cy="2937510"/>
            <a:chOff x="4496425" y="145149"/>
            <a:chExt cx="4530090" cy="29375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48" y="456005"/>
              <a:ext cx="2315845" cy="1022350"/>
            </a:xfrm>
            <a:custGeom>
              <a:avLst/>
              <a:gdLst/>
              <a:ahLst/>
              <a:cxnLst/>
              <a:rect l="l" t="t" r="r" b="b"/>
              <a:pathLst>
                <a:path w="2315845" h="102235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2315845" h="102235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  <a:path w="2315845" h="1022350">
                  <a:moveTo>
                    <a:pt x="2315489" y="400545"/>
                  </a:moveTo>
                  <a:lnTo>
                    <a:pt x="1940496" y="400545"/>
                  </a:lnTo>
                  <a:lnTo>
                    <a:pt x="1940496" y="663956"/>
                  </a:lnTo>
                  <a:lnTo>
                    <a:pt x="2315489" y="663956"/>
                  </a:lnTo>
                  <a:lnTo>
                    <a:pt x="2315489" y="4005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78013" y="2444229"/>
              <a:ext cx="423146" cy="6191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411579" y="2087623"/>
              <a:ext cx="3442335" cy="985519"/>
            </a:xfrm>
            <a:custGeom>
              <a:avLst/>
              <a:gdLst/>
              <a:ahLst/>
              <a:cxnLst/>
              <a:rect l="l" t="t" r="r" b="b"/>
              <a:pathLst>
                <a:path w="3442334" h="985519">
                  <a:moveTo>
                    <a:pt x="2956908" y="347080"/>
                  </a:moveTo>
                  <a:lnTo>
                    <a:pt x="3442283" y="347080"/>
                  </a:lnTo>
                  <a:lnTo>
                    <a:pt x="3442283" y="985330"/>
                  </a:lnTo>
                  <a:lnTo>
                    <a:pt x="2956908" y="985330"/>
                  </a:lnTo>
                  <a:lnTo>
                    <a:pt x="2956908" y="347080"/>
                  </a:lnTo>
                  <a:close/>
                </a:path>
                <a:path w="3442334" h="985519">
                  <a:moveTo>
                    <a:pt x="3044541" y="34850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16165" y="2046837"/>
              <a:ext cx="108517" cy="81572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1950" y="1699234"/>
            <a:ext cx="44686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85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399"/>
            <a:ext cx="4530090" cy="3053080"/>
            <a:chOff x="4496425" y="145149"/>
            <a:chExt cx="4530090" cy="30530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48" y="456005"/>
              <a:ext cx="2315845" cy="1022350"/>
            </a:xfrm>
            <a:custGeom>
              <a:avLst/>
              <a:gdLst/>
              <a:ahLst/>
              <a:cxnLst/>
              <a:rect l="l" t="t" r="r" b="b"/>
              <a:pathLst>
                <a:path w="2315845" h="102235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2315845" h="102235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  <a:path w="2315845" h="1022350">
                  <a:moveTo>
                    <a:pt x="2315489" y="400545"/>
                  </a:moveTo>
                  <a:lnTo>
                    <a:pt x="1940496" y="400545"/>
                  </a:lnTo>
                  <a:lnTo>
                    <a:pt x="1940496" y="663956"/>
                  </a:lnTo>
                  <a:lnTo>
                    <a:pt x="2315489" y="663956"/>
                  </a:lnTo>
                  <a:lnTo>
                    <a:pt x="2315489" y="4005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1125" y="2436125"/>
              <a:ext cx="457199" cy="7429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35361" y="1176936"/>
              <a:ext cx="1692910" cy="2011680"/>
            </a:xfrm>
            <a:custGeom>
              <a:avLst/>
              <a:gdLst/>
              <a:ahLst/>
              <a:cxnLst/>
              <a:rect l="l" t="t" r="r" b="b"/>
              <a:pathLst>
                <a:path w="1692909" h="2011680">
                  <a:moveTo>
                    <a:pt x="1216238" y="1249663"/>
                  </a:moveTo>
                  <a:lnTo>
                    <a:pt x="1692488" y="1249663"/>
                  </a:lnTo>
                  <a:lnTo>
                    <a:pt x="1692488" y="2011663"/>
                  </a:lnTo>
                  <a:lnTo>
                    <a:pt x="1216238" y="2011663"/>
                  </a:lnTo>
                  <a:lnTo>
                    <a:pt x="1216238" y="1249663"/>
                  </a:lnTo>
                  <a:close/>
                </a:path>
                <a:path w="1692909" h="2011680">
                  <a:moveTo>
                    <a:pt x="1420759" y="125918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61137" y="1110071"/>
              <a:ext cx="104618" cy="99938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1950" y="1699234"/>
            <a:ext cx="44686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514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399"/>
            <a:ext cx="4530090" cy="3053080"/>
            <a:chOff x="4496425" y="145149"/>
            <a:chExt cx="4530090" cy="30530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48" y="456005"/>
              <a:ext cx="447675" cy="1022350"/>
            </a:xfrm>
            <a:custGeom>
              <a:avLst/>
              <a:gdLst/>
              <a:ahLst/>
              <a:cxnLst/>
              <a:rect l="l" t="t" r="r" b="b"/>
              <a:pathLst>
                <a:path w="447675" h="102235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447675" h="102235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035361" y="1176936"/>
              <a:ext cx="1421130" cy="1259205"/>
            </a:xfrm>
            <a:custGeom>
              <a:avLst/>
              <a:gdLst/>
              <a:ahLst/>
              <a:cxnLst/>
              <a:rect l="l" t="t" r="r" b="b"/>
              <a:pathLst>
                <a:path w="1421129" h="1259205">
                  <a:moveTo>
                    <a:pt x="1420759" y="125918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1137" y="1110071"/>
              <a:ext cx="104618" cy="9993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61125" y="2436125"/>
              <a:ext cx="457199" cy="7429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251600" y="2426600"/>
              <a:ext cx="476250" cy="762000"/>
            </a:xfrm>
            <a:custGeom>
              <a:avLst/>
              <a:gdLst/>
              <a:ahLst/>
              <a:cxnLst/>
              <a:rect l="l" t="t" r="r" b="b"/>
              <a:pathLst>
                <a:path w="476250" h="762000">
                  <a:moveTo>
                    <a:pt x="0" y="0"/>
                  </a:moveTo>
                  <a:lnTo>
                    <a:pt x="476249" y="0"/>
                  </a:lnTo>
                  <a:lnTo>
                    <a:pt x="476249" y="761999"/>
                  </a:lnTo>
                  <a:lnTo>
                    <a:pt x="0" y="761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31950" y="1699234"/>
            <a:ext cx="44686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07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400"/>
            <a:ext cx="4530090" cy="2929255"/>
            <a:chOff x="4496425" y="145149"/>
            <a:chExt cx="4530090" cy="292925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48" y="456005"/>
              <a:ext cx="447675" cy="1022350"/>
            </a:xfrm>
            <a:custGeom>
              <a:avLst/>
              <a:gdLst/>
              <a:ahLst/>
              <a:cxnLst/>
              <a:rect l="l" t="t" r="r" b="b"/>
              <a:pathLst>
                <a:path w="447675" h="1022350">
                  <a:moveTo>
                    <a:pt x="374992" y="0"/>
                  </a:moveTo>
                  <a:lnTo>
                    <a:pt x="0" y="0"/>
                  </a:lnTo>
                  <a:lnTo>
                    <a:pt x="0" y="263398"/>
                  </a:lnTo>
                  <a:lnTo>
                    <a:pt x="374992" y="263398"/>
                  </a:lnTo>
                  <a:lnTo>
                    <a:pt x="374992" y="0"/>
                  </a:lnTo>
                  <a:close/>
                </a:path>
                <a:path w="447675" h="1022350">
                  <a:moveTo>
                    <a:pt x="447624" y="758799"/>
                  </a:moveTo>
                  <a:lnTo>
                    <a:pt x="72618" y="758799"/>
                  </a:lnTo>
                  <a:lnTo>
                    <a:pt x="72618" y="1022197"/>
                  </a:lnTo>
                  <a:lnTo>
                    <a:pt x="447624" y="1022197"/>
                  </a:lnTo>
                  <a:lnTo>
                    <a:pt x="447624" y="758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258232" y="1382275"/>
              <a:ext cx="3197860" cy="1054100"/>
            </a:xfrm>
            <a:custGeom>
              <a:avLst/>
              <a:gdLst/>
              <a:ahLst/>
              <a:cxnLst/>
              <a:rect l="l" t="t" r="r" b="b"/>
              <a:pathLst>
                <a:path w="3197859" h="1054100">
                  <a:moveTo>
                    <a:pt x="3197742" y="105382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6600" y="1342865"/>
              <a:ext cx="111005" cy="7881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71872" y="2436125"/>
              <a:ext cx="457199" cy="619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262347" y="2426600"/>
              <a:ext cx="476250" cy="638810"/>
            </a:xfrm>
            <a:custGeom>
              <a:avLst/>
              <a:gdLst/>
              <a:ahLst/>
              <a:cxnLst/>
              <a:rect l="l" t="t" r="r" b="b"/>
              <a:pathLst>
                <a:path w="476250" h="638810">
                  <a:moveTo>
                    <a:pt x="0" y="0"/>
                  </a:moveTo>
                  <a:lnTo>
                    <a:pt x="476249" y="0"/>
                  </a:lnTo>
                  <a:lnTo>
                    <a:pt x="476249" y="638249"/>
                  </a:lnTo>
                  <a:lnTo>
                    <a:pt x="0" y="6382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31950" y="1699234"/>
            <a:ext cx="437009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511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400"/>
            <a:ext cx="4530090" cy="2929255"/>
            <a:chOff x="4496425" y="145149"/>
            <a:chExt cx="4530090" cy="292925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50" y="455999"/>
              <a:ext cx="375285" cy="263525"/>
            </a:xfrm>
            <a:custGeom>
              <a:avLst/>
              <a:gdLst/>
              <a:ahLst/>
              <a:cxnLst/>
              <a:rect l="l" t="t" r="r" b="b"/>
              <a:pathLst>
                <a:path w="375285" h="263525">
                  <a:moveTo>
                    <a:pt x="374999" y="263399"/>
                  </a:moveTo>
                  <a:lnTo>
                    <a:pt x="0" y="263399"/>
                  </a:lnTo>
                  <a:lnTo>
                    <a:pt x="0" y="0"/>
                  </a:lnTo>
                  <a:lnTo>
                    <a:pt x="374999" y="0"/>
                  </a:lnTo>
                  <a:lnTo>
                    <a:pt x="374999" y="26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258232" y="1382275"/>
              <a:ext cx="3197860" cy="1054100"/>
            </a:xfrm>
            <a:custGeom>
              <a:avLst/>
              <a:gdLst/>
              <a:ahLst/>
              <a:cxnLst/>
              <a:rect l="l" t="t" r="r" b="b"/>
              <a:pathLst>
                <a:path w="3197859" h="1054100">
                  <a:moveTo>
                    <a:pt x="3197742" y="105382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6600" y="1342865"/>
              <a:ext cx="111005" cy="7881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71872" y="2436125"/>
              <a:ext cx="457199" cy="619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262347" y="2426600"/>
              <a:ext cx="476250" cy="638810"/>
            </a:xfrm>
            <a:custGeom>
              <a:avLst/>
              <a:gdLst/>
              <a:ahLst/>
              <a:cxnLst/>
              <a:rect l="l" t="t" r="r" b="b"/>
              <a:pathLst>
                <a:path w="476250" h="638810">
                  <a:moveTo>
                    <a:pt x="0" y="0"/>
                  </a:moveTo>
                  <a:lnTo>
                    <a:pt x="476249" y="0"/>
                  </a:lnTo>
                  <a:lnTo>
                    <a:pt x="476249" y="638249"/>
                  </a:lnTo>
                  <a:lnTo>
                    <a:pt x="0" y="6382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31949" y="1699234"/>
            <a:ext cx="41641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5436575" y="3985650"/>
            <a:ext cx="1995170" cy="785495"/>
            <a:chOff x="5436575" y="3128399"/>
            <a:chExt cx="1995170" cy="785495"/>
          </a:xfrm>
        </p:grpSpPr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55625" y="3147450"/>
              <a:ext cx="1956899" cy="74717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446100" y="3137924"/>
              <a:ext cx="1976120" cy="766445"/>
            </a:xfrm>
            <a:custGeom>
              <a:avLst/>
              <a:gdLst/>
              <a:ahLst/>
              <a:cxnLst/>
              <a:rect l="l" t="t" r="r" b="b"/>
              <a:pathLst>
                <a:path w="1976120" h="766445">
                  <a:moveTo>
                    <a:pt x="0" y="0"/>
                  </a:moveTo>
                  <a:lnTo>
                    <a:pt x="1975949" y="0"/>
                  </a:lnTo>
                  <a:lnTo>
                    <a:pt x="1975949" y="766229"/>
                  </a:lnTo>
                  <a:lnTo>
                    <a:pt x="0" y="76622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0313" y="3171387"/>
              <a:ext cx="504455" cy="6831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00100" y="3185924"/>
              <a:ext cx="504449" cy="68319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615576" y="3588608"/>
            <a:ext cx="149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3776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r>
              <a:rPr sz="2400" spc="-85" dirty="0">
                <a:solidFill>
                  <a:srgbClr val="3776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776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466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400"/>
            <a:ext cx="4530090" cy="2929255"/>
            <a:chOff x="4496425" y="145149"/>
            <a:chExt cx="4530090" cy="292925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02050" y="455999"/>
              <a:ext cx="375285" cy="263525"/>
            </a:xfrm>
            <a:custGeom>
              <a:avLst/>
              <a:gdLst/>
              <a:ahLst/>
              <a:cxnLst/>
              <a:rect l="l" t="t" r="r" b="b"/>
              <a:pathLst>
                <a:path w="375285" h="263525">
                  <a:moveTo>
                    <a:pt x="374999" y="263399"/>
                  </a:moveTo>
                  <a:lnTo>
                    <a:pt x="0" y="263399"/>
                  </a:lnTo>
                  <a:lnTo>
                    <a:pt x="0" y="0"/>
                  </a:lnTo>
                  <a:lnTo>
                    <a:pt x="374999" y="0"/>
                  </a:lnTo>
                  <a:lnTo>
                    <a:pt x="374999" y="26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177327" y="642553"/>
              <a:ext cx="3279140" cy="1793875"/>
            </a:xfrm>
            <a:custGeom>
              <a:avLst/>
              <a:gdLst/>
              <a:ahLst/>
              <a:cxnLst/>
              <a:rect l="l" t="t" r="r" b="b"/>
              <a:pathLst>
                <a:path w="3279140" h="1793875">
                  <a:moveTo>
                    <a:pt x="3278622" y="1793446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1957" y="591539"/>
              <a:ext cx="109995" cy="8814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62701" y="2435999"/>
              <a:ext cx="426474" cy="619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253176" y="2426474"/>
              <a:ext cx="445770" cy="638810"/>
            </a:xfrm>
            <a:custGeom>
              <a:avLst/>
              <a:gdLst/>
              <a:ahLst/>
              <a:cxnLst/>
              <a:rect l="l" t="t" r="r" b="b"/>
              <a:pathLst>
                <a:path w="445770" h="638810">
                  <a:moveTo>
                    <a:pt x="0" y="0"/>
                  </a:moveTo>
                  <a:lnTo>
                    <a:pt x="445524" y="0"/>
                  </a:lnTo>
                  <a:lnTo>
                    <a:pt x="445524" y="638249"/>
                  </a:lnTo>
                  <a:lnTo>
                    <a:pt x="0" y="6382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31950" y="1699234"/>
            <a:ext cx="43701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698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01" y="3355401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9" y="0"/>
                </a:lnTo>
                <a:lnTo>
                  <a:pt x="4166099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100" y="2447826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100" y="0"/>
                </a:lnTo>
                <a:lnTo>
                  <a:pt x="4166100" y="785399"/>
                </a:lnTo>
                <a:lnTo>
                  <a:pt x="0" y="7853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5" y="1165876"/>
            <a:ext cx="2838449" cy="438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96425" y="1002400"/>
            <a:ext cx="4530090" cy="2929255"/>
            <a:chOff x="4496425" y="145149"/>
            <a:chExt cx="4530090" cy="292925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5950" y="154674"/>
              <a:ext cx="4510700" cy="20567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01187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25" y="0"/>
                  </a:lnTo>
                  <a:lnTo>
                    <a:pt x="4520225" y="2066249"/>
                  </a:lnTo>
                  <a:lnTo>
                    <a:pt x="0" y="2066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177327" y="642553"/>
              <a:ext cx="3279140" cy="1793875"/>
            </a:xfrm>
            <a:custGeom>
              <a:avLst/>
              <a:gdLst/>
              <a:ahLst/>
              <a:cxnLst/>
              <a:rect l="l" t="t" r="r" b="b"/>
              <a:pathLst>
                <a:path w="3279140" h="1793875">
                  <a:moveTo>
                    <a:pt x="3278622" y="1793446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1957" y="591539"/>
              <a:ext cx="109995" cy="881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62701" y="2435999"/>
              <a:ext cx="426474" cy="6191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253176" y="2426474"/>
              <a:ext cx="445770" cy="638810"/>
            </a:xfrm>
            <a:custGeom>
              <a:avLst/>
              <a:gdLst/>
              <a:ahLst/>
              <a:cxnLst/>
              <a:rect l="l" t="t" r="r" b="b"/>
              <a:pathLst>
                <a:path w="445770" h="638810">
                  <a:moveTo>
                    <a:pt x="0" y="0"/>
                  </a:moveTo>
                  <a:lnTo>
                    <a:pt x="445524" y="0"/>
                  </a:lnTo>
                  <a:lnTo>
                    <a:pt x="445524" y="638249"/>
                  </a:lnTo>
                  <a:lnTo>
                    <a:pt x="0" y="6382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1950" y="1699234"/>
            <a:ext cx="43924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37761C"/>
                </a:solidFill>
              </a:rPr>
              <a:t>e.g.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x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-2,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y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5" dirty="0">
                <a:solidFill>
                  <a:srgbClr val="37761C"/>
                </a:solidFill>
              </a:rPr>
              <a:t>5,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z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=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b="0" dirty="0">
                <a:solidFill>
                  <a:srgbClr val="37761C"/>
                </a:solidFill>
              </a:rPr>
              <a:t>-4</a:t>
            </a: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187" y="2627000"/>
            <a:ext cx="1409700" cy="3905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00" y="3520876"/>
            <a:ext cx="942974" cy="4571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0574" y="3454201"/>
            <a:ext cx="2047874" cy="5905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7237" y="2512700"/>
            <a:ext cx="2009774" cy="6191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23299" y="4596433"/>
            <a:ext cx="81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8601" y="4478676"/>
            <a:ext cx="1565691" cy="619199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5436575" y="3993630"/>
            <a:ext cx="1995170" cy="785495"/>
            <a:chOff x="5436575" y="3136379"/>
            <a:chExt cx="1995170" cy="785495"/>
          </a:xfrm>
        </p:grpSpPr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55625" y="3155429"/>
              <a:ext cx="1956899" cy="74717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446100" y="3145904"/>
              <a:ext cx="1976120" cy="766445"/>
            </a:xfrm>
            <a:custGeom>
              <a:avLst/>
              <a:gdLst/>
              <a:ahLst/>
              <a:cxnLst/>
              <a:rect l="l" t="t" r="r" b="b"/>
              <a:pathLst>
                <a:path w="1976120" h="766445">
                  <a:moveTo>
                    <a:pt x="0" y="0"/>
                  </a:moveTo>
                  <a:lnTo>
                    <a:pt x="1975949" y="0"/>
                  </a:lnTo>
                  <a:lnTo>
                    <a:pt x="1975949" y="766229"/>
                  </a:lnTo>
                  <a:lnTo>
                    <a:pt x="0" y="76622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615576" y="3588608"/>
            <a:ext cx="149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3776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r>
              <a:rPr sz="2400" spc="-85" dirty="0">
                <a:solidFill>
                  <a:srgbClr val="3776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3776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594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66674" y="1342474"/>
            <a:ext cx="3514090" cy="3514090"/>
            <a:chOff x="2966674" y="485224"/>
            <a:chExt cx="3514090" cy="3514090"/>
          </a:xfrm>
        </p:grpSpPr>
        <p:sp>
          <p:nvSpPr>
            <p:cNvPr id="3" name="object 3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9" y="3494699"/>
                  </a:move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7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3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7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9"/>
                  </a:move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6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2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26167" y="2695553"/>
            <a:ext cx="194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2651" y="1071300"/>
            <a:ext cx="8034655" cy="3585845"/>
            <a:chOff x="692650" y="214049"/>
            <a:chExt cx="8034655" cy="3585845"/>
          </a:xfrm>
        </p:grpSpPr>
        <p:sp>
          <p:nvSpPr>
            <p:cNvPr id="7" name="object 7"/>
            <p:cNvSpPr/>
            <p:nvPr/>
          </p:nvSpPr>
          <p:spPr>
            <a:xfrm>
              <a:off x="702175" y="3012748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6"/>
                  </a:moveTo>
                  <a:lnTo>
                    <a:pt x="230160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4190" y="2973411"/>
              <a:ext cx="111023" cy="78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9425" y="470774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4" y="888849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6605" y="1321145"/>
              <a:ext cx="110918" cy="81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70900" y="22421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1375" y="2201109"/>
              <a:ext cx="105500" cy="819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512" y="233099"/>
              <a:ext cx="352424" cy="3047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0987" y="2235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362" y="3061025"/>
              <a:ext cx="295274" cy="36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90837" y="30515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937" y="1758699"/>
              <a:ext cx="314324" cy="3047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36412" y="17491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195276" y="857250"/>
            <a:ext cx="18249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3776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activations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461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66674" y="1342474"/>
            <a:ext cx="3514090" cy="3514090"/>
            <a:chOff x="2966674" y="485224"/>
            <a:chExt cx="3514090" cy="3514090"/>
          </a:xfrm>
        </p:grpSpPr>
        <p:sp>
          <p:nvSpPr>
            <p:cNvPr id="3" name="object 3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9" y="3494699"/>
                  </a:move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7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3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7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9"/>
                  </a:move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6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2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26167" y="2695553"/>
            <a:ext cx="194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2651" y="1071300"/>
            <a:ext cx="8034655" cy="3585845"/>
            <a:chOff x="692650" y="214049"/>
            <a:chExt cx="8034655" cy="3585845"/>
          </a:xfrm>
        </p:grpSpPr>
        <p:sp>
          <p:nvSpPr>
            <p:cNvPr id="7" name="object 7"/>
            <p:cNvSpPr/>
            <p:nvPr/>
          </p:nvSpPr>
          <p:spPr>
            <a:xfrm>
              <a:off x="702175" y="3012748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6"/>
                  </a:moveTo>
                  <a:lnTo>
                    <a:pt x="230160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4190" y="2973411"/>
              <a:ext cx="111023" cy="78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9425" y="470774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4" y="888849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6605" y="1321145"/>
              <a:ext cx="110918" cy="81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70900" y="22421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1375" y="2201109"/>
              <a:ext cx="105500" cy="819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512" y="233099"/>
              <a:ext cx="352424" cy="3047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0987" y="2235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362" y="3061025"/>
              <a:ext cx="295274" cy="36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90837" y="30515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937" y="1758699"/>
              <a:ext cx="314324" cy="3047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36412" y="17491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195275" y="857250"/>
            <a:ext cx="18249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37761C"/>
                </a:solidFill>
              </a:rPr>
              <a:t>activations</a:t>
            </a:r>
            <a:endParaRPr sz="3000"/>
          </a:p>
        </p:txBody>
      </p:sp>
      <p:grpSp>
        <p:nvGrpSpPr>
          <p:cNvPr id="20" name="object 20"/>
          <p:cNvGrpSpPr/>
          <p:nvPr/>
        </p:nvGrpSpPr>
        <p:grpSpPr>
          <a:xfrm>
            <a:off x="3379713" y="2128638"/>
            <a:ext cx="523875" cy="1945639"/>
            <a:chOff x="3379712" y="1271387"/>
            <a:chExt cx="523875" cy="1945639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98762" y="1290437"/>
              <a:ext cx="485774" cy="6381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389237" y="1280912"/>
              <a:ext cx="504825" cy="657225"/>
            </a:xfrm>
            <a:custGeom>
              <a:avLst/>
              <a:gdLst/>
              <a:ahLst/>
              <a:cxnLst/>
              <a:rect l="l" t="t" r="r" b="b"/>
              <a:pathLst>
                <a:path w="504825" h="657225">
                  <a:moveTo>
                    <a:pt x="0" y="0"/>
                  </a:moveTo>
                  <a:lnTo>
                    <a:pt x="504824" y="0"/>
                  </a:lnTo>
                  <a:lnTo>
                    <a:pt x="504824" y="657224"/>
                  </a:lnTo>
                  <a:lnTo>
                    <a:pt x="0" y="6572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98762" y="2493037"/>
              <a:ext cx="409574" cy="70484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389237" y="2483512"/>
              <a:ext cx="428625" cy="723900"/>
            </a:xfrm>
            <a:custGeom>
              <a:avLst/>
              <a:gdLst/>
              <a:ahLst/>
              <a:cxnLst/>
              <a:rect l="l" t="t" r="r" b="b"/>
              <a:pathLst>
                <a:path w="428625" h="723900">
                  <a:moveTo>
                    <a:pt x="0" y="0"/>
                  </a:moveTo>
                  <a:lnTo>
                    <a:pt x="428624" y="0"/>
                  </a:lnTo>
                  <a:lnTo>
                    <a:pt x="428624" y="723899"/>
                  </a:lnTo>
                  <a:lnTo>
                    <a:pt x="0" y="72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18301" y="1814805"/>
            <a:ext cx="153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“local</a:t>
            </a:r>
            <a:r>
              <a:rPr spc="-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gradient”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652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66674" y="1342474"/>
            <a:ext cx="3514090" cy="3514090"/>
            <a:chOff x="2966674" y="485224"/>
            <a:chExt cx="3514090" cy="3514090"/>
          </a:xfrm>
        </p:grpSpPr>
        <p:sp>
          <p:nvSpPr>
            <p:cNvPr id="3" name="object 3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9" y="3494699"/>
                  </a:move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7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3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7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9"/>
                  </a:move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6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2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26167" y="2695553"/>
            <a:ext cx="194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2651" y="1071300"/>
            <a:ext cx="8034655" cy="3585845"/>
            <a:chOff x="692650" y="214049"/>
            <a:chExt cx="8034655" cy="3585845"/>
          </a:xfrm>
        </p:grpSpPr>
        <p:sp>
          <p:nvSpPr>
            <p:cNvPr id="7" name="object 7"/>
            <p:cNvSpPr/>
            <p:nvPr/>
          </p:nvSpPr>
          <p:spPr>
            <a:xfrm>
              <a:off x="702175" y="3012748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6"/>
                  </a:moveTo>
                  <a:lnTo>
                    <a:pt x="230160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4190" y="2973411"/>
              <a:ext cx="111023" cy="78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9425" y="470774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4" y="888849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6605" y="1321145"/>
              <a:ext cx="110918" cy="81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70900" y="22421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1375" y="2201109"/>
              <a:ext cx="105500" cy="819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512" y="233099"/>
              <a:ext cx="352424" cy="3047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0987" y="2235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362" y="3061025"/>
              <a:ext cx="295274" cy="36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90837" y="30515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937" y="1758699"/>
              <a:ext cx="314324" cy="3047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36412" y="17491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195275" y="857250"/>
            <a:ext cx="18249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37761C"/>
                </a:solidFill>
              </a:rPr>
              <a:t>activations</a:t>
            </a:r>
            <a:endParaRPr sz="3000"/>
          </a:p>
        </p:txBody>
      </p:sp>
      <p:grpSp>
        <p:nvGrpSpPr>
          <p:cNvPr id="20" name="object 20"/>
          <p:cNvGrpSpPr/>
          <p:nvPr/>
        </p:nvGrpSpPr>
        <p:grpSpPr>
          <a:xfrm>
            <a:off x="3379712" y="2128638"/>
            <a:ext cx="5317490" cy="1979295"/>
            <a:chOff x="3379712" y="1271387"/>
            <a:chExt cx="5317490" cy="1979295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98762" y="1290437"/>
              <a:ext cx="485774" cy="6381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389237" y="1280912"/>
              <a:ext cx="504825" cy="657225"/>
            </a:xfrm>
            <a:custGeom>
              <a:avLst/>
              <a:gdLst/>
              <a:ahLst/>
              <a:cxnLst/>
              <a:rect l="l" t="t" r="r" b="b"/>
              <a:pathLst>
                <a:path w="504825" h="657225">
                  <a:moveTo>
                    <a:pt x="0" y="0"/>
                  </a:moveTo>
                  <a:lnTo>
                    <a:pt x="504824" y="0"/>
                  </a:lnTo>
                  <a:lnTo>
                    <a:pt x="504824" y="657224"/>
                  </a:lnTo>
                  <a:lnTo>
                    <a:pt x="0" y="6572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98762" y="2493037"/>
              <a:ext cx="409574" cy="70484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389237" y="2433625"/>
              <a:ext cx="5307965" cy="774065"/>
            </a:xfrm>
            <a:custGeom>
              <a:avLst/>
              <a:gdLst/>
              <a:ahLst/>
              <a:cxnLst/>
              <a:rect l="l" t="t" r="r" b="b"/>
              <a:pathLst>
                <a:path w="5307965" h="774064">
                  <a:moveTo>
                    <a:pt x="0" y="49887"/>
                  </a:moveTo>
                  <a:lnTo>
                    <a:pt x="428624" y="49887"/>
                  </a:lnTo>
                  <a:lnTo>
                    <a:pt x="428624" y="773787"/>
                  </a:lnTo>
                  <a:lnTo>
                    <a:pt x="0" y="773787"/>
                  </a:lnTo>
                  <a:lnTo>
                    <a:pt x="0" y="49887"/>
                  </a:lnTo>
                  <a:close/>
                </a:path>
                <a:path w="5307965" h="774064">
                  <a:moveTo>
                    <a:pt x="5307874" y="0"/>
                  </a:moveTo>
                  <a:lnTo>
                    <a:pt x="3196174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89436" y="2392634"/>
              <a:ext cx="105500" cy="8198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64987" y="2555187"/>
              <a:ext cx="514349" cy="67627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155462" y="2545662"/>
              <a:ext cx="533400" cy="695325"/>
            </a:xfrm>
            <a:custGeom>
              <a:avLst/>
              <a:gdLst/>
              <a:ahLst/>
              <a:cxnLst/>
              <a:rect l="l" t="t" r="r" b="b"/>
              <a:pathLst>
                <a:path w="533400" h="695325">
                  <a:moveTo>
                    <a:pt x="0" y="0"/>
                  </a:moveTo>
                  <a:lnTo>
                    <a:pt x="533399" y="0"/>
                  </a:lnTo>
                  <a:lnTo>
                    <a:pt x="533399" y="695324"/>
                  </a:lnTo>
                  <a:lnTo>
                    <a:pt x="0" y="6953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18301" y="1814805"/>
            <a:ext cx="153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“local</a:t>
            </a:r>
            <a:r>
              <a:rPr spc="-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gradient”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85624" y="4459609"/>
            <a:ext cx="1592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gradients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189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66674" y="1342474"/>
            <a:ext cx="3514090" cy="3514090"/>
            <a:chOff x="2966674" y="485224"/>
            <a:chExt cx="3514090" cy="3514090"/>
          </a:xfrm>
        </p:grpSpPr>
        <p:sp>
          <p:nvSpPr>
            <p:cNvPr id="3" name="object 3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9" y="3494699"/>
                  </a:move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7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3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7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9"/>
                  </a:move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6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2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26167" y="2695553"/>
            <a:ext cx="194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2651" y="1071300"/>
            <a:ext cx="8034655" cy="3585845"/>
            <a:chOff x="692650" y="214049"/>
            <a:chExt cx="8034655" cy="3585845"/>
          </a:xfrm>
        </p:grpSpPr>
        <p:sp>
          <p:nvSpPr>
            <p:cNvPr id="7" name="object 7"/>
            <p:cNvSpPr/>
            <p:nvPr/>
          </p:nvSpPr>
          <p:spPr>
            <a:xfrm>
              <a:off x="702175" y="3012748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6"/>
                  </a:moveTo>
                  <a:lnTo>
                    <a:pt x="230160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4190" y="2973411"/>
              <a:ext cx="111023" cy="78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9425" y="470774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4" y="888849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6605" y="1321145"/>
              <a:ext cx="110918" cy="81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70900" y="22421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1375" y="2201109"/>
              <a:ext cx="105500" cy="819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512" y="233099"/>
              <a:ext cx="352424" cy="3047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0987" y="2235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362" y="3061025"/>
              <a:ext cx="295274" cy="36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90837" y="30515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937" y="1758699"/>
              <a:ext cx="314324" cy="3047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36412" y="17491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6585412" y="2433624"/>
              <a:ext cx="2112010" cy="0"/>
            </a:xfrm>
            <a:custGeom>
              <a:avLst/>
              <a:gdLst/>
              <a:ahLst/>
              <a:cxnLst/>
              <a:rect l="l" t="t" r="r" b="b"/>
              <a:pathLst>
                <a:path w="2112009">
                  <a:moveTo>
                    <a:pt x="2111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89436" y="2392634"/>
              <a:ext cx="105500" cy="81980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195276" y="857250"/>
            <a:ext cx="18249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37761C"/>
                </a:solidFill>
              </a:rPr>
              <a:t>activations</a:t>
            </a:r>
            <a:endParaRPr sz="3000"/>
          </a:p>
        </p:txBody>
      </p:sp>
      <p:grpSp>
        <p:nvGrpSpPr>
          <p:cNvPr id="22" name="object 22"/>
          <p:cNvGrpSpPr/>
          <p:nvPr/>
        </p:nvGrpSpPr>
        <p:grpSpPr>
          <a:xfrm>
            <a:off x="775215" y="1467492"/>
            <a:ext cx="6923405" cy="2640330"/>
            <a:chOff x="775214" y="610242"/>
            <a:chExt cx="6923405" cy="2640330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64987" y="2555187"/>
              <a:ext cx="514349" cy="6762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155462" y="2545662"/>
              <a:ext cx="533400" cy="695325"/>
            </a:xfrm>
            <a:custGeom>
              <a:avLst/>
              <a:gdLst/>
              <a:ahLst/>
              <a:cxnLst/>
              <a:rect l="l" t="t" r="r" b="b"/>
              <a:pathLst>
                <a:path w="533400" h="695325">
                  <a:moveTo>
                    <a:pt x="0" y="0"/>
                  </a:moveTo>
                  <a:lnTo>
                    <a:pt x="533399" y="0"/>
                  </a:lnTo>
                  <a:lnTo>
                    <a:pt x="533399" y="695324"/>
                  </a:lnTo>
                  <a:lnTo>
                    <a:pt x="0" y="6953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98762" y="1290437"/>
              <a:ext cx="485774" cy="6381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389237" y="1280912"/>
              <a:ext cx="504825" cy="657225"/>
            </a:xfrm>
            <a:custGeom>
              <a:avLst/>
              <a:gdLst/>
              <a:ahLst/>
              <a:cxnLst/>
              <a:rect l="l" t="t" r="r" b="b"/>
              <a:pathLst>
                <a:path w="504825" h="657225">
                  <a:moveTo>
                    <a:pt x="0" y="0"/>
                  </a:moveTo>
                  <a:lnTo>
                    <a:pt x="504824" y="0"/>
                  </a:lnTo>
                  <a:lnTo>
                    <a:pt x="504824" y="657224"/>
                  </a:lnTo>
                  <a:lnTo>
                    <a:pt x="0" y="6572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98762" y="2493037"/>
              <a:ext cx="409574" cy="70484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389237" y="2483512"/>
              <a:ext cx="428625" cy="723900"/>
            </a:xfrm>
            <a:custGeom>
              <a:avLst/>
              <a:gdLst/>
              <a:ahLst/>
              <a:cxnLst/>
              <a:rect l="l" t="t" r="r" b="b"/>
              <a:pathLst>
                <a:path w="428625" h="723900">
                  <a:moveTo>
                    <a:pt x="0" y="0"/>
                  </a:moveTo>
                  <a:lnTo>
                    <a:pt x="428624" y="0"/>
                  </a:lnTo>
                  <a:lnTo>
                    <a:pt x="428624" y="723899"/>
                  </a:lnTo>
                  <a:lnTo>
                    <a:pt x="0" y="72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9525" y="712036"/>
              <a:ext cx="2129399" cy="155315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84739" y="654667"/>
              <a:ext cx="2311400" cy="920115"/>
            </a:xfrm>
            <a:custGeom>
              <a:avLst/>
              <a:gdLst/>
              <a:ahLst/>
              <a:cxnLst/>
              <a:rect l="l" t="t" r="r" b="b"/>
              <a:pathLst>
                <a:path w="2311400" h="920115">
                  <a:moveTo>
                    <a:pt x="281399" y="86873"/>
                  </a:moveTo>
                  <a:lnTo>
                    <a:pt x="811199" y="347273"/>
                  </a:lnTo>
                  <a:lnTo>
                    <a:pt x="529799" y="919973"/>
                  </a:lnTo>
                  <a:lnTo>
                    <a:pt x="0" y="659573"/>
                  </a:lnTo>
                  <a:lnTo>
                    <a:pt x="281399" y="86873"/>
                  </a:lnTo>
                  <a:close/>
                </a:path>
                <a:path w="2311400" h="920115">
                  <a:moveTo>
                    <a:pt x="2311160" y="901257"/>
                  </a:moveTo>
                  <a:lnTo>
                    <a:pt x="268632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4754" y="610242"/>
              <a:ext cx="110845" cy="82737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785625" y="4459609"/>
            <a:ext cx="1592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gradients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18301" y="1814805"/>
            <a:ext cx="153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“local</a:t>
            </a:r>
            <a:r>
              <a:rPr spc="-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gradient”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631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66674" y="1342474"/>
            <a:ext cx="3514090" cy="3514090"/>
            <a:chOff x="2966674" y="485224"/>
            <a:chExt cx="3514090" cy="3514090"/>
          </a:xfrm>
        </p:grpSpPr>
        <p:sp>
          <p:nvSpPr>
            <p:cNvPr id="3" name="object 3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9" y="3494699"/>
                  </a:move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7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3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7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9"/>
                  </a:move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6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2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26167" y="2695553"/>
            <a:ext cx="194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2651" y="1071300"/>
            <a:ext cx="8034655" cy="3585845"/>
            <a:chOff x="692650" y="214049"/>
            <a:chExt cx="8034655" cy="3585845"/>
          </a:xfrm>
        </p:grpSpPr>
        <p:sp>
          <p:nvSpPr>
            <p:cNvPr id="7" name="object 7"/>
            <p:cNvSpPr/>
            <p:nvPr/>
          </p:nvSpPr>
          <p:spPr>
            <a:xfrm>
              <a:off x="702175" y="3012748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6"/>
                  </a:moveTo>
                  <a:lnTo>
                    <a:pt x="230160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4190" y="2973411"/>
              <a:ext cx="111023" cy="78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9425" y="470774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4" y="888849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6605" y="1321145"/>
              <a:ext cx="110918" cy="81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70900" y="22421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1375" y="2201109"/>
              <a:ext cx="105500" cy="819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512" y="233099"/>
              <a:ext cx="352424" cy="3047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0987" y="2235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362" y="3061025"/>
              <a:ext cx="295274" cy="36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90837" y="30515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937" y="1758699"/>
              <a:ext cx="314324" cy="3047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36412" y="17491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6585412" y="2433624"/>
              <a:ext cx="2112010" cy="0"/>
            </a:xfrm>
            <a:custGeom>
              <a:avLst/>
              <a:gdLst/>
              <a:ahLst/>
              <a:cxnLst/>
              <a:rect l="l" t="t" r="r" b="b"/>
              <a:pathLst>
                <a:path w="2112009">
                  <a:moveTo>
                    <a:pt x="2111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89436" y="2392634"/>
              <a:ext cx="105500" cy="81980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195276" y="857250"/>
            <a:ext cx="18249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37761C"/>
                </a:solidFill>
              </a:rPr>
              <a:t>activations</a:t>
            </a:r>
            <a:endParaRPr sz="3000"/>
          </a:p>
        </p:txBody>
      </p:sp>
      <p:grpSp>
        <p:nvGrpSpPr>
          <p:cNvPr id="22" name="object 22"/>
          <p:cNvGrpSpPr/>
          <p:nvPr/>
        </p:nvGrpSpPr>
        <p:grpSpPr>
          <a:xfrm>
            <a:off x="775215" y="1467493"/>
            <a:ext cx="6923405" cy="3899535"/>
            <a:chOff x="775214" y="610242"/>
            <a:chExt cx="6923405" cy="3899535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64987" y="2555187"/>
              <a:ext cx="514349" cy="6762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155462" y="2545662"/>
              <a:ext cx="533400" cy="695325"/>
            </a:xfrm>
            <a:custGeom>
              <a:avLst/>
              <a:gdLst/>
              <a:ahLst/>
              <a:cxnLst/>
              <a:rect l="l" t="t" r="r" b="b"/>
              <a:pathLst>
                <a:path w="533400" h="695325">
                  <a:moveTo>
                    <a:pt x="0" y="0"/>
                  </a:moveTo>
                  <a:lnTo>
                    <a:pt x="533399" y="0"/>
                  </a:lnTo>
                  <a:lnTo>
                    <a:pt x="533399" y="695324"/>
                  </a:lnTo>
                  <a:lnTo>
                    <a:pt x="0" y="6953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98762" y="1290437"/>
              <a:ext cx="485774" cy="6381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389237" y="1280912"/>
              <a:ext cx="504825" cy="657225"/>
            </a:xfrm>
            <a:custGeom>
              <a:avLst/>
              <a:gdLst/>
              <a:ahLst/>
              <a:cxnLst/>
              <a:rect l="l" t="t" r="r" b="b"/>
              <a:pathLst>
                <a:path w="504825" h="657225">
                  <a:moveTo>
                    <a:pt x="0" y="0"/>
                  </a:moveTo>
                  <a:lnTo>
                    <a:pt x="504824" y="0"/>
                  </a:lnTo>
                  <a:lnTo>
                    <a:pt x="504824" y="657224"/>
                  </a:lnTo>
                  <a:lnTo>
                    <a:pt x="0" y="6572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98762" y="2493037"/>
              <a:ext cx="409574" cy="70484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389237" y="2483512"/>
              <a:ext cx="428625" cy="723900"/>
            </a:xfrm>
            <a:custGeom>
              <a:avLst/>
              <a:gdLst/>
              <a:ahLst/>
              <a:cxnLst/>
              <a:rect l="l" t="t" r="r" b="b"/>
              <a:pathLst>
                <a:path w="428625" h="723900">
                  <a:moveTo>
                    <a:pt x="0" y="0"/>
                  </a:moveTo>
                  <a:lnTo>
                    <a:pt x="428624" y="0"/>
                  </a:lnTo>
                  <a:lnTo>
                    <a:pt x="428624" y="723899"/>
                  </a:lnTo>
                  <a:lnTo>
                    <a:pt x="0" y="72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9525" y="712036"/>
              <a:ext cx="2129399" cy="155315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84739" y="741541"/>
              <a:ext cx="811530" cy="833119"/>
            </a:xfrm>
            <a:custGeom>
              <a:avLst/>
              <a:gdLst/>
              <a:ahLst/>
              <a:cxnLst/>
              <a:rect l="l" t="t" r="r" b="b"/>
              <a:pathLst>
                <a:path w="811530" h="833119">
                  <a:moveTo>
                    <a:pt x="281399" y="0"/>
                  </a:moveTo>
                  <a:lnTo>
                    <a:pt x="811199" y="260400"/>
                  </a:lnTo>
                  <a:lnTo>
                    <a:pt x="529799" y="833099"/>
                  </a:lnTo>
                  <a:lnTo>
                    <a:pt x="0" y="572699"/>
                  </a:lnTo>
                  <a:lnTo>
                    <a:pt x="281399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2510" y="3189279"/>
              <a:ext cx="2132705" cy="132041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053372" y="654667"/>
              <a:ext cx="2042795" cy="3813175"/>
            </a:xfrm>
            <a:custGeom>
              <a:avLst/>
              <a:gdLst/>
              <a:ahLst/>
              <a:cxnLst/>
              <a:rect l="l" t="t" r="r" b="b"/>
              <a:pathLst>
                <a:path w="2042795" h="3813175">
                  <a:moveTo>
                    <a:pt x="142551" y="3209759"/>
                  </a:moveTo>
                  <a:lnTo>
                    <a:pt x="700252" y="3016559"/>
                  </a:lnTo>
                  <a:lnTo>
                    <a:pt x="909352" y="3619559"/>
                  </a:lnTo>
                  <a:lnTo>
                    <a:pt x="351651" y="3812759"/>
                  </a:lnTo>
                  <a:lnTo>
                    <a:pt x="142551" y="3209759"/>
                  </a:lnTo>
                  <a:close/>
                </a:path>
                <a:path w="2042795" h="3813175">
                  <a:moveTo>
                    <a:pt x="2042527" y="901257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4754" y="610242"/>
              <a:ext cx="110845" cy="8273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82509" y="3105099"/>
              <a:ext cx="2277745" cy="745490"/>
            </a:xfrm>
            <a:custGeom>
              <a:avLst/>
              <a:gdLst/>
              <a:ahLst/>
              <a:cxnLst/>
              <a:rect l="l" t="t" r="r" b="b"/>
              <a:pathLst>
                <a:path w="2277745" h="745489">
                  <a:moveTo>
                    <a:pt x="2277565" y="0"/>
                  </a:moveTo>
                  <a:lnTo>
                    <a:pt x="0" y="745061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0818" y="3810731"/>
              <a:ext cx="110999" cy="78861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6785625" y="4459609"/>
            <a:ext cx="1592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gradients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18301" y="1814805"/>
            <a:ext cx="153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“local</a:t>
            </a:r>
            <a:r>
              <a:rPr spc="-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gradient”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379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66674" y="1342474"/>
            <a:ext cx="3514090" cy="3514090"/>
            <a:chOff x="2966674" y="485224"/>
            <a:chExt cx="3514090" cy="3514090"/>
          </a:xfrm>
        </p:grpSpPr>
        <p:sp>
          <p:nvSpPr>
            <p:cNvPr id="3" name="object 3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9" y="3494699"/>
                  </a:move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7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3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7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976199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9"/>
                  </a:move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6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2" y="511786"/>
                  </a:lnTo>
                  <a:lnTo>
                    <a:pt x="3017471" y="547339"/>
                  </a:lnTo>
                  <a:lnTo>
                    <a:pt x="3050919" y="583757"/>
                  </a:lnTo>
                  <a:lnTo>
                    <a:pt x="3083247" y="621016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1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2"/>
                  </a:lnTo>
                  <a:lnTo>
                    <a:pt x="3478748" y="1984454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2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2"/>
                  </a:lnTo>
                  <a:lnTo>
                    <a:pt x="2950892" y="3014128"/>
                  </a:lnTo>
                  <a:lnTo>
                    <a:pt x="2918085" y="3044523"/>
                  </a:lnTo>
                  <a:lnTo>
                    <a:pt x="2884506" y="3074081"/>
                  </a:lnTo>
                  <a:lnTo>
                    <a:pt x="2850173" y="3102784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3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3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4"/>
                  </a:lnTo>
                  <a:lnTo>
                    <a:pt x="610193" y="3074081"/>
                  </a:lnTo>
                  <a:lnTo>
                    <a:pt x="576614" y="3044523"/>
                  </a:lnTo>
                  <a:lnTo>
                    <a:pt x="543807" y="3014128"/>
                  </a:lnTo>
                  <a:lnTo>
                    <a:pt x="511786" y="2982912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2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4"/>
                  </a:lnTo>
                  <a:lnTo>
                    <a:pt x="10253" y="1937742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26167" y="2695553"/>
            <a:ext cx="194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2651" y="1071300"/>
            <a:ext cx="8034655" cy="3585845"/>
            <a:chOff x="692650" y="214049"/>
            <a:chExt cx="8034655" cy="3585845"/>
          </a:xfrm>
        </p:grpSpPr>
        <p:sp>
          <p:nvSpPr>
            <p:cNvPr id="7" name="object 7"/>
            <p:cNvSpPr/>
            <p:nvPr/>
          </p:nvSpPr>
          <p:spPr>
            <a:xfrm>
              <a:off x="702175" y="3012748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6"/>
                  </a:moveTo>
                  <a:lnTo>
                    <a:pt x="230160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4190" y="2973411"/>
              <a:ext cx="111023" cy="78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9425" y="470774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4" y="888849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6605" y="1321145"/>
              <a:ext cx="110918" cy="81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70900" y="22421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1375" y="2201109"/>
              <a:ext cx="105500" cy="819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512" y="233099"/>
              <a:ext cx="352424" cy="3047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0987" y="2235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362" y="3061025"/>
              <a:ext cx="295274" cy="3619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90837" y="30515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937" y="1758699"/>
              <a:ext cx="314324" cy="3047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36412" y="17491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6585412" y="2433624"/>
              <a:ext cx="2112010" cy="0"/>
            </a:xfrm>
            <a:custGeom>
              <a:avLst/>
              <a:gdLst/>
              <a:ahLst/>
              <a:cxnLst/>
              <a:rect l="l" t="t" r="r" b="b"/>
              <a:pathLst>
                <a:path w="2112009">
                  <a:moveTo>
                    <a:pt x="21116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89436" y="2392634"/>
              <a:ext cx="105500" cy="81980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195275" y="857250"/>
            <a:ext cx="18249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37761C"/>
                </a:solidFill>
              </a:rPr>
              <a:t>activations</a:t>
            </a:r>
            <a:endParaRPr sz="3000"/>
          </a:p>
        </p:txBody>
      </p:sp>
      <p:grpSp>
        <p:nvGrpSpPr>
          <p:cNvPr id="22" name="object 22"/>
          <p:cNvGrpSpPr/>
          <p:nvPr/>
        </p:nvGrpSpPr>
        <p:grpSpPr>
          <a:xfrm>
            <a:off x="-9525" y="857250"/>
            <a:ext cx="7708265" cy="5162550"/>
            <a:chOff x="-9525" y="0"/>
            <a:chExt cx="7708265" cy="5162550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64987" y="2555187"/>
              <a:ext cx="514349" cy="6762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155462" y="2545662"/>
              <a:ext cx="533400" cy="695325"/>
            </a:xfrm>
            <a:custGeom>
              <a:avLst/>
              <a:gdLst/>
              <a:ahLst/>
              <a:cxnLst/>
              <a:rect l="l" t="t" r="r" b="b"/>
              <a:pathLst>
                <a:path w="533400" h="695325">
                  <a:moveTo>
                    <a:pt x="0" y="0"/>
                  </a:moveTo>
                  <a:lnTo>
                    <a:pt x="533399" y="0"/>
                  </a:lnTo>
                  <a:lnTo>
                    <a:pt x="533399" y="695324"/>
                  </a:lnTo>
                  <a:lnTo>
                    <a:pt x="0" y="6953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98762" y="1290437"/>
              <a:ext cx="485774" cy="6381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389237" y="1280912"/>
              <a:ext cx="504825" cy="657225"/>
            </a:xfrm>
            <a:custGeom>
              <a:avLst/>
              <a:gdLst/>
              <a:ahLst/>
              <a:cxnLst/>
              <a:rect l="l" t="t" r="r" b="b"/>
              <a:pathLst>
                <a:path w="504825" h="657225">
                  <a:moveTo>
                    <a:pt x="0" y="0"/>
                  </a:moveTo>
                  <a:lnTo>
                    <a:pt x="504824" y="0"/>
                  </a:lnTo>
                  <a:lnTo>
                    <a:pt x="504824" y="657224"/>
                  </a:lnTo>
                  <a:lnTo>
                    <a:pt x="0" y="6572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98762" y="2493037"/>
              <a:ext cx="409574" cy="70484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389237" y="2483512"/>
              <a:ext cx="428625" cy="723900"/>
            </a:xfrm>
            <a:custGeom>
              <a:avLst/>
              <a:gdLst/>
              <a:ahLst/>
              <a:cxnLst/>
              <a:rect l="l" t="t" r="r" b="b"/>
              <a:pathLst>
                <a:path w="428625" h="723900">
                  <a:moveTo>
                    <a:pt x="0" y="0"/>
                  </a:moveTo>
                  <a:lnTo>
                    <a:pt x="428624" y="0"/>
                  </a:lnTo>
                  <a:lnTo>
                    <a:pt x="428624" y="723899"/>
                  </a:lnTo>
                  <a:lnTo>
                    <a:pt x="0" y="72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9525" y="712036"/>
              <a:ext cx="2129399" cy="155315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84739" y="741541"/>
              <a:ext cx="811530" cy="833119"/>
            </a:xfrm>
            <a:custGeom>
              <a:avLst/>
              <a:gdLst/>
              <a:ahLst/>
              <a:cxnLst/>
              <a:rect l="l" t="t" r="r" b="b"/>
              <a:pathLst>
                <a:path w="811530" h="833119">
                  <a:moveTo>
                    <a:pt x="281399" y="0"/>
                  </a:moveTo>
                  <a:lnTo>
                    <a:pt x="811199" y="260400"/>
                  </a:lnTo>
                  <a:lnTo>
                    <a:pt x="529799" y="833099"/>
                  </a:lnTo>
                  <a:lnTo>
                    <a:pt x="0" y="572699"/>
                  </a:lnTo>
                  <a:lnTo>
                    <a:pt x="281399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2510" y="3189279"/>
              <a:ext cx="2132705" cy="132041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053372" y="654667"/>
              <a:ext cx="2042795" cy="3813175"/>
            </a:xfrm>
            <a:custGeom>
              <a:avLst/>
              <a:gdLst/>
              <a:ahLst/>
              <a:cxnLst/>
              <a:rect l="l" t="t" r="r" b="b"/>
              <a:pathLst>
                <a:path w="2042795" h="3813175">
                  <a:moveTo>
                    <a:pt x="142551" y="3209759"/>
                  </a:moveTo>
                  <a:lnTo>
                    <a:pt x="700252" y="3016559"/>
                  </a:lnTo>
                  <a:lnTo>
                    <a:pt x="909352" y="3619559"/>
                  </a:lnTo>
                  <a:lnTo>
                    <a:pt x="351651" y="3812759"/>
                  </a:lnTo>
                  <a:lnTo>
                    <a:pt x="142551" y="3209759"/>
                  </a:lnTo>
                  <a:close/>
                </a:path>
                <a:path w="2042795" h="3813175">
                  <a:moveTo>
                    <a:pt x="2042527" y="901257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4754" y="610242"/>
              <a:ext cx="110845" cy="8273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82509" y="3105099"/>
              <a:ext cx="2277745" cy="745490"/>
            </a:xfrm>
            <a:custGeom>
              <a:avLst/>
              <a:gdLst/>
              <a:ahLst/>
              <a:cxnLst/>
              <a:rect l="l" t="t" r="r" b="b"/>
              <a:pathLst>
                <a:path w="2277745" h="745489">
                  <a:moveTo>
                    <a:pt x="2277565" y="0"/>
                  </a:moveTo>
                  <a:lnTo>
                    <a:pt x="0" y="745061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0818" y="3810731"/>
              <a:ext cx="110999" cy="7886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0" y="0"/>
              <a:ext cx="1119505" cy="1125855"/>
            </a:xfrm>
            <a:custGeom>
              <a:avLst/>
              <a:gdLst/>
              <a:ahLst/>
              <a:cxnLst/>
              <a:rect l="l" t="t" r="r" b="b"/>
              <a:pathLst>
                <a:path w="1119505" h="1125855">
                  <a:moveTo>
                    <a:pt x="0" y="1125539"/>
                  </a:moveTo>
                  <a:lnTo>
                    <a:pt x="0" y="0"/>
                  </a:lnTo>
                  <a:lnTo>
                    <a:pt x="1118892" y="0"/>
                  </a:lnTo>
                  <a:lnTo>
                    <a:pt x="1113418" y="17197"/>
                  </a:lnTo>
                  <a:lnTo>
                    <a:pt x="1098422" y="60340"/>
                  </a:lnTo>
                  <a:lnTo>
                    <a:pt x="1082338" y="102962"/>
                  </a:lnTo>
                  <a:lnTo>
                    <a:pt x="1065184" y="145047"/>
                  </a:lnTo>
                  <a:lnTo>
                    <a:pt x="1046975" y="186577"/>
                  </a:lnTo>
                  <a:lnTo>
                    <a:pt x="1027730" y="227536"/>
                  </a:lnTo>
                  <a:lnTo>
                    <a:pt x="1007463" y="267907"/>
                  </a:lnTo>
                  <a:lnTo>
                    <a:pt x="986193" y="307674"/>
                  </a:lnTo>
                  <a:lnTo>
                    <a:pt x="963935" y="346820"/>
                  </a:lnTo>
                  <a:lnTo>
                    <a:pt x="940706" y="385329"/>
                  </a:lnTo>
                  <a:lnTo>
                    <a:pt x="916523" y="423183"/>
                  </a:lnTo>
                  <a:lnTo>
                    <a:pt x="891403" y="460366"/>
                  </a:lnTo>
                  <a:lnTo>
                    <a:pt x="865362" y="496862"/>
                  </a:lnTo>
                  <a:lnTo>
                    <a:pt x="838417" y="532653"/>
                  </a:lnTo>
                  <a:lnTo>
                    <a:pt x="810584" y="567723"/>
                  </a:lnTo>
                  <a:lnTo>
                    <a:pt x="781881" y="602056"/>
                  </a:lnTo>
                  <a:lnTo>
                    <a:pt x="752323" y="635635"/>
                  </a:lnTo>
                  <a:lnTo>
                    <a:pt x="721928" y="668442"/>
                  </a:lnTo>
                  <a:lnTo>
                    <a:pt x="690712" y="700462"/>
                  </a:lnTo>
                  <a:lnTo>
                    <a:pt x="658692" y="731678"/>
                  </a:lnTo>
                  <a:lnTo>
                    <a:pt x="625885" y="762073"/>
                  </a:lnTo>
                  <a:lnTo>
                    <a:pt x="592306" y="791631"/>
                  </a:lnTo>
                  <a:lnTo>
                    <a:pt x="557973" y="820334"/>
                  </a:lnTo>
                  <a:lnTo>
                    <a:pt x="522903" y="848167"/>
                  </a:lnTo>
                  <a:lnTo>
                    <a:pt x="487112" y="875112"/>
                  </a:lnTo>
                  <a:lnTo>
                    <a:pt x="450616" y="901153"/>
                  </a:lnTo>
                  <a:lnTo>
                    <a:pt x="413433" y="926273"/>
                  </a:lnTo>
                  <a:lnTo>
                    <a:pt x="375579" y="950456"/>
                  </a:lnTo>
                  <a:lnTo>
                    <a:pt x="337070" y="973685"/>
                  </a:lnTo>
                  <a:lnTo>
                    <a:pt x="297924" y="995943"/>
                  </a:lnTo>
                  <a:lnTo>
                    <a:pt x="258157" y="1017213"/>
                  </a:lnTo>
                  <a:lnTo>
                    <a:pt x="217786" y="1037480"/>
                  </a:lnTo>
                  <a:lnTo>
                    <a:pt x="176827" y="1056726"/>
                  </a:lnTo>
                  <a:lnTo>
                    <a:pt x="135297" y="1074934"/>
                  </a:lnTo>
                  <a:lnTo>
                    <a:pt x="93212" y="1092088"/>
                  </a:lnTo>
                  <a:lnTo>
                    <a:pt x="50590" y="1108172"/>
                  </a:lnTo>
                  <a:lnTo>
                    <a:pt x="7447" y="1123168"/>
                  </a:lnTo>
                  <a:lnTo>
                    <a:pt x="0" y="112553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0" y="0"/>
              <a:ext cx="1119505" cy="1125855"/>
            </a:xfrm>
            <a:custGeom>
              <a:avLst/>
              <a:gdLst/>
              <a:ahLst/>
              <a:cxnLst/>
              <a:rect l="l" t="t" r="r" b="b"/>
              <a:pathLst>
                <a:path w="1119505" h="1125855">
                  <a:moveTo>
                    <a:pt x="1118892" y="0"/>
                  </a:moveTo>
                  <a:lnTo>
                    <a:pt x="1098422" y="60340"/>
                  </a:lnTo>
                  <a:lnTo>
                    <a:pt x="1082338" y="102962"/>
                  </a:lnTo>
                  <a:lnTo>
                    <a:pt x="1065184" y="145047"/>
                  </a:lnTo>
                  <a:lnTo>
                    <a:pt x="1046976" y="186577"/>
                  </a:lnTo>
                  <a:lnTo>
                    <a:pt x="1027730" y="227536"/>
                  </a:lnTo>
                  <a:lnTo>
                    <a:pt x="1007463" y="267907"/>
                  </a:lnTo>
                  <a:lnTo>
                    <a:pt x="986193" y="307674"/>
                  </a:lnTo>
                  <a:lnTo>
                    <a:pt x="963935" y="346820"/>
                  </a:lnTo>
                  <a:lnTo>
                    <a:pt x="940706" y="385329"/>
                  </a:lnTo>
                  <a:lnTo>
                    <a:pt x="916523" y="423183"/>
                  </a:lnTo>
                  <a:lnTo>
                    <a:pt x="891403" y="460366"/>
                  </a:lnTo>
                  <a:lnTo>
                    <a:pt x="865362" y="496862"/>
                  </a:lnTo>
                  <a:lnTo>
                    <a:pt x="838417" y="532653"/>
                  </a:lnTo>
                  <a:lnTo>
                    <a:pt x="810584" y="567723"/>
                  </a:lnTo>
                  <a:lnTo>
                    <a:pt x="781881" y="602056"/>
                  </a:lnTo>
                  <a:lnTo>
                    <a:pt x="752323" y="635635"/>
                  </a:lnTo>
                  <a:lnTo>
                    <a:pt x="721928" y="668442"/>
                  </a:lnTo>
                  <a:lnTo>
                    <a:pt x="690712" y="700462"/>
                  </a:lnTo>
                  <a:lnTo>
                    <a:pt x="658692" y="731678"/>
                  </a:lnTo>
                  <a:lnTo>
                    <a:pt x="625885" y="762073"/>
                  </a:lnTo>
                  <a:lnTo>
                    <a:pt x="592306" y="791631"/>
                  </a:lnTo>
                  <a:lnTo>
                    <a:pt x="557973" y="820334"/>
                  </a:lnTo>
                  <a:lnTo>
                    <a:pt x="522903" y="848167"/>
                  </a:lnTo>
                  <a:lnTo>
                    <a:pt x="487112" y="875112"/>
                  </a:lnTo>
                  <a:lnTo>
                    <a:pt x="450616" y="901153"/>
                  </a:lnTo>
                  <a:lnTo>
                    <a:pt x="413433" y="926273"/>
                  </a:lnTo>
                  <a:lnTo>
                    <a:pt x="375579" y="950456"/>
                  </a:lnTo>
                  <a:lnTo>
                    <a:pt x="337070" y="973685"/>
                  </a:lnTo>
                  <a:lnTo>
                    <a:pt x="297924" y="995943"/>
                  </a:lnTo>
                  <a:lnTo>
                    <a:pt x="258157" y="1017213"/>
                  </a:lnTo>
                  <a:lnTo>
                    <a:pt x="217786" y="1037480"/>
                  </a:lnTo>
                  <a:lnTo>
                    <a:pt x="176827" y="1056726"/>
                  </a:lnTo>
                  <a:lnTo>
                    <a:pt x="135297" y="1074934"/>
                  </a:lnTo>
                  <a:lnTo>
                    <a:pt x="93212" y="1092088"/>
                  </a:lnTo>
                  <a:lnTo>
                    <a:pt x="50590" y="1108172"/>
                  </a:lnTo>
                  <a:lnTo>
                    <a:pt x="7447" y="1123168"/>
                  </a:lnTo>
                  <a:lnTo>
                    <a:pt x="0" y="112553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0" y="2973422"/>
              <a:ext cx="702310" cy="2170430"/>
            </a:xfrm>
            <a:custGeom>
              <a:avLst/>
              <a:gdLst/>
              <a:ahLst/>
              <a:cxnLst/>
              <a:rect l="l" t="t" r="r" b="b"/>
              <a:pathLst>
                <a:path w="702310" h="2170429">
                  <a:moveTo>
                    <a:pt x="523784" y="2170077"/>
                  </a:moveTo>
                  <a:lnTo>
                    <a:pt x="0" y="2170077"/>
                  </a:lnTo>
                  <a:lnTo>
                    <a:pt x="0" y="0"/>
                  </a:lnTo>
                  <a:lnTo>
                    <a:pt x="43085" y="33134"/>
                  </a:lnTo>
                  <a:lnTo>
                    <a:pt x="81157" y="64330"/>
                  </a:lnTo>
                  <a:lnTo>
                    <a:pt x="118416" y="96657"/>
                  </a:lnTo>
                  <a:lnTo>
                    <a:pt x="154835" y="130105"/>
                  </a:lnTo>
                  <a:lnTo>
                    <a:pt x="190387" y="164664"/>
                  </a:lnTo>
                  <a:lnTo>
                    <a:pt x="224946" y="200216"/>
                  </a:lnTo>
                  <a:lnTo>
                    <a:pt x="258394" y="236635"/>
                  </a:lnTo>
                  <a:lnTo>
                    <a:pt x="290722" y="273894"/>
                  </a:lnTo>
                  <a:lnTo>
                    <a:pt x="321917" y="311966"/>
                  </a:lnTo>
                  <a:lnTo>
                    <a:pt x="351969" y="350825"/>
                  </a:lnTo>
                  <a:lnTo>
                    <a:pt x="380867" y="390444"/>
                  </a:lnTo>
                  <a:lnTo>
                    <a:pt x="408599" y="430796"/>
                  </a:lnTo>
                  <a:lnTo>
                    <a:pt x="435155" y="471855"/>
                  </a:lnTo>
                  <a:lnTo>
                    <a:pt x="460523" y="513593"/>
                  </a:lnTo>
                  <a:lnTo>
                    <a:pt x="484693" y="555984"/>
                  </a:lnTo>
                  <a:lnTo>
                    <a:pt x="507653" y="599002"/>
                  </a:lnTo>
                  <a:lnTo>
                    <a:pt x="529393" y="642619"/>
                  </a:lnTo>
                  <a:lnTo>
                    <a:pt x="549900" y="686809"/>
                  </a:lnTo>
                  <a:lnTo>
                    <a:pt x="569165" y="731545"/>
                  </a:lnTo>
                  <a:lnTo>
                    <a:pt x="587176" y="776800"/>
                  </a:lnTo>
                  <a:lnTo>
                    <a:pt x="603922" y="822548"/>
                  </a:lnTo>
                  <a:lnTo>
                    <a:pt x="619392" y="868763"/>
                  </a:lnTo>
                  <a:lnTo>
                    <a:pt x="633575" y="915416"/>
                  </a:lnTo>
                  <a:lnTo>
                    <a:pt x="646459" y="962482"/>
                  </a:lnTo>
                  <a:lnTo>
                    <a:pt x="658034" y="1009933"/>
                  </a:lnTo>
                  <a:lnTo>
                    <a:pt x="668289" y="1057744"/>
                  </a:lnTo>
                  <a:lnTo>
                    <a:pt x="677213" y="1105887"/>
                  </a:lnTo>
                  <a:lnTo>
                    <a:pt x="684794" y="1154335"/>
                  </a:lnTo>
                  <a:lnTo>
                    <a:pt x="691021" y="1203063"/>
                  </a:lnTo>
                  <a:lnTo>
                    <a:pt x="695884" y="1252042"/>
                  </a:lnTo>
                  <a:lnTo>
                    <a:pt x="699371" y="1301247"/>
                  </a:lnTo>
                  <a:lnTo>
                    <a:pt x="701472" y="1350651"/>
                  </a:lnTo>
                  <a:lnTo>
                    <a:pt x="702174" y="1400227"/>
                  </a:lnTo>
                  <a:lnTo>
                    <a:pt x="701525" y="1448324"/>
                  </a:lnTo>
                  <a:lnTo>
                    <a:pt x="699589" y="1496099"/>
                  </a:lnTo>
                  <a:lnTo>
                    <a:pt x="696382" y="1543537"/>
                  </a:lnTo>
                  <a:lnTo>
                    <a:pt x="691921" y="1590620"/>
                  </a:lnTo>
                  <a:lnTo>
                    <a:pt x="686223" y="1637332"/>
                  </a:lnTo>
                  <a:lnTo>
                    <a:pt x="679304" y="1683656"/>
                  </a:lnTo>
                  <a:lnTo>
                    <a:pt x="671182" y="1729576"/>
                  </a:lnTo>
                  <a:lnTo>
                    <a:pt x="661872" y="1775074"/>
                  </a:lnTo>
                  <a:lnTo>
                    <a:pt x="651392" y="1820135"/>
                  </a:lnTo>
                  <a:lnTo>
                    <a:pt x="639757" y="1864742"/>
                  </a:lnTo>
                  <a:lnTo>
                    <a:pt x="626986" y="1908877"/>
                  </a:lnTo>
                  <a:lnTo>
                    <a:pt x="613093" y="1952525"/>
                  </a:lnTo>
                  <a:lnTo>
                    <a:pt x="598097" y="1995668"/>
                  </a:lnTo>
                  <a:lnTo>
                    <a:pt x="582013" y="2038290"/>
                  </a:lnTo>
                  <a:lnTo>
                    <a:pt x="564859" y="2080374"/>
                  </a:lnTo>
                  <a:lnTo>
                    <a:pt x="546651" y="2121904"/>
                  </a:lnTo>
                  <a:lnTo>
                    <a:pt x="527405" y="2162863"/>
                  </a:lnTo>
                  <a:lnTo>
                    <a:pt x="523784" y="2170077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0" y="2973422"/>
              <a:ext cx="702310" cy="2170430"/>
            </a:xfrm>
            <a:custGeom>
              <a:avLst/>
              <a:gdLst/>
              <a:ahLst/>
              <a:cxnLst/>
              <a:rect l="l" t="t" r="r" b="b"/>
              <a:pathLst>
                <a:path w="702310" h="2170429">
                  <a:moveTo>
                    <a:pt x="0" y="0"/>
                  </a:moveTo>
                  <a:lnTo>
                    <a:pt x="43085" y="33134"/>
                  </a:lnTo>
                  <a:lnTo>
                    <a:pt x="81157" y="64330"/>
                  </a:lnTo>
                  <a:lnTo>
                    <a:pt x="118416" y="96657"/>
                  </a:lnTo>
                  <a:lnTo>
                    <a:pt x="154835" y="130105"/>
                  </a:lnTo>
                  <a:lnTo>
                    <a:pt x="190387" y="164664"/>
                  </a:lnTo>
                  <a:lnTo>
                    <a:pt x="224946" y="200216"/>
                  </a:lnTo>
                  <a:lnTo>
                    <a:pt x="258394" y="236635"/>
                  </a:lnTo>
                  <a:lnTo>
                    <a:pt x="290722" y="273894"/>
                  </a:lnTo>
                  <a:lnTo>
                    <a:pt x="321917" y="311966"/>
                  </a:lnTo>
                  <a:lnTo>
                    <a:pt x="351969" y="350825"/>
                  </a:lnTo>
                  <a:lnTo>
                    <a:pt x="380867" y="390444"/>
                  </a:lnTo>
                  <a:lnTo>
                    <a:pt x="408599" y="430796"/>
                  </a:lnTo>
                  <a:lnTo>
                    <a:pt x="435155" y="471855"/>
                  </a:lnTo>
                  <a:lnTo>
                    <a:pt x="460523" y="513593"/>
                  </a:lnTo>
                  <a:lnTo>
                    <a:pt x="484693" y="555984"/>
                  </a:lnTo>
                  <a:lnTo>
                    <a:pt x="507653" y="599002"/>
                  </a:lnTo>
                  <a:lnTo>
                    <a:pt x="529393" y="642619"/>
                  </a:lnTo>
                  <a:lnTo>
                    <a:pt x="549900" y="686809"/>
                  </a:lnTo>
                  <a:lnTo>
                    <a:pt x="569165" y="731545"/>
                  </a:lnTo>
                  <a:lnTo>
                    <a:pt x="587176" y="776800"/>
                  </a:lnTo>
                  <a:lnTo>
                    <a:pt x="603922" y="822548"/>
                  </a:lnTo>
                  <a:lnTo>
                    <a:pt x="619392" y="868763"/>
                  </a:lnTo>
                  <a:lnTo>
                    <a:pt x="633575" y="915416"/>
                  </a:lnTo>
                  <a:lnTo>
                    <a:pt x="646459" y="962482"/>
                  </a:lnTo>
                  <a:lnTo>
                    <a:pt x="658034" y="1009933"/>
                  </a:lnTo>
                  <a:lnTo>
                    <a:pt x="668289" y="1057744"/>
                  </a:lnTo>
                  <a:lnTo>
                    <a:pt x="677213" y="1105887"/>
                  </a:lnTo>
                  <a:lnTo>
                    <a:pt x="684794" y="1154335"/>
                  </a:lnTo>
                  <a:lnTo>
                    <a:pt x="691021" y="1203063"/>
                  </a:lnTo>
                  <a:lnTo>
                    <a:pt x="695884" y="1252042"/>
                  </a:lnTo>
                  <a:lnTo>
                    <a:pt x="699371" y="1301247"/>
                  </a:lnTo>
                  <a:lnTo>
                    <a:pt x="701472" y="1350651"/>
                  </a:lnTo>
                  <a:lnTo>
                    <a:pt x="702174" y="1400227"/>
                  </a:lnTo>
                  <a:lnTo>
                    <a:pt x="701525" y="1448324"/>
                  </a:lnTo>
                  <a:lnTo>
                    <a:pt x="699589" y="1496099"/>
                  </a:lnTo>
                  <a:lnTo>
                    <a:pt x="696382" y="1543537"/>
                  </a:lnTo>
                  <a:lnTo>
                    <a:pt x="691921" y="1590620"/>
                  </a:lnTo>
                  <a:lnTo>
                    <a:pt x="686223" y="1637332"/>
                  </a:lnTo>
                  <a:lnTo>
                    <a:pt x="679304" y="1683656"/>
                  </a:lnTo>
                  <a:lnTo>
                    <a:pt x="671182" y="1729576"/>
                  </a:lnTo>
                  <a:lnTo>
                    <a:pt x="661872" y="1775074"/>
                  </a:lnTo>
                  <a:lnTo>
                    <a:pt x="651392" y="1820135"/>
                  </a:lnTo>
                  <a:lnTo>
                    <a:pt x="639757" y="1864742"/>
                  </a:lnTo>
                  <a:lnTo>
                    <a:pt x="626986" y="1908877"/>
                  </a:lnTo>
                  <a:lnTo>
                    <a:pt x="613093" y="1952525"/>
                  </a:lnTo>
                  <a:lnTo>
                    <a:pt x="598097" y="1995668"/>
                  </a:lnTo>
                  <a:lnTo>
                    <a:pt x="582013" y="2038290"/>
                  </a:lnTo>
                  <a:lnTo>
                    <a:pt x="564859" y="2080374"/>
                  </a:lnTo>
                  <a:lnTo>
                    <a:pt x="546651" y="2121904"/>
                  </a:lnTo>
                  <a:lnTo>
                    <a:pt x="527405" y="2162863"/>
                  </a:lnTo>
                  <a:lnTo>
                    <a:pt x="523784" y="2170077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785624" y="4459609"/>
            <a:ext cx="1592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gradients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018301" y="1814805"/>
            <a:ext cx="153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“local</a:t>
            </a:r>
            <a:r>
              <a:rPr spc="-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gradient”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797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304800" y="685800"/>
            <a:ext cx="414357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 smtClean="0"/>
              <a:t>Another</a:t>
            </a:r>
            <a:r>
              <a:rPr lang="en-US" spc="-90" dirty="0" smtClean="0"/>
              <a:t> </a:t>
            </a:r>
            <a:r>
              <a:rPr lang="en-US" spc="-5" dirty="0" smtClean="0"/>
              <a:t>example:</a:t>
            </a:r>
            <a:endParaRPr lang="en-US" spc="-5" dirty="0"/>
          </a:p>
        </p:txBody>
      </p:sp>
      <p:grpSp>
        <p:nvGrpSpPr>
          <p:cNvPr id="5" name="object 3"/>
          <p:cNvGrpSpPr/>
          <p:nvPr/>
        </p:nvGrpSpPr>
        <p:grpSpPr>
          <a:xfrm>
            <a:off x="762000" y="1709651"/>
            <a:ext cx="7624051" cy="3008725"/>
            <a:chOff x="1340725" y="858425"/>
            <a:chExt cx="6588125" cy="238506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1577314" y="1078826"/>
              <a:ext cx="6351270" cy="2164715"/>
            </a:xfrm>
            <a:custGeom>
              <a:avLst/>
              <a:gdLst/>
              <a:ahLst/>
              <a:cxnLst/>
              <a:rect l="l" t="t" r="r" b="b"/>
              <a:pathLst>
                <a:path w="6351270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6351270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6351270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6351270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6351270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6351270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6351270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6351270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  <a:path w="6351270" h="2164715">
                  <a:moveTo>
                    <a:pt x="2930550" y="1379601"/>
                  </a:moveTo>
                  <a:lnTo>
                    <a:pt x="2610751" y="1379601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601"/>
                  </a:lnTo>
                  <a:close/>
                </a:path>
                <a:path w="6351270" h="2164715">
                  <a:moveTo>
                    <a:pt x="3797223" y="1379601"/>
                  </a:moveTo>
                  <a:lnTo>
                    <a:pt x="3477425" y="1379601"/>
                  </a:lnTo>
                  <a:lnTo>
                    <a:pt x="3477425" y="1535899"/>
                  </a:lnTo>
                  <a:lnTo>
                    <a:pt x="3797223" y="1535899"/>
                  </a:lnTo>
                  <a:lnTo>
                    <a:pt x="3797223" y="1379601"/>
                  </a:lnTo>
                  <a:close/>
                </a:path>
                <a:path w="6351270" h="2164715">
                  <a:moveTo>
                    <a:pt x="4663910" y="1379601"/>
                  </a:moveTo>
                  <a:lnTo>
                    <a:pt x="4344098" y="1379601"/>
                  </a:lnTo>
                  <a:lnTo>
                    <a:pt x="4344098" y="1535899"/>
                  </a:lnTo>
                  <a:lnTo>
                    <a:pt x="4663910" y="1535899"/>
                  </a:lnTo>
                  <a:lnTo>
                    <a:pt x="4663910" y="1379601"/>
                  </a:lnTo>
                  <a:close/>
                </a:path>
                <a:path w="6351270" h="2164715">
                  <a:moveTo>
                    <a:pt x="5530583" y="1379601"/>
                  </a:moveTo>
                  <a:lnTo>
                    <a:pt x="5210784" y="1379601"/>
                  </a:lnTo>
                  <a:lnTo>
                    <a:pt x="5210784" y="1535899"/>
                  </a:lnTo>
                  <a:lnTo>
                    <a:pt x="5530583" y="1535899"/>
                  </a:lnTo>
                  <a:lnTo>
                    <a:pt x="5530583" y="1379601"/>
                  </a:lnTo>
                  <a:close/>
                </a:path>
                <a:path w="6351270" h="2164715">
                  <a:moveTo>
                    <a:pt x="6351105" y="1379601"/>
                  </a:moveTo>
                  <a:lnTo>
                    <a:pt x="6031306" y="1379601"/>
                  </a:lnTo>
                  <a:lnTo>
                    <a:pt x="6031306" y="1535899"/>
                  </a:lnTo>
                  <a:lnTo>
                    <a:pt x="6351105" y="1535899"/>
                  </a:lnTo>
                  <a:lnTo>
                    <a:pt x="6351105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462771"/>
            <a:ext cx="3448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326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152400" y="609600"/>
            <a:ext cx="345777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 smtClean="0"/>
              <a:t>Another</a:t>
            </a:r>
            <a:r>
              <a:rPr lang="en-US" spc="-90" dirty="0" smtClean="0"/>
              <a:t> </a:t>
            </a:r>
            <a:r>
              <a:rPr lang="en-US" spc="-5" dirty="0" smtClean="0"/>
              <a:t>example:</a:t>
            </a:r>
            <a:endParaRPr lang="en-US" spc="-5" dirty="0"/>
          </a:p>
        </p:txBody>
      </p:sp>
      <p:grpSp>
        <p:nvGrpSpPr>
          <p:cNvPr id="5" name="object 3"/>
          <p:cNvGrpSpPr/>
          <p:nvPr/>
        </p:nvGrpSpPr>
        <p:grpSpPr>
          <a:xfrm>
            <a:off x="838200" y="1371600"/>
            <a:ext cx="7090651" cy="2729135"/>
            <a:chOff x="1340725" y="858425"/>
            <a:chExt cx="6588125" cy="238506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1577314" y="1078826"/>
              <a:ext cx="5530850" cy="2164715"/>
            </a:xfrm>
            <a:custGeom>
              <a:avLst/>
              <a:gdLst/>
              <a:ahLst/>
              <a:cxnLst/>
              <a:rect l="l" t="t" r="r" b="b"/>
              <a:pathLst>
                <a:path w="5530850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5530850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5530850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5530850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5530850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5530850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5530850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5530850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  <a:path w="5530850" h="2164715">
                  <a:moveTo>
                    <a:pt x="2930550" y="1379601"/>
                  </a:moveTo>
                  <a:lnTo>
                    <a:pt x="2610751" y="1379601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601"/>
                  </a:lnTo>
                  <a:close/>
                </a:path>
                <a:path w="5530850" h="2164715">
                  <a:moveTo>
                    <a:pt x="3797223" y="1379601"/>
                  </a:moveTo>
                  <a:lnTo>
                    <a:pt x="3477425" y="1379601"/>
                  </a:lnTo>
                  <a:lnTo>
                    <a:pt x="3477425" y="1535899"/>
                  </a:lnTo>
                  <a:lnTo>
                    <a:pt x="3797223" y="1535899"/>
                  </a:lnTo>
                  <a:lnTo>
                    <a:pt x="3797223" y="1379601"/>
                  </a:lnTo>
                  <a:close/>
                </a:path>
                <a:path w="5530850" h="2164715">
                  <a:moveTo>
                    <a:pt x="4663910" y="1379601"/>
                  </a:moveTo>
                  <a:lnTo>
                    <a:pt x="4344098" y="1379601"/>
                  </a:lnTo>
                  <a:lnTo>
                    <a:pt x="4344098" y="1535899"/>
                  </a:lnTo>
                  <a:lnTo>
                    <a:pt x="4663910" y="1535899"/>
                  </a:lnTo>
                  <a:lnTo>
                    <a:pt x="4663910" y="1379601"/>
                  </a:lnTo>
                  <a:close/>
                </a:path>
                <a:path w="5530850" h="2164715">
                  <a:moveTo>
                    <a:pt x="5530583" y="1379601"/>
                  </a:moveTo>
                  <a:lnTo>
                    <a:pt x="5210784" y="1379601"/>
                  </a:lnTo>
                  <a:lnTo>
                    <a:pt x="5210784" y="1535899"/>
                  </a:lnTo>
                  <a:lnTo>
                    <a:pt x="5530583" y="1535899"/>
                  </a:lnTo>
                  <a:lnTo>
                    <a:pt x="5530583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5803" y="4164275"/>
            <a:ext cx="4153469" cy="996524"/>
          </a:xfrm>
          <a:prstGeom prst="rect">
            <a:avLst/>
          </a:prstGeom>
        </p:spPr>
      </p:pic>
      <p:pic>
        <p:nvPicPr>
          <p:cNvPr id="9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125" y="4164276"/>
            <a:ext cx="3920761" cy="996537"/>
          </a:xfrm>
          <a:prstGeom prst="rect">
            <a:avLst/>
          </a:prstGeom>
        </p:spPr>
      </p:pic>
      <p:sp>
        <p:nvSpPr>
          <p:cNvPr id="10" name="object 8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462771"/>
            <a:ext cx="3448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790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267125" y="762000"/>
            <a:ext cx="345777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 smtClean="0"/>
              <a:t>Another</a:t>
            </a:r>
            <a:r>
              <a:rPr lang="en-US" spc="-90" dirty="0" smtClean="0"/>
              <a:t> </a:t>
            </a:r>
            <a:r>
              <a:rPr lang="en-US" spc="-5" dirty="0" smtClean="0"/>
              <a:t>example:</a:t>
            </a:r>
            <a:endParaRPr lang="en-US" spc="-5" dirty="0"/>
          </a:p>
        </p:txBody>
      </p:sp>
      <p:grpSp>
        <p:nvGrpSpPr>
          <p:cNvPr id="5" name="object 3"/>
          <p:cNvGrpSpPr/>
          <p:nvPr/>
        </p:nvGrpSpPr>
        <p:grpSpPr>
          <a:xfrm>
            <a:off x="1340725" y="1715675"/>
            <a:ext cx="7647940" cy="3445510"/>
            <a:chOff x="1340725" y="858425"/>
            <a:chExt cx="7647940" cy="344551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6707949" y="2056525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40" h="714375">
                  <a:moveTo>
                    <a:pt x="0" y="0"/>
                  </a:moveTo>
                  <a:lnTo>
                    <a:pt x="1297499" y="0"/>
                  </a:lnTo>
                  <a:lnTo>
                    <a:pt x="1297499" y="714299"/>
                  </a:lnTo>
                  <a:lnTo>
                    <a:pt x="0" y="714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5802" y="3307024"/>
              <a:ext cx="4153469" cy="996524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4756875" y="3197275"/>
              <a:ext cx="4222750" cy="657225"/>
            </a:xfrm>
            <a:custGeom>
              <a:avLst/>
              <a:gdLst/>
              <a:ahLst/>
              <a:cxnLst/>
              <a:rect l="l" t="t" r="r" b="b"/>
              <a:pathLst>
                <a:path w="4222750" h="657225">
                  <a:moveTo>
                    <a:pt x="0" y="0"/>
                  </a:moveTo>
                  <a:lnTo>
                    <a:pt x="4222199" y="0"/>
                  </a:lnTo>
                  <a:lnTo>
                    <a:pt x="4222199" y="656699"/>
                  </a:lnTo>
                  <a:lnTo>
                    <a:pt x="0" y="656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8"/>
            <p:cNvSpPr/>
            <p:nvPr/>
          </p:nvSpPr>
          <p:spPr>
            <a:xfrm>
              <a:off x="1577314" y="1078826"/>
              <a:ext cx="4664075" cy="2164715"/>
            </a:xfrm>
            <a:custGeom>
              <a:avLst/>
              <a:gdLst/>
              <a:ahLst/>
              <a:cxnLst/>
              <a:rect l="l" t="t" r="r" b="b"/>
              <a:pathLst>
                <a:path w="4664075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4664075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4664075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4664075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4664075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4664075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4664075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4664075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  <a:path w="4664075" h="2164715">
                  <a:moveTo>
                    <a:pt x="2930550" y="1379601"/>
                  </a:moveTo>
                  <a:lnTo>
                    <a:pt x="2610751" y="1379601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601"/>
                  </a:lnTo>
                  <a:close/>
                </a:path>
                <a:path w="4664075" h="2164715">
                  <a:moveTo>
                    <a:pt x="3797223" y="1379601"/>
                  </a:moveTo>
                  <a:lnTo>
                    <a:pt x="3477425" y="1379601"/>
                  </a:lnTo>
                  <a:lnTo>
                    <a:pt x="3477425" y="1535899"/>
                  </a:lnTo>
                  <a:lnTo>
                    <a:pt x="3797223" y="1535899"/>
                  </a:lnTo>
                  <a:lnTo>
                    <a:pt x="3797223" y="1379601"/>
                  </a:lnTo>
                  <a:close/>
                </a:path>
                <a:path w="4664075" h="2164715">
                  <a:moveTo>
                    <a:pt x="4663910" y="1379601"/>
                  </a:moveTo>
                  <a:lnTo>
                    <a:pt x="4344098" y="1379601"/>
                  </a:lnTo>
                  <a:lnTo>
                    <a:pt x="4344098" y="1535899"/>
                  </a:lnTo>
                  <a:lnTo>
                    <a:pt x="4663910" y="1535899"/>
                  </a:lnTo>
                  <a:lnTo>
                    <a:pt x="4663910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2099" y="1573468"/>
              <a:ext cx="1776953" cy="339574"/>
            </a:xfrm>
            <a:prstGeom prst="rect">
              <a:avLst/>
            </a:prstGeom>
          </p:spPr>
        </p:pic>
      </p:grpSp>
      <p:pic>
        <p:nvPicPr>
          <p:cNvPr id="12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125" y="4164275"/>
            <a:ext cx="3920761" cy="996537"/>
          </a:xfrm>
          <a:prstGeom prst="rect">
            <a:avLst/>
          </a:prstGeom>
        </p:spPr>
      </p:pic>
      <p:sp>
        <p:nvSpPr>
          <p:cNvPr id="13" name="object 11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462771"/>
            <a:ext cx="3448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3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357710" y="690178"/>
            <a:ext cx="414357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 smtClean="0"/>
              <a:t>Another</a:t>
            </a:r>
            <a:r>
              <a:rPr lang="en-US" spc="-90" dirty="0" smtClean="0"/>
              <a:t> </a:t>
            </a:r>
            <a:r>
              <a:rPr lang="en-US" spc="-5" dirty="0" smtClean="0"/>
              <a:t>example:</a:t>
            </a:r>
            <a:endParaRPr lang="en-US" spc="-5" dirty="0"/>
          </a:p>
        </p:txBody>
      </p:sp>
      <p:grpSp>
        <p:nvGrpSpPr>
          <p:cNvPr id="5" name="object 3"/>
          <p:cNvGrpSpPr/>
          <p:nvPr/>
        </p:nvGrpSpPr>
        <p:grpSpPr>
          <a:xfrm>
            <a:off x="1340726" y="1715675"/>
            <a:ext cx="6588125" cy="2385060"/>
            <a:chOff x="1340725" y="858425"/>
            <a:chExt cx="6588125" cy="238506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5842975" y="2047700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40" h="714375">
                  <a:moveTo>
                    <a:pt x="0" y="0"/>
                  </a:moveTo>
                  <a:lnTo>
                    <a:pt x="1297499" y="0"/>
                  </a:lnTo>
                  <a:lnTo>
                    <a:pt x="1297499" y="714299"/>
                  </a:lnTo>
                  <a:lnTo>
                    <a:pt x="0" y="714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6"/>
            <p:cNvSpPr/>
            <p:nvPr/>
          </p:nvSpPr>
          <p:spPr>
            <a:xfrm>
              <a:off x="1577314" y="1078826"/>
              <a:ext cx="4664075" cy="2164715"/>
            </a:xfrm>
            <a:custGeom>
              <a:avLst/>
              <a:gdLst/>
              <a:ahLst/>
              <a:cxnLst/>
              <a:rect l="l" t="t" r="r" b="b"/>
              <a:pathLst>
                <a:path w="4664075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4664075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4664075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4664075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4664075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4664075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4664075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4664075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  <a:path w="4664075" h="2164715">
                  <a:moveTo>
                    <a:pt x="2930550" y="1379601"/>
                  </a:moveTo>
                  <a:lnTo>
                    <a:pt x="2610751" y="1379601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601"/>
                  </a:lnTo>
                  <a:close/>
                </a:path>
                <a:path w="4664075" h="2164715">
                  <a:moveTo>
                    <a:pt x="3797223" y="1379601"/>
                  </a:moveTo>
                  <a:lnTo>
                    <a:pt x="3477425" y="1379601"/>
                  </a:lnTo>
                  <a:lnTo>
                    <a:pt x="3477425" y="1535899"/>
                  </a:lnTo>
                  <a:lnTo>
                    <a:pt x="3797223" y="1535899"/>
                  </a:lnTo>
                  <a:lnTo>
                    <a:pt x="3797223" y="1379601"/>
                  </a:lnTo>
                  <a:close/>
                </a:path>
                <a:path w="4664075" h="2164715">
                  <a:moveTo>
                    <a:pt x="4663910" y="1379601"/>
                  </a:moveTo>
                  <a:lnTo>
                    <a:pt x="4344098" y="1379601"/>
                  </a:lnTo>
                  <a:lnTo>
                    <a:pt x="4344098" y="1535899"/>
                  </a:lnTo>
                  <a:lnTo>
                    <a:pt x="4663910" y="1535899"/>
                  </a:lnTo>
                  <a:lnTo>
                    <a:pt x="4663910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object 7"/>
          <p:cNvGrpSpPr/>
          <p:nvPr/>
        </p:nvGrpSpPr>
        <p:grpSpPr>
          <a:xfrm>
            <a:off x="4747350" y="4164274"/>
            <a:ext cx="4241800" cy="1040130"/>
            <a:chOff x="4747350" y="3307024"/>
            <a:chExt cx="4241800" cy="1040130"/>
          </a:xfrm>
        </p:grpSpPr>
        <p:pic>
          <p:nvPicPr>
            <p:cNvPr id="10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5802" y="3307024"/>
              <a:ext cx="4153469" cy="996524"/>
            </a:xfrm>
            <a:prstGeom prst="rect">
              <a:avLst/>
            </a:prstGeom>
          </p:spPr>
        </p:pic>
        <p:sp>
          <p:nvSpPr>
            <p:cNvPr id="11" name="object 9"/>
            <p:cNvSpPr/>
            <p:nvPr/>
          </p:nvSpPr>
          <p:spPr>
            <a:xfrm>
              <a:off x="4756875" y="3818299"/>
              <a:ext cx="4222750" cy="519430"/>
            </a:xfrm>
            <a:custGeom>
              <a:avLst/>
              <a:gdLst/>
              <a:ahLst/>
              <a:cxnLst/>
              <a:rect l="l" t="t" r="r" b="b"/>
              <a:pathLst>
                <a:path w="4222750" h="519429">
                  <a:moveTo>
                    <a:pt x="0" y="0"/>
                  </a:moveTo>
                  <a:lnTo>
                    <a:pt x="4222199" y="0"/>
                  </a:lnTo>
                  <a:lnTo>
                    <a:pt x="4222199" y="518999"/>
                  </a:lnTo>
                  <a:lnTo>
                    <a:pt x="0" y="518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2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125" y="4164275"/>
            <a:ext cx="3920761" cy="996537"/>
          </a:xfrm>
          <a:prstGeom prst="rect">
            <a:avLst/>
          </a:prstGeom>
        </p:spPr>
      </p:pic>
      <p:sp>
        <p:nvSpPr>
          <p:cNvPr id="13" name="object 11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462771"/>
            <a:ext cx="3448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9949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375800" y="670396"/>
            <a:ext cx="43810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 smtClean="0"/>
              <a:t>Another</a:t>
            </a:r>
            <a:r>
              <a:rPr lang="en-US" spc="-90" dirty="0" smtClean="0"/>
              <a:t> </a:t>
            </a:r>
            <a:r>
              <a:rPr lang="en-US" spc="-5" dirty="0" smtClean="0"/>
              <a:t>example:</a:t>
            </a:r>
            <a:endParaRPr lang="en-US" spc="-5" dirty="0"/>
          </a:p>
        </p:txBody>
      </p:sp>
      <p:grpSp>
        <p:nvGrpSpPr>
          <p:cNvPr id="5" name="object 3"/>
          <p:cNvGrpSpPr/>
          <p:nvPr/>
        </p:nvGrpSpPr>
        <p:grpSpPr>
          <a:xfrm>
            <a:off x="1340726" y="1715675"/>
            <a:ext cx="6588125" cy="2385060"/>
            <a:chOff x="1340725" y="858425"/>
            <a:chExt cx="6588125" cy="238506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5842975" y="2047700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40" h="714375">
                  <a:moveTo>
                    <a:pt x="0" y="0"/>
                  </a:moveTo>
                  <a:lnTo>
                    <a:pt x="1297499" y="0"/>
                  </a:lnTo>
                  <a:lnTo>
                    <a:pt x="1297499" y="714299"/>
                  </a:lnTo>
                  <a:lnTo>
                    <a:pt x="0" y="714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6"/>
            <p:cNvSpPr/>
            <p:nvPr/>
          </p:nvSpPr>
          <p:spPr>
            <a:xfrm>
              <a:off x="1577314" y="1078826"/>
              <a:ext cx="3797300" cy="2164715"/>
            </a:xfrm>
            <a:custGeom>
              <a:avLst/>
              <a:gdLst/>
              <a:ahLst/>
              <a:cxnLst/>
              <a:rect l="l" t="t" r="r" b="b"/>
              <a:pathLst>
                <a:path w="3797300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3797300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3797300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3797300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3797300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3797300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3797300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3797300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  <a:path w="3797300" h="2164715">
                  <a:moveTo>
                    <a:pt x="2930550" y="1379601"/>
                  </a:moveTo>
                  <a:lnTo>
                    <a:pt x="2610751" y="1379601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601"/>
                  </a:lnTo>
                  <a:close/>
                </a:path>
                <a:path w="3797300" h="2164715">
                  <a:moveTo>
                    <a:pt x="3797223" y="1379601"/>
                  </a:moveTo>
                  <a:lnTo>
                    <a:pt x="3477425" y="1379601"/>
                  </a:lnTo>
                  <a:lnTo>
                    <a:pt x="3477425" y="1535899"/>
                  </a:lnTo>
                  <a:lnTo>
                    <a:pt x="3797223" y="1535899"/>
                  </a:lnTo>
                  <a:lnTo>
                    <a:pt x="3797223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8775" y="1656574"/>
              <a:ext cx="2101912" cy="291932"/>
            </a:xfrm>
            <a:prstGeom prst="rect">
              <a:avLst/>
            </a:prstGeom>
          </p:spPr>
        </p:pic>
      </p:grpSp>
      <p:grpSp>
        <p:nvGrpSpPr>
          <p:cNvPr id="10" name="object 8"/>
          <p:cNvGrpSpPr/>
          <p:nvPr/>
        </p:nvGrpSpPr>
        <p:grpSpPr>
          <a:xfrm>
            <a:off x="4747350" y="4164274"/>
            <a:ext cx="4241800" cy="1040130"/>
            <a:chOff x="4747350" y="3307024"/>
            <a:chExt cx="4241800" cy="1040130"/>
          </a:xfrm>
        </p:grpSpPr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5802" y="3307024"/>
              <a:ext cx="4153469" cy="996524"/>
            </a:xfrm>
            <a:prstGeom prst="rect">
              <a:avLst/>
            </a:prstGeom>
          </p:spPr>
        </p:pic>
        <p:sp>
          <p:nvSpPr>
            <p:cNvPr id="12" name="object 10"/>
            <p:cNvSpPr/>
            <p:nvPr/>
          </p:nvSpPr>
          <p:spPr>
            <a:xfrm>
              <a:off x="4756875" y="3818299"/>
              <a:ext cx="4222750" cy="519430"/>
            </a:xfrm>
            <a:custGeom>
              <a:avLst/>
              <a:gdLst/>
              <a:ahLst/>
              <a:cxnLst/>
              <a:rect l="l" t="t" r="r" b="b"/>
              <a:pathLst>
                <a:path w="4222750" h="519429">
                  <a:moveTo>
                    <a:pt x="0" y="0"/>
                  </a:moveTo>
                  <a:lnTo>
                    <a:pt x="4222199" y="0"/>
                  </a:lnTo>
                  <a:lnTo>
                    <a:pt x="4222199" y="518999"/>
                  </a:lnTo>
                  <a:lnTo>
                    <a:pt x="0" y="518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3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125" y="4164275"/>
            <a:ext cx="3920761" cy="996537"/>
          </a:xfrm>
          <a:prstGeom prst="rect">
            <a:avLst/>
          </a:prstGeom>
        </p:spPr>
      </p:pic>
      <p:sp>
        <p:nvSpPr>
          <p:cNvPr id="14" name="object 12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462771"/>
            <a:ext cx="3448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229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247531" y="747538"/>
            <a:ext cx="330537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0" spc="-5" dirty="0"/>
              <a:t>Another</a:t>
            </a:r>
            <a:r>
              <a:rPr b="0" spc="-90" dirty="0"/>
              <a:t> </a:t>
            </a:r>
            <a:r>
              <a:rPr b="0" spc="-5" dirty="0"/>
              <a:t>example: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20125" y="1715675"/>
            <a:ext cx="7708900" cy="3445510"/>
            <a:chOff x="220125" y="858425"/>
            <a:chExt cx="7708900" cy="344551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5004774" y="2047700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39" h="714375">
                  <a:moveTo>
                    <a:pt x="0" y="0"/>
                  </a:moveTo>
                  <a:lnTo>
                    <a:pt x="1297499" y="0"/>
                  </a:lnTo>
                  <a:lnTo>
                    <a:pt x="1297499" y="714299"/>
                  </a:lnTo>
                  <a:lnTo>
                    <a:pt x="0" y="714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25" y="3307024"/>
              <a:ext cx="3920761" cy="996537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29650" y="3277900"/>
              <a:ext cx="4032250" cy="541020"/>
            </a:xfrm>
            <a:custGeom>
              <a:avLst/>
              <a:gdLst/>
              <a:ahLst/>
              <a:cxnLst/>
              <a:rect l="l" t="t" r="r" b="b"/>
              <a:pathLst>
                <a:path w="4032250" h="541020">
                  <a:moveTo>
                    <a:pt x="0" y="0"/>
                  </a:moveTo>
                  <a:lnTo>
                    <a:pt x="4031699" y="0"/>
                  </a:lnTo>
                  <a:lnTo>
                    <a:pt x="4031699" y="540599"/>
                  </a:lnTo>
                  <a:lnTo>
                    <a:pt x="0" y="540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8"/>
            <p:cNvSpPr/>
            <p:nvPr/>
          </p:nvSpPr>
          <p:spPr>
            <a:xfrm>
              <a:off x="1577314" y="1078826"/>
              <a:ext cx="3797300" cy="2164715"/>
            </a:xfrm>
            <a:custGeom>
              <a:avLst/>
              <a:gdLst/>
              <a:ahLst/>
              <a:cxnLst/>
              <a:rect l="l" t="t" r="r" b="b"/>
              <a:pathLst>
                <a:path w="3797300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3797300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3797300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3797300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3797300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3797300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3797300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3797300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  <a:path w="3797300" h="2164715">
                  <a:moveTo>
                    <a:pt x="2930550" y="1379601"/>
                  </a:moveTo>
                  <a:lnTo>
                    <a:pt x="2610751" y="1379601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601"/>
                  </a:lnTo>
                  <a:close/>
                </a:path>
                <a:path w="3797300" h="2164715">
                  <a:moveTo>
                    <a:pt x="3797223" y="1379601"/>
                  </a:moveTo>
                  <a:lnTo>
                    <a:pt x="3477425" y="1379601"/>
                  </a:lnTo>
                  <a:lnTo>
                    <a:pt x="3477425" y="1535899"/>
                  </a:lnTo>
                  <a:lnTo>
                    <a:pt x="3797223" y="1535899"/>
                  </a:lnTo>
                  <a:lnTo>
                    <a:pt x="3797223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1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5802" y="4164274"/>
            <a:ext cx="4153469" cy="996524"/>
          </a:xfrm>
          <a:prstGeom prst="rect">
            <a:avLst/>
          </a:prstGeom>
        </p:spPr>
      </p:pic>
      <p:sp>
        <p:nvSpPr>
          <p:cNvPr id="12" name="object 10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462771"/>
            <a:ext cx="3448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285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304800" y="725767"/>
            <a:ext cx="343759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 smtClean="0"/>
              <a:t>Another</a:t>
            </a:r>
            <a:r>
              <a:rPr lang="en-US" spc="-90" dirty="0" smtClean="0"/>
              <a:t> </a:t>
            </a:r>
            <a:r>
              <a:rPr lang="en-US" spc="-5" dirty="0" smtClean="0"/>
              <a:t>example:</a:t>
            </a:r>
            <a:endParaRPr lang="en-US" spc="-5" dirty="0"/>
          </a:p>
        </p:txBody>
      </p:sp>
      <p:grpSp>
        <p:nvGrpSpPr>
          <p:cNvPr id="5" name="object 3"/>
          <p:cNvGrpSpPr/>
          <p:nvPr/>
        </p:nvGrpSpPr>
        <p:grpSpPr>
          <a:xfrm>
            <a:off x="220125" y="1715675"/>
            <a:ext cx="7708900" cy="3445510"/>
            <a:chOff x="220125" y="858425"/>
            <a:chExt cx="7708900" cy="344551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5004774" y="2047700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39" h="714375">
                  <a:moveTo>
                    <a:pt x="0" y="0"/>
                  </a:moveTo>
                  <a:lnTo>
                    <a:pt x="1297499" y="0"/>
                  </a:lnTo>
                  <a:lnTo>
                    <a:pt x="1297499" y="714299"/>
                  </a:lnTo>
                  <a:lnTo>
                    <a:pt x="0" y="714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25" y="3307024"/>
              <a:ext cx="3920761" cy="996537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29650" y="3277900"/>
              <a:ext cx="4032250" cy="541020"/>
            </a:xfrm>
            <a:custGeom>
              <a:avLst/>
              <a:gdLst/>
              <a:ahLst/>
              <a:cxnLst/>
              <a:rect l="l" t="t" r="r" b="b"/>
              <a:pathLst>
                <a:path w="4032250" h="541020">
                  <a:moveTo>
                    <a:pt x="0" y="0"/>
                  </a:moveTo>
                  <a:lnTo>
                    <a:pt x="4031699" y="0"/>
                  </a:lnTo>
                  <a:lnTo>
                    <a:pt x="4031699" y="540599"/>
                  </a:lnTo>
                  <a:lnTo>
                    <a:pt x="0" y="540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8"/>
            <p:cNvSpPr/>
            <p:nvPr/>
          </p:nvSpPr>
          <p:spPr>
            <a:xfrm>
              <a:off x="1577314" y="1078826"/>
              <a:ext cx="2931160" cy="2164715"/>
            </a:xfrm>
            <a:custGeom>
              <a:avLst/>
              <a:gdLst/>
              <a:ahLst/>
              <a:cxnLst/>
              <a:rect l="l" t="t" r="r" b="b"/>
              <a:pathLst>
                <a:path w="2931160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2931160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2931160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2931160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2931160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2931160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2931160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2931160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  <a:path w="2931160" h="2164715">
                  <a:moveTo>
                    <a:pt x="2930550" y="1379601"/>
                  </a:moveTo>
                  <a:lnTo>
                    <a:pt x="2610751" y="1379601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82828" y="1573476"/>
              <a:ext cx="2526749" cy="323775"/>
            </a:xfrm>
            <a:prstGeom prst="rect">
              <a:avLst/>
            </a:prstGeom>
          </p:spPr>
        </p:pic>
      </p:grpSp>
      <p:pic>
        <p:nvPicPr>
          <p:cNvPr id="12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85802" y="4164274"/>
            <a:ext cx="4153469" cy="996524"/>
          </a:xfrm>
          <a:prstGeom prst="rect">
            <a:avLst/>
          </a:prstGeom>
        </p:spPr>
      </p:pic>
      <p:sp>
        <p:nvSpPr>
          <p:cNvPr id="13" name="object 11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462771"/>
            <a:ext cx="3448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0071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372402" y="457200"/>
            <a:ext cx="397099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 smtClean="0"/>
              <a:t>Another</a:t>
            </a:r>
            <a:r>
              <a:rPr lang="en-US" spc="-90" dirty="0" smtClean="0"/>
              <a:t> </a:t>
            </a:r>
            <a:r>
              <a:rPr lang="en-US" spc="-5" dirty="0" smtClean="0"/>
              <a:t>example:</a:t>
            </a:r>
            <a:endParaRPr lang="en-US" spc="-5" dirty="0"/>
          </a:p>
        </p:txBody>
      </p:sp>
      <p:grpSp>
        <p:nvGrpSpPr>
          <p:cNvPr id="5" name="object 3"/>
          <p:cNvGrpSpPr/>
          <p:nvPr/>
        </p:nvGrpSpPr>
        <p:grpSpPr>
          <a:xfrm>
            <a:off x="1340726" y="1715675"/>
            <a:ext cx="6588125" cy="2385060"/>
            <a:chOff x="1340725" y="858425"/>
            <a:chExt cx="6588125" cy="238506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4134506" y="2047700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39" h="714375">
                  <a:moveTo>
                    <a:pt x="0" y="0"/>
                  </a:moveTo>
                  <a:lnTo>
                    <a:pt x="1297499" y="0"/>
                  </a:lnTo>
                  <a:lnTo>
                    <a:pt x="1297499" y="714299"/>
                  </a:lnTo>
                  <a:lnTo>
                    <a:pt x="0" y="714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6"/>
            <p:cNvSpPr/>
            <p:nvPr/>
          </p:nvSpPr>
          <p:spPr>
            <a:xfrm>
              <a:off x="1577314" y="1078826"/>
              <a:ext cx="2931160" cy="2164715"/>
            </a:xfrm>
            <a:custGeom>
              <a:avLst/>
              <a:gdLst/>
              <a:ahLst/>
              <a:cxnLst/>
              <a:rect l="l" t="t" r="r" b="b"/>
              <a:pathLst>
                <a:path w="2931160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2931160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2931160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2931160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2931160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2931160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2931160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2931160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  <a:path w="2931160" h="2164715">
                  <a:moveTo>
                    <a:pt x="2930550" y="1379601"/>
                  </a:moveTo>
                  <a:lnTo>
                    <a:pt x="2610751" y="1379601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5802" y="4164274"/>
            <a:ext cx="4153469" cy="996524"/>
          </a:xfrm>
          <a:prstGeom prst="rect">
            <a:avLst/>
          </a:prstGeom>
        </p:spPr>
      </p:pic>
      <p:grpSp>
        <p:nvGrpSpPr>
          <p:cNvPr id="10" name="object 8"/>
          <p:cNvGrpSpPr/>
          <p:nvPr/>
        </p:nvGrpSpPr>
        <p:grpSpPr>
          <a:xfrm>
            <a:off x="257575" y="4164275"/>
            <a:ext cx="4013835" cy="1096645"/>
            <a:chOff x="257574" y="3307024"/>
            <a:chExt cx="4013835" cy="1096645"/>
          </a:xfrm>
        </p:grpSpPr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7124" y="3307024"/>
              <a:ext cx="3920761" cy="996537"/>
            </a:xfrm>
            <a:prstGeom prst="rect">
              <a:avLst/>
            </a:prstGeom>
          </p:spPr>
        </p:pic>
        <p:sp>
          <p:nvSpPr>
            <p:cNvPr id="12" name="object 10"/>
            <p:cNvSpPr/>
            <p:nvPr/>
          </p:nvSpPr>
          <p:spPr>
            <a:xfrm>
              <a:off x="267099" y="3792835"/>
              <a:ext cx="3994785" cy="601345"/>
            </a:xfrm>
            <a:custGeom>
              <a:avLst/>
              <a:gdLst/>
              <a:ahLst/>
              <a:cxnLst/>
              <a:rect l="l" t="t" r="r" b="b"/>
              <a:pathLst>
                <a:path w="3994785" h="601345">
                  <a:moveTo>
                    <a:pt x="0" y="0"/>
                  </a:moveTo>
                  <a:lnTo>
                    <a:pt x="3994199" y="0"/>
                  </a:lnTo>
                  <a:lnTo>
                    <a:pt x="3994199" y="600899"/>
                  </a:lnTo>
                  <a:lnTo>
                    <a:pt x="0" y="600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1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462771"/>
            <a:ext cx="34480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4569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7741" y="448690"/>
            <a:ext cx="3562691" cy="8255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00" y="407771"/>
            <a:ext cx="50669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Another</a:t>
            </a:r>
            <a:r>
              <a:rPr spc="-90" dirty="0"/>
              <a:t> </a:t>
            </a:r>
            <a:r>
              <a:rPr spc="-5" dirty="0"/>
              <a:t>example: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40726" y="1715675"/>
            <a:ext cx="6588125" cy="2385060"/>
            <a:chOff x="1340725" y="858425"/>
            <a:chExt cx="6588125" cy="23850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34506" y="2047700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39" h="714375">
                  <a:moveTo>
                    <a:pt x="0" y="0"/>
                  </a:moveTo>
                  <a:lnTo>
                    <a:pt x="1297499" y="0"/>
                  </a:lnTo>
                  <a:lnTo>
                    <a:pt x="1297499" y="714299"/>
                  </a:lnTo>
                  <a:lnTo>
                    <a:pt x="0" y="714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577314" y="1078826"/>
              <a:ext cx="2034539" cy="2164715"/>
            </a:xfrm>
            <a:custGeom>
              <a:avLst/>
              <a:gdLst/>
              <a:ahLst/>
              <a:cxnLst/>
              <a:rect l="l" t="t" r="r" b="b"/>
              <a:pathLst>
                <a:path w="2034539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2034539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2034539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2034539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2034539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2034539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2034539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2034539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5802" y="4164274"/>
            <a:ext cx="4153469" cy="99652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57575" y="4164275"/>
            <a:ext cx="4013835" cy="1096645"/>
            <a:chOff x="257574" y="3307024"/>
            <a:chExt cx="4013835" cy="109664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124" y="3307024"/>
              <a:ext cx="3920761" cy="9965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67099" y="3792835"/>
              <a:ext cx="3994785" cy="601345"/>
            </a:xfrm>
            <a:custGeom>
              <a:avLst/>
              <a:gdLst/>
              <a:ahLst/>
              <a:cxnLst/>
              <a:rect l="l" t="t" r="r" b="b"/>
              <a:pathLst>
                <a:path w="3994785" h="601345">
                  <a:moveTo>
                    <a:pt x="0" y="0"/>
                  </a:moveTo>
                  <a:lnTo>
                    <a:pt x="3994199" y="0"/>
                  </a:lnTo>
                  <a:lnTo>
                    <a:pt x="3994199" y="600899"/>
                  </a:lnTo>
                  <a:lnTo>
                    <a:pt x="0" y="600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object 12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3051" y="2507913"/>
            <a:ext cx="15411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(-1)</a:t>
            </a:r>
            <a:r>
              <a:rPr sz="1400" spc="-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sz="1400" spc="-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(-0.20)</a:t>
            </a:r>
            <a:r>
              <a:rPr sz="14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1400" spc="-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0.20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5195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267125" y="535007"/>
            <a:ext cx="35428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0" spc="-5" dirty="0"/>
              <a:t>Another</a:t>
            </a:r>
            <a:r>
              <a:rPr b="0" spc="-90" dirty="0"/>
              <a:t> </a:t>
            </a:r>
            <a:r>
              <a:rPr b="0" spc="-5" dirty="0"/>
              <a:t>example: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67125" y="1715675"/>
            <a:ext cx="7661909" cy="3445510"/>
            <a:chOff x="267124" y="858425"/>
            <a:chExt cx="7661909" cy="3445510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3283374" y="1571075"/>
              <a:ext cx="1209675" cy="1252855"/>
            </a:xfrm>
            <a:custGeom>
              <a:avLst/>
              <a:gdLst/>
              <a:ahLst/>
              <a:cxnLst/>
              <a:rect l="l" t="t" r="r" b="b"/>
              <a:pathLst>
                <a:path w="1209675" h="1252855">
                  <a:moveTo>
                    <a:pt x="0" y="0"/>
                  </a:moveTo>
                  <a:lnTo>
                    <a:pt x="1209299" y="0"/>
                  </a:lnTo>
                  <a:lnTo>
                    <a:pt x="1209299" y="1252799"/>
                  </a:lnTo>
                  <a:lnTo>
                    <a:pt x="0" y="1252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24" y="3307024"/>
              <a:ext cx="3920761" cy="996537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1340724" y="2744974"/>
              <a:ext cx="795655" cy="600710"/>
            </a:xfrm>
            <a:custGeom>
              <a:avLst/>
              <a:gdLst/>
              <a:ahLst/>
              <a:cxnLst/>
              <a:rect l="l" t="t" r="r" b="b"/>
              <a:pathLst>
                <a:path w="795655" h="600710">
                  <a:moveTo>
                    <a:pt x="0" y="0"/>
                  </a:moveTo>
                  <a:lnTo>
                    <a:pt x="795299" y="0"/>
                  </a:lnTo>
                  <a:lnTo>
                    <a:pt x="795299" y="600299"/>
                  </a:lnTo>
                  <a:lnTo>
                    <a:pt x="0" y="600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8"/>
            <p:cNvSpPr/>
            <p:nvPr/>
          </p:nvSpPr>
          <p:spPr>
            <a:xfrm>
              <a:off x="1577314" y="1078826"/>
              <a:ext cx="2034539" cy="2164715"/>
            </a:xfrm>
            <a:custGeom>
              <a:avLst/>
              <a:gdLst/>
              <a:ahLst/>
              <a:cxnLst/>
              <a:rect l="l" t="t" r="r" b="b"/>
              <a:pathLst>
                <a:path w="2034539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2034539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2034539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2034539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2034539" h="216471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2034539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2034539" h="216471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  <a:path w="2034539" h="2164715">
                  <a:moveTo>
                    <a:pt x="2034159" y="761758"/>
                  </a:moveTo>
                  <a:lnTo>
                    <a:pt x="1714360" y="761758"/>
                  </a:lnTo>
                  <a:lnTo>
                    <a:pt x="1714360" y="918057"/>
                  </a:lnTo>
                  <a:lnTo>
                    <a:pt x="2034159" y="918057"/>
                  </a:lnTo>
                  <a:lnTo>
                    <a:pt x="2034159" y="7617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1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5802" y="4164274"/>
            <a:ext cx="4153469" cy="996524"/>
          </a:xfrm>
          <a:prstGeom prst="rect">
            <a:avLst/>
          </a:prstGeom>
        </p:spPr>
      </p:pic>
      <p:sp>
        <p:nvSpPr>
          <p:cNvPr id="12" name="object 10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57741" y="448690"/>
            <a:ext cx="3562691" cy="82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9096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671645"/>
            <a:ext cx="3047999" cy="6857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4468" y="493947"/>
            <a:ext cx="380413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Another</a:t>
            </a:r>
            <a:r>
              <a:rPr spc="-90" dirty="0"/>
              <a:t> </a:t>
            </a:r>
            <a:r>
              <a:rPr spc="-5" dirty="0"/>
              <a:t>example: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67125" y="1715675"/>
            <a:ext cx="7661909" cy="3445510"/>
            <a:chOff x="267124" y="858425"/>
            <a:chExt cx="7661909" cy="34455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83374" y="1571075"/>
              <a:ext cx="1209675" cy="1252855"/>
            </a:xfrm>
            <a:custGeom>
              <a:avLst/>
              <a:gdLst/>
              <a:ahLst/>
              <a:cxnLst/>
              <a:rect l="l" t="t" r="r" b="b"/>
              <a:pathLst>
                <a:path w="1209675" h="1252855">
                  <a:moveTo>
                    <a:pt x="0" y="0"/>
                  </a:moveTo>
                  <a:lnTo>
                    <a:pt x="1209299" y="0"/>
                  </a:lnTo>
                  <a:lnTo>
                    <a:pt x="1209299" y="1252799"/>
                  </a:lnTo>
                  <a:lnTo>
                    <a:pt x="0" y="1252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7124" y="3307024"/>
              <a:ext cx="3920761" cy="996537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85802" y="4164274"/>
            <a:ext cx="4153469" cy="99652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8725" y="2029756"/>
            <a:ext cx="3000375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143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[local gradient]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[its gradient] </a:t>
            </a:r>
            <a:r>
              <a:rPr spc="-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[0.2]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5"/>
              </a:spcBef>
            </a:pP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[0.2]</a:t>
            </a:r>
            <a:r>
              <a:rPr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r>
              <a:rPr spc="47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(both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inputs!)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31200" y="1936076"/>
            <a:ext cx="1424940" cy="2276475"/>
            <a:chOff x="1331200" y="1078825"/>
            <a:chExt cx="1424940" cy="2276475"/>
          </a:xfrm>
        </p:grpSpPr>
        <p:sp>
          <p:nvSpPr>
            <p:cNvPr id="12" name="object 12"/>
            <p:cNvSpPr/>
            <p:nvPr/>
          </p:nvSpPr>
          <p:spPr>
            <a:xfrm>
              <a:off x="1340725" y="2744975"/>
              <a:ext cx="795655" cy="600710"/>
            </a:xfrm>
            <a:custGeom>
              <a:avLst/>
              <a:gdLst/>
              <a:ahLst/>
              <a:cxnLst/>
              <a:rect l="l" t="t" r="r" b="b"/>
              <a:pathLst>
                <a:path w="795655" h="600710">
                  <a:moveTo>
                    <a:pt x="0" y="0"/>
                  </a:moveTo>
                  <a:lnTo>
                    <a:pt x="795299" y="0"/>
                  </a:lnTo>
                  <a:lnTo>
                    <a:pt x="795299" y="600299"/>
                  </a:lnTo>
                  <a:lnTo>
                    <a:pt x="0" y="6002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577314" y="1078826"/>
              <a:ext cx="1179195" cy="1655445"/>
            </a:xfrm>
            <a:custGeom>
              <a:avLst/>
              <a:gdLst/>
              <a:ahLst/>
              <a:cxnLst/>
              <a:rect l="l" t="t" r="r" b="b"/>
              <a:pathLst>
                <a:path w="1179195" h="165544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1179195" h="165544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1179195" h="165544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1179195" h="165544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  <a:path w="1179195" h="165544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85"/>
                  </a:lnTo>
                  <a:lnTo>
                    <a:pt x="1178775" y="1394485"/>
                  </a:lnTo>
                  <a:lnTo>
                    <a:pt x="1178775" y="1238173"/>
                  </a:lnTo>
                  <a:close/>
                </a:path>
                <a:path w="1179195" h="1655445">
                  <a:moveTo>
                    <a:pt x="1178775" y="264769"/>
                  </a:moveTo>
                  <a:lnTo>
                    <a:pt x="858977" y="264769"/>
                  </a:lnTo>
                  <a:lnTo>
                    <a:pt x="858977" y="421068"/>
                  </a:lnTo>
                  <a:lnTo>
                    <a:pt x="1178775" y="421068"/>
                  </a:lnTo>
                  <a:lnTo>
                    <a:pt x="1178775" y="2647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28771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267125" y="549039"/>
            <a:ext cx="39577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 smtClean="0"/>
              <a:t>Another</a:t>
            </a:r>
            <a:r>
              <a:rPr lang="en-US" spc="-90" dirty="0" smtClean="0"/>
              <a:t> </a:t>
            </a:r>
            <a:r>
              <a:rPr lang="en-US" spc="-5" dirty="0" smtClean="0"/>
              <a:t>example:</a:t>
            </a:r>
            <a:endParaRPr lang="en-US" spc="-5" dirty="0"/>
          </a:p>
        </p:txBody>
      </p:sp>
      <p:grpSp>
        <p:nvGrpSpPr>
          <p:cNvPr id="5" name="object 3"/>
          <p:cNvGrpSpPr/>
          <p:nvPr/>
        </p:nvGrpSpPr>
        <p:grpSpPr>
          <a:xfrm>
            <a:off x="1331200" y="1447800"/>
            <a:ext cx="6597650" cy="2513965"/>
            <a:chOff x="1331200" y="714225"/>
            <a:chExt cx="6597650" cy="2513965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1340725" y="723750"/>
              <a:ext cx="1483995" cy="1042035"/>
            </a:xfrm>
            <a:custGeom>
              <a:avLst/>
              <a:gdLst/>
              <a:ahLst/>
              <a:cxnLst/>
              <a:rect l="l" t="t" r="r" b="b"/>
              <a:pathLst>
                <a:path w="1483995" h="1042035">
                  <a:moveTo>
                    <a:pt x="0" y="0"/>
                  </a:moveTo>
                  <a:lnTo>
                    <a:pt x="1483799" y="0"/>
                  </a:lnTo>
                  <a:lnTo>
                    <a:pt x="1483799" y="1041599"/>
                  </a:lnTo>
                  <a:lnTo>
                    <a:pt x="0" y="1041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6"/>
            <p:cNvSpPr/>
            <p:nvPr/>
          </p:nvSpPr>
          <p:spPr>
            <a:xfrm>
              <a:off x="1577314" y="1078826"/>
              <a:ext cx="353695" cy="1655445"/>
            </a:xfrm>
            <a:custGeom>
              <a:avLst/>
              <a:gdLst/>
              <a:ahLst/>
              <a:cxnLst/>
              <a:rect l="l" t="t" r="r" b="b"/>
              <a:pathLst>
                <a:path w="353694" h="165544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353694" h="165544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353694" h="165544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353694" h="1655445">
                  <a:moveTo>
                    <a:pt x="353148" y="1498841"/>
                  </a:moveTo>
                  <a:lnTo>
                    <a:pt x="33350" y="1498841"/>
                  </a:lnTo>
                  <a:lnTo>
                    <a:pt x="33350" y="1655140"/>
                  </a:lnTo>
                  <a:lnTo>
                    <a:pt x="353148" y="1655140"/>
                  </a:lnTo>
                  <a:lnTo>
                    <a:pt x="353148" y="14988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5802" y="4164274"/>
            <a:ext cx="4153469" cy="996524"/>
          </a:xfrm>
          <a:prstGeom prst="rect">
            <a:avLst/>
          </a:prstGeom>
        </p:spPr>
      </p:pic>
      <p:pic>
        <p:nvPicPr>
          <p:cNvPr id="10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125" y="4164275"/>
            <a:ext cx="3920761" cy="996537"/>
          </a:xfrm>
          <a:prstGeom prst="rect">
            <a:avLst/>
          </a:prstGeom>
        </p:spPr>
      </p:pic>
      <p:sp>
        <p:nvSpPr>
          <p:cNvPr id="11" name="object 9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object 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43400" y="671645"/>
            <a:ext cx="3047999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403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2646" y="427325"/>
            <a:ext cx="3047999" cy="6857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7125" y="377496"/>
            <a:ext cx="451867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Another</a:t>
            </a:r>
            <a:r>
              <a:rPr spc="-90" dirty="0"/>
              <a:t> </a:t>
            </a:r>
            <a:r>
              <a:rPr spc="-5" dirty="0"/>
              <a:t>example: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31199" y="1571476"/>
            <a:ext cx="6597650" cy="2513965"/>
            <a:chOff x="1331199" y="714225"/>
            <a:chExt cx="6597650" cy="251396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0725" y="858425"/>
              <a:ext cx="6587700" cy="23695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40724" y="723750"/>
              <a:ext cx="1483995" cy="1042035"/>
            </a:xfrm>
            <a:custGeom>
              <a:avLst/>
              <a:gdLst/>
              <a:ahLst/>
              <a:cxnLst/>
              <a:rect l="l" t="t" r="r" b="b"/>
              <a:pathLst>
                <a:path w="1483995" h="1042035">
                  <a:moveTo>
                    <a:pt x="0" y="0"/>
                  </a:moveTo>
                  <a:lnTo>
                    <a:pt x="1483799" y="0"/>
                  </a:lnTo>
                  <a:lnTo>
                    <a:pt x="1483799" y="1041599"/>
                  </a:lnTo>
                  <a:lnTo>
                    <a:pt x="0" y="1041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5802" y="4164274"/>
            <a:ext cx="4153469" cy="9965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125" y="4164275"/>
            <a:ext cx="3920761" cy="99653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4492575" y="4202401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67825" y="1944731"/>
            <a:ext cx="2993390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[local gradient]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[its gradient] </a:t>
            </a:r>
            <a:r>
              <a:rPr spc="-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x0: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[0.2]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5"/>
              </a:spcBef>
            </a:pP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w0: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[-1]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[0.2]</a:t>
            </a:r>
            <a:r>
              <a:rPr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-0.2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77315" y="2925382"/>
            <a:ext cx="353695" cy="666115"/>
          </a:xfrm>
          <a:custGeom>
            <a:avLst/>
            <a:gdLst/>
            <a:ahLst/>
            <a:cxnLst/>
            <a:rect l="l" t="t" r="r" b="b"/>
            <a:pathLst>
              <a:path w="353694" h="666114">
                <a:moveTo>
                  <a:pt x="319798" y="0"/>
                </a:moveTo>
                <a:lnTo>
                  <a:pt x="0" y="0"/>
                </a:lnTo>
                <a:lnTo>
                  <a:pt x="0" y="156298"/>
                </a:lnTo>
                <a:lnTo>
                  <a:pt x="319798" y="156298"/>
                </a:lnTo>
                <a:lnTo>
                  <a:pt x="319798" y="0"/>
                </a:lnTo>
                <a:close/>
              </a:path>
              <a:path w="353694" h="666114">
                <a:moveTo>
                  <a:pt x="353148" y="509536"/>
                </a:moveTo>
                <a:lnTo>
                  <a:pt x="33350" y="509536"/>
                </a:lnTo>
                <a:lnTo>
                  <a:pt x="33350" y="665835"/>
                </a:lnTo>
                <a:lnTo>
                  <a:pt x="353148" y="665835"/>
                </a:lnTo>
                <a:lnTo>
                  <a:pt x="353148" y="509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9629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826" y="1160575"/>
            <a:ext cx="3047999" cy="685799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5191524" y="1198675"/>
            <a:ext cx="1600200" cy="638175"/>
            <a:chOff x="5191524" y="341424"/>
            <a:chExt cx="1600200" cy="638175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1050" y="350949"/>
              <a:ext cx="1581149" cy="619124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5196287" y="346187"/>
              <a:ext cx="1590675" cy="628650"/>
            </a:xfrm>
            <a:custGeom>
              <a:avLst/>
              <a:gdLst/>
              <a:ahLst/>
              <a:cxnLst/>
              <a:rect l="l" t="t" r="r" b="b"/>
              <a:pathLst>
                <a:path w="1590675" h="628650">
                  <a:moveTo>
                    <a:pt x="0" y="0"/>
                  </a:moveTo>
                  <a:lnTo>
                    <a:pt x="1590674" y="0"/>
                  </a:lnTo>
                  <a:lnTo>
                    <a:pt x="1590674" y="628649"/>
                  </a:lnTo>
                  <a:lnTo>
                    <a:pt x="0" y="628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6"/>
          <p:cNvSpPr txBox="1"/>
          <p:nvPr/>
        </p:nvSpPr>
        <p:spPr>
          <a:xfrm>
            <a:off x="7081075" y="1441880"/>
            <a:ext cx="16757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spc="-8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025" y="2055275"/>
            <a:ext cx="7162799" cy="657224"/>
          </a:xfrm>
          <a:prstGeom prst="rect">
            <a:avLst/>
          </a:prstGeom>
        </p:spPr>
      </p:pic>
      <p:pic>
        <p:nvPicPr>
          <p:cNvPr id="10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43725" y="3235251"/>
            <a:ext cx="5760149" cy="2071899"/>
          </a:xfrm>
          <a:prstGeom prst="rect">
            <a:avLst/>
          </a:prstGeom>
        </p:spPr>
      </p:pic>
      <p:sp>
        <p:nvSpPr>
          <p:cNvPr id="11" name="object 9"/>
          <p:cNvSpPr txBox="1"/>
          <p:nvPr/>
        </p:nvSpPr>
        <p:spPr>
          <a:xfrm>
            <a:off x="4316051" y="3964500"/>
            <a:ext cx="2648585" cy="1015021"/>
          </a:xfrm>
          <a:prstGeom prst="rect">
            <a:avLst/>
          </a:prstGeom>
          <a:ln w="19049">
            <a:solidFill>
              <a:srgbClr val="0000FF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794385">
              <a:spcBef>
                <a:spcPts val="295"/>
              </a:spcBef>
            </a:pPr>
            <a:r>
              <a:rPr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sz="1400" spc="-5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endParaRPr lang="en-US" sz="1400" spc="-5" dirty="0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4385">
              <a:spcBef>
                <a:spcPts val="295"/>
              </a:spcBef>
            </a:pPr>
            <a:endParaRPr lang="en-US" sz="1400" spc="-5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4385">
              <a:spcBef>
                <a:spcPts val="295"/>
              </a:spcBef>
            </a:pPr>
            <a:endParaRPr lang="en-US" sz="1400" spc="-5" dirty="0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4385">
              <a:spcBef>
                <a:spcPts val="295"/>
              </a:spcBef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4402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826" y="1160575"/>
            <a:ext cx="3047999" cy="685799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5191524" y="1198675"/>
            <a:ext cx="1600200" cy="638175"/>
            <a:chOff x="5191524" y="341424"/>
            <a:chExt cx="1600200" cy="638175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1050" y="350949"/>
              <a:ext cx="1581149" cy="619124"/>
            </a:xfrm>
            <a:prstGeom prst="rect">
              <a:avLst/>
            </a:prstGeom>
          </p:spPr>
        </p:pic>
        <p:sp>
          <p:nvSpPr>
            <p:cNvPr id="7" name="object 5"/>
            <p:cNvSpPr/>
            <p:nvPr/>
          </p:nvSpPr>
          <p:spPr>
            <a:xfrm>
              <a:off x="5196287" y="346187"/>
              <a:ext cx="1590675" cy="628650"/>
            </a:xfrm>
            <a:custGeom>
              <a:avLst/>
              <a:gdLst/>
              <a:ahLst/>
              <a:cxnLst/>
              <a:rect l="l" t="t" r="r" b="b"/>
              <a:pathLst>
                <a:path w="1590675" h="628650">
                  <a:moveTo>
                    <a:pt x="0" y="0"/>
                  </a:moveTo>
                  <a:lnTo>
                    <a:pt x="1590674" y="0"/>
                  </a:lnTo>
                  <a:lnTo>
                    <a:pt x="1590674" y="628649"/>
                  </a:lnTo>
                  <a:lnTo>
                    <a:pt x="0" y="628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6"/>
          <p:cNvSpPr txBox="1"/>
          <p:nvPr/>
        </p:nvSpPr>
        <p:spPr>
          <a:xfrm>
            <a:off x="7081075" y="1441880"/>
            <a:ext cx="16757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spc="-8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025" y="2055275"/>
            <a:ext cx="7162799" cy="657224"/>
          </a:xfrm>
          <a:prstGeom prst="rect">
            <a:avLst/>
          </a:prstGeom>
        </p:spPr>
      </p:pic>
      <p:grpSp>
        <p:nvGrpSpPr>
          <p:cNvPr id="10" name="object 8"/>
          <p:cNvGrpSpPr/>
          <p:nvPr/>
        </p:nvGrpSpPr>
        <p:grpSpPr>
          <a:xfrm>
            <a:off x="1543724" y="3235251"/>
            <a:ext cx="5760720" cy="2072005"/>
            <a:chOff x="1543724" y="2378000"/>
            <a:chExt cx="5760720" cy="2072005"/>
          </a:xfrm>
        </p:grpSpPr>
        <p:pic>
          <p:nvPicPr>
            <p:cNvPr id="11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3724" y="2378000"/>
              <a:ext cx="5760149" cy="2071899"/>
            </a:xfrm>
            <a:prstGeom prst="rect">
              <a:avLst/>
            </a:prstGeom>
          </p:spPr>
        </p:pic>
        <p:sp>
          <p:nvSpPr>
            <p:cNvPr id="12" name="object 10"/>
            <p:cNvSpPr/>
            <p:nvPr/>
          </p:nvSpPr>
          <p:spPr>
            <a:xfrm>
              <a:off x="4316049" y="3107250"/>
              <a:ext cx="2648585" cy="931544"/>
            </a:xfrm>
            <a:custGeom>
              <a:avLst/>
              <a:gdLst/>
              <a:ahLst/>
              <a:cxnLst/>
              <a:rect l="l" t="t" r="r" b="b"/>
              <a:pathLst>
                <a:path w="2648584" h="931545">
                  <a:moveTo>
                    <a:pt x="0" y="0"/>
                  </a:moveTo>
                  <a:lnTo>
                    <a:pt x="2648099" y="0"/>
                  </a:lnTo>
                  <a:lnTo>
                    <a:pt x="2648099" y="931499"/>
                  </a:lnTo>
                  <a:lnTo>
                    <a:pt x="0" y="9314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1"/>
          <p:cNvSpPr txBox="1"/>
          <p:nvPr/>
        </p:nvSpPr>
        <p:spPr>
          <a:xfrm>
            <a:off x="4325576" y="3989763"/>
            <a:ext cx="26295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4860">
              <a:spcBef>
                <a:spcPts val="100"/>
              </a:spcBef>
            </a:pPr>
            <a:r>
              <a:rPr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sz="1400" spc="-5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2"/>
          <p:cNvSpPr txBox="1"/>
          <p:nvPr/>
        </p:nvSpPr>
        <p:spPr>
          <a:xfrm>
            <a:off x="4389075" y="4978056"/>
            <a:ext cx="2342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(0.73)</a:t>
            </a:r>
            <a:r>
              <a:rPr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0.73)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object 13"/>
          <p:cNvGrpSpPr/>
          <p:nvPr/>
        </p:nvGrpSpPr>
        <p:grpSpPr>
          <a:xfrm>
            <a:off x="4203209" y="4360283"/>
            <a:ext cx="3187065" cy="755650"/>
            <a:chOff x="4203208" y="3503033"/>
            <a:chExt cx="3187065" cy="755650"/>
          </a:xfrm>
        </p:grpSpPr>
        <p:pic>
          <p:nvPicPr>
            <p:cNvPr id="16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03208" y="4004002"/>
              <a:ext cx="117603" cy="254484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6993829" y="3512558"/>
              <a:ext cx="386715" cy="220979"/>
            </a:xfrm>
            <a:custGeom>
              <a:avLst/>
              <a:gdLst/>
              <a:ahLst/>
              <a:cxnLst/>
              <a:rect l="l" t="t" r="r" b="b"/>
              <a:pathLst>
                <a:path w="386715" h="220979">
                  <a:moveTo>
                    <a:pt x="0" y="0"/>
                  </a:moveTo>
                  <a:lnTo>
                    <a:pt x="386699" y="0"/>
                  </a:lnTo>
                  <a:lnTo>
                    <a:pt x="386699" y="220499"/>
                  </a:lnTo>
                  <a:lnTo>
                    <a:pt x="0" y="2204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9699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533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Patterns</a:t>
            </a:r>
            <a:r>
              <a:rPr spc="-40" dirty="0"/>
              <a:t> </a:t>
            </a:r>
            <a:r>
              <a:rPr spc="-5" dirty="0"/>
              <a:t>in</a:t>
            </a:r>
            <a:r>
              <a:rPr spc="-30" dirty="0"/>
              <a:t> </a:t>
            </a:r>
            <a:r>
              <a:rPr spc="-5" dirty="0"/>
              <a:t>backward</a:t>
            </a:r>
            <a:r>
              <a:rPr spc="-30" dirty="0"/>
              <a:t> </a:t>
            </a:r>
            <a:r>
              <a:rPr spc="-5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8951" y="1909925"/>
            <a:ext cx="5257799" cy="31051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975" y="1973806"/>
            <a:ext cx="3302000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gate: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distributor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5"/>
              </a:spcBef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gate: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5"/>
              </a:spcBef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</a:t>
            </a:r>
            <a:r>
              <a:rPr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gate: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gradient…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“switcher”?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4475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326" y="978410"/>
            <a:ext cx="45078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Gradients</a:t>
            </a:r>
            <a:r>
              <a:rPr sz="3000" spc="-4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z="3000" spc="-3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3000" spc="-3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branches</a:t>
            </a:r>
            <a:endParaRPr sz="3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71425" y="1450916"/>
            <a:ext cx="5588000" cy="3731260"/>
            <a:chOff x="1771425" y="593666"/>
            <a:chExt cx="5588000" cy="3731260"/>
          </a:xfrm>
        </p:grpSpPr>
        <p:sp>
          <p:nvSpPr>
            <p:cNvPr id="4" name="object 4"/>
            <p:cNvSpPr/>
            <p:nvPr/>
          </p:nvSpPr>
          <p:spPr>
            <a:xfrm>
              <a:off x="2909924" y="1826699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431549" y="863099"/>
                  </a:moveTo>
                  <a:lnTo>
                    <a:pt x="384527" y="860567"/>
                  </a:lnTo>
                  <a:lnTo>
                    <a:pt x="338972" y="853146"/>
                  </a:lnTo>
                  <a:lnTo>
                    <a:pt x="295146" y="841099"/>
                  </a:lnTo>
                  <a:lnTo>
                    <a:pt x="253314" y="824689"/>
                  </a:lnTo>
                  <a:lnTo>
                    <a:pt x="213738" y="804180"/>
                  </a:lnTo>
                  <a:lnTo>
                    <a:pt x="176682" y="779835"/>
                  </a:lnTo>
                  <a:lnTo>
                    <a:pt x="142408" y="751918"/>
                  </a:lnTo>
                  <a:lnTo>
                    <a:pt x="111181" y="720691"/>
                  </a:lnTo>
                  <a:lnTo>
                    <a:pt x="83264" y="686417"/>
                  </a:lnTo>
                  <a:lnTo>
                    <a:pt x="58919" y="649361"/>
                  </a:lnTo>
                  <a:lnTo>
                    <a:pt x="38410" y="609785"/>
                  </a:lnTo>
                  <a:lnTo>
                    <a:pt x="22000" y="567953"/>
                  </a:lnTo>
                  <a:lnTo>
                    <a:pt x="9953" y="524127"/>
                  </a:lnTo>
                  <a:lnTo>
                    <a:pt x="2532" y="478572"/>
                  </a:lnTo>
                  <a:lnTo>
                    <a:pt x="0" y="431549"/>
                  </a:lnTo>
                  <a:lnTo>
                    <a:pt x="2532" y="384527"/>
                  </a:lnTo>
                  <a:lnTo>
                    <a:pt x="9953" y="338972"/>
                  </a:lnTo>
                  <a:lnTo>
                    <a:pt x="22000" y="295146"/>
                  </a:lnTo>
                  <a:lnTo>
                    <a:pt x="38410" y="253314"/>
                  </a:lnTo>
                  <a:lnTo>
                    <a:pt x="58919" y="213738"/>
                  </a:lnTo>
                  <a:lnTo>
                    <a:pt x="83264" y="176682"/>
                  </a:lnTo>
                  <a:lnTo>
                    <a:pt x="111181" y="142408"/>
                  </a:lnTo>
                  <a:lnTo>
                    <a:pt x="142408" y="111181"/>
                  </a:lnTo>
                  <a:lnTo>
                    <a:pt x="176682" y="83264"/>
                  </a:lnTo>
                  <a:lnTo>
                    <a:pt x="213738" y="58919"/>
                  </a:lnTo>
                  <a:lnTo>
                    <a:pt x="253314" y="38410"/>
                  </a:lnTo>
                  <a:lnTo>
                    <a:pt x="295146" y="22000"/>
                  </a:lnTo>
                  <a:lnTo>
                    <a:pt x="338972" y="9953"/>
                  </a:lnTo>
                  <a:lnTo>
                    <a:pt x="384527" y="2532"/>
                  </a:lnTo>
                  <a:lnTo>
                    <a:pt x="431549" y="0"/>
                  </a:lnTo>
                  <a:lnTo>
                    <a:pt x="480244" y="2754"/>
                  </a:lnTo>
                  <a:lnTo>
                    <a:pt x="527942" y="10901"/>
                  </a:lnTo>
                  <a:lnTo>
                    <a:pt x="574221" y="24265"/>
                  </a:lnTo>
                  <a:lnTo>
                    <a:pt x="618659" y="42672"/>
                  </a:lnTo>
                  <a:lnTo>
                    <a:pt x="660833" y="65946"/>
                  </a:lnTo>
                  <a:lnTo>
                    <a:pt x="700322" y="93913"/>
                  </a:lnTo>
                  <a:lnTo>
                    <a:pt x="736701" y="126397"/>
                  </a:lnTo>
                  <a:lnTo>
                    <a:pt x="769186" y="162777"/>
                  </a:lnTo>
                  <a:lnTo>
                    <a:pt x="797153" y="202266"/>
                  </a:lnTo>
                  <a:lnTo>
                    <a:pt x="820427" y="244440"/>
                  </a:lnTo>
                  <a:lnTo>
                    <a:pt x="838834" y="288878"/>
                  </a:lnTo>
                  <a:lnTo>
                    <a:pt x="852198" y="335157"/>
                  </a:lnTo>
                  <a:lnTo>
                    <a:pt x="860345" y="382855"/>
                  </a:lnTo>
                  <a:lnTo>
                    <a:pt x="863099" y="431549"/>
                  </a:lnTo>
                  <a:lnTo>
                    <a:pt x="860567" y="478572"/>
                  </a:lnTo>
                  <a:lnTo>
                    <a:pt x="853146" y="524127"/>
                  </a:lnTo>
                  <a:lnTo>
                    <a:pt x="841099" y="567953"/>
                  </a:lnTo>
                  <a:lnTo>
                    <a:pt x="824689" y="609785"/>
                  </a:lnTo>
                  <a:lnTo>
                    <a:pt x="804180" y="649361"/>
                  </a:lnTo>
                  <a:lnTo>
                    <a:pt x="779835" y="686417"/>
                  </a:lnTo>
                  <a:lnTo>
                    <a:pt x="751918" y="720691"/>
                  </a:lnTo>
                  <a:lnTo>
                    <a:pt x="720691" y="751918"/>
                  </a:lnTo>
                  <a:lnTo>
                    <a:pt x="686417" y="779835"/>
                  </a:lnTo>
                  <a:lnTo>
                    <a:pt x="649361" y="804180"/>
                  </a:lnTo>
                  <a:lnTo>
                    <a:pt x="609785" y="824689"/>
                  </a:lnTo>
                  <a:lnTo>
                    <a:pt x="567953" y="841099"/>
                  </a:lnTo>
                  <a:lnTo>
                    <a:pt x="524127" y="853146"/>
                  </a:lnTo>
                  <a:lnTo>
                    <a:pt x="478572" y="860567"/>
                  </a:lnTo>
                  <a:lnTo>
                    <a:pt x="431549" y="863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909924" y="1826699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0" y="431549"/>
                  </a:moveTo>
                  <a:lnTo>
                    <a:pt x="2532" y="384527"/>
                  </a:lnTo>
                  <a:lnTo>
                    <a:pt x="9953" y="338972"/>
                  </a:lnTo>
                  <a:lnTo>
                    <a:pt x="22000" y="295146"/>
                  </a:lnTo>
                  <a:lnTo>
                    <a:pt x="38410" y="253314"/>
                  </a:lnTo>
                  <a:lnTo>
                    <a:pt x="58919" y="213738"/>
                  </a:lnTo>
                  <a:lnTo>
                    <a:pt x="83264" y="176682"/>
                  </a:lnTo>
                  <a:lnTo>
                    <a:pt x="111181" y="142408"/>
                  </a:lnTo>
                  <a:lnTo>
                    <a:pt x="142408" y="111181"/>
                  </a:lnTo>
                  <a:lnTo>
                    <a:pt x="176682" y="83264"/>
                  </a:lnTo>
                  <a:lnTo>
                    <a:pt x="213738" y="58919"/>
                  </a:lnTo>
                  <a:lnTo>
                    <a:pt x="253314" y="38410"/>
                  </a:lnTo>
                  <a:lnTo>
                    <a:pt x="295146" y="22000"/>
                  </a:lnTo>
                  <a:lnTo>
                    <a:pt x="338972" y="9953"/>
                  </a:lnTo>
                  <a:lnTo>
                    <a:pt x="384527" y="2532"/>
                  </a:lnTo>
                  <a:lnTo>
                    <a:pt x="431549" y="0"/>
                  </a:lnTo>
                  <a:lnTo>
                    <a:pt x="480244" y="2754"/>
                  </a:lnTo>
                  <a:lnTo>
                    <a:pt x="527942" y="10901"/>
                  </a:lnTo>
                  <a:lnTo>
                    <a:pt x="574221" y="24265"/>
                  </a:lnTo>
                  <a:lnTo>
                    <a:pt x="618659" y="42672"/>
                  </a:lnTo>
                  <a:lnTo>
                    <a:pt x="660833" y="65946"/>
                  </a:lnTo>
                  <a:lnTo>
                    <a:pt x="700322" y="93913"/>
                  </a:lnTo>
                  <a:lnTo>
                    <a:pt x="736701" y="126397"/>
                  </a:lnTo>
                  <a:lnTo>
                    <a:pt x="769186" y="162777"/>
                  </a:lnTo>
                  <a:lnTo>
                    <a:pt x="797153" y="202266"/>
                  </a:lnTo>
                  <a:lnTo>
                    <a:pt x="820427" y="244440"/>
                  </a:lnTo>
                  <a:lnTo>
                    <a:pt x="838834" y="288878"/>
                  </a:lnTo>
                  <a:lnTo>
                    <a:pt x="852198" y="335157"/>
                  </a:lnTo>
                  <a:lnTo>
                    <a:pt x="860345" y="382855"/>
                  </a:lnTo>
                  <a:lnTo>
                    <a:pt x="863099" y="431549"/>
                  </a:lnTo>
                  <a:lnTo>
                    <a:pt x="860567" y="478572"/>
                  </a:lnTo>
                  <a:lnTo>
                    <a:pt x="853146" y="524127"/>
                  </a:lnTo>
                  <a:lnTo>
                    <a:pt x="841099" y="567953"/>
                  </a:lnTo>
                  <a:lnTo>
                    <a:pt x="824689" y="609785"/>
                  </a:lnTo>
                  <a:lnTo>
                    <a:pt x="804180" y="649361"/>
                  </a:lnTo>
                  <a:lnTo>
                    <a:pt x="779835" y="686417"/>
                  </a:lnTo>
                  <a:lnTo>
                    <a:pt x="751918" y="720691"/>
                  </a:lnTo>
                  <a:lnTo>
                    <a:pt x="720691" y="751918"/>
                  </a:lnTo>
                  <a:lnTo>
                    <a:pt x="686417" y="779835"/>
                  </a:lnTo>
                  <a:lnTo>
                    <a:pt x="649361" y="804180"/>
                  </a:lnTo>
                  <a:lnTo>
                    <a:pt x="609785" y="824689"/>
                  </a:lnTo>
                  <a:lnTo>
                    <a:pt x="567953" y="841099"/>
                  </a:lnTo>
                  <a:lnTo>
                    <a:pt x="524127" y="853146"/>
                  </a:lnTo>
                  <a:lnTo>
                    <a:pt x="478572" y="860567"/>
                  </a:lnTo>
                  <a:lnTo>
                    <a:pt x="431549" y="863099"/>
                  </a:lnTo>
                  <a:lnTo>
                    <a:pt x="384527" y="860567"/>
                  </a:lnTo>
                  <a:lnTo>
                    <a:pt x="338972" y="853146"/>
                  </a:lnTo>
                  <a:lnTo>
                    <a:pt x="295146" y="841099"/>
                  </a:lnTo>
                  <a:lnTo>
                    <a:pt x="253314" y="824689"/>
                  </a:lnTo>
                  <a:lnTo>
                    <a:pt x="213738" y="804180"/>
                  </a:lnTo>
                  <a:lnTo>
                    <a:pt x="176682" y="779835"/>
                  </a:lnTo>
                  <a:lnTo>
                    <a:pt x="142408" y="751918"/>
                  </a:lnTo>
                  <a:lnTo>
                    <a:pt x="111181" y="720691"/>
                  </a:lnTo>
                  <a:lnTo>
                    <a:pt x="83264" y="686417"/>
                  </a:lnTo>
                  <a:lnTo>
                    <a:pt x="58919" y="649361"/>
                  </a:lnTo>
                  <a:lnTo>
                    <a:pt x="38410" y="609785"/>
                  </a:lnTo>
                  <a:lnTo>
                    <a:pt x="22000" y="567953"/>
                  </a:lnTo>
                  <a:lnTo>
                    <a:pt x="9953" y="524127"/>
                  </a:lnTo>
                  <a:lnTo>
                    <a:pt x="2532" y="478572"/>
                  </a:lnTo>
                  <a:lnTo>
                    <a:pt x="0" y="43154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750649" y="1302722"/>
              <a:ext cx="1527175" cy="807085"/>
            </a:xfrm>
            <a:custGeom>
              <a:avLst/>
              <a:gdLst/>
              <a:ahLst/>
              <a:cxnLst/>
              <a:rect l="l" t="t" r="r" b="b"/>
              <a:pathLst>
                <a:path w="1527175" h="807085">
                  <a:moveTo>
                    <a:pt x="0" y="806702"/>
                  </a:moveTo>
                  <a:lnTo>
                    <a:pt x="1526869" y="0"/>
                  </a:lnTo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270169" y="1282529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90">
                  <a:moveTo>
                    <a:pt x="14699" y="34103"/>
                  </a:moveTo>
                  <a:lnTo>
                    <a:pt x="0" y="6282"/>
                  </a:lnTo>
                  <a:lnTo>
                    <a:pt x="45568" y="0"/>
                  </a:lnTo>
                  <a:lnTo>
                    <a:pt x="14699" y="34103"/>
                  </a:lnTo>
                  <a:close/>
                </a:path>
              </a:pathLst>
            </a:custGeom>
            <a:solidFill>
              <a:srgbClr val="37761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270169" y="1282529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90">
                  <a:moveTo>
                    <a:pt x="14699" y="34103"/>
                  </a:moveTo>
                  <a:lnTo>
                    <a:pt x="45568" y="0"/>
                  </a:lnTo>
                  <a:lnTo>
                    <a:pt x="0" y="6282"/>
                  </a:lnTo>
                  <a:lnTo>
                    <a:pt x="14699" y="34103"/>
                  </a:lnTo>
                  <a:close/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328050" y="848200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431549" y="863099"/>
                  </a:moveTo>
                  <a:lnTo>
                    <a:pt x="384527" y="860567"/>
                  </a:lnTo>
                  <a:lnTo>
                    <a:pt x="338972" y="853146"/>
                  </a:lnTo>
                  <a:lnTo>
                    <a:pt x="295146" y="841099"/>
                  </a:lnTo>
                  <a:lnTo>
                    <a:pt x="253314" y="824689"/>
                  </a:lnTo>
                  <a:lnTo>
                    <a:pt x="213738" y="804180"/>
                  </a:lnTo>
                  <a:lnTo>
                    <a:pt x="176682" y="779835"/>
                  </a:lnTo>
                  <a:lnTo>
                    <a:pt x="142408" y="751918"/>
                  </a:lnTo>
                  <a:lnTo>
                    <a:pt x="111181" y="720691"/>
                  </a:lnTo>
                  <a:lnTo>
                    <a:pt x="83264" y="686417"/>
                  </a:lnTo>
                  <a:lnTo>
                    <a:pt x="58919" y="649361"/>
                  </a:lnTo>
                  <a:lnTo>
                    <a:pt x="38410" y="609785"/>
                  </a:lnTo>
                  <a:lnTo>
                    <a:pt x="22000" y="567953"/>
                  </a:lnTo>
                  <a:lnTo>
                    <a:pt x="9953" y="524127"/>
                  </a:lnTo>
                  <a:lnTo>
                    <a:pt x="2532" y="478572"/>
                  </a:lnTo>
                  <a:lnTo>
                    <a:pt x="0" y="431549"/>
                  </a:lnTo>
                  <a:lnTo>
                    <a:pt x="2532" y="384527"/>
                  </a:lnTo>
                  <a:lnTo>
                    <a:pt x="9953" y="338972"/>
                  </a:lnTo>
                  <a:lnTo>
                    <a:pt x="22000" y="295146"/>
                  </a:lnTo>
                  <a:lnTo>
                    <a:pt x="38410" y="253314"/>
                  </a:lnTo>
                  <a:lnTo>
                    <a:pt x="58919" y="213738"/>
                  </a:lnTo>
                  <a:lnTo>
                    <a:pt x="83264" y="176682"/>
                  </a:lnTo>
                  <a:lnTo>
                    <a:pt x="111181" y="142408"/>
                  </a:lnTo>
                  <a:lnTo>
                    <a:pt x="142408" y="111181"/>
                  </a:lnTo>
                  <a:lnTo>
                    <a:pt x="176682" y="83264"/>
                  </a:lnTo>
                  <a:lnTo>
                    <a:pt x="213738" y="58919"/>
                  </a:lnTo>
                  <a:lnTo>
                    <a:pt x="253314" y="38410"/>
                  </a:lnTo>
                  <a:lnTo>
                    <a:pt x="295146" y="22000"/>
                  </a:lnTo>
                  <a:lnTo>
                    <a:pt x="338972" y="9953"/>
                  </a:lnTo>
                  <a:lnTo>
                    <a:pt x="384527" y="2532"/>
                  </a:lnTo>
                  <a:lnTo>
                    <a:pt x="431549" y="0"/>
                  </a:lnTo>
                  <a:lnTo>
                    <a:pt x="480244" y="2754"/>
                  </a:lnTo>
                  <a:lnTo>
                    <a:pt x="527942" y="10901"/>
                  </a:lnTo>
                  <a:lnTo>
                    <a:pt x="574221" y="24265"/>
                  </a:lnTo>
                  <a:lnTo>
                    <a:pt x="618659" y="42672"/>
                  </a:lnTo>
                  <a:lnTo>
                    <a:pt x="660833" y="65946"/>
                  </a:lnTo>
                  <a:lnTo>
                    <a:pt x="700322" y="93913"/>
                  </a:lnTo>
                  <a:lnTo>
                    <a:pt x="736701" y="126397"/>
                  </a:lnTo>
                  <a:lnTo>
                    <a:pt x="769186" y="162777"/>
                  </a:lnTo>
                  <a:lnTo>
                    <a:pt x="797153" y="202266"/>
                  </a:lnTo>
                  <a:lnTo>
                    <a:pt x="820427" y="244440"/>
                  </a:lnTo>
                  <a:lnTo>
                    <a:pt x="838834" y="288878"/>
                  </a:lnTo>
                  <a:lnTo>
                    <a:pt x="852198" y="335157"/>
                  </a:lnTo>
                  <a:lnTo>
                    <a:pt x="860345" y="382855"/>
                  </a:lnTo>
                  <a:lnTo>
                    <a:pt x="863099" y="431549"/>
                  </a:lnTo>
                  <a:lnTo>
                    <a:pt x="860567" y="478572"/>
                  </a:lnTo>
                  <a:lnTo>
                    <a:pt x="853146" y="524127"/>
                  </a:lnTo>
                  <a:lnTo>
                    <a:pt x="841099" y="567953"/>
                  </a:lnTo>
                  <a:lnTo>
                    <a:pt x="824689" y="609785"/>
                  </a:lnTo>
                  <a:lnTo>
                    <a:pt x="804180" y="649361"/>
                  </a:lnTo>
                  <a:lnTo>
                    <a:pt x="779835" y="686417"/>
                  </a:lnTo>
                  <a:lnTo>
                    <a:pt x="751918" y="720691"/>
                  </a:lnTo>
                  <a:lnTo>
                    <a:pt x="720691" y="751918"/>
                  </a:lnTo>
                  <a:lnTo>
                    <a:pt x="686417" y="779835"/>
                  </a:lnTo>
                  <a:lnTo>
                    <a:pt x="649361" y="804180"/>
                  </a:lnTo>
                  <a:lnTo>
                    <a:pt x="609785" y="824689"/>
                  </a:lnTo>
                  <a:lnTo>
                    <a:pt x="567953" y="841099"/>
                  </a:lnTo>
                  <a:lnTo>
                    <a:pt x="524127" y="853146"/>
                  </a:lnTo>
                  <a:lnTo>
                    <a:pt x="478572" y="860567"/>
                  </a:lnTo>
                  <a:lnTo>
                    <a:pt x="431549" y="863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328050" y="848200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0" y="431549"/>
                  </a:moveTo>
                  <a:lnTo>
                    <a:pt x="2532" y="384527"/>
                  </a:lnTo>
                  <a:lnTo>
                    <a:pt x="9953" y="338972"/>
                  </a:lnTo>
                  <a:lnTo>
                    <a:pt x="22000" y="295146"/>
                  </a:lnTo>
                  <a:lnTo>
                    <a:pt x="38410" y="253314"/>
                  </a:lnTo>
                  <a:lnTo>
                    <a:pt x="58919" y="213738"/>
                  </a:lnTo>
                  <a:lnTo>
                    <a:pt x="83264" y="176682"/>
                  </a:lnTo>
                  <a:lnTo>
                    <a:pt x="111181" y="142408"/>
                  </a:lnTo>
                  <a:lnTo>
                    <a:pt x="142408" y="111181"/>
                  </a:lnTo>
                  <a:lnTo>
                    <a:pt x="176682" y="83264"/>
                  </a:lnTo>
                  <a:lnTo>
                    <a:pt x="213738" y="58919"/>
                  </a:lnTo>
                  <a:lnTo>
                    <a:pt x="253314" y="38410"/>
                  </a:lnTo>
                  <a:lnTo>
                    <a:pt x="295146" y="22000"/>
                  </a:lnTo>
                  <a:lnTo>
                    <a:pt x="338972" y="9953"/>
                  </a:lnTo>
                  <a:lnTo>
                    <a:pt x="384527" y="2532"/>
                  </a:lnTo>
                  <a:lnTo>
                    <a:pt x="431549" y="0"/>
                  </a:lnTo>
                  <a:lnTo>
                    <a:pt x="480244" y="2754"/>
                  </a:lnTo>
                  <a:lnTo>
                    <a:pt x="527942" y="10901"/>
                  </a:lnTo>
                  <a:lnTo>
                    <a:pt x="574221" y="24265"/>
                  </a:lnTo>
                  <a:lnTo>
                    <a:pt x="618659" y="42672"/>
                  </a:lnTo>
                  <a:lnTo>
                    <a:pt x="660833" y="65946"/>
                  </a:lnTo>
                  <a:lnTo>
                    <a:pt x="700322" y="93913"/>
                  </a:lnTo>
                  <a:lnTo>
                    <a:pt x="736701" y="126397"/>
                  </a:lnTo>
                  <a:lnTo>
                    <a:pt x="769186" y="162777"/>
                  </a:lnTo>
                  <a:lnTo>
                    <a:pt x="797153" y="202266"/>
                  </a:lnTo>
                  <a:lnTo>
                    <a:pt x="820427" y="244440"/>
                  </a:lnTo>
                  <a:lnTo>
                    <a:pt x="838834" y="288878"/>
                  </a:lnTo>
                  <a:lnTo>
                    <a:pt x="852198" y="335157"/>
                  </a:lnTo>
                  <a:lnTo>
                    <a:pt x="860345" y="382855"/>
                  </a:lnTo>
                  <a:lnTo>
                    <a:pt x="863099" y="431549"/>
                  </a:lnTo>
                  <a:lnTo>
                    <a:pt x="860567" y="478572"/>
                  </a:lnTo>
                  <a:lnTo>
                    <a:pt x="853146" y="524127"/>
                  </a:lnTo>
                  <a:lnTo>
                    <a:pt x="841099" y="567953"/>
                  </a:lnTo>
                  <a:lnTo>
                    <a:pt x="824689" y="609785"/>
                  </a:lnTo>
                  <a:lnTo>
                    <a:pt x="804180" y="649361"/>
                  </a:lnTo>
                  <a:lnTo>
                    <a:pt x="779835" y="686417"/>
                  </a:lnTo>
                  <a:lnTo>
                    <a:pt x="751918" y="720691"/>
                  </a:lnTo>
                  <a:lnTo>
                    <a:pt x="720691" y="751918"/>
                  </a:lnTo>
                  <a:lnTo>
                    <a:pt x="686417" y="779835"/>
                  </a:lnTo>
                  <a:lnTo>
                    <a:pt x="649361" y="804180"/>
                  </a:lnTo>
                  <a:lnTo>
                    <a:pt x="609785" y="824689"/>
                  </a:lnTo>
                  <a:lnTo>
                    <a:pt x="567953" y="841099"/>
                  </a:lnTo>
                  <a:lnTo>
                    <a:pt x="524127" y="853146"/>
                  </a:lnTo>
                  <a:lnTo>
                    <a:pt x="478572" y="860567"/>
                  </a:lnTo>
                  <a:lnTo>
                    <a:pt x="431549" y="863099"/>
                  </a:lnTo>
                  <a:lnTo>
                    <a:pt x="384527" y="860567"/>
                  </a:lnTo>
                  <a:lnTo>
                    <a:pt x="338972" y="853146"/>
                  </a:lnTo>
                  <a:lnTo>
                    <a:pt x="295146" y="841099"/>
                  </a:lnTo>
                  <a:lnTo>
                    <a:pt x="253314" y="824689"/>
                  </a:lnTo>
                  <a:lnTo>
                    <a:pt x="213738" y="804180"/>
                  </a:lnTo>
                  <a:lnTo>
                    <a:pt x="176682" y="779835"/>
                  </a:lnTo>
                  <a:lnTo>
                    <a:pt x="142408" y="751918"/>
                  </a:lnTo>
                  <a:lnTo>
                    <a:pt x="111181" y="720691"/>
                  </a:lnTo>
                  <a:lnTo>
                    <a:pt x="83264" y="686417"/>
                  </a:lnTo>
                  <a:lnTo>
                    <a:pt x="58919" y="649361"/>
                  </a:lnTo>
                  <a:lnTo>
                    <a:pt x="38410" y="609785"/>
                  </a:lnTo>
                  <a:lnTo>
                    <a:pt x="22000" y="567953"/>
                  </a:lnTo>
                  <a:lnTo>
                    <a:pt x="9953" y="524127"/>
                  </a:lnTo>
                  <a:lnTo>
                    <a:pt x="2532" y="478572"/>
                  </a:lnTo>
                  <a:lnTo>
                    <a:pt x="0" y="4315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646627" y="2563401"/>
              <a:ext cx="1652905" cy="815340"/>
            </a:xfrm>
            <a:custGeom>
              <a:avLst/>
              <a:gdLst/>
              <a:ahLst/>
              <a:cxnLst/>
              <a:rect l="l" t="t" r="r" b="b"/>
              <a:pathLst>
                <a:path w="1652904" h="815339">
                  <a:moveTo>
                    <a:pt x="0" y="0"/>
                  </a:moveTo>
                  <a:lnTo>
                    <a:pt x="1652448" y="815312"/>
                  </a:lnTo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292114" y="3364605"/>
              <a:ext cx="45720" cy="33655"/>
            </a:xfrm>
            <a:custGeom>
              <a:avLst/>
              <a:gdLst/>
              <a:ahLst/>
              <a:cxnLst/>
              <a:rect l="l" t="t" r="r" b="b"/>
              <a:pathLst>
                <a:path w="45720" h="33654">
                  <a:moveTo>
                    <a:pt x="45724" y="33234"/>
                  </a:moveTo>
                  <a:lnTo>
                    <a:pt x="0" y="28217"/>
                  </a:lnTo>
                  <a:lnTo>
                    <a:pt x="13922" y="0"/>
                  </a:lnTo>
                  <a:lnTo>
                    <a:pt x="45724" y="33234"/>
                  </a:lnTo>
                  <a:close/>
                </a:path>
              </a:pathLst>
            </a:custGeom>
            <a:solidFill>
              <a:srgbClr val="37761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5292114" y="3364605"/>
              <a:ext cx="45720" cy="33655"/>
            </a:xfrm>
            <a:custGeom>
              <a:avLst/>
              <a:gdLst/>
              <a:ahLst/>
              <a:cxnLst/>
              <a:rect l="l" t="t" r="r" b="b"/>
              <a:pathLst>
                <a:path w="45720" h="33654">
                  <a:moveTo>
                    <a:pt x="0" y="28217"/>
                  </a:moveTo>
                  <a:lnTo>
                    <a:pt x="45724" y="33234"/>
                  </a:lnTo>
                  <a:lnTo>
                    <a:pt x="13922" y="0"/>
                  </a:lnTo>
                  <a:lnTo>
                    <a:pt x="0" y="28217"/>
                  </a:lnTo>
                  <a:close/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350325" y="3016875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431549" y="863099"/>
                  </a:moveTo>
                  <a:lnTo>
                    <a:pt x="384527" y="860567"/>
                  </a:lnTo>
                  <a:lnTo>
                    <a:pt x="338972" y="853146"/>
                  </a:lnTo>
                  <a:lnTo>
                    <a:pt x="295146" y="841099"/>
                  </a:lnTo>
                  <a:lnTo>
                    <a:pt x="253314" y="824689"/>
                  </a:lnTo>
                  <a:lnTo>
                    <a:pt x="213738" y="804180"/>
                  </a:lnTo>
                  <a:lnTo>
                    <a:pt x="176682" y="779835"/>
                  </a:lnTo>
                  <a:lnTo>
                    <a:pt x="142408" y="751918"/>
                  </a:lnTo>
                  <a:lnTo>
                    <a:pt x="111181" y="720691"/>
                  </a:lnTo>
                  <a:lnTo>
                    <a:pt x="83264" y="686417"/>
                  </a:lnTo>
                  <a:lnTo>
                    <a:pt x="58919" y="649361"/>
                  </a:lnTo>
                  <a:lnTo>
                    <a:pt x="38410" y="609785"/>
                  </a:lnTo>
                  <a:lnTo>
                    <a:pt x="22000" y="567953"/>
                  </a:lnTo>
                  <a:lnTo>
                    <a:pt x="9953" y="524127"/>
                  </a:lnTo>
                  <a:lnTo>
                    <a:pt x="2532" y="478572"/>
                  </a:lnTo>
                  <a:lnTo>
                    <a:pt x="0" y="431549"/>
                  </a:lnTo>
                  <a:lnTo>
                    <a:pt x="2532" y="384527"/>
                  </a:lnTo>
                  <a:lnTo>
                    <a:pt x="9953" y="338972"/>
                  </a:lnTo>
                  <a:lnTo>
                    <a:pt x="22000" y="295146"/>
                  </a:lnTo>
                  <a:lnTo>
                    <a:pt x="38410" y="253314"/>
                  </a:lnTo>
                  <a:lnTo>
                    <a:pt x="58919" y="213738"/>
                  </a:lnTo>
                  <a:lnTo>
                    <a:pt x="83264" y="176682"/>
                  </a:lnTo>
                  <a:lnTo>
                    <a:pt x="111181" y="142408"/>
                  </a:lnTo>
                  <a:lnTo>
                    <a:pt x="142408" y="111181"/>
                  </a:lnTo>
                  <a:lnTo>
                    <a:pt x="176682" y="83264"/>
                  </a:lnTo>
                  <a:lnTo>
                    <a:pt x="213738" y="58919"/>
                  </a:lnTo>
                  <a:lnTo>
                    <a:pt x="253314" y="38410"/>
                  </a:lnTo>
                  <a:lnTo>
                    <a:pt x="295146" y="22000"/>
                  </a:lnTo>
                  <a:lnTo>
                    <a:pt x="338972" y="9953"/>
                  </a:lnTo>
                  <a:lnTo>
                    <a:pt x="384527" y="2532"/>
                  </a:lnTo>
                  <a:lnTo>
                    <a:pt x="431549" y="0"/>
                  </a:lnTo>
                  <a:lnTo>
                    <a:pt x="480244" y="2754"/>
                  </a:lnTo>
                  <a:lnTo>
                    <a:pt x="527942" y="10901"/>
                  </a:lnTo>
                  <a:lnTo>
                    <a:pt x="574221" y="24265"/>
                  </a:lnTo>
                  <a:lnTo>
                    <a:pt x="618659" y="42672"/>
                  </a:lnTo>
                  <a:lnTo>
                    <a:pt x="660833" y="65946"/>
                  </a:lnTo>
                  <a:lnTo>
                    <a:pt x="700322" y="93913"/>
                  </a:lnTo>
                  <a:lnTo>
                    <a:pt x="736701" y="126397"/>
                  </a:lnTo>
                  <a:lnTo>
                    <a:pt x="769186" y="162777"/>
                  </a:lnTo>
                  <a:lnTo>
                    <a:pt x="797153" y="202266"/>
                  </a:lnTo>
                  <a:lnTo>
                    <a:pt x="820427" y="244440"/>
                  </a:lnTo>
                  <a:lnTo>
                    <a:pt x="838834" y="288878"/>
                  </a:lnTo>
                  <a:lnTo>
                    <a:pt x="852198" y="335157"/>
                  </a:lnTo>
                  <a:lnTo>
                    <a:pt x="860345" y="382855"/>
                  </a:lnTo>
                  <a:lnTo>
                    <a:pt x="863099" y="431549"/>
                  </a:lnTo>
                  <a:lnTo>
                    <a:pt x="860567" y="478572"/>
                  </a:lnTo>
                  <a:lnTo>
                    <a:pt x="853146" y="524127"/>
                  </a:lnTo>
                  <a:lnTo>
                    <a:pt x="841099" y="567953"/>
                  </a:lnTo>
                  <a:lnTo>
                    <a:pt x="824689" y="609785"/>
                  </a:lnTo>
                  <a:lnTo>
                    <a:pt x="804180" y="649361"/>
                  </a:lnTo>
                  <a:lnTo>
                    <a:pt x="779835" y="686417"/>
                  </a:lnTo>
                  <a:lnTo>
                    <a:pt x="751918" y="720691"/>
                  </a:lnTo>
                  <a:lnTo>
                    <a:pt x="720691" y="751918"/>
                  </a:lnTo>
                  <a:lnTo>
                    <a:pt x="686417" y="779835"/>
                  </a:lnTo>
                  <a:lnTo>
                    <a:pt x="649361" y="804180"/>
                  </a:lnTo>
                  <a:lnTo>
                    <a:pt x="609785" y="824689"/>
                  </a:lnTo>
                  <a:lnTo>
                    <a:pt x="567953" y="841099"/>
                  </a:lnTo>
                  <a:lnTo>
                    <a:pt x="524127" y="853146"/>
                  </a:lnTo>
                  <a:lnTo>
                    <a:pt x="478572" y="860567"/>
                  </a:lnTo>
                  <a:lnTo>
                    <a:pt x="431549" y="863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350325" y="3016875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0" y="431549"/>
                  </a:moveTo>
                  <a:lnTo>
                    <a:pt x="2532" y="384527"/>
                  </a:lnTo>
                  <a:lnTo>
                    <a:pt x="9953" y="338972"/>
                  </a:lnTo>
                  <a:lnTo>
                    <a:pt x="22000" y="295146"/>
                  </a:lnTo>
                  <a:lnTo>
                    <a:pt x="38410" y="253314"/>
                  </a:lnTo>
                  <a:lnTo>
                    <a:pt x="58919" y="213738"/>
                  </a:lnTo>
                  <a:lnTo>
                    <a:pt x="83264" y="176682"/>
                  </a:lnTo>
                  <a:lnTo>
                    <a:pt x="111181" y="142408"/>
                  </a:lnTo>
                  <a:lnTo>
                    <a:pt x="142408" y="111181"/>
                  </a:lnTo>
                  <a:lnTo>
                    <a:pt x="176682" y="83264"/>
                  </a:lnTo>
                  <a:lnTo>
                    <a:pt x="213738" y="58919"/>
                  </a:lnTo>
                  <a:lnTo>
                    <a:pt x="253314" y="38410"/>
                  </a:lnTo>
                  <a:lnTo>
                    <a:pt x="295146" y="22000"/>
                  </a:lnTo>
                  <a:lnTo>
                    <a:pt x="338972" y="9953"/>
                  </a:lnTo>
                  <a:lnTo>
                    <a:pt x="384527" y="2532"/>
                  </a:lnTo>
                  <a:lnTo>
                    <a:pt x="431549" y="0"/>
                  </a:lnTo>
                  <a:lnTo>
                    <a:pt x="480244" y="2754"/>
                  </a:lnTo>
                  <a:lnTo>
                    <a:pt x="527942" y="10901"/>
                  </a:lnTo>
                  <a:lnTo>
                    <a:pt x="574221" y="24265"/>
                  </a:lnTo>
                  <a:lnTo>
                    <a:pt x="618659" y="42672"/>
                  </a:lnTo>
                  <a:lnTo>
                    <a:pt x="660833" y="65946"/>
                  </a:lnTo>
                  <a:lnTo>
                    <a:pt x="700322" y="93913"/>
                  </a:lnTo>
                  <a:lnTo>
                    <a:pt x="736701" y="126397"/>
                  </a:lnTo>
                  <a:lnTo>
                    <a:pt x="769186" y="162777"/>
                  </a:lnTo>
                  <a:lnTo>
                    <a:pt x="797153" y="202266"/>
                  </a:lnTo>
                  <a:lnTo>
                    <a:pt x="820427" y="244440"/>
                  </a:lnTo>
                  <a:lnTo>
                    <a:pt x="838834" y="288878"/>
                  </a:lnTo>
                  <a:lnTo>
                    <a:pt x="852198" y="335157"/>
                  </a:lnTo>
                  <a:lnTo>
                    <a:pt x="860345" y="382855"/>
                  </a:lnTo>
                  <a:lnTo>
                    <a:pt x="863099" y="431549"/>
                  </a:lnTo>
                  <a:lnTo>
                    <a:pt x="860567" y="478572"/>
                  </a:lnTo>
                  <a:lnTo>
                    <a:pt x="853146" y="524127"/>
                  </a:lnTo>
                  <a:lnTo>
                    <a:pt x="841099" y="567953"/>
                  </a:lnTo>
                  <a:lnTo>
                    <a:pt x="824689" y="609785"/>
                  </a:lnTo>
                  <a:lnTo>
                    <a:pt x="804180" y="649361"/>
                  </a:lnTo>
                  <a:lnTo>
                    <a:pt x="779835" y="686417"/>
                  </a:lnTo>
                  <a:lnTo>
                    <a:pt x="751918" y="720691"/>
                  </a:lnTo>
                  <a:lnTo>
                    <a:pt x="720691" y="751918"/>
                  </a:lnTo>
                  <a:lnTo>
                    <a:pt x="686417" y="779835"/>
                  </a:lnTo>
                  <a:lnTo>
                    <a:pt x="649361" y="804180"/>
                  </a:lnTo>
                  <a:lnTo>
                    <a:pt x="609785" y="824689"/>
                  </a:lnTo>
                  <a:lnTo>
                    <a:pt x="567953" y="841099"/>
                  </a:lnTo>
                  <a:lnTo>
                    <a:pt x="524127" y="853146"/>
                  </a:lnTo>
                  <a:lnTo>
                    <a:pt x="478572" y="860567"/>
                  </a:lnTo>
                  <a:lnTo>
                    <a:pt x="431549" y="863099"/>
                  </a:lnTo>
                  <a:lnTo>
                    <a:pt x="384527" y="860567"/>
                  </a:lnTo>
                  <a:lnTo>
                    <a:pt x="338972" y="853146"/>
                  </a:lnTo>
                  <a:lnTo>
                    <a:pt x="295146" y="841099"/>
                  </a:lnTo>
                  <a:lnTo>
                    <a:pt x="253314" y="824689"/>
                  </a:lnTo>
                  <a:lnTo>
                    <a:pt x="213738" y="804180"/>
                  </a:lnTo>
                  <a:lnTo>
                    <a:pt x="176682" y="779835"/>
                  </a:lnTo>
                  <a:lnTo>
                    <a:pt x="142408" y="751918"/>
                  </a:lnTo>
                  <a:lnTo>
                    <a:pt x="111181" y="720691"/>
                  </a:lnTo>
                  <a:lnTo>
                    <a:pt x="83264" y="686417"/>
                  </a:lnTo>
                  <a:lnTo>
                    <a:pt x="58919" y="649361"/>
                  </a:lnTo>
                  <a:lnTo>
                    <a:pt x="38410" y="609785"/>
                  </a:lnTo>
                  <a:lnTo>
                    <a:pt x="22000" y="567953"/>
                  </a:lnTo>
                  <a:lnTo>
                    <a:pt x="9953" y="524127"/>
                  </a:lnTo>
                  <a:lnTo>
                    <a:pt x="2532" y="478572"/>
                  </a:lnTo>
                  <a:lnTo>
                    <a:pt x="0" y="4315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957626" y="1462050"/>
              <a:ext cx="1407795" cy="725805"/>
            </a:xfrm>
            <a:custGeom>
              <a:avLst/>
              <a:gdLst/>
              <a:ahLst/>
              <a:cxnLst/>
              <a:rect l="l" t="t" r="r" b="b"/>
              <a:pathLst>
                <a:path w="1407795" h="725805">
                  <a:moveTo>
                    <a:pt x="1407498" y="0"/>
                  </a:moveTo>
                  <a:lnTo>
                    <a:pt x="0" y="72532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919202" y="2173385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0" y="33785"/>
                  </a:moveTo>
                  <a:lnTo>
                    <a:pt x="31216" y="0"/>
                  </a:lnTo>
                  <a:lnTo>
                    <a:pt x="45630" y="27970"/>
                  </a:lnTo>
                  <a:lnTo>
                    <a:pt x="0" y="3378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919202" y="2173385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31216" y="0"/>
                  </a:moveTo>
                  <a:lnTo>
                    <a:pt x="0" y="33785"/>
                  </a:lnTo>
                  <a:lnTo>
                    <a:pt x="45630" y="27970"/>
                  </a:lnTo>
                  <a:lnTo>
                    <a:pt x="31216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951870" y="2467430"/>
              <a:ext cx="1525270" cy="676275"/>
            </a:xfrm>
            <a:custGeom>
              <a:avLst/>
              <a:gdLst/>
              <a:ahLst/>
              <a:cxnLst/>
              <a:rect l="l" t="t" r="r" b="b"/>
              <a:pathLst>
                <a:path w="1525270" h="676275">
                  <a:moveTo>
                    <a:pt x="1524851" y="67584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912353" y="2449915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33142" y="31898"/>
                  </a:moveTo>
                  <a:lnTo>
                    <a:pt x="0" y="0"/>
                  </a:lnTo>
                  <a:lnTo>
                    <a:pt x="45892" y="3131"/>
                  </a:lnTo>
                  <a:lnTo>
                    <a:pt x="33142" y="3189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912353" y="2449915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45892" y="3131"/>
                  </a:moveTo>
                  <a:lnTo>
                    <a:pt x="0" y="0"/>
                  </a:lnTo>
                  <a:lnTo>
                    <a:pt x="33142" y="31898"/>
                  </a:lnTo>
                  <a:lnTo>
                    <a:pt x="45892" y="313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6168724" y="619548"/>
              <a:ext cx="880744" cy="493395"/>
            </a:xfrm>
            <a:custGeom>
              <a:avLst/>
              <a:gdLst/>
              <a:ahLst/>
              <a:cxnLst/>
              <a:rect l="l" t="t" r="r" b="b"/>
              <a:pathLst>
                <a:path w="880745" h="493394">
                  <a:moveTo>
                    <a:pt x="0" y="492876"/>
                  </a:moveTo>
                  <a:lnTo>
                    <a:pt x="880135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7041174" y="598428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15374" y="34846"/>
                  </a:moveTo>
                  <a:lnTo>
                    <a:pt x="0" y="7393"/>
                  </a:lnTo>
                  <a:lnTo>
                    <a:pt x="45401" y="0"/>
                  </a:lnTo>
                  <a:lnTo>
                    <a:pt x="15374" y="34846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7041174" y="598428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15374" y="34846"/>
                  </a:moveTo>
                  <a:lnTo>
                    <a:pt x="45401" y="0"/>
                  </a:lnTo>
                  <a:lnTo>
                    <a:pt x="0" y="7393"/>
                  </a:lnTo>
                  <a:lnTo>
                    <a:pt x="15374" y="34846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6161300" y="1447249"/>
              <a:ext cx="1010919" cy="389255"/>
            </a:xfrm>
            <a:custGeom>
              <a:avLst/>
              <a:gdLst/>
              <a:ahLst/>
              <a:cxnLst/>
              <a:rect l="l" t="t" r="r" b="b"/>
              <a:pathLst>
                <a:path w="1010920" h="389255">
                  <a:moveTo>
                    <a:pt x="0" y="0"/>
                  </a:moveTo>
                  <a:lnTo>
                    <a:pt x="1010459" y="388682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7166111" y="182124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45992" y="30202"/>
                  </a:moveTo>
                  <a:lnTo>
                    <a:pt x="0" y="29367"/>
                  </a:lnTo>
                  <a:lnTo>
                    <a:pt x="11296" y="0"/>
                  </a:lnTo>
                  <a:lnTo>
                    <a:pt x="45992" y="3020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7166111" y="182124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0" y="29367"/>
                  </a:moveTo>
                  <a:lnTo>
                    <a:pt x="45992" y="30202"/>
                  </a:lnTo>
                  <a:lnTo>
                    <a:pt x="11296" y="0"/>
                  </a:lnTo>
                  <a:lnTo>
                    <a:pt x="0" y="29367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6183599" y="2621203"/>
              <a:ext cx="1133475" cy="641985"/>
            </a:xfrm>
            <a:custGeom>
              <a:avLst/>
              <a:gdLst/>
              <a:ahLst/>
              <a:cxnLst/>
              <a:rect l="l" t="t" r="r" b="b"/>
              <a:pathLst>
                <a:path w="1133475" h="641985">
                  <a:moveTo>
                    <a:pt x="0" y="641446"/>
                  </a:moveTo>
                  <a:lnTo>
                    <a:pt x="1133165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7309014" y="2599909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15500" y="34984"/>
                  </a:moveTo>
                  <a:lnTo>
                    <a:pt x="0" y="7602"/>
                  </a:lnTo>
                  <a:lnTo>
                    <a:pt x="45366" y="0"/>
                  </a:lnTo>
                  <a:lnTo>
                    <a:pt x="15500" y="3498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7309014" y="2599909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15500" y="34984"/>
                  </a:moveTo>
                  <a:lnTo>
                    <a:pt x="45366" y="0"/>
                  </a:lnTo>
                  <a:lnTo>
                    <a:pt x="0" y="7602"/>
                  </a:lnTo>
                  <a:lnTo>
                    <a:pt x="15500" y="3498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087027" y="3753576"/>
              <a:ext cx="940435" cy="544830"/>
            </a:xfrm>
            <a:custGeom>
              <a:avLst/>
              <a:gdLst/>
              <a:ahLst/>
              <a:cxnLst/>
              <a:rect l="l" t="t" r="r" b="b"/>
              <a:pathLst>
                <a:path w="940434" h="544829">
                  <a:moveTo>
                    <a:pt x="0" y="0"/>
                  </a:moveTo>
                  <a:lnTo>
                    <a:pt x="939944" y="544358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7019086" y="4284321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45289" y="35277"/>
                  </a:moveTo>
                  <a:lnTo>
                    <a:pt x="0" y="27228"/>
                  </a:lnTo>
                  <a:lnTo>
                    <a:pt x="15769" y="0"/>
                  </a:lnTo>
                  <a:lnTo>
                    <a:pt x="45289" y="35277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019086" y="4284321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20" h="35560">
                  <a:moveTo>
                    <a:pt x="0" y="27228"/>
                  </a:moveTo>
                  <a:lnTo>
                    <a:pt x="45289" y="35277"/>
                  </a:lnTo>
                  <a:lnTo>
                    <a:pt x="15769" y="0"/>
                  </a:lnTo>
                  <a:lnTo>
                    <a:pt x="0" y="27228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771425" y="2258249"/>
              <a:ext cx="1081405" cy="0"/>
            </a:xfrm>
            <a:custGeom>
              <a:avLst/>
              <a:gdLst/>
              <a:ahLst/>
              <a:cxnLst/>
              <a:rect l="l" t="t" r="r" b="b"/>
              <a:pathLst>
                <a:path w="1081405">
                  <a:moveTo>
                    <a:pt x="0" y="0"/>
                  </a:moveTo>
                  <a:lnTo>
                    <a:pt x="10813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2852774" y="22425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2852774" y="22425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034050" y="2964388"/>
            <a:ext cx="203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0146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226" y="977960"/>
            <a:ext cx="29470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b="1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sz="30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3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82512" y="977960"/>
            <a:ext cx="37407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forward/backward</a:t>
            </a:r>
            <a:r>
              <a:rPr sz="3000" spc="-9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sz="3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099" y="1862900"/>
            <a:ext cx="3055374" cy="1098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1675" y="2161563"/>
            <a:ext cx="5540124" cy="30510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64700" y="1802831"/>
            <a:ext cx="4497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Net)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object.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(Rough</a:t>
            </a:r>
            <a:r>
              <a:rPr i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psuedo</a:t>
            </a:r>
            <a:r>
              <a:rPr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5938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226" y="977960"/>
            <a:ext cx="29470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/>
              <a:t>Implementation: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582512" y="977960"/>
            <a:ext cx="37407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forward/backward</a:t>
            </a:r>
            <a:r>
              <a:rPr sz="3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2125" y="2513976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0" y="274349"/>
                </a:moveTo>
                <a:lnTo>
                  <a:pt x="4420" y="225035"/>
                </a:lnTo>
                <a:lnTo>
                  <a:pt x="17164" y="178620"/>
                </a:lnTo>
                <a:lnTo>
                  <a:pt x="37456" y="135880"/>
                </a:lnTo>
                <a:lnTo>
                  <a:pt x="64523" y="97589"/>
                </a:lnTo>
                <a:lnTo>
                  <a:pt x="97589" y="64523"/>
                </a:lnTo>
                <a:lnTo>
                  <a:pt x="135880" y="37456"/>
                </a:lnTo>
                <a:lnTo>
                  <a:pt x="178620" y="17164"/>
                </a:lnTo>
                <a:lnTo>
                  <a:pt x="225035" y="4420"/>
                </a:lnTo>
                <a:lnTo>
                  <a:pt x="274349" y="0"/>
                </a:lnTo>
                <a:lnTo>
                  <a:pt x="328122" y="5320"/>
                </a:lnTo>
                <a:lnTo>
                  <a:pt x="379339" y="20883"/>
                </a:lnTo>
                <a:lnTo>
                  <a:pt x="426559" y="46094"/>
                </a:lnTo>
                <a:lnTo>
                  <a:pt x="468344" y="80355"/>
                </a:lnTo>
                <a:lnTo>
                  <a:pt x="502605" y="122140"/>
                </a:lnTo>
                <a:lnTo>
                  <a:pt x="527816" y="169360"/>
                </a:lnTo>
                <a:lnTo>
                  <a:pt x="543379" y="220577"/>
                </a:lnTo>
                <a:lnTo>
                  <a:pt x="548699" y="274349"/>
                </a:lnTo>
                <a:lnTo>
                  <a:pt x="544279" y="323664"/>
                </a:lnTo>
                <a:lnTo>
                  <a:pt x="531535" y="370079"/>
                </a:lnTo>
                <a:lnTo>
                  <a:pt x="511243" y="412819"/>
                </a:lnTo>
                <a:lnTo>
                  <a:pt x="484176" y="451110"/>
                </a:lnTo>
                <a:lnTo>
                  <a:pt x="451110" y="484176"/>
                </a:lnTo>
                <a:lnTo>
                  <a:pt x="412819" y="511243"/>
                </a:lnTo>
                <a:lnTo>
                  <a:pt x="370079" y="531535"/>
                </a:lnTo>
                <a:lnTo>
                  <a:pt x="323664" y="544279"/>
                </a:lnTo>
                <a:lnTo>
                  <a:pt x="274349" y="548699"/>
                </a:lnTo>
                <a:lnTo>
                  <a:pt x="225035" y="544279"/>
                </a:lnTo>
                <a:lnTo>
                  <a:pt x="178620" y="531535"/>
                </a:lnTo>
                <a:lnTo>
                  <a:pt x="135880" y="511243"/>
                </a:lnTo>
                <a:lnTo>
                  <a:pt x="97589" y="484176"/>
                </a:lnTo>
                <a:lnTo>
                  <a:pt x="64523" y="451110"/>
                </a:lnTo>
                <a:lnTo>
                  <a:pt x="37456" y="412819"/>
                </a:lnTo>
                <a:lnTo>
                  <a:pt x="17164" y="370079"/>
                </a:lnTo>
                <a:lnTo>
                  <a:pt x="4420" y="323664"/>
                </a:lnTo>
                <a:lnTo>
                  <a:pt x="0" y="274349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5506" y="2582458"/>
            <a:ext cx="144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77918" y="2267368"/>
            <a:ext cx="498475" cy="1012825"/>
            <a:chOff x="677917" y="1410117"/>
            <a:chExt cx="498475" cy="1012825"/>
          </a:xfrm>
        </p:grpSpPr>
        <p:sp>
          <p:nvSpPr>
            <p:cNvPr id="7" name="object 7"/>
            <p:cNvSpPr/>
            <p:nvPr/>
          </p:nvSpPr>
          <p:spPr>
            <a:xfrm>
              <a:off x="753780" y="1414880"/>
              <a:ext cx="383540" cy="288290"/>
            </a:xfrm>
            <a:custGeom>
              <a:avLst/>
              <a:gdLst/>
              <a:ahLst/>
              <a:cxnLst/>
              <a:rect l="l" t="t" r="r" b="b"/>
              <a:pathLst>
                <a:path w="383540" h="288289">
                  <a:moveTo>
                    <a:pt x="0" y="0"/>
                  </a:moveTo>
                  <a:lnTo>
                    <a:pt x="383014" y="287863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127342" y="1690167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44006" y="38546"/>
                  </a:moveTo>
                  <a:lnTo>
                    <a:pt x="0" y="25153"/>
                  </a:lnTo>
                  <a:lnTo>
                    <a:pt x="18904" y="0"/>
                  </a:lnTo>
                  <a:lnTo>
                    <a:pt x="44006" y="38546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127342" y="1690167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0" y="25153"/>
                  </a:moveTo>
                  <a:lnTo>
                    <a:pt x="44006" y="38546"/>
                  </a:lnTo>
                  <a:lnTo>
                    <a:pt x="18904" y="0"/>
                  </a:lnTo>
                  <a:lnTo>
                    <a:pt x="0" y="25153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82680" y="2153935"/>
              <a:ext cx="450850" cy="264160"/>
            </a:xfrm>
            <a:custGeom>
              <a:avLst/>
              <a:gdLst/>
              <a:ahLst/>
              <a:cxnLst/>
              <a:rect l="l" t="t" r="r" b="b"/>
              <a:pathLst>
                <a:path w="450850" h="264160">
                  <a:moveTo>
                    <a:pt x="0" y="263633"/>
                  </a:moveTo>
                  <a:lnTo>
                    <a:pt x="450475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125209" y="2132102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15893" y="35411"/>
                  </a:moveTo>
                  <a:lnTo>
                    <a:pt x="0" y="8254"/>
                  </a:lnTo>
                  <a:lnTo>
                    <a:pt x="45252" y="0"/>
                  </a:lnTo>
                  <a:lnTo>
                    <a:pt x="15893" y="35411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125209" y="2132102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15893" y="35411"/>
                  </a:moveTo>
                  <a:lnTo>
                    <a:pt x="45252" y="0"/>
                  </a:lnTo>
                  <a:lnTo>
                    <a:pt x="0" y="8254"/>
                  </a:lnTo>
                  <a:lnTo>
                    <a:pt x="15893" y="35411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199112" y="2767830"/>
            <a:ext cx="53340" cy="41275"/>
            <a:chOff x="2199112" y="1910579"/>
            <a:chExt cx="53340" cy="41275"/>
          </a:xfrm>
        </p:grpSpPr>
        <p:sp>
          <p:nvSpPr>
            <p:cNvPr id="14" name="object 14"/>
            <p:cNvSpPr/>
            <p:nvPr/>
          </p:nvSpPr>
          <p:spPr>
            <a:xfrm>
              <a:off x="2203874" y="19153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203874" y="19153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69400" y="199375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1925" y="3154782"/>
            <a:ext cx="2429510" cy="16825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6095"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"/>
              </a:spcBef>
            </a:pPr>
            <a:endParaRPr sz="33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(x,y,z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scalars)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38125" y="2375708"/>
            <a:ext cx="476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09880" algn="l"/>
              </a:tabLst>
            </a:pPr>
            <a:r>
              <a:rPr sz="24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z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404999" y="1807926"/>
            <a:ext cx="5448300" cy="3580129"/>
            <a:chOff x="3404999" y="950675"/>
            <a:chExt cx="5448300" cy="3580129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4999" y="950675"/>
              <a:ext cx="5448299" cy="300037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890154" y="2675134"/>
              <a:ext cx="823594" cy="680085"/>
            </a:xfrm>
            <a:custGeom>
              <a:avLst/>
              <a:gdLst/>
              <a:ahLst/>
              <a:cxnLst/>
              <a:rect l="l" t="t" r="r" b="b"/>
              <a:pathLst>
                <a:path w="823595" h="680085">
                  <a:moveTo>
                    <a:pt x="823269" y="679915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3972" y="2610558"/>
              <a:ext cx="105743" cy="9836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35587" y="3171112"/>
              <a:ext cx="466724" cy="6762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830824" y="3166350"/>
              <a:ext cx="476250" cy="685800"/>
            </a:xfrm>
            <a:custGeom>
              <a:avLst/>
              <a:gdLst/>
              <a:ahLst/>
              <a:cxnLst/>
              <a:rect l="l" t="t" r="r" b="b"/>
              <a:pathLst>
                <a:path w="476250" h="685800">
                  <a:moveTo>
                    <a:pt x="0" y="0"/>
                  </a:moveTo>
                  <a:lnTo>
                    <a:pt x="476249" y="0"/>
                  </a:lnTo>
                  <a:lnTo>
                    <a:pt x="476249" y="685799"/>
                  </a:lnTo>
                  <a:lnTo>
                    <a:pt x="0" y="685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55249" y="3853924"/>
              <a:ext cx="514349" cy="6667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350487" y="3849162"/>
              <a:ext cx="523875" cy="676275"/>
            </a:xfrm>
            <a:custGeom>
              <a:avLst/>
              <a:gdLst/>
              <a:ahLst/>
              <a:cxnLst/>
              <a:rect l="l" t="t" r="r" b="b"/>
              <a:pathLst>
                <a:path w="523875" h="676275">
                  <a:moveTo>
                    <a:pt x="0" y="0"/>
                  </a:moveTo>
                  <a:lnTo>
                    <a:pt x="523874" y="0"/>
                  </a:lnTo>
                  <a:lnTo>
                    <a:pt x="523874" y="676274"/>
                  </a:lnTo>
                  <a:lnTo>
                    <a:pt x="0" y="6762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87276" y="3726076"/>
              <a:ext cx="334672" cy="1373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29365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226" y="977960"/>
            <a:ext cx="29470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/>
              <a:t>Implementation: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582512" y="977960"/>
            <a:ext cx="37407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forward/backward</a:t>
            </a:r>
            <a:r>
              <a:rPr sz="3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2125" y="2513976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0" y="274349"/>
                </a:moveTo>
                <a:lnTo>
                  <a:pt x="4420" y="225035"/>
                </a:lnTo>
                <a:lnTo>
                  <a:pt x="17164" y="178620"/>
                </a:lnTo>
                <a:lnTo>
                  <a:pt x="37456" y="135880"/>
                </a:lnTo>
                <a:lnTo>
                  <a:pt x="64523" y="97589"/>
                </a:lnTo>
                <a:lnTo>
                  <a:pt x="97589" y="64523"/>
                </a:lnTo>
                <a:lnTo>
                  <a:pt x="135880" y="37456"/>
                </a:lnTo>
                <a:lnTo>
                  <a:pt x="178620" y="17164"/>
                </a:lnTo>
                <a:lnTo>
                  <a:pt x="225035" y="4420"/>
                </a:lnTo>
                <a:lnTo>
                  <a:pt x="274349" y="0"/>
                </a:lnTo>
                <a:lnTo>
                  <a:pt x="328122" y="5320"/>
                </a:lnTo>
                <a:lnTo>
                  <a:pt x="379339" y="20883"/>
                </a:lnTo>
                <a:lnTo>
                  <a:pt x="426559" y="46094"/>
                </a:lnTo>
                <a:lnTo>
                  <a:pt x="468344" y="80355"/>
                </a:lnTo>
                <a:lnTo>
                  <a:pt x="502605" y="122140"/>
                </a:lnTo>
                <a:lnTo>
                  <a:pt x="527816" y="169360"/>
                </a:lnTo>
                <a:lnTo>
                  <a:pt x="543379" y="220577"/>
                </a:lnTo>
                <a:lnTo>
                  <a:pt x="548699" y="274349"/>
                </a:lnTo>
                <a:lnTo>
                  <a:pt x="544279" y="323664"/>
                </a:lnTo>
                <a:lnTo>
                  <a:pt x="531535" y="370079"/>
                </a:lnTo>
                <a:lnTo>
                  <a:pt x="511243" y="412819"/>
                </a:lnTo>
                <a:lnTo>
                  <a:pt x="484176" y="451110"/>
                </a:lnTo>
                <a:lnTo>
                  <a:pt x="451110" y="484176"/>
                </a:lnTo>
                <a:lnTo>
                  <a:pt x="412819" y="511243"/>
                </a:lnTo>
                <a:lnTo>
                  <a:pt x="370079" y="531535"/>
                </a:lnTo>
                <a:lnTo>
                  <a:pt x="323664" y="544279"/>
                </a:lnTo>
                <a:lnTo>
                  <a:pt x="274349" y="548699"/>
                </a:lnTo>
                <a:lnTo>
                  <a:pt x="225035" y="544279"/>
                </a:lnTo>
                <a:lnTo>
                  <a:pt x="178620" y="531535"/>
                </a:lnTo>
                <a:lnTo>
                  <a:pt x="135880" y="511243"/>
                </a:lnTo>
                <a:lnTo>
                  <a:pt x="97589" y="484176"/>
                </a:lnTo>
                <a:lnTo>
                  <a:pt x="64523" y="451110"/>
                </a:lnTo>
                <a:lnTo>
                  <a:pt x="37456" y="412819"/>
                </a:lnTo>
                <a:lnTo>
                  <a:pt x="17164" y="370079"/>
                </a:lnTo>
                <a:lnTo>
                  <a:pt x="4420" y="323664"/>
                </a:lnTo>
                <a:lnTo>
                  <a:pt x="0" y="274349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5506" y="2582458"/>
            <a:ext cx="144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77918" y="2267368"/>
            <a:ext cx="498475" cy="1012825"/>
            <a:chOff x="677917" y="1410117"/>
            <a:chExt cx="498475" cy="1012825"/>
          </a:xfrm>
        </p:grpSpPr>
        <p:sp>
          <p:nvSpPr>
            <p:cNvPr id="7" name="object 7"/>
            <p:cNvSpPr/>
            <p:nvPr/>
          </p:nvSpPr>
          <p:spPr>
            <a:xfrm>
              <a:off x="753780" y="1414880"/>
              <a:ext cx="383540" cy="288290"/>
            </a:xfrm>
            <a:custGeom>
              <a:avLst/>
              <a:gdLst/>
              <a:ahLst/>
              <a:cxnLst/>
              <a:rect l="l" t="t" r="r" b="b"/>
              <a:pathLst>
                <a:path w="383540" h="288289">
                  <a:moveTo>
                    <a:pt x="0" y="0"/>
                  </a:moveTo>
                  <a:lnTo>
                    <a:pt x="383014" y="287863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127342" y="1690167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44006" y="38546"/>
                  </a:moveTo>
                  <a:lnTo>
                    <a:pt x="0" y="25153"/>
                  </a:lnTo>
                  <a:lnTo>
                    <a:pt x="18904" y="0"/>
                  </a:lnTo>
                  <a:lnTo>
                    <a:pt x="44006" y="38546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127342" y="1690167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0" y="25153"/>
                  </a:moveTo>
                  <a:lnTo>
                    <a:pt x="44006" y="38546"/>
                  </a:lnTo>
                  <a:lnTo>
                    <a:pt x="18904" y="0"/>
                  </a:lnTo>
                  <a:lnTo>
                    <a:pt x="0" y="25153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82680" y="2153935"/>
              <a:ext cx="450850" cy="264160"/>
            </a:xfrm>
            <a:custGeom>
              <a:avLst/>
              <a:gdLst/>
              <a:ahLst/>
              <a:cxnLst/>
              <a:rect l="l" t="t" r="r" b="b"/>
              <a:pathLst>
                <a:path w="450850" h="264160">
                  <a:moveTo>
                    <a:pt x="0" y="263633"/>
                  </a:moveTo>
                  <a:lnTo>
                    <a:pt x="450475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125209" y="2132102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15893" y="35411"/>
                  </a:moveTo>
                  <a:lnTo>
                    <a:pt x="0" y="8254"/>
                  </a:lnTo>
                  <a:lnTo>
                    <a:pt x="45252" y="0"/>
                  </a:lnTo>
                  <a:lnTo>
                    <a:pt x="15893" y="35411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125209" y="2132102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15893" y="35411"/>
                  </a:moveTo>
                  <a:lnTo>
                    <a:pt x="45252" y="0"/>
                  </a:lnTo>
                  <a:lnTo>
                    <a:pt x="0" y="8254"/>
                  </a:lnTo>
                  <a:lnTo>
                    <a:pt x="15893" y="35411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199112" y="2767830"/>
            <a:ext cx="53340" cy="41275"/>
            <a:chOff x="2199112" y="1910579"/>
            <a:chExt cx="53340" cy="41275"/>
          </a:xfrm>
        </p:grpSpPr>
        <p:sp>
          <p:nvSpPr>
            <p:cNvPr id="14" name="object 14"/>
            <p:cNvSpPr/>
            <p:nvPr/>
          </p:nvSpPr>
          <p:spPr>
            <a:xfrm>
              <a:off x="2203874" y="19153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203874" y="19153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69400" y="199375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1925" y="3154782"/>
            <a:ext cx="2429510" cy="16825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6095"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"/>
              </a:spcBef>
            </a:pPr>
            <a:endParaRPr sz="33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(x,y,z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scalars)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38125" y="2375708"/>
            <a:ext cx="476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09880" algn="l"/>
              </a:tabLst>
            </a:pPr>
            <a:r>
              <a:rPr sz="24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z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7375" y="1510275"/>
            <a:ext cx="6078183" cy="292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749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17550"/>
          </a:xfrm>
        </p:spPr>
        <p:txBody>
          <a:bodyPr/>
          <a:lstStyle/>
          <a:p>
            <a:r>
              <a:rPr lang="en-US" dirty="0"/>
              <a:t>Gradients for </a:t>
            </a:r>
            <a:r>
              <a:rPr lang="en-US" dirty="0" err="1"/>
              <a:t>vectorized</a:t>
            </a:r>
            <a:r>
              <a:rPr lang="en-US" dirty="0"/>
              <a:t> code </a:t>
            </a:r>
            <a:r>
              <a:rPr lang="en-US" sz="2400" dirty="0"/>
              <a:t>(</a:t>
            </a:r>
            <a:r>
              <a:rPr lang="en-US" sz="2400" dirty="0" err="1"/>
              <a:t>x,y,z</a:t>
            </a:r>
            <a:r>
              <a:rPr lang="en-US" sz="2400" dirty="0"/>
              <a:t> are now vectors)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966674" y="1799675"/>
            <a:ext cx="3514090" cy="3514090"/>
            <a:chOff x="2966674" y="942425"/>
            <a:chExt cx="3514090" cy="3514090"/>
          </a:xfrm>
        </p:grpSpPr>
        <p:sp>
          <p:nvSpPr>
            <p:cNvPr id="6" name="object 4"/>
            <p:cNvSpPr/>
            <p:nvPr/>
          </p:nvSpPr>
          <p:spPr>
            <a:xfrm>
              <a:off x="2976199" y="951950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9" y="3494699"/>
                  </a:move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4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5"/>
                  </a:lnTo>
                  <a:lnTo>
                    <a:pt x="610193" y="3074081"/>
                  </a:lnTo>
                  <a:lnTo>
                    <a:pt x="576614" y="3044524"/>
                  </a:lnTo>
                  <a:lnTo>
                    <a:pt x="543807" y="3014128"/>
                  </a:lnTo>
                  <a:lnTo>
                    <a:pt x="511786" y="2982913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3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5"/>
                  </a:lnTo>
                  <a:lnTo>
                    <a:pt x="10253" y="1937743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7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3" y="511786"/>
                  </a:lnTo>
                  <a:lnTo>
                    <a:pt x="3017471" y="547339"/>
                  </a:lnTo>
                  <a:lnTo>
                    <a:pt x="3050919" y="583758"/>
                  </a:lnTo>
                  <a:lnTo>
                    <a:pt x="3083247" y="621017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2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3"/>
                  </a:lnTo>
                  <a:lnTo>
                    <a:pt x="3478748" y="1984455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3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3"/>
                  </a:lnTo>
                  <a:lnTo>
                    <a:pt x="2950892" y="3014128"/>
                  </a:lnTo>
                  <a:lnTo>
                    <a:pt x="2918085" y="3044524"/>
                  </a:lnTo>
                  <a:lnTo>
                    <a:pt x="2884506" y="3074081"/>
                  </a:lnTo>
                  <a:lnTo>
                    <a:pt x="2850173" y="3102785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4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5"/>
            <p:cNvSpPr/>
            <p:nvPr/>
          </p:nvSpPr>
          <p:spPr>
            <a:xfrm>
              <a:off x="2976199" y="951950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9"/>
                  </a:moveTo>
                  <a:lnTo>
                    <a:pt x="649" y="1699253"/>
                  </a:lnTo>
                  <a:lnTo>
                    <a:pt x="2585" y="1651477"/>
                  </a:lnTo>
                  <a:lnTo>
                    <a:pt x="5792" y="1604040"/>
                  </a:lnTo>
                  <a:lnTo>
                    <a:pt x="10253" y="1556956"/>
                  </a:lnTo>
                  <a:lnTo>
                    <a:pt x="15951" y="1510244"/>
                  </a:lnTo>
                  <a:lnTo>
                    <a:pt x="22869" y="1463920"/>
                  </a:lnTo>
                  <a:lnTo>
                    <a:pt x="30992" y="1418001"/>
                  </a:lnTo>
                  <a:lnTo>
                    <a:pt x="40302" y="1372502"/>
                  </a:lnTo>
                  <a:lnTo>
                    <a:pt x="50782" y="1327441"/>
                  </a:lnTo>
                  <a:lnTo>
                    <a:pt x="62417" y="1282835"/>
                  </a:lnTo>
                  <a:lnTo>
                    <a:pt x="75188" y="1238699"/>
                  </a:lnTo>
                  <a:lnTo>
                    <a:pt x="89081" y="1195052"/>
                  </a:lnTo>
                  <a:lnTo>
                    <a:pt x="104077" y="1151909"/>
                  </a:lnTo>
                  <a:lnTo>
                    <a:pt x="120161" y="1109286"/>
                  </a:lnTo>
                  <a:lnTo>
                    <a:pt x="137315" y="1067202"/>
                  </a:lnTo>
                  <a:lnTo>
                    <a:pt x="155523" y="1025672"/>
                  </a:lnTo>
                  <a:lnTo>
                    <a:pt x="174769" y="984713"/>
                  </a:lnTo>
                  <a:lnTo>
                    <a:pt x="195036" y="944342"/>
                  </a:lnTo>
                  <a:lnTo>
                    <a:pt x="216306" y="904575"/>
                  </a:lnTo>
                  <a:lnTo>
                    <a:pt x="238564" y="865428"/>
                  </a:lnTo>
                  <a:lnTo>
                    <a:pt x="261793" y="826920"/>
                  </a:lnTo>
                  <a:lnTo>
                    <a:pt x="285975" y="789066"/>
                  </a:lnTo>
                  <a:lnTo>
                    <a:pt x="311096" y="751883"/>
                  </a:lnTo>
                  <a:lnTo>
                    <a:pt x="337137" y="715387"/>
                  </a:lnTo>
                  <a:lnTo>
                    <a:pt x="364082" y="679596"/>
                  </a:lnTo>
                  <a:lnTo>
                    <a:pt x="391914" y="644526"/>
                  </a:lnTo>
                  <a:lnTo>
                    <a:pt x="420618" y="610193"/>
                  </a:lnTo>
                  <a:lnTo>
                    <a:pt x="450175" y="576614"/>
                  </a:lnTo>
                  <a:lnTo>
                    <a:pt x="480571" y="543807"/>
                  </a:lnTo>
                  <a:lnTo>
                    <a:pt x="511786" y="511786"/>
                  </a:lnTo>
                  <a:lnTo>
                    <a:pt x="543807" y="480571"/>
                  </a:lnTo>
                  <a:lnTo>
                    <a:pt x="576614" y="450175"/>
                  </a:lnTo>
                  <a:lnTo>
                    <a:pt x="610193" y="420618"/>
                  </a:lnTo>
                  <a:lnTo>
                    <a:pt x="644526" y="391914"/>
                  </a:lnTo>
                  <a:lnTo>
                    <a:pt x="679596" y="364082"/>
                  </a:lnTo>
                  <a:lnTo>
                    <a:pt x="715387" y="337137"/>
                  </a:lnTo>
                  <a:lnTo>
                    <a:pt x="751883" y="311096"/>
                  </a:lnTo>
                  <a:lnTo>
                    <a:pt x="789066" y="285975"/>
                  </a:lnTo>
                  <a:lnTo>
                    <a:pt x="826920" y="261793"/>
                  </a:lnTo>
                  <a:lnTo>
                    <a:pt x="865428" y="238564"/>
                  </a:lnTo>
                  <a:lnTo>
                    <a:pt x="904575" y="216306"/>
                  </a:lnTo>
                  <a:lnTo>
                    <a:pt x="944342" y="195036"/>
                  </a:lnTo>
                  <a:lnTo>
                    <a:pt x="984713" y="174769"/>
                  </a:lnTo>
                  <a:lnTo>
                    <a:pt x="1025672" y="155523"/>
                  </a:lnTo>
                  <a:lnTo>
                    <a:pt x="1067202" y="137315"/>
                  </a:lnTo>
                  <a:lnTo>
                    <a:pt x="1109286" y="120161"/>
                  </a:lnTo>
                  <a:lnTo>
                    <a:pt x="1151909" y="104077"/>
                  </a:lnTo>
                  <a:lnTo>
                    <a:pt x="1195052" y="89081"/>
                  </a:lnTo>
                  <a:lnTo>
                    <a:pt x="1238699" y="75188"/>
                  </a:lnTo>
                  <a:lnTo>
                    <a:pt x="1282835" y="62417"/>
                  </a:lnTo>
                  <a:lnTo>
                    <a:pt x="1327441" y="50782"/>
                  </a:lnTo>
                  <a:lnTo>
                    <a:pt x="1372502" y="40302"/>
                  </a:lnTo>
                  <a:lnTo>
                    <a:pt x="1418001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6" y="10253"/>
                  </a:lnTo>
                  <a:lnTo>
                    <a:pt x="1604040" y="5792"/>
                  </a:lnTo>
                  <a:lnTo>
                    <a:pt x="1651477" y="2585"/>
                  </a:lnTo>
                  <a:lnTo>
                    <a:pt x="1699253" y="649"/>
                  </a:lnTo>
                  <a:lnTo>
                    <a:pt x="1747349" y="0"/>
                  </a:lnTo>
                  <a:lnTo>
                    <a:pt x="1796925" y="702"/>
                  </a:lnTo>
                  <a:lnTo>
                    <a:pt x="1846329" y="2803"/>
                  </a:lnTo>
                  <a:lnTo>
                    <a:pt x="1895534" y="6290"/>
                  </a:lnTo>
                  <a:lnTo>
                    <a:pt x="1944513" y="11153"/>
                  </a:lnTo>
                  <a:lnTo>
                    <a:pt x="1993241" y="17380"/>
                  </a:lnTo>
                  <a:lnTo>
                    <a:pt x="2041689" y="24961"/>
                  </a:lnTo>
                  <a:lnTo>
                    <a:pt x="2089832" y="33885"/>
                  </a:lnTo>
                  <a:lnTo>
                    <a:pt x="2137643" y="44139"/>
                  </a:lnTo>
                  <a:lnTo>
                    <a:pt x="2185094" y="55715"/>
                  </a:lnTo>
                  <a:lnTo>
                    <a:pt x="2232160" y="68599"/>
                  </a:lnTo>
                  <a:lnTo>
                    <a:pt x="2278813" y="82782"/>
                  </a:lnTo>
                  <a:lnTo>
                    <a:pt x="2325028" y="98252"/>
                  </a:lnTo>
                  <a:lnTo>
                    <a:pt x="2370776" y="114998"/>
                  </a:lnTo>
                  <a:lnTo>
                    <a:pt x="2416031" y="133009"/>
                  </a:lnTo>
                  <a:lnTo>
                    <a:pt x="2460767" y="152273"/>
                  </a:lnTo>
                  <a:lnTo>
                    <a:pt x="2504957" y="172781"/>
                  </a:lnTo>
                  <a:lnTo>
                    <a:pt x="2548574" y="194521"/>
                  </a:lnTo>
                  <a:lnTo>
                    <a:pt x="2591592" y="217481"/>
                  </a:lnTo>
                  <a:lnTo>
                    <a:pt x="2633983" y="241651"/>
                  </a:lnTo>
                  <a:lnTo>
                    <a:pt x="2675721" y="267019"/>
                  </a:lnTo>
                  <a:lnTo>
                    <a:pt x="2716780" y="293575"/>
                  </a:lnTo>
                  <a:lnTo>
                    <a:pt x="2757132" y="321307"/>
                  </a:lnTo>
                  <a:lnTo>
                    <a:pt x="2796751" y="350205"/>
                  </a:lnTo>
                  <a:lnTo>
                    <a:pt x="2835610" y="380257"/>
                  </a:lnTo>
                  <a:lnTo>
                    <a:pt x="2873682" y="411452"/>
                  </a:lnTo>
                  <a:lnTo>
                    <a:pt x="2910941" y="443779"/>
                  </a:lnTo>
                  <a:lnTo>
                    <a:pt x="2947360" y="477228"/>
                  </a:lnTo>
                  <a:lnTo>
                    <a:pt x="2982912" y="511786"/>
                  </a:lnTo>
                  <a:lnTo>
                    <a:pt x="3017471" y="547339"/>
                  </a:lnTo>
                  <a:lnTo>
                    <a:pt x="3050919" y="583758"/>
                  </a:lnTo>
                  <a:lnTo>
                    <a:pt x="3083247" y="621017"/>
                  </a:lnTo>
                  <a:lnTo>
                    <a:pt x="3114442" y="659089"/>
                  </a:lnTo>
                  <a:lnTo>
                    <a:pt x="3144494" y="697948"/>
                  </a:lnTo>
                  <a:lnTo>
                    <a:pt x="3173392" y="737567"/>
                  </a:lnTo>
                  <a:lnTo>
                    <a:pt x="3201124" y="777919"/>
                  </a:lnTo>
                  <a:lnTo>
                    <a:pt x="3227680" y="818977"/>
                  </a:lnTo>
                  <a:lnTo>
                    <a:pt x="3253048" y="860716"/>
                  </a:lnTo>
                  <a:lnTo>
                    <a:pt x="3277218" y="903107"/>
                  </a:lnTo>
                  <a:lnTo>
                    <a:pt x="3300178" y="946124"/>
                  </a:lnTo>
                  <a:lnTo>
                    <a:pt x="3321918" y="989742"/>
                  </a:lnTo>
                  <a:lnTo>
                    <a:pt x="3342426" y="1033931"/>
                  </a:lnTo>
                  <a:lnTo>
                    <a:pt x="3361690" y="1078668"/>
                  </a:lnTo>
                  <a:lnTo>
                    <a:pt x="3379701" y="1123923"/>
                  </a:lnTo>
                  <a:lnTo>
                    <a:pt x="3396447" y="1169671"/>
                  </a:lnTo>
                  <a:lnTo>
                    <a:pt x="3411917" y="1215885"/>
                  </a:lnTo>
                  <a:lnTo>
                    <a:pt x="3426100" y="1262538"/>
                  </a:lnTo>
                  <a:lnTo>
                    <a:pt x="3438984" y="1309604"/>
                  </a:lnTo>
                  <a:lnTo>
                    <a:pt x="3450560" y="1357056"/>
                  </a:lnTo>
                  <a:lnTo>
                    <a:pt x="3460814" y="1404866"/>
                  </a:lnTo>
                  <a:lnTo>
                    <a:pt x="3469738" y="1453009"/>
                  </a:lnTo>
                  <a:lnTo>
                    <a:pt x="3477319" y="1501458"/>
                  </a:lnTo>
                  <a:lnTo>
                    <a:pt x="3483546" y="1550185"/>
                  </a:lnTo>
                  <a:lnTo>
                    <a:pt x="3488409" y="1599165"/>
                  </a:lnTo>
                  <a:lnTo>
                    <a:pt x="3491896" y="1648370"/>
                  </a:lnTo>
                  <a:lnTo>
                    <a:pt x="3493997" y="1697774"/>
                  </a:lnTo>
                  <a:lnTo>
                    <a:pt x="3494699" y="1747349"/>
                  </a:lnTo>
                  <a:lnTo>
                    <a:pt x="3494050" y="1795446"/>
                  </a:lnTo>
                  <a:lnTo>
                    <a:pt x="3492114" y="1843222"/>
                  </a:lnTo>
                  <a:lnTo>
                    <a:pt x="3488907" y="1890659"/>
                  </a:lnTo>
                  <a:lnTo>
                    <a:pt x="3484446" y="1937743"/>
                  </a:lnTo>
                  <a:lnTo>
                    <a:pt x="3478748" y="1984455"/>
                  </a:lnTo>
                  <a:lnTo>
                    <a:pt x="3471830" y="2030779"/>
                  </a:lnTo>
                  <a:lnTo>
                    <a:pt x="3463707" y="2076698"/>
                  </a:lnTo>
                  <a:lnTo>
                    <a:pt x="3454397" y="2122197"/>
                  </a:lnTo>
                  <a:lnTo>
                    <a:pt x="3443917" y="2167258"/>
                  </a:lnTo>
                  <a:lnTo>
                    <a:pt x="3432282" y="2211864"/>
                  </a:lnTo>
                  <a:lnTo>
                    <a:pt x="3419511" y="2256000"/>
                  </a:lnTo>
                  <a:lnTo>
                    <a:pt x="3405618" y="2299647"/>
                  </a:lnTo>
                  <a:lnTo>
                    <a:pt x="3390622" y="2342790"/>
                  </a:lnTo>
                  <a:lnTo>
                    <a:pt x="3374538" y="2385413"/>
                  </a:lnTo>
                  <a:lnTo>
                    <a:pt x="3357384" y="2427497"/>
                  </a:lnTo>
                  <a:lnTo>
                    <a:pt x="3339176" y="2469027"/>
                  </a:lnTo>
                  <a:lnTo>
                    <a:pt x="3319930" y="2509986"/>
                  </a:lnTo>
                  <a:lnTo>
                    <a:pt x="3299663" y="2550357"/>
                  </a:lnTo>
                  <a:lnTo>
                    <a:pt x="3278393" y="2590124"/>
                  </a:lnTo>
                  <a:lnTo>
                    <a:pt x="3256135" y="2629270"/>
                  </a:lnTo>
                  <a:lnTo>
                    <a:pt x="3232906" y="2667779"/>
                  </a:lnTo>
                  <a:lnTo>
                    <a:pt x="3208724" y="2705633"/>
                  </a:lnTo>
                  <a:lnTo>
                    <a:pt x="3183603" y="2742816"/>
                  </a:lnTo>
                  <a:lnTo>
                    <a:pt x="3157562" y="2779312"/>
                  </a:lnTo>
                  <a:lnTo>
                    <a:pt x="3130617" y="2815103"/>
                  </a:lnTo>
                  <a:lnTo>
                    <a:pt x="3102785" y="2850173"/>
                  </a:lnTo>
                  <a:lnTo>
                    <a:pt x="3074081" y="2884506"/>
                  </a:lnTo>
                  <a:lnTo>
                    <a:pt x="3044524" y="2918085"/>
                  </a:lnTo>
                  <a:lnTo>
                    <a:pt x="3014128" y="2950892"/>
                  </a:lnTo>
                  <a:lnTo>
                    <a:pt x="2982913" y="2982913"/>
                  </a:lnTo>
                  <a:lnTo>
                    <a:pt x="2950892" y="3014128"/>
                  </a:lnTo>
                  <a:lnTo>
                    <a:pt x="2918085" y="3044524"/>
                  </a:lnTo>
                  <a:lnTo>
                    <a:pt x="2884506" y="3074081"/>
                  </a:lnTo>
                  <a:lnTo>
                    <a:pt x="2850173" y="3102785"/>
                  </a:lnTo>
                  <a:lnTo>
                    <a:pt x="2815103" y="3130617"/>
                  </a:lnTo>
                  <a:lnTo>
                    <a:pt x="2779312" y="3157562"/>
                  </a:lnTo>
                  <a:lnTo>
                    <a:pt x="2742816" y="3183603"/>
                  </a:lnTo>
                  <a:lnTo>
                    <a:pt x="2705633" y="3208724"/>
                  </a:lnTo>
                  <a:lnTo>
                    <a:pt x="2667779" y="3232906"/>
                  </a:lnTo>
                  <a:lnTo>
                    <a:pt x="2629270" y="3256135"/>
                  </a:lnTo>
                  <a:lnTo>
                    <a:pt x="2590124" y="3278393"/>
                  </a:lnTo>
                  <a:lnTo>
                    <a:pt x="2550357" y="3299663"/>
                  </a:lnTo>
                  <a:lnTo>
                    <a:pt x="2509986" y="3319930"/>
                  </a:lnTo>
                  <a:lnTo>
                    <a:pt x="2469027" y="3339176"/>
                  </a:lnTo>
                  <a:lnTo>
                    <a:pt x="2427497" y="3357384"/>
                  </a:lnTo>
                  <a:lnTo>
                    <a:pt x="2385413" y="3374538"/>
                  </a:lnTo>
                  <a:lnTo>
                    <a:pt x="2342790" y="3390622"/>
                  </a:lnTo>
                  <a:lnTo>
                    <a:pt x="2299647" y="3405618"/>
                  </a:lnTo>
                  <a:lnTo>
                    <a:pt x="2256000" y="3419511"/>
                  </a:lnTo>
                  <a:lnTo>
                    <a:pt x="2211864" y="3432282"/>
                  </a:lnTo>
                  <a:lnTo>
                    <a:pt x="2167258" y="3443917"/>
                  </a:lnTo>
                  <a:lnTo>
                    <a:pt x="2122197" y="3454397"/>
                  </a:lnTo>
                  <a:lnTo>
                    <a:pt x="2076698" y="3463707"/>
                  </a:lnTo>
                  <a:lnTo>
                    <a:pt x="2030779" y="3471830"/>
                  </a:lnTo>
                  <a:lnTo>
                    <a:pt x="1984455" y="3478748"/>
                  </a:lnTo>
                  <a:lnTo>
                    <a:pt x="1937743" y="3484446"/>
                  </a:lnTo>
                  <a:lnTo>
                    <a:pt x="1890659" y="3488907"/>
                  </a:lnTo>
                  <a:lnTo>
                    <a:pt x="1843222" y="3492114"/>
                  </a:lnTo>
                  <a:lnTo>
                    <a:pt x="1795446" y="3494050"/>
                  </a:lnTo>
                  <a:lnTo>
                    <a:pt x="1747349" y="3494699"/>
                  </a:lnTo>
                  <a:lnTo>
                    <a:pt x="1699253" y="3494050"/>
                  </a:lnTo>
                  <a:lnTo>
                    <a:pt x="1651477" y="3492114"/>
                  </a:lnTo>
                  <a:lnTo>
                    <a:pt x="1604040" y="3488907"/>
                  </a:lnTo>
                  <a:lnTo>
                    <a:pt x="1556956" y="3484446"/>
                  </a:lnTo>
                  <a:lnTo>
                    <a:pt x="1510244" y="3478748"/>
                  </a:lnTo>
                  <a:lnTo>
                    <a:pt x="1463920" y="3471830"/>
                  </a:lnTo>
                  <a:lnTo>
                    <a:pt x="1418001" y="3463707"/>
                  </a:lnTo>
                  <a:lnTo>
                    <a:pt x="1372502" y="3454397"/>
                  </a:lnTo>
                  <a:lnTo>
                    <a:pt x="1327441" y="3443917"/>
                  </a:lnTo>
                  <a:lnTo>
                    <a:pt x="1282835" y="3432282"/>
                  </a:lnTo>
                  <a:lnTo>
                    <a:pt x="1238699" y="3419511"/>
                  </a:lnTo>
                  <a:lnTo>
                    <a:pt x="1195052" y="3405618"/>
                  </a:lnTo>
                  <a:lnTo>
                    <a:pt x="1151909" y="3390622"/>
                  </a:lnTo>
                  <a:lnTo>
                    <a:pt x="1109286" y="3374538"/>
                  </a:lnTo>
                  <a:lnTo>
                    <a:pt x="1067202" y="3357384"/>
                  </a:lnTo>
                  <a:lnTo>
                    <a:pt x="1025672" y="3339176"/>
                  </a:lnTo>
                  <a:lnTo>
                    <a:pt x="984713" y="3319930"/>
                  </a:lnTo>
                  <a:lnTo>
                    <a:pt x="944342" y="3299663"/>
                  </a:lnTo>
                  <a:lnTo>
                    <a:pt x="904575" y="3278393"/>
                  </a:lnTo>
                  <a:lnTo>
                    <a:pt x="865428" y="3256135"/>
                  </a:lnTo>
                  <a:lnTo>
                    <a:pt x="826920" y="3232906"/>
                  </a:lnTo>
                  <a:lnTo>
                    <a:pt x="789066" y="3208724"/>
                  </a:lnTo>
                  <a:lnTo>
                    <a:pt x="751883" y="3183603"/>
                  </a:lnTo>
                  <a:lnTo>
                    <a:pt x="715387" y="3157562"/>
                  </a:lnTo>
                  <a:lnTo>
                    <a:pt x="679596" y="3130617"/>
                  </a:lnTo>
                  <a:lnTo>
                    <a:pt x="644526" y="3102785"/>
                  </a:lnTo>
                  <a:lnTo>
                    <a:pt x="610193" y="3074081"/>
                  </a:lnTo>
                  <a:lnTo>
                    <a:pt x="576614" y="3044524"/>
                  </a:lnTo>
                  <a:lnTo>
                    <a:pt x="543807" y="3014128"/>
                  </a:lnTo>
                  <a:lnTo>
                    <a:pt x="511786" y="2982913"/>
                  </a:lnTo>
                  <a:lnTo>
                    <a:pt x="480571" y="2950892"/>
                  </a:lnTo>
                  <a:lnTo>
                    <a:pt x="450175" y="2918085"/>
                  </a:lnTo>
                  <a:lnTo>
                    <a:pt x="420618" y="2884506"/>
                  </a:lnTo>
                  <a:lnTo>
                    <a:pt x="391914" y="2850173"/>
                  </a:lnTo>
                  <a:lnTo>
                    <a:pt x="364082" y="2815103"/>
                  </a:lnTo>
                  <a:lnTo>
                    <a:pt x="337137" y="2779312"/>
                  </a:lnTo>
                  <a:lnTo>
                    <a:pt x="311096" y="2742816"/>
                  </a:lnTo>
                  <a:lnTo>
                    <a:pt x="285975" y="2705633"/>
                  </a:lnTo>
                  <a:lnTo>
                    <a:pt x="261793" y="2667779"/>
                  </a:lnTo>
                  <a:lnTo>
                    <a:pt x="238564" y="2629270"/>
                  </a:lnTo>
                  <a:lnTo>
                    <a:pt x="216306" y="2590124"/>
                  </a:lnTo>
                  <a:lnTo>
                    <a:pt x="195036" y="2550357"/>
                  </a:lnTo>
                  <a:lnTo>
                    <a:pt x="174769" y="2509986"/>
                  </a:lnTo>
                  <a:lnTo>
                    <a:pt x="155523" y="2469027"/>
                  </a:lnTo>
                  <a:lnTo>
                    <a:pt x="137315" y="2427497"/>
                  </a:lnTo>
                  <a:lnTo>
                    <a:pt x="120161" y="2385413"/>
                  </a:lnTo>
                  <a:lnTo>
                    <a:pt x="104077" y="2342790"/>
                  </a:lnTo>
                  <a:lnTo>
                    <a:pt x="89081" y="2299647"/>
                  </a:lnTo>
                  <a:lnTo>
                    <a:pt x="75188" y="2256000"/>
                  </a:lnTo>
                  <a:lnTo>
                    <a:pt x="62417" y="2211864"/>
                  </a:lnTo>
                  <a:lnTo>
                    <a:pt x="50782" y="2167258"/>
                  </a:lnTo>
                  <a:lnTo>
                    <a:pt x="40302" y="2122197"/>
                  </a:lnTo>
                  <a:lnTo>
                    <a:pt x="30992" y="2076698"/>
                  </a:lnTo>
                  <a:lnTo>
                    <a:pt x="22869" y="2030779"/>
                  </a:lnTo>
                  <a:lnTo>
                    <a:pt x="15951" y="1984455"/>
                  </a:lnTo>
                  <a:lnTo>
                    <a:pt x="10253" y="1937743"/>
                  </a:lnTo>
                  <a:lnTo>
                    <a:pt x="5792" y="1890659"/>
                  </a:lnTo>
                  <a:lnTo>
                    <a:pt x="2585" y="1843222"/>
                  </a:lnTo>
                  <a:lnTo>
                    <a:pt x="649" y="1795446"/>
                  </a:lnTo>
                  <a:lnTo>
                    <a:pt x="0" y="1747349"/>
                  </a:lnTo>
                  <a:close/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6"/>
          <p:cNvSpPr txBox="1"/>
          <p:nvPr/>
        </p:nvSpPr>
        <p:spPr>
          <a:xfrm>
            <a:off x="4626167" y="3152753"/>
            <a:ext cx="194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7"/>
          <p:cNvGrpSpPr/>
          <p:nvPr/>
        </p:nvGrpSpPr>
        <p:grpSpPr>
          <a:xfrm>
            <a:off x="692651" y="1528501"/>
            <a:ext cx="8034655" cy="3585845"/>
            <a:chOff x="692650" y="671250"/>
            <a:chExt cx="8034655" cy="3585845"/>
          </a:xfrm>
        </p:grpSpPr>
        <p:sp>
          <p:nvSpPr>
            <p:cNvPr id="10" name="object 8"/>
            <p:cNvSpPr/>
            <p:nvPr/>
          </p:nvSpPr>
          <p:spPr>
            <a:xfrm>
              <a:off x="702175" y="3469947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6"/>
                  </a:moveTo>
                  <a:lnTo>
                    <a:pt x="230160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4190" y="3430612"/>
              <a:ext cx="111023" cy="78672"/>
            </a:xfrm>
            <a:prstGeom prst="rect">
              <a:avLst/>
            </a:prstGeom>
          </p:spPr>
        </p:pic>
        <p:sp>
          <p:nvSpPr>
            <p:cNvPr id="12" name="object 10"/>
            <p:cNvSpPr/>
            <p:nvPr/>
          </p:nvSpPr>
          <p:spPr>
            <a:xfrm>
              <a:off x="989425" y="927975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4" y="888849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3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6605" y="1778345"/>
              <a:ext cx="110918" cy="81850"/>
            </a:xfrm>
            <a:prstGeom prst="rect">
              <a:avLst/>
            </a:prstGeom>
          </p:spPr>
        </p:pic>
        <p:sp>
          <p:nvSpPr>
            <p:cNvPr id="14" name="object 12"/>
            <p:cNvSpPr/>
            <p:nvPr/>
          </p:nvSpPr>
          <p:spPr>
            <a:xfrm>
              <a:off x="6470900" y="26993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9" y="0"/>
                  </a:lnTo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1375" y="2658309"/>
              <a:ext cx="105500" cy="81980"/>
            </a:xfrm>
            <a:prstGeom prst="rect">
              <a:avLst/>
            </a:prstGeom>
          </p:spPr>
        </p:pic>
        <p:pic>
          <p:nvPicPr>
            <p:cNvPr id="16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512" y="690300"/>
              <a:ext cx="352424" cy="304799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370987" y="680775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8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362" y="3518225"/>
              <a:ext cx="295274" cy="361949"/>
            </a:xfrm>
            <a:prstGeom prst="rect">
              <a:avLst/>
            </a:prstGeom>
          </p:spPr>
        </p:pic>
        <p:sp>
          <p:nvSpPr>
            <p:cNvPr id="19" name="object 17"/>
            <p:cNvSpPr/>
            <p:nvPr/>
          </p:nvSpPr>
          <p:spPr>
            <a:xfrm>
              <a:off x="1290837" y="3508700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5937" y="2215900"/>
              <a:ext cx="314324" cy="304799"/>
            </a:xfrm>
            <a:prstGeom prst="rect">
              <a:avLst/>
            </a:prstGeom>
          </p:spPr>
        </p:pic>
        <p:sp>
          <p:nvSpPr>
            <p:cNvPr id="21" name="object 19"/>
            <p:cNvSpPr/>
            <p:nvPr/>
          </p:nvSpPr>
          <p:spPr>
            <a:xfrm>
              <a:off x="7236412" y="2206375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98762" y="1747637"/>
              <a:ext cx="485774" cy="638174"/>
            </a:xfrm>
            <a:prstGeom prst="rect">
              <a:avLst/>
            </a:prstGeom>
          </p:spPr>
        </p:pic>
        <p:sp>
          <p:nvSpPr>
            <p:cNvPr id="23" name="object 21"/>
            <p:cNvSpPr/>
            <p:nvPr/>
          </p:nvSpPr>
          <p:spPr>
            <a:xfrm>
              <a:off x="3389237" y="1738112"/>
              <a:ext cx="504825" cy="657225"/>
            </a:xfrm>
            <a:custGeom>
              <a:avLst/>
              <a:gdLst/>
              <a:ahLst/>
              <a:cxnLst/>
              <a:rect l="l" t="t" r="r" b="b"/>
              <a:pathLst>
                <a:path w="504825" h="657225">
                  <a:moveTo>
                    <a:pt x="0" y="0"/>
                  </a:moveTo>
                  <a:lnTo>
                    <a:pt x="504824" y="0"/>
                  </a:lnTo>
                  <a:lnTo>
                    <a:pt x="504824" y="657224"/>
                  </a:lnTo>
                  <a:lnTo>
                    <a:pt x="0" y="6572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4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98762" y="2950237"/>
              <a:ext cx="409574" cy="704849"/>
            </a:xfrm>
            <a:prstGeom prst="rect">
              <a:avLst/>
            </a:prstGeom>
          </p:spPr>
        </p:pic>
        <p:sp>
          <p:nvSpPr>
            <p:cNvPr id="25" name="object 23"/>
            <p:cNvSpPr/>
            <p:nvPr/>
          </p:nvSpPr>
          <p:spPr>
            <a:xfrm>
              <a:off x="3389237" y="2940712"/>
              <a:ext cx="428625" cy="723900"/>
            </a:xfrm>
            <a:custGeom>
              <a:avLst/>
              <a:gdLst/>
              <a:ahLst/>
              <a:cxnLst/>
              <a:rect l="l" t="t" r="r" b="b"/>
              <a:pathLst>
                <a:path w="428625" h="723900">
                  <a:moveTo>
                    <a:pt x="0" y="0"/>
                  </a:moveTo>
                  <a:lnTo>
                    <a:pt x="428624" y="0"/>
                  </a:lnTo>
                  <a:lnTo>
                    <a:pt x="428624" y="723899"/>
                  </a:lnTo>
                  <a:lnTo>
                    <a:pt x="0" y="72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object 24"/>
          <p:cNvSpPr txBox="1"/>
          <p:nvPr/>
        </p:nvSpPr>
        <p:spPr>
          <a:xfrm>
            <a:off x="4018301" y="2272005"/>
            <a:ext cx="153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“local</a:t>
            </a:r>
            <a:r>
              <a:rPr spc="-8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gradient”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object 25"/>
          <p:cNvGrpSpPr/>
          <p:nvPr/>
        </p:nvGrpSpPr>
        <p:grpSpPr>
          <a:xfrm>
            <a:off x="775215" y="1924692"/>
            <a:ext cx="6923405" cy="2487930"/>
            <a:chOff x="775214" y="1067442"/>
            <a:chExt cx="6923405" cy="2487930"/>
          </a:xfrm>
        </p:grpSpPr>
        <p:sp>
          <p:nvSpPr>
            <p:cNvPr id="28" name="object 26"/>
            <p:cNvSpPr/>
            <p:nvPr/>
          </p:nvSpPr>
          <p:spPr>
            <a:xfrm>
              <a:off x="3997482" y="1585525"/>
              <a:ext cx="2985135" cy="464184"/>
            </a:xfrm>
            <a:custGeom>
              <a:avLst/>
              <a:gdLst/>
              <a:ahLst/>
              <a:cxnLst/>
              <a:rect l="l" t="t" r="r" b="b"/>
              <a:pathLst>
                <a:path w="2985134" h="464185">
                  <a:moveTo>
                    <a:pt x="2984854" y="0"/>
                  </a:moveTo>
                  <a:lnTo>
                    <a:pt x="0" y="463655"/>
                  </a:lnTo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9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02531" y="2008562"/>
              <a:ext cx="109306" cy="81235"/>
            </a:xfrm>
            <a:prstGeom prst="rect">
              <a:avLst/>
            </a:prstGeom>
          </p:spPr>
        </p:pic>
        <p:pic>
          <p:nvPicPr>
            <p:cNvPr id="30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64987" y="2859987"/>
              <a:ext cx="514349" cy="676274"/>
            </a:xfrm>
            <a:prstGeom prst="rect">
              <a:avLst/>
            </a:prstGeom>
          </p:spPr>
        </p:pic>
        <p:sp>
          <p:nvSpPr>
            <p:cNvPr id="31" name="object 29"/>
            <p:cNvSpPr/>
            <p:nvPr/>
          </p:nvSpPr>
          <p:spPr>
            <a:xfrm>
              <a:off x="7155462" y="2850462"/>
              <a:ext cx="533400" cy="695325"/>
            </a:xfrm>
            <a:custGeom>
              <a:avLst/>
              <a:gdLst/>
              <a:ahLst/>
              <a:cxnLst/>
              <a:rect l="l" t="t" r="r" b="b"/>
              <a:pathLst>
                <a:path w="533400" h="695325">
                  <a:moveTo>
                    <a:pt x="0" y="0"/>
                  </a:moveTo>
                  <a:lnTo>
                    <a:pt x="533399" y="0"/>
                  </a:lnTo>
                  <a:lnTo>
                    <a:pt x="533399" y="695324"/>
                  </a:lnTo>
                  <a:lnTo>
                    <a:pt x="0" y="6953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2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9525" y="1169236"/>
              <a:ext cx="2129399" cy="1553150"/>
            </a:xfrm>
            <a:prstGeom prst="rect">
              <a:avLst/>
            </a:prstGeom>
          </p:spPr>
        </p:pic>
        <p:sp>
          <p:nvSpPr>
            <p:cNvPr id="33" name="object 31"/>
            <p:cNvSpPr/>
            <p:nvPr/>
          </p:nvSpPr>
          <p:spPr>
            <a:xfrm>
              <a:off x="784739" y="1111867"/>
              <a:ext cx="2311400" cy="920115"/>
            </a:xfrm>
            <a:custGeom>
              <a:avLst/>
              <a:gdLst/>
              <a:ahLst/>
              <a:cxnLst/>
              <a:rect l="l" t="t" r="r" b="b"/>
              <a:pathLst>
                <a:path w="2311400" h="920114">
                  <a:moveTo>
                    <a:pt x="281399" y="86873"/>
                  </a:moveTo>
                  <a:lnTo>
                    <a:pt x="811199" y="347273"/>
                  </a:lnTo>
                  <a:lnTo>
                    <a:pt x="529799" y="919973"/>
                  </a:lnTo>
                  <a:lnTo>
                    <a:pt x="0" y="659573"/>
                  </a:lnTo>
                  <a:lnTo>
                    <a:pt x="281399" y="86873"/>
                  </a:lnTo>
                  <a:close/>
                </a:path>
                <a:path w="2311400" h="920114">
                  <a:moveTo>
                    <a:pt x="2311160" y="901257"/>
                  </a:moveTo>
                  <a:lnTo>
                    <a:pt x="268632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4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4754" y="1067442"/>
              <a:ext cx="110845" cy="82737"/>
            </a:xfrm>
            <a:prstGeom prst="rect">
              <a:avLst/>
            </a:prstGeom>
          </p:spPr>
        </p:pic>
      </p:grpSp>
      <p:sp>
        <p:nvSpPr>
          <p:cNvPr id="35" name="object 33"/>
          <p:cNvSpPr txBox="1"/>
          <p:nvPr/>
        </p:nvSpPr>
        <p:spPr>
          <a:xfrm>
            <a:off x="6511492" y="1002049"/>
            <a:ext cx="2386965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now the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Jacobian matrix </a:t>
            </a:r>
            <a:r>
              <a:rPr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(derivative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each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spc="-3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pc="-2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w.r.t.</a:t>
            </a:r>
            <a:r>
              <a:rPr spc="-2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spc="-484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spc="-1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1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bject 35"/>
          <p:cNvSpPr txBox="1"/>
          <p:nvPr/>
        </p:nvSpPr>
        <p:spPr>
          <a:xfrm>
            <a:off x="6785624" y="4459609"/>
            <a:ext cx="1592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gradients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8082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7875" y="1081633"/>
            <a:ext cx="296735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Vectorized</a:t>
            </a:r>
            <a:r>
              <a:rPr spc="-90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3550" y="3091273"/>
            <a:ext cx="71183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698500" algn="l"/>
              </a:tabLst>
            </a:pPr>
            <a:r>
              <a:rPr sz="22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1725" y="1998025"/>
            <a:ext cx="2040889" cy="2828980"/>
          </a:xfrm>
          <a:prstGeom prst="rect">
            <a:avLst/>
          </a:prstGeom>
          <a:solidFill>
            <a:srgbClr val="F3F3F3"/>
          </a:solidFill>
          <a:ln w="9524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5"/>
              </a:spcBef>
            </a:pPr>
            <a:endParaRPr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6205">
              <a:lnSpc>
                <a:spcPts val="2630"/>
              </a:lnSpc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max(0,x)</a:t>
            </a:r>
          </a:p>
          <a:p>
            <a:pPr marL="150495">
              <a:lnSpc>
                <a:spcPts val="2635"/>
              </a:lnSpc>
            </a:pPr>
            <a:r>
              <a:rPr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(elementwise</a:t>
            </a:r>
            <a:r>
              <a:rPr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16249" y="3029955"/>
            <a:ext cx="666750" cy="41275"/>
            <a:chOff x="2516249" y="2172704"/>
            <a:chExt cx="666750" cy="41275"/>
          </a:xfrm>
        </p:grpSpPr>
        <p:sp>
          <p:nvSpPr>
            <p:cNvPr id="6" name="object 6"/>
            <p:cNvSpPr/>
            <p:nvPr/>
          </p:nvSpPr>
          <p:spPr>
            <a:xfrm>
              <a:off x="2516249" y="2193200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134699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134699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516249" y="3189480"/>
            <a:ext cx="666750" cy="41275"/>
            <a:chOff x="2516249" y="2332229"/>
            <a:chExt cx="666750" cy="41275"/>
          </a:xfrm>
        </p:grpSpPr>
        <p:sp>
          <p:nvSpPr>
            <p:cNvPr id="10" name="object 10"/>
            <p:cNvSpPr/>
            <p:nvPr/>
          </p:nvSpPr>
          <p:spPr>
            <a:xfrm>
              <a:off x="2516249" y="2352724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134699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134699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516249" y="3306330"/>
            <a:ext cx="666750" cy="41275"/>
            <a:chOff x="2516249" y="2449079"/>
            <a:chExt cx="666750" cy="41275"/>
          </a:xfrm>
        </p:grpSpPr>
        <p:sp>
          <p:nvSpPr>
            <p:cNvPr id="14" name="object 14"/>
            <p:cNvSpPr/>
            <p:nvPr/>
          </p:nvSpPr>
          <p:spPr>
            <a:xfrm>
              <a:off x="2516249" y="2469575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134699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134699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129937" y="3439397"/>
            <a:ext cx="53340" cy="41275"/>
            <a:chOff x="3129937" y="2582146"/>
            <a:chExt cx="53340" cy="41275"/>
          </a:xfrm>
        </p:grpSpPr>
        <p:sp>
          <p:nvSpPr>
            <p:cNvPr id="18" name="object 18"/>
            <p:cNvSpPr/>
            <p:nvPr/>
          </p:nvSpPr>
          <p:spPr>
            <a:xfrm>
              <a:off x="3134699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134699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516249" y="3598922"/>
            <a:ext cx="666750" cy="41275"/>
            <a:chOff x="2516249" y="2741671"/>
            <a:chExt cx="666750" cy="41275"/>
          </a:xfrm>
        </p:grpSpPr>
        <p:sp>
          <p:nvSpPr>
            <p:cNvPr id="21" name="object 21"/>
            <p:cNvSpPr/>
            <p:nvPr/>
          </p:nvSpPr>
          <p:spPr>
            <a:xfrm>
              <a:off x="2516249" y="27621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134699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134699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129937" y="3715772"/>
            <a:ext cx="53340" cy="41275"/>
            <a:chOff x="3129937" y="2858521"/>
            <a:chExt cx="53340" cy="41275"/>
          </a:xfrm>
        </p:grpSpPr>
        <p:sp>
          <p:nvSpPr>
            <p:cNvPr id="25" name="object 25"/>
            <p:cNvSpPr/>
            <p:nvPr/>
          </p:nvSpPr>
          <p:spPr>
            <a:xfrm>
              <a:off x="3134699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134699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78024" y="3073614"/>
            <a:ext cx="2430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4096-d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tabLst>
                <a:tab pos="1737995" algn="l"/>
                <a:tab pos="2417445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	</a:t>
            </a:r>
            <a:r>
              <a:rPr sz="20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233022" y="3029955"/>
            <a:ext cx="666750" cy="41275"/>
            <a:chOff x="5233022" y="2172704"/>
            <a:chExt cx="666750" cy="41275"/>
          </a:xfrm>
        </p:grpSpPr>
        <p:sp>
          <p:nvSpPr>
            <p:cNvPr id="29" name="object 29"/>
            <p:cNvSpPr/>
            <p:nvPr/>
          </p:nvSpPr>
          <p:spPr>
            <a:xfrm>
              <a:off x="5233022" y="2193200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5851472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5851472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233022" y="3189480"/>
            <a:ext cx="666750" cy="41275"/>
            <a:chOff x="5233022" y="2332229"/>
            <a:chExt cx="666750" cy="41275"/>
          </a:xfrm>
        </p:grpSpPr>
        <p:sp>
          <p:nvSpPr>
            <p:cNvPr id="33" name="object 33"/>
            <p:cNvSpPr/>
            <p:nvPr/>
          </p:nvSpPr>
          <p:spPr>
            <a:xfrm>
              <a:off x="5233022" y="2352724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5851472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5851472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233022" y="3306330"/>
            <a:ext cx="666750" cy="41275"/>
            <a:chOff x="5233022" y="2449079"/>
            <a:chExt cx="666750" cy="41275"/>
          </a:xfrm>
        </p:grpSpPr>
        <p:sp>
          <p:nvSpPr>
            <p:cNvPr id="37" name="object 37"/>
            <p:cNvSpPr/>
            <p:nvPr/>
          </p:nvSpPr>
          <p:spPr>
            <a:xfrm>
              <a:off x="5233022" y="2469575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5851472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5851472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233022" y="3439397"/>
            <a:ext cx="666750" cy="41275"/>
            <a:chOff x="5233022" y="2582146"/>
            <a:chExt cx="666750" cy="41275"/>
          </a:xfrm>
        </p:grpSpPr>
        <p:sp>
          <p:nvSpPr>
            <p:cNvPr id="41" name="object 41"/>
            <p:cNvSpPr/>
            <p:nvPr/>
          </p:nvSpPr>
          <p:spPr>
            <a:xfrm>
              <a:off x="5233022" y="260264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5851472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5851472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5233022" y="3598922"/>
            <a:ext cx="666750" cy="41275"/>
            <a:chOff x="5233022" y="2741671"/>
            <a:chExt cx="666750" cy="41275"/>
          </a:xfrm>
        </p:grpSpPr>
        <p:sp>
          <p:nvSpPr>
            <p:cNvPr id="45" name="object 45"/>
            <p:cNvSpPr/>
            <p:nvPr/>
          </p:nvSpPr>
          <p:spPr>
            <a:xfrm>
              <a:off x="5233022" y="27621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5851472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5851472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5233022" y="3715772"/>
            <a:ext cx="666750" cy="41275"/>
            <a:chOff x="5233022" y="2858521"/>
            <a:chExt cx="666750" cy="41275"/>
          </a:xfrm>
        </p:grpSpPr>
        <p:sp>
          <p:nvSpPr>
            <p:cNvPr id="49" name="object 49"/>
            <p:cNvSpPr/>
            <p:nvPr/>
          </p:nvSpPr>
          <p:spPr>
            <a:xfrm>
              <a:off x="5233022" y="287901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5851472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5851472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365875" y="3073614"/>
            <a:ext cx="1493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4096-d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7691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7875" y="1081633"/>
            <a:ext cx="296735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Vectorized</a:t>
            </a:r>
            <a:r>
              <a:rPr spc="-90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3550" y="3091273"/>
            <a:ext cx="71183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698500" algn="l"/>
              </a:tabLst>
            </a:pPr>
            <a:r>
              <a:rPr sz="22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1725" y="1998025"/>
            <a:ext cx="2040889" cy="3162404"/>
          </a:xfrm>
          <a:prstGeom prst="rect">
            <a:avLst/>
          </a:prstGeom>
          <a:solidFill>
            <a:srgbClr val="F3F3F3"/>
          </a:solidFill>
          <a:ln w="9524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5"/>
              </a:spcBef>
            </a:pPr>
            <a:endParaRPr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6205">
              <a:lnSpc>
                <a:spcPts val="2630"/>
              </a:lnSpc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max(0,x)</a:t>
            </a:r>
          </a:p>
          <a:p>
            <a:pPr marL="150495">
              <a:lnSpc>
                <a:spcPts val="2635"/>
              </a:lnSpc>
            </a:pPr>
            <a:r>
              <a:rPr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(elementwise</a:t>
            </a:r>
            <a:r>
              <a:rPr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16249" y="3029955"/>
            <a:ext cx="666750" cy="41275"/>
            <a:chOff x="2516249" y="2172704"/>
            <a:chExt cx="666750" cy="41275"/>
          </a:xfrm>
        </p:grpSpPr>
        <p:sp>
          <p:nvSpPr>
            <p:cNvPr id="6" name="object 6"/>
            <p:cNvSpPr/>
            <p:nvPr/>
          </p:nvSpPr>
          <p:spPr>
            <a:xfrm>
              <a:off x="2516249" y="2193200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134699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134699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516249" y="3189480"/>
            <a:ext cx="666750" cy="41275"/>
            <a:chOff x="2516249" y="2332229"/>
            <a:chExt cx="666750" cy="41275"/>
          </a:xfrm>
        </p:grpSpPr>
        <p:sp>
          <p:nvSpPr>
            <p:cNvPr id="10" name="object 10"/>
            <p:cNvSpPr/>
            <p:nvPr/>
          </p:nvSpPr>
          <p:spPr>
            <a:xfrm>
              <a:off x="2516249" y="2352724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134699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134699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516249" y="3306330"/>
            <a:ext cx="666750" cy="41275"/>
            <a:chOff x="2516249" y="2449079"/>
            <a:chExt cx="666750" cy="41275"/>
          </a:xfrm>
        </p:grpSpPr>
        <p:sp>
          <p:nvSpPr>
            <p:cNvPr id="14" name="object 14"/>
            <p:cNvSpPr/>
            <p:nvPr/>
          </p:nvSpPr>
          <p:spPr>
            <a:xfrm>
              <a:off x="2516249" y="2469575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134699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134699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129937" y="3439397"/>
            <a:ext cx="53340" cy="41275"/>
            <a:chOff x="3129937" y="2582146"/>
            <a:chExt cx="53340" cy="41275"/>
          </a:xfrm>
        </p:grpSpPr>
        <p:sp>
          <p:nvSpPr>
            <p:cNvPr id="18" name="object 18"/>
            <p:cNvSpPr/>
            <p:nvPr/>
          </p:nvSpPr>
          <p:spPr>
            <a:xfrm>
              <a:off x="3134699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134699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516249" y="3598922"/>
            <a:ext cx="666750" cy="41275"/>
            <a:chOff x="2516249" y="2741671"/>
            <a:chExt cx="666750" cy="41275"/>
          </a:xfrm>
        </p:grpSpPr>
        <p:sp>
          <p:nvSpPr>
            <p:cNvPr id="21" name="object 21"/>
            <p:cNvSpPr/>
            <p:nvPr/>
          </p:nvSpPr>
          <p:spPr>
            <a:xfrm>
              <a:off x="2516249" y="27621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134699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134699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129937" y="3715772"/>
            <a:ext cx="53340" cy="41275"/>
            <a:chOff x="3129937" y="2858521"/>
            <a:chExt cx="53340" cy="41275"/>
          </a:xfrm>
        </p:grpSpPr>
        <p:sp>
          <p:nvSpPr>
            <p:cNvPr id="25" name="object 25"/>
            <p:cNvSpPr/>
            <p:nvPr/>
          </p:nvSpPr>
          <p:spPr>
            <a:xfrm>
              <a:off x="3134699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134699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78024" y="3073614"/>
            <a:ext cx="2430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4096-d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tabLst>
                <a:tab pos="1737995" algn="l"/>
                <a:tab pos="2417445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	</a:t>
            </a:r>
            <a:r>
              <a:rPr sz="20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233022" y="3029955"/>
            <a:ext cx="666750" cy="41275"/>
            <a:chOff x="5233022" y="2172704"/>
            <a:chExt cx="666750" cy="41275"/>
          </a:xfrm>
        </p:grpSpPr>
        <p:sp>
          <p:nvSpPr>
            <p:cNvPr id="29" name="object 29"/>
            <p:cNvSpPr/>
            <p:nvPr/>
          </p:nvSpPr>
          <p:spPr>
            <a:xfrm>
              <a:off x="5233022" y="2193200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5851472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5851472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233022" y="3189480"/>
            <a:ext cx="666750" cy="41275"/>
            <a:chOff x="5233022" y="2332229"/>
            <a:chExt cx="666750" cy="41275"/>
          </a:xfrm>
        </p:grpSpPr>
        <p:sp>
          <p:nvSpPr>
            <p:cNvPr id="33" name="object 33"/>
            <p:cNvSpPr/>
            <p:nvPr/>
          </p:nvSpPr>
          <p:spPr>
            <a:xfrm>
              <a:off x="5233022" y="2352724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5851472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5851472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233022" y="3306330"/>
            <a:ext cx="666750" cy="41275"/>
            <a:chOff x="5233022" y="2449079"/>
            <a:chExt cx="666750" cy="41275"/>
          </a:xfrm>
        </p:grpSpPr>
        <p:sp>
          <p:nvSpPr>
            <p:cNvPr id="37" name="object 37"/>
            <p:cNvSpPr/>
            <p:nvPr/>
          </p:nvSpPr>
          <p:spPr>
            <a:xfrm>
              <a:off x="5233022" y="2469575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5851472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5851472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233022" y="3439397"/>
            <a:ext cx="666750" cy="41275"/>
            <a:chOff x="5233022" y="2582146"/>
            <a:chExt cx="666750" cy="41275"/>
          </a:xfrm>
        </p:grpSpPr>
        <p:sp>
          <p:nvSpPr>
            <p:cNvPr id="41" name="object 41"/>
            <p:cNvSpPr/>
            <p:nvPr/>
          </p:nvSpPr>
          <p:spPr>
            <a:xfrm>
              <a:off x="5233022" y="260264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5851472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5851472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5233022" y="3598922"/>
            <a:ext cx="666750" cy="41275"/>
            <a:chOff x="5233022" y="2741671"/>
            <a:chExt cx="666750" cy="41275"/>
          </a:xfrm>
        </p:grpSpPr>
        <p:sp>
          <p:nvSpPr>
            <p:cNvPr id="45" name="object 45"/>
            <p:cNvSpPr/>
            <p:nvPr/>
          </p:nvSpPr>
          <p:spPr>
            <a:xfrm>
              <a:off x="5233022" y="27621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5851472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5851472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5233022" y="3715772"/>
            <a:ext cx="666750" cy="41275"/>
            <a:chOff x="5233022" y="2858521"/>
            <a:chExt cx="666750" cy="41275"/>
          </a:xfrm>
        </p:grpSpPr>
        <p:sp>
          <p:nvSpPr>
            <p:cNvPr id="49" name="object 49"/>
            <p:cNvSpPr/>
            <p:nvPr/>
          </p:nvSpPr>
          <p:spPr>
            <a:xfrm>
              <a:off x="5233022" y="287901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5851472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5851472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365875" y="3073614"/>
            <a:ext cx="1493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4096-d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00099" y="3937307"/>
            <a:ext cx="2329180" cy="1143902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what is the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size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Jacobian</a:t>
            </a:r>
            <a:r>
              <a:rPr sz="2400" spc="-10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matrix?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338438" y="921187"/>
            <a:ext cx="1990725" cy="819150"/>
            <a:chOff x="6338437" y="63937"/>
            <a:chExt cx="1990725" cy="819150"/>
          </a:xfrm>
        </p:grpSpPr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8437" y="106662"/>
              <a:ext cx="1990724" cy="77152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394849" y="78224"/>
              <a:ext cx="467995" cy="790575"/>
            </a:xfrm>
            <a:custGeom>
              <a:avLst/>
              <a:gdLst/>
              <a:ahLst/>
              <a:cxnLst/>
              <a:rect l="l" t="t" r="r" b="b"/>
              <a:pathLst>
                <a:path w="467995" h="790575">
                  <a:moveTo>
                    <a:pt x="0" y="0"/>
                  </a:moveTo>
                  <a:lnTo>
                    <a:pt x="467699" y="0"/>
                  </a:lnTo>
                  <a:lnTo>
                    <a:pt x="467699" y="790499"/>
                  </a:lnTo>
                  <a:lnTo>
                    <a:pt x="0" y="790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240350" y="1866831"/>
            <a:ext cx="1626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Jacobian</a:t>
            </a:r>
            <a:r>
              <a:rPr spc="-9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6659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42669" y="3074089"/>
            <a:ext cx="1739264" cy="761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3315"/>
              </a:lnSpc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max(0,x)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"/>
              </a:spcBef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(elementwise)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16249" y="3029955"/>
            <a:ext cx="666750" cy="41275"/>
            <a:chOff x="2516249" y="2172704"/>
            <a:chExt cx="666750" cy="41275"/>
          </a:xfrm>
        </p:grpSpPr>
        <p:sp>
          <p:nvSpPr>
            <p:cNvPr id="4" name="object 4"/>
            <p:cNvSpPr/>
            <p:nvPr/>
          </p:nvSpPr>
          <p:spPr>
            <a:xfrm>
              <a:off x="2516249" y="2193200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134699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134699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516249" y="3189480"/>
            <a:ext cx="666750" cy="41275"/>
            <a:chOff x="2516249" y="2332229"/>
            <a:chExt cx="666750" cy="41275"/>
          </a:xfrm>
        </p:grpSpPr>
        <p:sp>
          <p:nvSpPr>
            <p:cNvPr id="8" name="object 8"/>
            <p:cNvSpPr/>
            <p:nvPr/>
          </p:nvSpPr>
          <p:spPr>
            <a:xfrm>
              <a:off x="2516249" y="2352724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134699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134699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516249" y="3306330"/>
            <a:ext cx="666750" cy="41275"/>
            <a:chOff x="2516249" y="2449079"/>
            <a:chExt cx="666750" cy="41275"/>
          </a:xfrm>
        </p:grpSpPr>
        <p:sp>
          <p:nvSpPr>
            <p:cNvPr id="12" name="object 12"/>
            <p:cNvSpPr/>
            <p:nvPr/>
          </p:nvSpPr>
          <p:spPr>
            <a:xfrm>
              <a:off x="2516249" y="2469575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134699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134699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129937" y="3439397"/>
            <a:ext cx="53340" cy="41275"/>
            <a:chOff x="3129937" y="2582146"/>
            <a:chExt cx="53340" cy="41275"/>
          </a:xfrm>
        </p:grpSpPr>
        <p:sp>
          <p:nvSpPr>
            <p:cNvPr id="16" name="object 16"/>
            <p:cNvSpPr/>
            <p:nvPr/>
          </p:nvSpPr>
          <p:spPr>
            <a:xfrm>
              <a:off x="3134699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134699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516249" y="3598922"/>
            <a:ext cx="666750" cy="41275"/>
            <a:chOff x="2516249" y="2741671"/>
            <a:chExt cx="666750" cy="41275"/>
          </a:xfrm>
        </p:grpSpPr>
        <p:sp>
          <p:nvSpPr>
            <p:cNvPr id="19" name="object 19"/>
            <p:cNvSpPr/>
            <p:nvPr/>
          </p:nvSpPr>
          <p:spPr>
            <a:xfrm>
              <a:off x="2516249" y="27621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134699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134699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129937" y="3715772"/>
            <a:ext cx="53340" cy="41275"/>
            <a:chOff x="3129937" y="2858521"/>
            <a:chExt cx="53340" cy="41275"/>
          </a:xfrm>
        </p:grpSpPr>
        <p:sp>
          <p:nvSpPr>
            <p:cNvPr id="23" name="object 23"/>
            <p:cNvSpPr/>
            <p:nvPr/>
          </p:nvSpPr>
          <p:spPr>
            <a:xfrm>
              <a:off x="3134699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134699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78025" y="3073614"/>
            <a:ext cx="2430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4096-d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tabLst>
                <a:tab pos="1737995" algn="l"/>
                <a:tab pos="2417445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	</a:t>
            </a:r>
            <a:r>
              <a:rPr sz="20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233022" y="3029955"/>
            <a:ext cx="666750" cy="41275"/>
            <a:chOff x="5233022" y="2172704"/>
            <a:chExt cx="666750" cy="41275"/>
          </a:xfrm>
        </p:grpSpPr>
        <p:sp>
          <p:nvSpPr>
            <p:cNvPr id="27" name="object 27"/>
            <p:cNvSpPr/>
            <p:nvPr/>
          </p:nvSpPr>
          <p:spPr>
            <a:xfrm>
              <a:off x="5233022" y="2193200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5851472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5851472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5233022" y="3189480"/>
            <a:ext cx="666750" cy="41275"/>
            <a:chOff x="5233022" y="2332229"/>
            <a:chExt cx="666750" cy="41275"/>
          </a:xfrm>
        </p:grpSpPr>
        <p:sp>
          <p:nvSpPr>
            <p:cNvPr id="31" name="object 31"/>
            <p:cNvSpPr/>
            <p:nvPr/>
          </p:nvSpPr>
          <p:spPr>
            <a:xfrm>
              <a:off x="5233022" y="2352724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5851472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5851472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233022" y="3306330"/>
            <a:ext cx="666750" cy="41275"/>
            <a:chOff x="5233022" y="2449079"/>
            <a:chExt cx="666750" cy="41275"/>
          </a:xfrm>
        </p:grpSpPr>
        <p:sp>
          <p:nvSpPr>
            <p:cNvPr id="35" name="object 35"/>
            <p:cNvSpPr/>
            <p:nvPr/>
          </p:nvSpPr>
          <p:spPr>
            <a:xfrm>
              <a:off x="5233022" y="2469575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5851472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5851472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233022" y="3439397"/>
            <a:ext cx="666750" cy="41275"/>
            <a:chOff x="5233022" y="2582146"/>
            <a:chExt cx="666750" cy="41275"/>
          </a:xfrm>
        </p:grpSpPr>
        <p:sp>
          <p:nvSpPr>
            <p:cNvPr id="39" name="object 39"/>
            <p:cNvSpPr/>
            <p:nvPr/>
          </p:nvSpPr>
          <p:spPr>
            <a:xfrm>
              <a:off x="5233022" y="260264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5851472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5851472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5233022" y="3598922"/>
            <a:ext cx="666750" cy="41275"/>
            <a:chOff x="5233022" y="2741671"/>
            <a:chExt cx="666750" cy="41275"/>
          </a:xfrm>
        </p:grpSpPr>
        <p:sp>
          <p:nvSpPr>
            <p:cNvPr id="43" name="object 43"/>
            <p:cNvSpPr/>
            <p:nvPr/>
          </p:nvSpPr>
          <p:spPr>
            <a:xfrm>
              <a:off x="5233022" y="27621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5851472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5851472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5233022" y="3715772"/>
            <a:ext cx="666750" cy="41275"/>
            <a:chOff x="5233022" y="2858521"/>
            <a:chExt cx="666750" cy="41275"/>
          </a:xfrm>
        </p:grpSpPr>
        <p:sp>
          <p:nvSpPr>
            <p:cNvPr id="47" name="object 47"/>
            <p:cNvSpPr/>
            <p:nvPr/>
          </p:nvSpPr>
          <p:spPr>
            <a:xfrm>
              <a:off x="5233022" y="287901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5851472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5851472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365875" y="3073614"/>
            <a:ext cx="1493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4096-d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00099" y="3937308"/>
            <a:ext cx="2329180" cy="151579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what is the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size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Jacobian</a:t>
            </a:r>
            <a:r>
              <a:rPr sz="2400" spc="-10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matrix? </a:t>
            </a:r>
            <a:r>
              <a:rPr sz="2400" spc="-65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[4096</a:t>
            </a:r>
            <a:r>
              <a:rPr sz="2400" spc="-2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400"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4096!]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885300" y="4057396"/>
            <a:ext cx="2225040" cy="77200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</a:t>
            </a:r>
            <a:r>
              <a:rPr sz="2400" spc="-4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400" spc="-3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sz="2400" spc="-3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2400" spc="-6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</a:t>
            </a:r>
            <a:r>
              <a:rPr sz="2400" spc="-1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like?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xfrm>
            <a:off x="577875" y="1081633"/>
            <a:ext cx="296735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Vectorized</a:t>
            </a:r>
            <a:r>
              <a:rPr spc="-90" dirty="0"/>
              <a:t> </a:t>
            </a:r>
            <a:r>
              <a:rPr spc="-5" dirty="0"/>
              <a:t>operations</a:t>
            </a:r>
          </a:p>
        </p:txBody>
      </p:sp>
      <p:grpSp>
        <p:nvGrpSpPr>
          <p:cNvPr id="54" name="object 54"/>
          <p:cNvGrpSpPr/>
          <p:nvPr/>
        </p:nvGrpSpPr>
        <p:grpSpPr>
          <a:xfrm>
            <a:off x="6338438" y="921187"/>
            <a:ext cx="1990725" cy="819150"/>
            <a:chOff x="6338437" y="63937"/>
            <a:chExt cx="1990725" cy="819150"/>
          </a:xfrm>
        </p:grpSpPr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8437" y="106662"/>
              <a:ext cx="1990724" cy="77152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394849" y="78224"/>
              <a:ext cx="467995" cy="790575"/>
            </a:xfrm>
            <a:custGeom>
              <a:avLst/>
              <a:gdLst/>
              <a:ahLst/>
              <a:cxnLst/>
              <a:rect l="l" t="t" r="r" b="b"/>
              <a:pathLst>
                <a:path w="467995" h="790575">
                  <a:moveTo>
                    <a:pt x="0" y="0"/>
                  </a:moveTo>
                  <a:lnTo>
                    <a:pt x="467699" y="0"/>
                  </a:lnTo>
                  <a:lnTo>
                    <a:pt x="467699" y="790499"/>
                  </a:lnTo>
                  <a:lnTo>
                    <a:pt x="0" y="790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240350" y="1866831"/>
            <a:ext cx="1626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Jacobian</a:t>
            </a:r>
            <a:r>
              <a:rPr spc="-9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503550" y="3091273"/>
            <a:ext cx="71183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698500" algn="l"/>
              </a:tabLst>
            </a:pPr>
            <a:r>
              <a:rPr sz="22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191725" y="1998025"/>
            <a:ext cx="2040889" cy="3162404"/>
          </a:xfrm>
          <a:prstGeom prst="rect">
            <a:avLst/>
          </a:prstGeom>
          <a:solidFill>
            <a:srgbClr val="F3F3F3"/>
          </a:solidFill>
          <a:ln w="9524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5"/>
              </a:spcBef>
            </a:pPr>
            <a:endParaRPr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6205">
              <a:lnSpc>
                <a:spcPts val="2630"/>
              </a:lnSpc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max(0,x)</a:t>
            </a:r>
          </a:p>
          <a:p>
            <a:pPr marL="150495">
              <a:lnSpc>
                <a:spcPts val="2635"/>
              </a:lnSpc>
            </a:pPr>
            <a:r>
              <a:rPr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(elementwise</a:t>
            </a:r>
            <a:r>
              <a:rPr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7128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42669" y="3074089"/>
            <a:ext cx="1739264" cy="761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3315"/>
              </a:lnSpc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max(0,x)</a:t>
            </a:r>
            <a:endParaRPr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"/>
              </a:spcBef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(elementwise)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16249" y="3029955"/>
            <a:ext cx="666750" cy="41275"/>
            <a:chOff x="2516249" y="2172704"/>
            <a:chExt cx="666750" cy="41275"/>
          </a:xfrm>
        </p:grpSpPr>
        <p:sp>
          <p:nvSpPr>
            <p:cNvPr id="4" name="object 4"/>
            <p:cNvSpPr/>
            <p:nvPr/>
          </p:nvSpPr>
          <p:spPr>
            <a:xfrm>
              <a:off x="2516249" y="2193200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134699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134699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516249" y="3189480"/>
            <a:ext cx="666750" cy="41275"/>
            <a:chOff x="2516249" y="2332229"/>
            <a:chExt cx="666750" cy="41275"/>
          </a:xfrm>
        </p:grpSpPr>
        <p:sp>
          <p:nvSpPr>
            <p:cNvPr id="8" name="object 8"/>
            <p:cNvSpPr/>
            <p:nvPr/>
          </p:nvSpPr>
          <p:spPr>
            <a:xfrm>
              <a:off x="2516249" y="2352724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134699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134699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129937" y="3306330"/>
            <a:ext cx="53340" cy="41275"/>
            <a:chOff x="3129937" y="2449079"/>
            <a:chExt cx="53340" cy="41275"/>
          </a:xfrm>
        </p:grpSpPr>
        <p:sp>
          <p:nvSpPr>
            <p:cNvPr id="12" name="object 12"/>
            <p:cNvSpPr/>
            <p:nvPr/>
          </p:nvSpPr>
          <p:spPr>
            <a:xfrm>
              <a:off x="3134699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134699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516249" y="3439397"/>
            <a:ext cx="666750" cy="41275"/>
            <a:chOff x="2516249" y="2582146"/>
            <a:chExt cx="666750" cy="41275"/>
          </a:xfrm>
        </p:grpSpPr>
        <p:sp>
          <p:nvSpPr>
            <p:cNvPr id="15" name="object 15"/>
            <p:cNvSpPr/>
            <p:nvPr/>
          </p:nvSpPr>
          <p:spPr>
            <a:xfrm>
              <a:off x="2516249" y="260264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134699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134699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516249" y="3598922"/>
            <a:ext cx="666750" cy="41275"/>
            <a:chOff x="2516249" y="2741671"/>
            <a:chExt cx="666750" cy="41275"/>
          </a:xfrm>
        </p:grpSpPr>
        <p:sp>
          <p:nvSpPr>
            <p:cNvPr id="19" name="object 19"/>
            <p:cNvSpPr/>
            <p:nvPr/>
          </p:nvSpPr>
          <p:spPr>
            <a:xfrm>
              <a:off x="2516249" y="27621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134699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134699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129937" y="3715772"/>
            <a:ext cx="53340" cy="41275"/>
            <a:chOff x="3129937" y="2858521"/>
            <a:chExt cx="53340" cy="41275"/>
          </a:xfrm>
        </p:grpSpPr>
        <p:sp>
          <p:nvSpPr>
            <p:cNvPr id="23" name="object 23"/>
            <p:cNvSpPr/>
            <p:nvPr/>
          </p:nvSpPr>
          <p:spPr>
            <a:xfrm>
              <a:off x="3134699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134699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78025" y="3073614"/>
            <a:ext cx="2430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737995" algn="l"/>
                <a:tab pos="2417445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sz="2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4096-d	</a:t>
            </a:r>
            <a:r>
              <a:rPr sz="2000" u="sng" spc="-5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tabLst>
                <a:tab pos="1737995" algn="l"/>
                <a:tab pos="2417445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vectors	</a:t>
            </a:r>
            <a:r>
              <a:rPr sz="2000" u="sng" dirty="0">
                <a:uFill>
                  <a:solidFill>
                    <a:srgbClr val="666666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233022" y="3029955"/>
            <a:ext cx="666750" cy="41275"/>
            <a:chOff x="5233022" y="2172704"/>
            <a:chExt cx="666750" cy="41275"/>
          </a:xfrm>
        </p:grpSpPr>
        <p:sp>
          <p:nvSpPr>
            <p:cNvPr id="27" name="object 27"/>
            <p:cNvSpPr/>
            <p:nvPr/>
          </p:nvSpPr>
          <p:spPr>
            <a:xfrm>
              <a:off x="5233022" y="2193200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5851472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5851472" y="2177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5233022" y="3189480"/>
            <a:ext cx="666750" cy="41275"/>
            <a:chOff x="5233022" y="2332229"/>
            <a:chExt cx="666750" cy="41275"/>
          </a:xfrm>
        </p:grpSpPr>
        <p:sp>
          <p:nvSpPr>
            <p:cNvPr id="31" name="object 31"/>
            <p:cNvSpPr/>
            <p:nvPr/>
          </p:nvSpPr>
          <p:spPr>
            <a:xfrm>
              <a:off x="5233022" y="2352724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5851472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5851472" y="2336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233022" y="3306330"/>
            <a:ext cx="666750" cy="41275"/>
            <a:chOff x="5233022" y="2449079"/>
            <a:chExt cx="666750" cy="41275"/>
          </a:xfrm>
        </p:grpSpPr>
        <p:sp>
          <p:nvSpPr>
            <p:cNvPr id="35" name="object 35"/>
            <p:cNvSpPr/>
            <p:nvPr/>
          </p:nvSpPr>
          <p:spPr>
            <a:xfrm>
              <a:off x="5233022" y="2469575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5851472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5851472" y="24538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233022" y="3439397"/>
            <a:ext cx="666750" cy="41275"/>
            <a:chOff x="5233022" y="2582146"/>
            <a:chExt cx="666750" cy="41275"/>
          </a:xfrm>
        </p:grpSpPr>
        <p:sp>
          <p:nvSpPr>
            <p:cNvPr id="39" name="object 39"/>
            <p:cNvSpPr/>
            <p:nvPr/>
          </p:nvSpPr>
          <p:spPr>
            <a:xfrm>
              <a:off x="5233022" y="260264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5851472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5851472" y="25869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5233022" y="3598922"/>
            <a:ext cx="666750" cy="41275"/>
            <a:chOff x="5233022" y="2741671"/>
            <a:chExt cx="666750" cy="41275"/>
          </a:xfrm>
        </p:grpSpPr>
        <p:sp>
          <p:nvSpPr>
            <p:cNvPr id="43" name="object 43"/>
            <p:cNvSpPr/>
            <p:nvPr/>
          </p:nvSpPr>
          <p:spPr>
            <a:xfrm>
              <a:off x="5233022" y="27621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5851472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5851472" y="274643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5233022" y="3715772"/>
            <a:ext cx="666750" cy="41275"/>
            <a:chOff x="5233022" y="2858521"/>
            <a:chExt cx="666750" cy="41275"/>
          </a:xfrm>
        </p:grpSpPr>
        <p:sp>
          <p:nvSpPr>
            <p:cNvPr id="47" name="object 47"/>
            <p:cNvSpPr/>
            <p:nvPr/>
          </p:nvSpPr>
          <p:spPr>
            <a:xfrm>
              <a:off x="5233022" y="287901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9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5851472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5851472" y="286328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365875" y="3073614"/>
            <a:ext cx="1620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4096-d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509737" y="704502"/>
            <a:ext cx="436706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Vectorized</a:t>
            </a:r>
            <a:r>
              <a:rPr spc="-90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218200" y="1982607"/>
            <a:ext cx="2680335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practice we process an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entire</a:t>
            </a:r>
            <a:r>
              <a:rPr spc="-4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minibatch</a:t>
            </a:r>
            <a:r>
              <a:rPr spc="-3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(e.g.</a:t>
            </a:r>
            <a:r>
              <a:rPr spc="-3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100) </a:t>
            </a:r>
            <a:r>
              <a:rPr spc="-484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spc="-1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pc="-1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51975" y="4386244"/>
            <a:ext cx="360362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i.e.</a:t>
            </a:r>
            <a:r>
              <a:rPr spc="-2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Jacobian</a:t>
            </a:r>
            <a:r>
              <a:rPr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would</a:t>
            </a:r>
            <a:r>
              <a:rPr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technically</a:t>
            </a:r>
            <a:r>
              <a:rPr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pc="-484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[409,600</a:t>
            </a:r>
            <a:r>
              <a:rPr spc="-1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pc="-1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409,600]</a:t>
            </a:r>
            <a:r>
              <a:rPr spc="-1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spc="-1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:\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191725" y="1998025"/>
            <a:ext cx="2040889" cy="3162404"/>
          </a:xfrm>
          <a:prstGeom prst="rect">
            <a:avLst/>
          </a:prstGeom>
          <a:solidFill>
            <a:srgbClr val="F3F3F3"/>
          </a:solidFill>
          <a:ln w="9524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5"/>
              </a:spcBef>
            </a:pPr>
            <a:endParaRPr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6205">
              <a:lnSpc>
                <a:spcPts val="2630"/>
              </a:lnSpc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max(0,x)</a:t>
            </a:r>
          </a:p>
          <a:p>
            <a:pPr marL="150495">
              <a:lnSpc>
                <a:spcPts val="2635"/>
              </a:lnSpc>
            </a:pPr>
            <a:r>
              <a:rPr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(elementwise</a:t>
            </a:r>
            <a:r>
              <a:rPr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495">
              <a:lnSpc>
                <a:spcPts val="2635"/>
              </a:lnSpc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5326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076" y="873337"/>
            <a:ext cx="3244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10" dirty="0"/>
              <a:t>Summary</a:t>
            </a:r>
            <a:r>
              <a:rPr sz="3600" spc="-60" dirty="0"/>
              <a:t> </a:t>
            </a:r>
            <a:r>
              <a:rPr sz="3600" dirty="0"/>
              <a:t>so</a:t>
            </a:r>
            <a:r>
              <a:rPr sz="3600" spc="-45" dirty="0"/>
              <a:t> </a:t>
            </a:r>
            <a:r>
              <a:rPr sz="3600" spc="-5" dirty="0"/>
              <a:t>far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8229600" cy="365888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826135" marR="5080" indent="-304800">
              <a:lnSpc>
                <a:spcPct val="100699"/>
              </a:lnSpc>
              <a:spcBef>
                <a:spcPts val="85"/>
              </a:spcBef>
              <a:buChar char="-"/>
              <a:tabLst>
                <a:tab pos="826769" algn="l"/>
                <a:tab pos="827405" algn="l"/>
              </a:tabLst>
            </a:pPr>
            <a:r>
              <a:rPr sz="2000" spc="-5" dirty="0"/>
              <a:t>neural nets will be </a:t>
            </a:r>
            <a:r>
              <a:rPr sz="2000" dirty="0"/>
              <a:t>very </a:t>
            </a:r>
            <a:r>
              <a:rPr sz="2000" spc="-5" dirty="0"/>
              <a:t>large: no hope of writing down gradient formula by </a:t>
            </a:r>
            <a:r>
              <a:rPr sz="2000" spc="-490" dirty="0"/>
              <a:t> </a:t>
            </a:r>
            <a:r>
              <a:rPr sz="2000" spc="-5" dirty="0"/>
              <a:t>hand</a:t>
            </a:r>
            <a:r>
              <a:rPr sz="2000" spc="-10" dirty="0"/>
              <a:t> </a:t>
            </a:r>
            <a:r>
              <a:rPr sz="2000" spc="-5" dirty="0"/>
              <a:t>for all parameters</a:t>
            </a:r>
          </a:p>
          <a:p>
            <a:pPr marL="826135" marR="769620" indent="-304800">
              <a:lnSpc>
                <a:spcPct val="100699"/>
              </a:lnSpc>
              <a:buFont typeface="Arial MT"/>
              <a:buChar char="-"/>
              <a:tabLst>
                <a:tab pos="826769" algn="l"/>
                <a:tab pos="827405" algn="l"/>
              </a:tabLst>
            </a:pPr>
            <a:r>
              <a:rPr sz="2000" b="1" spc="-5" dirty="0"/>
              <a:t>backpropagation </a:t>
            </a:r>
            <a:r>
              <a:rPr sz="2000" dirty="0"/>
              <a:t>= recursive </a:t>
            </a:r>
            <a:r>
              <a:rPr sz="2000" spc="-5" dirty="0"/>
              <a:t>application of the </a:t>
            </a:r>
            <a:r>
              <a:rPr sz="2000" dirty="0"/>
              <a:t>chain rule </a:t>
            </a:r>
            <a:r>
              <a:rPr sz="2000" spc="-5" dirty="0"/>
              <a:t>along </a:t>
            </a:r>
            <a:r>
              <a:rPr sz="2000" dirty="0"/>
              <a:t>a </a:t>
            </a:r>
            <a:r>
              <a:rPr sz="2000" spc="-490" dirty="0"/>
              <a:t> </a:t>
            </a:r>
            <a:r>
              <a:rPr sz="2000" dirty="0"/>
              <a:t>computational </a:t>
            </a:r>
            <a:r>
              <a:rPr sz="2000" spc="-5" dirty="0"/>
              <a:t>graph to </a:t>
            </a:r>
            <a:r>
              <a:rPr sz="2000" dirty="0"/>
              <a:t>compute </a:t>
            </a:r>
            <a:r>
              <a:rPr sz="2000" spc="-5" dirty="0"/>
              <a:t>the gradients of all </a:t>
            </a:r>
            <a:r>
              <a:rPr sz="2000" dirty="0"/>
              <a:t> </a:t>
            </a:r>
            <a:r>
              <a:rPr sz="2000" spc="-5" dirty="0"/>
              <a:t>inputs/parameters/intermediates</a:t>
            </a:r>
          </a:p>
          <a:p>
            <a:pPr marL="826135" marR="141605" indent="-304800">
              <a:lnSpc>
                <a:spcPct val="100699"/>
              </a:lnSpc>
              <a:buChar char="-"/>
              <a:tabLst>
                <a:tab pos="826769" algn="l"/>
                <a:tab pos="827405" algn="l"/>
              </a:tabLst>
            </a:pPr>
            <a:r>
              <a:rPr sz="2000" spc="-5" dirty="0"/>
              <a:t>implementations </a:t>
            </a:r>
            <a:r>
              <a:rPr sz="2000" dirty="0"/>
              <a:t>maintain a </a:t>
            </a:r>
            <a:r>
              <a:rPr sz="2000" spc="-5" dirty="0"/>
              <a:t>graph </a:t>
            </a:r>
            <a:r>
              <a:rPr sz="2000" dirty="0"/>
              <a:t>structure, </a:t>
            </a:r>
            <a:r>
              <a:rPr sz="2000" spc="-5" dirty="0"/>
              <a:t>where the nodes implement </a:t>
            </a:r>
            <a:r>
              <a:rPr sz="2000" spc="-490" dirty="0"/>
              <a:t> </a:t>
            </a:r>
            <a:r>
              <a:rPr sz="2000" spc="-5" dirty="0"/>
              <a:t>the</a:t>
            </a:r>
            <a:r>
              <a:rPr sz="2000" dirty="0"/>
              <a:t> </a:t>
            </a:r>
            <a:r>
              <a:rPr sz="2000" b="1" dirty="0"/>
              <a:t>forward</a:t>
            </a:r>
            <a:r>
              <a:rPr sz="2000" dirty="0"/>
              <a:t>()</a:t>
            </a:r>
            <a:r>
              <a:rPr sz="2000" spc="-5" dirty="0"/>
              <a:t> </a:t>
            </a:r>
            <a:r>
              <a:rPr sz="2000" dirty="0"/>
              <a:t>/ </a:t>
            </a:r>
            <a:r>
              <a:rPr sz="2000" b="1" spc="-5" dirty="0"/>
              <a:t>backward</a:t>
            </a:r>
            <a:r>
              <a:rPr sz="2000" spc="-5" dirty="0"/>
              <a:t>() API.</a:t>
            </a:r>
          </a:p>
          <a:p>
            <a:pPr marL="826135" marR="546735" indent="-304800">
              <a:lnSpc>
                <a:spcPct val="100699"/>
              </a:lnSpc>
              <a:buFont typeface="Arial MT"/>
              <a:buChar char="-"/>
              <a:tabLst>
                <a:tab pos="826769" algn="l"/>
                <a:tab pos="827405" algn="l"/>
              </a:tabLst>
            </a:pPr>
            <a:r>
              <a:rPr sz="2000" b="1" dirty="0"/>
              <a:t>forward</a:t>
            </a:r>
            <a:r>
              <a:rPr sz="2000" dirty="0"/>
              <a:t>: compute result </a:t>
            </a:r>
            <a:r>
              <a:rPr sz="2000" spc="-5" dirty="0"/>
              <a:t>of an operation and </a:t>
            </a:r>
            <a:r>
              <a:rPr sz="2000" dirty="0"/>
              <a:t>save </a:t>
            </a:r>
            <a:r>
              <a:rPr sz="2000" spc="-5" dirty="0"/>
              <a:t>any intermediates </a:t>
            </a:r>
            <a:r>
              <a:rPr sz="2000" spc="-490" dirty="0"/>
              <a:t> </a:t>
            </a:r>
            <a:r>
              <a:rPr sz="2000" spc="-5" dirty="0"/>
              <a:t>needed</a:t>
            </a:r>
            <a:r>
              <a:rPr sz="2000" spc="-10" dirty="0"/>
              <a:t> </a:t>
            </a:r>
            <a:r>
              <a:rPr sz="2000" spc="-5" dirty="0"/>
              <a:t>for gradient</a:t>
            </a:r>
            <a:r>
              <a:rPr sz="2000" spc="-10" dirty="0"/>
              <a:t> </a:t>
            </a:r>
            <a:r>
              <a:rPr sz="2000" dirty="0"/>
              <a:t>computation</a:t>
            </a:r>
            <a:r>
              <a:rPr sz="2000" spc="-5" dirty="0"/>
              <a:t> in </a:t>
            </a:r>
            <a:r>
              <a:rPr sz="2000" dirty="0"/>
              <a:t>memory</a:t>
            </a:r>
          </a:p>
          <a:p>
            <a:pPr marL="826135" marR="727710" indent="-304800">
              <a:lnSpc>
                <a:spcPct val="100699"/>
              </a:lnSpc>
              <a:buFont typeface="Arial MT"/>
              <a:buChar char="-"/>
              <a:tabLst>
                <a:tab pos="826769" algn="l"/>
                <a:tab pos="827405" algn="l"/>
              </a:tabLst>
            </a:pPr>
            <a:r>
              <a:rPr sz="2000" b="1" spc="-5" dirty="0"/>
              <a:t>backward</a:t>
            </a:r>
            <a:r>
              <a:rPr sz="2000" spc="-5" dirty="0"/>
              <a:t>: apply the </a:t>
            </a:r>
            <a:r>
              <a:rPr sz="2000" dirty="0"/>
              <a:t>chain rule </a:t>
            </a:r>
            <a:r>
              <a:rPr sz="2000" spc="-5" dirty="0"/>
              <a:t>to </a:t>
            </a:r>
            <a:r>
              <a:rPr sz="2000" dirty="0"/>
              <a:t>compute </a:t>
            </a:r>
            <a:r>
              <a:rPr sz="2000" spc="-5" dirty="0"/>
              <a:t>the gradient of the loss </a:t>
            </a:r>
            <a:r>
              <a:rPr sz="2000" spc="-490" dirty="0"/>
              <a:t> </a:t>
            </a:r>
            <a:r>
              <a:rPr sz="2000" spc="-5" dirty="0"/>
              <a:t>function</a:t>
            </a:r>
            <a:r>
              <a:rPr sz="2000" spc="-10" dirty="0"/>
              <a:t> </a:t>
            </a:r>
            <a:r>
              <a:rPr sz="2000" spc="-5" dirty="0"/>
              <a:t>with </a:t>
            </a:r>
            <a:r>
              <a:rPr sz="2000" dirty="0"/>
              <a:t>respect</a:t>
            </a:r>
            <a:r>
              <a:rPr sz="2000" spc="-5" dirty="0"/>
              <a:t> to</a:t>
            </a:r>
            <a:r>
              <a:rPr sz="2000" spc="-10" dirty="0"/>
              <a:t> </a:t>
            </a:r>
            <a:r>
              <a:rPr sz="2000" spc="-5" dirty="0"/>
              <a:t>the inputs.</a:t>
            </a:r>
          </a:p>
        </p:txBody>
      </p:sp>
    </p:spTree>
    <p:extLst>
      <p:ext uri="{BB962C8B-B14F-4D97-AF65-F5344CB8AC3E}">
        <p14:creationId xmlns:p14="http://schemas.microsoft.com/office/powerpoint/2010/main" val="21883905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4751" y="1239061"/>
            <a:ext cx="6323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z="3600" spc="-2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Network: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2400" spc="-1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</a:t>
            </a:r>
            <a:r>
              <a:rPr sz="2400" spc="-2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stuff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1408" y="2361726"/>
            <a:ext cx="1649166" cy="4947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8975" y="2383907"/>
            <a:ext cx="41897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9676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4751" y="1239061"/>
            <a:ext cx="6323965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5" dirty="0"/>
              <a:t>Neural</a:t>
            </a:r>
            <a:r>
              <a:rPr sz="3600" spc="-25" dirty="0"/>
              <a:t> </a:t>
            </a:r>
            <a:r>
              <a:rPr sz="3600" spc="-5" dirty="0"/>
              <a:t>Network: </a:t>
            </a:r>
            <a:r>
              <a:rPr spc="-5" dirty="0"/>
              <a:t>without</a:t>
            </a:r>
            <a:r>
              <a:rPr spc="-15" dirty="0"/>
              <a:t> </a:t>
            </a:r>
            <a:r>
              <a:rPr spc="-5" dirty="0"/>
              <a:t>the</a:t>
            </a:r>
            <a:r>
              <a:rPr spc="-20" dirty="0"/>
              <a:t> </a:t>
            </a:r>
            <a:r>
              <a:rPr spc="-5" dirty="0"/>
              <a:t>brain</a:t>
            </a:r>
            <a:r>
              <a:rPr spc="-20" dirty="0"/>
              <a:t> </a:t>
            </a:r>
            <a:r>
              <a:rPr b="0" dirty="0"/>
              <a:t>stuff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1408" y="2361726"/>
            <a:ext cx="1649166" cy="4947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8975" y="2383908"/>
            <a:ext cx="4189729" cy="104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360">
              <a:spcBef>
                <a:spcPts val="226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2-layer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8325" y="2957400"/>
            <a:ext cx="3527388" cy="4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703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975" y="693151"/>
            <a:ext cx="78854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5" dirty="0"/>
              <a:t>Neural</a:t>
            </a:r>
            <a:r>
              <a:rPr sz="3600" spc="-25" dirty="0"/>
              <a:t> </a:t>
            </a:r>
            <a:r>
              <a:rPr sz="3600" spc="-5" dirty="0"/>
              <a:t>Network: </a:t>
            </a:r>
            <a:r>
              <a:rPr spc="-5" dirty="0"/>
              <a:t>without</a:t>
            </a:r>
            <a:r>
              <a:rPr spc="-15" dirty="0"/>
              <a:t> </a:t>
            </a:r>
            <a:r>
              <a:rPr spc="-5" dirty="0"/>
              <a:t>the</a:t>
            </a:r>
            <a:r>
              <a:rPr spc="-20" dirty="0"/>
              <a:t> </a:t>
            </a:r>
            <a:r>
              <a:rPr spc="-5" dirty="0"/>
              <a:t>brain</a:t>
            </a:r>
            <a:r>
              <a:rPr spc="-20" dirty="0"/>
              <a:t> </a:t>
            </a:r>
            <a:r>
              <a:rPr b="0" dirty="0"/>
              <a:t>stuff</a:t>
            </a:r>
            <a:endParaRPr sz="36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1408" y="2361726"/>
            <a:ext cx="1649166" cy="4947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8975" y="2383908"/>
            <a:ext cx="4189729" cy="104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360">
              <a:spcBef>
                <a:spcPts val="226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2-layer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8325" y="2957400"/>
            <a:ext cx="3527388" cy="44893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93050" y="3708499"/>
            <a:ext cx="448309" cy="1117614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spcBef>
                <a:spcPts val="15"/>
              </a:spcBef>
            </a:pPr>
            <a:endParaRPr sz="3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7320"/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7320"/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1253" y="4044665"/>
            <a:ext cx="448309" cy="606576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234950" rIns="0" bIns="0" rtlCol="0">
            <a:spAutoFit/>
          </a:bodyPr>
          <a:lstStyle/>
          <a:p>
            <a:pPr marL="139065">
              <a:spcBef>
                <a:spcPts val="185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41279" y="4613327"/>
            <a:ext cx="931630" cy="200182"/>
          </a:xfrm>
          <a:custGeom>
            <a:avLst/>
            <a:gdLst/>
            <a:ahLst/>
            <a:cxnLst/>
            <a:rect l="l" t="t" r="r" b="b"/>
            <a:pathLst>
              <a:path w="904875" h="272414">
                <a:moveTo>
                  <a:pt x="0" y="272099"/>
                </a:moveTo>
                <a:lnTo>
                  <a:pt x="90449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41278" y="3716493"/>
            <a:ext cx="913130" cy="328295"/>
          </a:xfrm>
          <a:custGeom>
            <a:avLst/>
            <a:gdLst/>
            <a:ahLst/>
            <a:cxnLst/>
            <a:rect l="l" t="t" r="r" b="b"/>
            <a:pathLst>
              <a:path w="913129" h="328294">
                <a:moveTo>
                  <a:pt x="0" y="0"/>
                </a:moveTo>
                <a:lnTo>
                  <a:pt x="912599" y="32819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42408" y="4279288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843023" y="4153767"/>
            <a:ext cx="457834" cy="487680"/>
            <a:chOff x="5848718" y="3372110"/>
            <a:chExt cx="457834" cy="487680"/>
          </a:xfrm>
        </p:grpSpPr>
        <p:sp>
          <p:nvSpPr>
            <p:cNvPr id="12" name="object 12"/>
            <p:cNvSpPr/>
            <p:nvPr/>
          </p:nvSpPr>
          <p:spPr>
            <a:xfrm>
              <a:off x="5853480" y="3376872"/>
              <a:ext cx="448309" cy="478155"/>
            </a:xfrm>
            <a:custGeom>
              <a:avLst/>
              <a:gdLst/>
              <a:ahLst/>
              <a:cxnLst/>
              <a:rect l="l" t="t" r="r" b="b"/>
              <a:pathLst>
                <a:path w="448310" h="478154">
                  <a:moveTo>
                    <a:pt x="448199" y="477599"/>
                  </a:moveTo>
                  <a:lnTo>
                    <a:pt x="0" y="477599"/>
                  </a:lnTo>
                  <a:lnTo>
                    <a:pt x="0" y="0"/>
                  </a:lnTo>
                  <a:lnTo>
                    <a:pt x="448199" y="0"/>
                  </a:lnTo>
                  <a:lnTo>
                    <a:pt x="448199" y="4775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5853480" y="3376872"/>
              <a:ext cx="448309" cy="478155"/>
            </a:xfrm>
            <a:custGeom>
              <a:avLst/>
              <a:gdLst/>
              <a:ahLst/>
              <a:cxnLst/>
              <a:rect l="l" t="t" r="r" b="b"/>
              <a:pathLst>
                <a:path w="448310" h="478154">
                  <a:moveTo>
                    <a:pt x="0" y="0"/>
                  </a:moveTo>
                  <a:lnTo>
                    <a:pt x="448199" y="0"/>
                  </a:lnTo>
                  <a:lnTo>
                    <a:pt x="448199" y="477599"/>
                  </a:lnTo>
                  <a:lnTo>
                    <a:pt x="0" y="477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871435" y="4126177"/>
            <a:ext cx="448309" cy="415497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47320">
              <a:spcBef>
                <a:spcPts val="359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5" name="object 15"/>
          <p:cNvSpPr/>
          <p:nvPr/>
        </p:nvSpPr>
        <p:spPr>
          <a:xfrm>
            <a:off x="4870675" y="4044665"/>
            <a:ext cx="1000760" cy="596782"/>
          </a:xfrm>
          <a:custGeom>
            <a:avLst/>
            <a:gdLst/>
            <a:ahLst/>
            <a:cxnLst/>
            <a:rect l="l" t="t" r="r" b="b"/>
            <a:pathLst>
              <a:path w="1000760" h="856614">
                <a:moveTo>
                  <a:pt x="0" y="0"/>
                </a:moveTo>
                <a:lnTo>
                  <a:pt x="1000499" y="200399"/>
                </a:lnTo>
              </a:path>
              <a:path w="1000760" h="856614">
                <a:moveTo>
                  <a:pt x="16012" y="856468"/>
                </a:moveTo>
                <a:lnTo>
                  <a:pt x="984712" y="656068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16859" y="4285477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16112" y="4613327"/>
            <a:ext cx="534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3072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63921" y="4697968"/>
            <a:ext cx="4070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47275" y="4648200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8665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611" y="767353"/>
            <a:ext cx="75044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5" dirty="0"/>
              <a:t>Neural</a:t>
            </a:r>
            <a:r>
              <a:rPr sz="3600" spc="-25" dirty="0"/>
              <a:t> </a:t>
            </a:r>
            <a:r>
              <a:rPr sz="3600" spc="-5" dirty="0"/>
              <a:t>Network: </a:t>
            </a:r>
            <a:r>
              <a:rPr spc="-5" dirty="0"/>
              <a:t>without</a:t>
            </a:r>
            <a:r>
              <a:rPr spc="-15" dirty="0"/>
              <a:t> </a:t>
            </a:r>
            <a:r>
              <a:rPr spc="-5" dirty="0"/>
              <a:t>the</a:t>
            </a:r>
            <a:r>
              <a:rPr spc="-20" dirty="0"/>
              <a:t> </a:t>
            </a:r>
            <a:r>
              <a:rPr spc="-5" dirty="0"/>
              <a:t>brain</a:t>
            </a:r>
            <a:r>
              <a:rPr spc="-20" dirty="0"/>
              <a:t> </a:t>
            </a:r>
            <a:r>
              <a:rPr b="0" dirty="0"/>
              <a:t>stuff</a:t>
            </a:r>
            <a:endParaRPr sz="36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1408" y="2361726"/>
            <a:ext cx="1649166" cy="4947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8975" y="2383908"/>
            <a:ext cx="4189729" cy="104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360">
              <a:spcBef>
                <a:spcPts val="226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2-layer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8325" y="2957400"/>
            <a:ext cx="3527388" cy="44893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93050" y="3708499"/>
            <a:ext cx="448309" cy="1179169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spcBef>
                <a:spcPts val="15"/>
              </a:spcBef>
            </a:pPr>
            <a:endParaRPr sz="3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7320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marL="147320"/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1253" y="4044665"/>
            <a:ext cx="448309" cy="606576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234950" rIns="0" bIns="0" rtlCol="0">
            <a:spAutoFit/>
          </a:bodyPr>
          <a:lstStyle/>
          <a:p>
            <a:pPr marL="139065">
              <a:spcBef>
                <a:spcPts val="185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54432" y="4641448"/>
            <a:ext cx="899976" cy="235026"/>
          </a:xfrm>
          <a:custGeom>
            <a:avLst/>
            <a:gdLst/>
            <a:ahLst/>
            <a:cxnLst/>
            <a:rect l="l" t="t" r="r" b="b"/>
            <a:pathLst>
              <a:path w="904875" h="272414">
                <a:moveTo>
                  <a:pt x="0" y="272099"/>
                </a:moveTo>
                <a:lnTo>
                  <a:pt x="90449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41278" y="3716493"/>
            <a:ext cx="913130" cy="328295"/>
          </a:xfrm>
          <a:custGeom>
            <a:avLst/>
            <a:gdLst/>
            <a:ahLst/>
            <a:cxnLst/>
            <a:rect l="l" t="t" r="r" b="b"/>
            <a:pathLst>
              <a:path w="913129" h="328294">
                <a:moveTo>
                  <a:pt x="0" y="0"/>
                </a:moveTo>
                <a:lnTo>
                  <a:pt x="912599" y="32819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42408" y="4279288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02634" y="4044666"/>
            <a:ext cx="1324675" cy="606575"/>
          </a:xfrm>
          <a:custGeom>
            <a:avLst/>
            <a:gdLst/>
            <a:ahLst/>
            <a:cxnLst/>
            <a:rect l="l" t="t" r="r" b="b"/>
            <a:pathLst>
              <a:path w="1000760" h="856614">
                <a:moveTo>
                  <a:pt x="0" y="0"/>
                </a:moveTo>
                <a:lnTo>
                  <a:pt x="1000499" y="200399"/>
                </a:lnTo>
              </a:path>
              <a:path w="1000760" h="856614">
                <a:moveTo>
                  <a:pt x="16012" y="856468"/>
                </a:moveTo>
                <a:lnTo>
                  <a:pt x="984712" y="656068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16859" y="4285477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45942" y="4626080"/>
            <a:ext cx="534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3072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13823" y="4726614"/>
            <a:ext cx="4070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47276" y="4651241"/>
            <a:ext cx="28003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62724" y="1636975"/>
            <a:ext cx="7540625" cy="814705"/>
            <a:chOff x="1062723" y="779724"/>
            <a:chExt cx="7540625" cy="81470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2248" y="789249"/>
              <a:ext cx="7521526" cy="79562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67485" y="784487"/>
              <a:ext cx="7531100" cy="805180"/>
            </a:xfrm>
            <a:custGeom>
              <a:avLst/>
              <a:gdLst/>
              <a:ahLst/>
              <a:cxnLst/>
              <a:rect l="l" t="t" r="r" b="b"/>
              <a:pathLst>
                <a:path w="7531100" h="805180">
                  <a:moveTo>
                    <a:pt x="0" y="0"/>
                  </a:moveTo>
                  <a:lnTo>
                    <a:pt x="7531051" y="0"/>
                  </a:lnTo>
                  <a:lnTo>
                    <a:pt x="7531051" y="805150"/>
                  </a:lnTo>
                  <a:lnTo>
                    <a:pt x="0" y="8051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object 11"/>
          <p:cNvGrpSpPr/>
          <p:nvPr/>
        </p:nvGrpSpPr>
        <p:grpSpPr>
          <a:xfrm>
            <a:off x="5848718" y="4114800"/>
            <a:ext cx="457834" cy="487680"/>
            <a:chOff x="5848718" y="3372110"/>
            <a:chExt cx="457834" cy="487680"/>
          </a:xfrm>
        </p:grpSpPr>
        <p:sp>
          <p:nvSpPr>
            <p:cNvPr id="24" name="object 12"/>
            <p:cNvSpPr/>
            <p:nvPr/>
          </p:nvSpPr>
          <p:spPr>
            <a:xfrm>
              <a:off x="5853480" y="3376872"/>
              <a:ext cx="448309" cy="478155"/>
            </a:xfrm>
            <a:custGeom>
              <a:avLst/>
              <a:gdLst/>
              <a:ahLst/>
              <a:cxnLst/>
              <a:rect l="l" t="t" r="r" b="b"/>
              <a:pathLst>
                <a:path w="448310" h="478154">
                  <a:moveTo>
                    <a:pt x="448199" y="477599"/>
                  </a:moveTo>
                  <a:lnTo>
                    <a:pt x="0" y="477599"/>
                  </a:lnTo>
                  <a:lnTo>
                    <a:pt x="0" y="0"/>
                  </a:lnTo>
                  <a:lnTo>
                    <a:pt x="448199" y="0"/>
                  </a:lnTo>
                  <a:lnTo>
                    <a:pt x="448199" y="4775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object 13"/>
            <p:cNvSpPr/>
            <p:nvPr/>
          </p:nvSpPr>
          <p:spPr>
            <a:xfrm>
              <a:off x="5853480" y="3376872"/>
              <a:ext cx="448309" cy="478155"/>
            </a:xfrm>
            <a:custGeom>
              <a:avLst/>
              <a:gdLst/>
              <a:ahLst/>
              <a:cxnLst/>
              <a:rect l="l" t="t" r="r" b="b"/>
              <a:pathLst>
                <a:path w="448310" h="478154">
                  <a:moveTo>
                    <a:pt x="0" y="0"/>
                  </a:moveTo>
                  <a:lnTo>
                    <a:pt x="448199" y="0"/>
                  </a:lnTo>
                  <a:lnTo>
                    <a:pt x="448199" y="477599"/>
                  </a:lnTo>
                  <a:lnTo>
                    <a:pt x="0" y="477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object 14"/>
          <p:cNvSpPr txBox="1"/>
          <p:nvPr/>
        </p:nvSpPr>
        <p:spPr>
          <a:xfrm>
            <a:off x="5853481" y="4191000"/>
            <a:ext cx="448309" cy="415497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47320">
              <a:spcBef>
                <a:spcPts val="359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616826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4751" y="1239061"/>
            <a:ext cx="713764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5" dirty="0"/>
              <a:t>Neural</a:t>
            </a:r>
            <a:r>
              <a:rPr sz="3600" spc="-25" dirty="0"/>
              <a:t> </a:t>
            </a:r>
            <a:r>
              <a:rPr sz="3600" spc="-5" dirty="0"/>
              <a:t>Network: </a:t>
            </a:r>
            <a:r>
              <a:rPr spc="-5" dirty="0"/>
              <a:t>without</a:t>
            </a:r>
            <a:r>
              <a:rPr spc="-15" dirty="0"/>
              <a:t> </a:t>
            </a:r>
            <a:r>
              <a:rPr spc="-5" dirty="0"/>
              <a:t>the</a:t>
            </a:r>
            <a:r>
              <a:rPr spc="-20" dirty="0"/>
              <a:t> </a:t>
            </a:r>
            <a:r>
              <a:rPr spc="-5" dirty="0"/>
              <a:t>brain</a:t>
            </a:r>
            <a:r>
              <a:rPr spc="-20" dirty="0"/>
              <a:t> </a:t>
            </a:r>
            <a:r>
              <a:rPr b="0" dirty="0"/>
              <a:t>stuff</a:t>
            </a:r>
            <a:endParaRPr sz="36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1408" y="2361726"/>
            <a:ext cx="1649166" cy="4947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8975" y="2383908"/>
            <a:ext cx="4189729" cy="16030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"/>
              </a:spcBef>
            </a:pPr>
            <a:endParaRPr sz="3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7545" marR="33655" indent="-591185">
              <a:lnSpc>
                <a:spcPts val="2850"/>
              </a:lnSpc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2-layer Neural Network </a:t>
            </a:r>
            <a:r>
              <a:rPr sz="2400" spc="-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3-layer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8325" y="3109800"/>
            <a:ext cx="3527388" cy="4489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90675" y="4071175"/>
            <a:ext cx="5424259" cy="49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89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13" y="1589450"/>
            <a:ext cx="9010649" cy="31813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900" y="1036689"/>
            <a:ext cx="82086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/>
              <a:t>Full</a:t>
            </a:r>
            <a:r>
              <a:rPr sz="2000" spc="-15" dirty="0"/>
              <a:t> </a:t>
            </a:r>
            <a:r>
              <a:rPr sz="2000" spc="-5" dirty="0"/>
              <a:t>implementation</a:t>
            </a:r>
            <a:r>
              <a:rPr sz="2000" spc="-10" dirty="0"/>
              <a:t> </a:t>
            </a:r>
            <a:r>
              <a:rPr sz="2000" spc="-5" dirty="0"/>
              <a:t>of</a:t>
            </a:r>
            <a:r>
              <a:rPr sz="2000" spc="-10" dirty="0"/>
              <a:t> </a:t>
            </a:r>
            <a:r>
              <a:rPr sz="2000" spc="-5" dirty="0"/>
              <a:t>training</a:t>
            </a:r>
            <a:r>
              <a:rPr sz="2000" spc="-10" dirty="0"/>
              <a:t> </a:t>
            </a:r>
            <a:r>
              <a:rPr sz="2000" dirty="0"/>
              <a:t>a</a:t>
            </a:r>
            <a:r>
              <a:rPr sz="2000" spc="-10" dirty="0"/>
              <a:t> </a:t>
            </a:r>
            <a:r>
              <a:rPr sz="2000" spc="-5" dirty="0"/>
              <a:t>2-layer</a:t>
            </a:r>
            <a:r>
              <a:rPr sz="2000" spc="-10" dirty="0"/>
              <a:t> </a:t>
            </a:r>
            <a:r>
              <a:rPr sz="2000" spc="-5" dirty="0"/>
              <a:t>Neural</a:t>
            </a:r>
            <a:r>
              <a:rPr sz="2000" spc="-10" dirty="0"/>
              <a:t> </a:t>
            </a:r>
            <a:r>
              <a:rPr sz="2000" spc="-5" dirty="0"/>
              <a:t>Network</a:t>
            </a:r>
            <a:r>
              <a:rPr sz="2000" spc="-10" dirty="0"/>
              <a:t> </a:t>
            </a:r>
            <a:r>
              <a:rPr sz="2000" spc="-5" dirty="0"/>
              <a:t>needs</a:t>
            </a:r>
            <a:r>
              <a:rPr sz="2000" spc="-10" dirty="0"/>
              <a:t> </a:t>
            </a:r>
            <a:r>
              <a:rPr sz="2000" spc="-5" dirty="0"/>
              <a:t>~11</a:t>
            </a:r>
            <a:r>
              <a:rPr sz="2000" spc="-15" dirty="0"/>
              <a:t> </a:t>
            </a:r>
            <a:r>
              <a:rPr sz="2000" spc="-5" dirty="0"/>
              <a:t>lines: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243651" y="5153837"/>
            <a:ext cx="59442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@iamtrask,</a:t>
            </a:r>
            <a:r>
              <a:rPr sz="1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http://iamtrask.github.io/2015/07/12/basic-python-network/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4357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look at Hidden Layers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you have studied so far is included as a part of a single perceptron.</a:t>
            </a:r>
          </a:p>
          <a:p>
            <a:r>
              <a:rPr lang="en-US" dirty="0" smtClean="0"/>
              <a:t>What happens when you have multiple </a:t>
            </a:r>
            <a:r>
              <a:rPr lang="en-US" dirty="0" err="1" smtClean="0"/>
              <a:t>perceptrons</a:t>
            </a:r>
            <a:r>
              <a:rPr lang="en-US" dirty="0" smtClean="0"/>
              <a:t>…</a:t>
            </a:r>
          </a:p>
          <a:p>
            <a:r>
              <a:rPr lang="en-US" dirty="0" smtClean="0"/>
              <a:t>What happens when you have multiple </a:t>
            </a:r>
            <a:r>
              <a:rPr lang="en-US" b="1" dirty="0" smtClean="0"/>
              <a:t>layers</a:t>
            </a:r>
            <a:r>
              <a:rPr lang="en-US" dirty="0" smtClean="0"/>
              <a:t> of </a:t>
            </a:r>
            <a:r>
              <a:rPr lang="en-US" dirty="0" err="1" smtClean="0"/>
              <a:t>perceptrons</a:t>
            </a:r>
            <a:r>
              <a:rPr lang="en-US" dirty="0" smtClean="0"/>
              <a:t>…</a:t>
            </a:r>
          </a:p>
          <a:p>
            <a:r>
              <a:rPr lang="en-US" dirty="0" smtClean="0"/>
              <a:t>(hint: </a:t>
            </a:r>
            <a:r>
              <a:rPr lang="en-US" dirty="0" err="1" smtClean="0"/>
              <a:t>perceptrons</a:t>
            </a:r>
            <a:r>
              <a:rPr lang="en-US" dirty="0" smtClean="0"/>
              <a:t>  = neurons)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340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Consider a 2 layer neural network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066800"/>
            <a:ext cx="6400800" cy="504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9144000" cy="1066800"/>
          </a:xfrm>
        </p:spPr>
        <p:txBody>
          <a:bodyPr/>
          <a:lstStyle/>
          <a:p>
            <a:r>
              <a:rPr lang="en-US" sz="2800" dirty="0" smtClean="0"/>
              <a:t>Step 1: Let’s initialize weights and biases for any inputs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200" y="1600200"/>
            <a:ext cx="2514600" cy="4525963"/>
          </a:xfrm>
        </p:spPr>
        <p:txBody>
          <a:bodyPr/>
          <a:lstStyle/>
          <a:p>
            <a:r>
              <a:rPr lang="en-US" dirty="0" smtClean="0"/>
              <a:t>Weights and biases have been randomly assigned for now.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228600" y="1447800"/>
            <a:ext cx="5623824" cy="4343400"/>
            <a:chOff x="228600" y="1447800"/>
            <a:chExt cx="5623824" cy="43434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1447800"/>
              <a:ext cx="5623824" cy="43434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5257800" y="2286000"/>
              <a:ext cx="381000" cy="3048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257800" y="4029075"/>
              <a:ext cx="381000" cy="3048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306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8229600" cy="1066800"/>
          </a:xfrm>
        </p:spPr>
        <p:txBody>
          <a:bodyPr/>
          <a:lstStyle/>
          <a:p>
            <a:r>
              <a:rPr lang="en-US" dirty="0" smtClean="0"/>
              <a:t>Step 2: Propagate through the network to find the outputs (Forward Pass)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47799"/>
            <a:ext cx="6248400" cy="482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6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r>
              <a:rPr lang="en-US" dirty="0" smtClean="0"/>
              <a:t>Step 2 (continued): How did we calculate the Network Output?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To begin, lets see what the neural network currently </a:t>
            </a:r>
            <a:r>
              <a:rPr lang="en-US" sz="2800" dirty="0">
                <a:solidFill>
                  <a:srgbClr val="0000FF"/>
                </a:solidFill>
              </a:rPr>
              <a:t>predicts</a:t>
            </a:r>
            <a:r>
              <a:rPr lang="en-US" sz="2800" dirty="0"/>
              <a:t> given the weights and biases above and inputs of 0.05 and 0.10. To do this </a:t>
            </a:r>
            <a:r>
              <a:rPr lang="en-US" sz="2800" dirty="0">
                <a:solidFill>
                  <a:srgbClr val="0000FF"/>
                </a:solidFill>
              </a:rPr>
              <a:t>we’ll feed those inputs forward though the network</a:t>
            </a:r>
            <a:r>
              <a:rPr lang="en-US" sz="2800" dirty="0" smtClean="0"/>
              <a:t>.</a:t>
            </a:r>
          </a:p>
          <a:p>
            <a:r>
              <a:rPr lang="en-US" sz="2800" dirty="0"/>
              <a:t>We figure out the </a:t>
            </a:r>
            <a:r>
              <a:rPr lang="en-US" sz="2800" i="1" dirty="0"/>
              <a:t>total net input</a:t>
            </a:r>
            <a:r>
              <a:rPr lang="en-US" sz="2800" dirty="0"/>
              <a:t> to each hidden layer neuron, </a:t>
            </a:r>
            <a:r>
              <a:rPr lang="en-US" sz="2800" i="1" dirty="0">
                <a:solidFill>
                  <a:srgbClr val="0000FF"/>
                </a:solidFill>
              </a:rPr>
              <a:t>squash</a:t>
            </a:r>
            <a:r>
              <a:rPr lang="en-US" sz="2800" dirty="0"/>
              <a:t> the total net input using an </a:t>
            </a:r>
            <a:r>
              <a:rPr lang="en-US" sz="2800" i="1" dirty="0"/>
              <a:t>activation function</a:t>
            </a:r>
            <a:r>
              <a:rPr lang="en-US" sz="2800" dirty="0"/>
              <a:t> (here we use the </a:t>
            </a:r>
            <a:r>
              <a:rPr lang="en-US" sz="2800" i="1" dirty="0">
                <a:solidFill>
                  <a:srgbClr val="0000FF"/>
                </a:solidFill>
              </a:rPr>
              <a:t>logistic </a:t>
            </a:r>
            <a:r>
              <a:rPr lang="en-US" sz="2800" i="1" dirty="0" smtClean="0">
                <a:solidFill>
                  <a:srgbClr val="0000FF"/>
                </a:solidFill>
              </a:rPr>
              <a:t>function also known as sigmoid function</a:t>
            </a:r>
            <a:r>
              <a:rPr lang="en-US" sz="2800" dirty="0" smtClean="0"/>
              <a:t>), </a:t>
            </a:r>
            <a:r>
              <a:rPr lang="en-US" sz="2800" dirty="0"/>
              <a:t>then repeat the process with the output layer neurons.</a:t>
            </a:r>
          </a:p>
        </p:txBody>
      </p:sp>
    </p:spTree>
    <p:extLst>
      <p:ext uri="{BB962C8B-B14F-4D97-AF65-F5344CB8AC3E}">
        <p14:creationId xmlns:p14="http://schemas.microsoft.com/office/powerpoint/2010/main" val="105851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(continued): How did we calculate the Network Output?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Here’s how we calculate the total net input </a:t>
            </a:r>
            <a:r>
              <a:rPr lang="en-US" dirty="0" smtClean="0"/>
              <a:t>for h</a:t>
            </a:r>
            <a:r>
              <a:rPr lang="en-US" baseline="-25000" dirty="0" smtClean="0"/>
              <a:t>1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We then squash it using the logistic function to get the output </a:t>
            </a:r>
            <a:r>
              <a:rPr lang="en-US" dirty="0" smtClean="0"/>
              <a:t>of h</a:t>
            </a:r>
            <a:r>
              <a:rPr lang="en-US" baseline="-25000" dirty="0" smtClean="0"/>
              <a:t>1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Similarly we can calculate h</a:t>
            </a:r>
            <a:r>
              <a:rPr lang="en-US" baseline="-25000" dirty="0" smtClean="0"/>
              <a:t>2</a:t>
            </a:r>
            <a:r>
              <a:rPr lang="en-US" dirty="0" smtClean="0"/>
              <a:t>. (What is it?)</a:t>
            </a:r>
          </a:p>
        </p:txBody>
      </p:sp>
      <p:pic>
        <p:nvPicPr>
          <p:cNvPr id="1028" name="Picture 4" descr="net_{h1} = w_1 * i_1 + w_2 * i_2 + b_1 *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743200"/>
            <a:ext cx="5381625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et_{h1} = 0.15 * 0.05 + 0.2 * 0.1 + 0.35 * 1 = 0.377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429000"/>
            <a:ext cx="7821706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ut_{h1} = \frac{1}{1+e^{-net_{h1}}} = \frac{1}{1+e^{-0.3775}} = 0.59326999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953000"/>
            <a:ext cx="5177118" cy="37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846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(continued): How did we calculate the Network Output?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Continuing onwards. </a:t>
            </a:r>
            <a:r>
              <a:rPr lang="en-US" dirty="0"/>
              <a:t>We repeat this process for the output layer neurons, using the output from the hidden layer neurons as </a:t>
            </a:r>
            <a:r>
              <a:rPr lang="en-US" dirty="0" smtClean="0"/>
              <a:t>inputs. For o</a:t>
            </a:r>
            <a:r>
              <a:rPr lang="en-US" baseline="-25000" dirty="0" smtClean="0"/>
              <a:t>1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For o</a:t>
            </a:r>
            <a:r>
              <a:rPr lang="en-US" baseline="-25000" dirty="0" smtClean="0"/>
              <a:t>2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2052" name="Picture 4" descr="out_{h2} = 0.59688437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75101"/>
            <a:ext cx="2638845" cy="295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net_{o1} = w_5 * out_{h1} + w_6 * out_{h2} + b_2 *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90" y="4242781"/>
            <a:ext cx="4786313" cy="279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net_{o1} = 0.4 * 0.593269992 + 0.45 * 0.596884378 + 0.6 * 1 = 1.10590596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71" y="4605245"/>
            <a:ext cx="8982635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out_{o1} = \frac{1}{1+e^{-net_{o1}}} = \frac{1}{1+e^{-1.105905967}} = 0.7513650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89" y="4930641"/>
            <a:ext cx="6122894" cy="39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out_{o2} = 0.77292846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746" y="5616025"/>
            <a:ext cx="2717995" cy="306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38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3: Loss Calculation.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Recall there are multiple methods for Loss calculation. The total loss is also called total error.</a:t>
            </a:r>
          </a:p>
          <a:p>
            <a:r>
              <a:rPr lang="en-US" dirty="0" smtClean="0"/>
              <a:t>We will be using squared error function or L2 Loss.</a:t>
            </a:r>
          </a:p>
          <a:p>
            <a:endParaRPr lang="en-US" dirty="0"/>
          </a:p>
          <a:p>
            <a:r>
              <a:rPr lang="en-US" dirty="0" smtClean="0"/>
              <a:t>We will have to calculate error in both of the network outputs when we are given target outputs.</a:t>
            </a:r>
            <a:endParaRPr lang="en-US" dirty="0"/>
          </a:p>
        </p:txBody>
      </p:sp>
      <p:pic>
        <p:nvPicPr>
          <p:cNvPr id="3074" name="Picture 2" descr="E_{total} = \sum \frac{1}{2}(target - output)^{2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305" y="4267200"/>
            <a:ext cx="578739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36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Loss Calculation.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error for the first output is:</a:t>
            </a:r>
          </a:p>
          <a:p>
            <a:endParaRPr lang="en-US" dirty="0"/>
          </a:p>
          <a:p>
            <a:r>
              <a:rPr lang="en-US" dirty="0" smtClean="0"/>
              <a:t>The error for the second output is:</a:t>
            </a:r>
          </a:p>
          <a:p>
            <a:endParaRPr lang="en-US" dirty="0"/>
          </a:p>
          <a:p>
            <a:r>
              <a:rPr lang="en-US" dirty="0" smtClean="0"/>
              <a:t>The total error is the sum of both of these individual output errors: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098" name="Picture 2" descr="E_{o1} = \frac{1}{2}(target_{o1} - out_{o1})^{2} = \frac{1}{2}(0.01 - 0.75136507)^{2} = 0.27481108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2286000"/>
            <a:ext cx="8439150" cy="35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E_{o2} = 0.0235600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04402"/>
            <a:ext cx="2571750" cy="31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E_{total} = E_{o1} + E_{o2} = 0.274811083 + 0.023560026 = 0.29837110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65" y="5257800"/>
            <a:ext cx="8032376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7665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4: The Backwards Pass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We want to calculate the </a:t>
            </a:r>
            <a:r>
              <a:rPr lang="en-US" sz="2800" dirty="0" smtClean="0">
                <a:solidFill>
                  <a:srgbClr val="0000FF"/>
                </a:solidFill>
              </a:rPr>
              <a:t>dependence of the Error that we calculated on each and every single weight.</a:t>
            </a:r>
            <a:endParaRPr lang="en-US" sz="2800" b="1" dirty="0" smtClean="0">
              <a:solidFill>
                <a:srgbClr val="0000FF"/>
              </a:solidFill>
            </a:endParaRPr>
          </a:p>
          <a:p>
            <a:r>
              <a:rPr lang="en-US" sz="2800" dirty="0" smtClean="0"/>
              <a:t>Recall: We want to see how the Error can be minimized by changing the weights.</a:t>
            </a:r>
          </a:p>
          <a:p>
            <a:r>
              <a:rPr lang="en-US" sz="2800" dirty="0" smtClean="0"/>
              <a:t>So we need to find the derivatives of Error with respect to each weight</a:t>
            </a:r>
          </a:p>
          <a:p>
            <a:r>
              <a:rPr lang="en-US" sz="2800" dirty="0" smtClean="0"/>
              <a:t>For a single layer it is relatively straight forward.</a:t>
            </a:r>
          </a:p>
          <a:p>
            <a:r>
              <a:rPr lang="en-US" sz="2800" dirty="0" smtClean="0"/>
              <a:t>For the next layer, however…</a:t>
            </a:r>
          </a:p>
        </p:txBody>
      </p:sp>
    </p:spTree>
    <p:extLst>
      <p:ext uri="{BB962C8B-B14F-4D97-AF65-F5344CB8AC3E}">
        <p14:creationId xmlns:p14="http://schemas.microsoft.com/office/powerpoint/2010/main" val="98287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</a:t>
            </a:r>
            <a:r>
              <a:rPr lang="en-US" dirty="0" smtClean="0"/>
              <a:t>4 (Continued): </a:t>
            </a:r>
            <a:r>
              <a:rPr lang="en-US" dirty="0"/>
              <a:t>The Backwards </a:t>
            </a:r>
            <a:r>
              <a:rPr lang="en-US" dirty="0" smtClean="0"/>
              <a:t>Pass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5181600" cy="2163763"/>
          </a:xfrm>
        </p:spPr>
        <p:txBody>
          <a:bodyPr/>
          <a:lstStyle/>
          <a:p>
            <a:r>
              <a:rPr lang="en-US" dirty="0" smtClean="0"/>
              <a:t>Error dependence on w5?</a:t>
            </a:r>
          </a:p>
          <a:p>
            <a:r>
              <a:rPr lang="en-US" dirty="0" smtClean="0"/>
              <a:t>Apply the chain rule.</a:t>
            </a:r>
          </a:p>
          <a:p>
            <a:endParaRPr lang="en-US" dirty="0"/>
          </a:p>
        </p:txBody>
      </p:sp>
      <p:pic>
        <p:nvPicPr>
          <p:cNvPr id="5122" name="Picture 2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046" y="661872"/>
            <a:ext cx="3098953" cy="2636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output_1_backprop (4)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8" t="5054" r="4183" b="6727"/>
          <a:stretch/>
        </p:blipFill>
        <p:spPr bwMode="auto">
          <a:xfrm>
            <a:off x="1447800" y="3298826"/>
            <a:ext cx="64008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835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4 (Continued): The Backward Pass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We need to figure out each piece in this equation.</a:t>
            </a:r>
          </a:p>
          <a:p>
            <a:r>
              <a:rPr lang="en-US" sz="2800" dirty="0"/>
              <a:t>First, how much does the total error change with respect to the output</a:t>
            </a:r>
            <a:r>
              <a:rPr lang="en-US" sz="2800" dirty="0" smtClean="0"/>
              <a:t>?</a:t>
            </a:r>
            <a:endParaRPr lang="en-US" sz="2800" dirty="0"/>
          </a:p>
        </p:txBody>
      </p:sp>
      <p:pic>
        <p:nvPicPr>
          <p:cNvPr id="6146" name="Picture 2" descr="E_{total} = \frac{1}{2}(target_{o1} - out_{o1})^{2} + \frac{1}{2}(target_{o2} - out_{o2})^{2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3124200"/>
            <a:ext cx="818388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\frac{\partial E_{total}}{\partial out_{o1}} = 2 * \frac{1}{2}(target_{o1} - out_{o1})^{2 - 1} * -1 + 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3886200"/>
            <a:ext cx="774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\frac{\partial E_{total}}{\partial out_{o1}} = -(target_{o1} - out_{o1}) = -(0.01 - 0.75136507) = 0.7413650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800600"/>
            <a:ext cx="7945707" cy="40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288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7978"/>
            <a:ext cx="8229600" cy="4498185"/>
          </a:xfrm>
        </p:spPr>
        <p:txBody>
          <a:bodyPr/>
          <a:lstStyle/>
          <a:p>
            <a:r>
              <a:rPr lang="en-US" dirty="0" smtClean="0"/>
              <a:t>Recall: The </a:t>
            </a:r>
            <a:r>
              <a:rPr lang="en-US" dirty="0"/>
              <a:t>partial derivative of the logistic function is the output multiplied by 1 minus the output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Going back even further…</a:t>
            </a:r>
          </a:p>
          <a:p>
            <a:endParaRPr lang="en-US" dirty="0"/>
          </a:p>
        </p:txBody>
      </p:sp>
      <p:pic>
        <p:nvPicPr>
          <p:cNvPr id="7170" name="Picture 2" descr="out_{o1} = \frac{1}{1+e^{-net_{o1}}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00400"/>
            <a:ext cx="2590800" cy="47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\frac{\partial out_{o1}}{\partial net_{o1}} = out_{o1}(1 - out_{o1}) = 0.75136507(1 - 0.75136507) = 0.1868156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87" y="3877468"/>
            <a:ext cx="8677625" cy="40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\frac{\partial E_{total}}{\partial w_{5}} = \frac{\partial E_{total}}{\partial out_{o1}} * \frac{\partial out_{o1}}{\partial net_{o1}} * \frac{\partial net_{o1}}{\partial w_{5}}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842563"/>
            <a:ext cx="5729110" cy="73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net_{o1} = w_5 * out_{h1} + w_6 * out_{h2} + b_2 *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930372"/>
            <a:ext cx="6347981" cy="37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\frac{\partial net_{o1}}{\partial w_{5}} = 1 * out_{h1} * w_5^{(1 - 1)} + 0 + 0 = out_{h1} = 0.59326999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30" y="5492984"/>
            <a:ext cx="7802519" cy="490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37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You’ll often see this calculation combined in the form of the </a:t>
            </a:r>
            <a:r>
              <a:rPr lang="en-US" sz="2400" dirty="0">
                <a:solidFill>
                  <a:srgbClr val="0000FF"/>
                </a:solidFill>
              </a:rPr>
              <a:t>delta rule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r>
              <a:rPr lang="en-US" sz="2400" dirty="0"/>
              <a:t>To decrease the error, we then subtract this value from the current </a:t>
            </a:r>
            <a:r>
              <a:rPr lang="en-US" sz="2400" dirty="0" smtClean="0"/>
              <a:t>weight. This is called </a:t>
            </a:r>
            <a:r>
              <a:rPr lang="en-US" sz="2400" dirty="0" smtClean="0">
                <a:solidFill>
                  <a:srgbClr val="0000FF"/>
                </a:solidFill>
              </a:rPr>
              <a:t>weight update</a:t>
            </a:r>
          </a:p>
          <a:p>
            <a:r>
              <a:rPr lang="en-US" sz="2400" dirty="0" smtClean="0"/>
              <a:t>We will multiply by some learning </a:t>
            </a:r>
            <a:r>
              <a:rPr lang="en-US" sz="2400" dirty="0"/>
              <a:t>rate, </a:t>
            </a:r>
            <a:r>
              <a:rPr lang="en-US" sz="2400" dirty="0" smtClean="0"/>
              <a:t>etc., </a:t>
            </a:r>
            <a:r>
              <a:rPr lang="en-US" sz="2400" dirty="0"/>
              <a:t>which we’ll set to 0.5</a:t>
            </a:r>
            <a:r>
              <a:rPr lang="en-US" sz="2400" dirty="0" smtClean="0"/>
              <a:t>):</a:t>
            </a:r>
          </a:p>
          <a:p>
            <a:endParaRPr lang="en-US" sz="2400" dirty="0"/>
          </a:p>
        </p:txBody>
      </p:sp>
      <p:pic>
        <p:nvPicPr>
          <p:cNvPr id="8194" name="Picture 2" descr="\frac{\partial E_{total}}{\partial w_{5}} = -(target_{o1} - out_{o1}) * out_{o1}(1 - out_{o1}) * out_{h1}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24" y="2438400"/>
            <a:ext cx="7474226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w_5^{+} = w_5 - \eta * \frac{\partial E_{total}}{\partial w_{5}} = 0.4 - 0.5 * 0.082167041 = 0.3589164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24" y="4495800"/>
            <a:ext cx="7856878" cy="41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047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Calculator time!</a:t>
            </a:r>
          </a:p>
          <a:p>
            <a:r>
              <a:rPr lang="en-US" dirty="0" smtClean="0"/>
              <a:t>Calculate updated weights of w</a:t>
            </a:r>
            <a:r>
              <a:rPr lang="en-US" baseline="-25000" dirty="0" smtClean="0"/>
              <a:t>6</a:t>
            </a:r>
            <a:r>
              <a:rPr lang="en-US" dirty="0" smtClean="0"/>
              <a:t>, w</a:t>
            </a:r>
            <a:r>
              <a:rPr lang="en-US" baseline="-25000" dirty="0"/>
              <a:t>7</a:t>
            </a:r>
            <a:r>
              <a:rPr lang="en-US" dirty="0" smtClean="0"/>
              <a:t> and w</a:t>
            </a:r>
            <a:r>
              <a:rPr lang="en-US" baseline="-25000" dirty="0" smtClean="0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6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Calculator time!</a:t>
            </a:r>
          </a:p>
          <a:p>
            <a:r>
              <a:rPr lang="en-US" dirty="0" smtClean="0"/>
              <a:t>Calculate updated weights of w</a:t>
            </a:r>
            <a:r>
              <a:rPr lang="en-US" baseline="-25000" dirty="0" smtClean="0"/>
              <a:t>6</a:t>
            </a:r>
            <a:r>
              <a:rPr lang="en-US" dirty="0" smtClean="0"/>
              <a:t>, w</a:t>
            </a:r>
            <a:r>
              <a:rPr lang="en-US" baseline="-25000" dirty="0"/>
              <a:t>7</a:t>
            </a:r>
            <a:r>
              <a:rPr lang="en-US" dirty="0" smtClean="0"/>
              <a:t> and w</a:t>
            </a:r>
            <a:r>
              <a:rPr lang="en-US" baseline="-25000" dirty="0" smtClean="0"/>
              <a:t>8</a:t>
            </a:r>
            <a:endParaRPr lang="en-US" dirty="0"/>
          </a:p>
        </p:txBody>
      </p:sp>
      <p:pic>
        <p:nvPicPr>
          <p:cNvPr id="9218" name="Picture 2" descr="w_6^{+} = 0.40866618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971800"/>
            <a:ext cx="2895600" cy="38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w_7^{+} = 0.51130127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2" y="3581400"/>
            <a:ext cx="2891118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w_8^{+} = 0.5613701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1" y="4174129"/>
            <a:ext cx="2891119" cy="38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408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4 (Continued): </a:t>
            </a:r>
            <a:r>
              <a:rPr lang="en-US" dirty="0"/>
              <a:t>The Backward </a:t>
            </a:r>
            <a:r>
              <a:rPr lang="en-US" dirty="0" smtClean="0"/>
              <a:t>Pass through the Hidden Layer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648200" cy="4525963"/>
          </a:xfrm>
        </p:spPr>
        <p:txBody>
          <a:bodyPr/>
          <a:lstStyle/>
          <a:p>
            <a:r>
              <a:rPr lang="en-US" dirty="0" smtClean="0"/>
              <a:t>How to update w</a:t>
            </a:r>
            <a:r>
              <a:rPr lang="en-US" baseline="-25000" dirty="0" smtClean="0"/>
              <a:t>1</a:t>
            </a:r>
            <a:r>
              <a:rPr lang="en-US" dirty="0" smtClean="0"/>
              <a:t>, w</a:t>
            </a:r>
            <a:r>
              <a:rPr lang="en-US" baseline="-25000" dirty="0" smtClean="0"/>
              <a:t>2</a:t>
            </a:r>
            <a:r>
              <a:rPr lang="en-US" dirty="0" smtClean="0"/>
              <a:t>, w</a:t>
            </a:r>
            <a:r>
              <a:rPr lang="en-US" baseline="-25000" dirty="0"/>
              <a:t>3</a:t>
            </a:r>
            <a:r>
              <a:rPr lang="en-US" dirty="0" smtClean="0"/>
              <a:t> and w</a:t>
            </a:r>
            <a:r>
              <a:rPr lang="en-US" baseline="-25000" dirty="0" smtClean="0"/>
              <a:t>4</a:t>
            </a:r>
            <a:r>
              <a:rPr lang="en-US" dirty="0" smtClean="0"/>
              <a:t>?</a:t>
            </a:r>
          </a:p>
          <a:p>
            <a:r>
              <a:rPr lang="en-US" dirty="0" smtClean="0"/>
              <a:t>For instance for w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baseline="-25000" dirty="0" smtClean="0"/>
              <a:t> </a:t>
            </a:r>
            <a:r>
              <a:rPr lang="en-US" dirty="0" smtClean="0"/>
              <a:t>what we want is: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9" name="Picture 2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600200"/>
            <a:ext cx="4142116" cy="352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7" name="Picture 7" descr="\frac{\partial E_{total}}{\partial w_{1}} = \frac{\partial E_{total}}{\partial out_{h1}} * \frac{\partial out_{h1}}{\partial net_{h1}} * \frac{\partial net_{h1}}{\partial w_{1}}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42" y="3877468"/>
            <a:ext cx="4201916" cy="48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77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 Pass through the Hidden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Visually what we want is this:</a:t>
            </a:r>
            <a:endParaRPr lang="en-US" dirty="0"/>
          </a:p>
        </p:txBody>
      </p:sp>
      <p:pic>
        <p:nvPicPr>
          <p:cNvPr id="11266" name="Picture 2" descr="nn-calcu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209800"/>
            <a:ext cx="5243513" cy="4234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43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 Pass through the Hidden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We’re going to use a similar process as we did for the output layer, but slightly different to account for the fact that the </a:t>
            </a:r>
            <a:r>
              <a:rPr lang="en-US" dirty="0">
                <a:solidFill>
                  <a:srgbClr val="0000FF"/>
                </a:solidFill>
              </a:rPr>
              <a:t>output of each hidden layer neuron </a:t>
            </a:r>
            <a:r>
              <a:rPr lang="en-US" dirty="0" smtClean="0">
                <a:solidFill>
                  <a:srgbClr val="0000FF"/>
                </a:solidFill>
              </a:rPr>
              <a:t>is contributing to all the neurons in the subsequent layer.</a:t>
            </a:r>
          </a:p>
          <a:p>
            <a:r>
              <a:rPr lang="en-US" dirty="0" smtClean="0"/>
              <a:t>So:</a:t>
            </a:r>
          </a:p>
        </p:txBody>
      </p:sp>
      <p:pic>
        <p:nvPicPr>
          <p:cNvPr id="12290" name="Picture 2" descr="\frac{\partial E_{total}}{\partial out_{h1}} = \frac{\partial E_{o1}}{\partial out_{h1}} + \frac{\partial E_{o2}}{\partial out_{h1}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334000"/>
            <a:ext cx="4211773" cy="63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20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 Pass through the Hidden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Continuing: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Plugging them all in:</a:t>
            </a:r>
          </a:p>
          <a:p>
            <a:endParaRPr lang="en-US" dirty="0"/>
          </a:p>
        </p:txBody>
      </p:sp>
      <p:pic>
        <p:nvPicPr>
          <p:cNvPr id="5" name="Picture 2" descr="\frac{\partial E_{total}}{\partial out_{h1}} = \frac{\partial E_{o1}}{\partial out_{h1}} + \frac{\partial E_{o2}}{\partial out_{h1}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752600"/>
            <a:ext cx="3020287" cy="458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\frac{\partial E_{o1}}{\partial net_{o1}} = \frac{\partial E_{o1}}{\partial out_{o1}} * \frac{\partial out_{o1}}{\partial net_{o1}} = 0.74136507 * 0.186815602 = 0.13849856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191827"/>
            <a:ext cx="8382000" cy="399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\frac{\partial E_{o1}}{\partial out_{h1}} = \frac{\partial E_{o1}}{\partial net_{o1}} * \frac{\partial net_{o1}}{\partial out_{h1}}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54253"/>
            <a:ext cx="3182198" cy="487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\frac{\partial net_{o1}}{\partial out_{h1}} = w_5 = 0.4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822639"/>
            <a:ext cx="2456070" cy="44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 descr="\frac{\partial E_{o1}}{\partial out_{h1}} = \frac{\partial E_{o1}}{\partial net_{o1}} * \frac{\partial net_{o1}}{\partial out_{h1}} = 0.138498562 * 0.40 = 0.05539942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00" y="4571929"/>
            <a:ext cx="6338600" cy="35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4" name="Picture 12" descr="\frac{\partial E_{o1}}{\partial out_{h1}} = \frac{\partial E_{o1}}{\partial net_{o1}} * \frac{\partial net_{o1}}{\partial out_{h1}} = 0.138498562 * 0.40 = 0.05539942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" y="5667285"/>
            <a:ext cx="8179999" cy="45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005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 Pass through the Hidden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Similarly: </a:t>
            </a:r>
          </a:p>
          <a:p>
            <a:r>
              <a:rPr lang="en-US" dirty="0" smtClean="0"/>
              <a:t>Therefore: </a:t>
            </a:r>
          </a:p>
          <a:p>
            <a:endParaRPr lang="en-US" dirty="0" smtClean="0"/>
          </a:p>
          <a:p>
            <a:r>
              <a:rPr lang="en-US" dirty="0" smtClean="0"/>
              <a:t>Moving on, Recall the derivative of sigmoid:</a:t>
            </a:r>
          </a:p>
          <a:p>
            <a:endParaRPr lang="en-US" dirty="0"/>
          </a:p>
          <a:p>
            <a:r>
              <a:rPr lang="en-US" dirty="0" smtClean="0"/>
              <a:t>Next: </a:t>
            </a:r>
          </a:p>
          <a:p>
            <a:endParaRPr lang="en-US" dirty="0"/>
          </a:p>
        </p:txBody>
      </p:sp>
      <p:pic>
        <p:nvPicPr>
          <p:cNvPr id="14338" name="Picture 2" descr="\frac{\partial E_{o2}}{\partial out_{h1}} = -0.0190491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752600"/>
            <a:ext cx="312088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\frac{\partial E_{total}}{\partial out_{h1}} = \frac{\partial E_{o1}}{\partial out_{h1}} + \frac{\partial E_{o2}}{\partial out_{h1}} = 0.055399425 + -0.019049119 = 0.0363503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" y="2809875"/>
            <a:ext cx="8461375" cy="41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\frac{\partial out_{h1}}{\partial net_{h1}} = out_{h1}(1 - out_{h1}) = 0.59326999(1 - 0.59326999 ) = 0.24130070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164091"/>
            <a:ext cx="8447087" cy="407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 descr="\frac{\partial net_{h1}}{\partial w_1} = i_1 = 0.0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724400"/>
            <a:ext cx="2227263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7658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(Continued): The Backward Pass through the Hidden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Putting it all together…(Finally!)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We can update the weight w1 similar to what we did earlier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5362" name="Picture 2" descr="\frac{\partial E_{total}}{\partial w_{1}} = \frac{\partial E_{total}}{\partial out_{h1}} * \frac{\partial out_{h1}}{\partial net_{h1}} * \frac{\partial net_{h1}}{\partial w_{1}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09800"/>
            <a:ext cx="5334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\frac{\partial E_{total}}{\partial w_{1}} = 0.036350306 * 0.241300709 * 0.05 = 0.0004385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67025"/>
            <a:ext cx="8382000" cy="50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w_1^{+} = w_1 - \eta * \frac{\partial E_{total}}{\partial w_{1}} = 0.15 - 0.5 * 0.000438568 = 0.1497807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439047"/>
            <a:ext cx="7381659" cy="39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893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81000"/>
            <a:ext cx="8229600" cy="4525963"/>
          </a:xfrm>
        </p:spPr>
        <p:txBody>
          <a:bodyPr/>
          <a:lstStyle/>
          <a:p>
            <a:r>
              <a:rPr lang="en-US" sz="2000" dirty="0" smtClean="0"/>
              <a:t>Hidden weight update</a:t>
            </a:r>
          </a:p>
          <a:p>
            <a:r>
              <a:rPr lang="en-US" sz="2000" dirty="0" smtClean="0"/>
              <a:t>Error with respect to sigmoid (out)</a:t>
            </a:r>
          </a:p>
          <a:p>
            <a:r>
              <a:rPr lang="en-US" sz="2000" dirty="0" smtClean="0"/>
              <a:t>Sigmoid with respect to net</a:t>
            </a:r>
          </a:p>
          <a:p>
            <a:r>
              <a:rPr lang="en-US" sz="2000" dirty="0" smtClean="0"/>
              <a:t>Net with respect to weight w5</a:t>
            </a:r>
          </a:p>
          <a:p>
            <a:r>
              <a:rPr lang="en-US" sz="2000" dirty="0">
                <a:solidFill>
                  <a:srgbClr val="0000FF"/>
                </a:solidFill>
              </a:rPr>
              <a:t>Net with respect to weight </a:t>
            </a:r>
            <a:r>
              <a:rPr lang="en-US" sz="2000" dirty="0" smtClean="0">
                <a:solidFill>
                  <a:srgbClr val="0000FF"/>
                </a:solidFill>
              </a:rPr>
              <a:t>w7</a:t>
            </a:r>
            <a:endParaRPr lang="en-US" sz="2000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 smtClean="0"/>
              <a:t>1</a:t>
            </a:r>
            <a:r>
              <a:rPr lang="en-US" sz="2000" baseline="30000" dirty="0" smtClean="0"/>
              <a:t>st</a:t>
            </a:r>
            <a:r>
              <a:rPr lang="en-US" sz="2000" dirty="0" smtClean="0"/>
              <a:t> layer update</a:t>
            </a:r>
          </a:p>
          <a:p>
            <a:r>
              <a:rPr lang="en-US" sz="2000" dirty="0" smtClean="0"/>
              <a:t>Error 1 </a:t>
            </a:r>
            <a:r>
              <a:rPr lang="en-US" sz="2000" dirty="0"/>
              <a:t>with respect to sigmoid (out)</a:t>
            </a:r>
          </a:p>
          <a:p>
            <a:r>
              <a:rPr lang="en-US" sz="2000" dirty="0"/>
              <a:t>Sigmoid with respect to </a:t>
            </a:r>
            <a:r>
              <a:rPr lang="en-US" sz="2000" dirty="0" smtClean="0"/>
              <a:t>net o1</a:t>
            </a:r>
          </a:p>
          <a:p>
            <a:r>
              <a:rPr lang="en-US" sz="2000" dirty="0"/>
              <a:t>Error </a:t>
            </a:r>
            <a:r>
              <a:rPr lang="en-US" sz="2000" dirty="0" smtClean="0"/>
              <a:t>2 with </a:t>
            </a:r>
            <a:r>
              <a:rPr lang="en-US" sz="2000" dirty="0"/>
              <a:t>respect to sigmoid (out)</a:t>
            </a:r>
          </a:p>
          <a:p>
            <a:r>
              <a:rPr lang="en-US" sz="2000" dirty="0"/>
              <a:t>Sigmoid with respect to net </a:t>
            </a:r>
            <a:r>
              <a:rPr lang="en-US" sz="2000" dirty="0" smtClean="0"/>
              <a:t>o2</a:t>
            </a:r>
          </a:p>
          <a:p>
            <a:r>
              <a:rPr lang="en-US" sz="2000" dirty="0" smtClean="0"/>
              <a:t>Sum </a:t>
            </a:r>
          </a:p>
          <a:p>
            <a:r>
              <a:rPr lang="en-US" sz="2000" dirty="0" smtClean="0"/>
              <a:t>Net </a:t>
            </a:r>
            <a:r>
              <a:rPr lang="en-US" sz="2000" dirty="0" err="1" smtClean="0"/>
              <a:t>wrt</a:t>
            </a:r>
            <a:r>
              <a:rPr lang="en-US" sz="2000" dirty="0" smtClean="0"/>
              <a:t> sigmoid h1 (out h1)</a:t>
            </a:r>
          </a:p>
          <a:p>
            <a:r>
              <a:rPr lang="en-US" sz="2000" dirty="0" smtClean="0"/>
              <a:t>Out h1 </a:t>
            </a:r>
            <a:r>
              <a:rPr lang="en-US" sz="2000" dirty="0" err="1" smtClean="0"/>
              <a:t>wrt</a:t>
            </a:r>
            <a:r>
              <a:rPr lang="en-US" sz="2000" dirty="0" smtClean="0"/>
              <a:t> net h1</a:t>
            </a:r>
          </a:p>
          <a:p>
            <a:r>
              <a:rPr lang="en-US" sz="2000" dirty="0" smtClean="0"/>
              <a:t>Net h1 </a:t>
            </a:r>
            <a:r>
              <a:rPr lang="en-US" sz="2000" dirty="0" err="1" smtClean="0"/>
              <a:t>wrt</a:t>
            </a:r>
            <a:r>
              <a:rPr lang="en-US" sz="2000" dirty="0" smtClean="0"/>
              <a:t> weight w1 (= i1)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36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Assignment: </a:t>
            </a: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Calculate the weight updates of w</a:t>
            </a:r>
            <a:r>
              <a:rPr lang="en-US" baseline="-25000" dirty="0" smtClean="0"/>
              <a:t>2</a:t>
            </a:r>
            <a:r>
              <a:rPr lang="en-US" dirty="0" smtClean="0"/>
              <a:t>, w</a:t>
            </a:r>
            <a:r>
              <a:rPr lang="en-US" baseline="-25000" dirty="0" smtClean="0"/>
              <a:t>3</a:t>
            </a:r>
            <a:r>
              <a:rPr lang="en-US" dirty="0" smtClean="0"/>
              <a:t>, w</a:t>
            </a:r>
            <a:r>
              <a:rPr lang="en-US" baseline="-25000" dirty="0" smtClean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308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6800" y="1032735"/>
            <a:ext cx="17595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/>
              <a:t>Summary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33899" y="1854933"/>
            <a:ext cx="7499350" cy="2616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 indent="-330200" algn="just">
              <a:lnSpc>
                <a:spcPts val="2865"/>
              </a:lnSpc>
              <a:spcBef>
                <a:spcPts val="100"/>
              </a:spcBef>
              <a:buChar char="-"/>
              <a:tabLst>
                <a:tab pos="3429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fully-connected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marR="5080" indent="-330200" algn="just">
              <a:lnSpc>
                <a:spcPts val="2850"/>
              </a:lnSpc>
              <a:spcBef>
                <a:spcPts val="105"/>
              </a:spcBef>
              <a:buChar char="-"/>
              <a:tabLst>
                <a:tab pos="3429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abstraction of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the nice property that it </a:t>
            </a:r>
            <a:r>
              <a:rPr sz="2400" spc="-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 to use efficient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vectorized code (e.g. matrix </a:t>
            </a:r>
            <a:r>
              <a:rPr sz="2400" spc="-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multiplies)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indent="-330200" algn="just">
              <a:lnSpc>
                <a:spcPts val="2745"/>
              </a:lnSpc>
              <a:buChar char="-"/>
              <a:tabLst>
                <a:tab pos="3429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really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marR="335280" indent="-330200" algn="just">
              <a:lnSpc>
                <a:spcPts val="2850"/>
              </a:lnSpc>
              <a:spcBef>
                <a:spcPts val="105"/>
              </a:spcBef>
            </a:pP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4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networks: bigger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(but might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to </a:t>
            </a:r>
            <a:r>
              <a:rPr sz="2400" spc="-6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strongly)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44000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02764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701" y="923749"/>
            <a:ext cx="8888095" cy="4329430"/>
            <a:chOff x="187700" y="66499"/>
            <a:chExt cx="8888095" cy="43294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2225" y="1974575"/>
              <a:ext cx="4243024" cy="24209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9849" y="255974"/>
              <a:ext cx="5542915" cy="2559685"/>
            </a:xfrm>
            <a:custGeom>
              <a:avLst/>
              <a:gdLst/>
              <a:ahLst/>
              <a:cxnLst/>
              <a:rect l="l" t="t" r="r" b="b"/>
              <a:pathLst>
                <a:path w="5542915" h="2559685">
                  <a:moveTo>
                    <a:pt x="0" y="2559600"/>
                  </a:moveTo>
                  <a:lnTo>
                    <a:pt x="55427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7690535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701" y="923750"/>
            <a:ext cx="8674735" cy="4402455"/>
            <a:chOff x="187700" y="66499"/>
            <a:chExt cx="8674735" cy="4402455"/>
          </a:xfrm>
        </p:grpSpPr>
        <p:sp>
          <p:nvSpPr>
            <p:cNvPr id="3" name="object 3"/>
            <p:cNvSpPr/>
            <p:nvPr/>
          </p:nvSpPr>
          <p:spPr>
            <a:xfrm>
              <a:off x="3309849" y="255974"/>
              <a:ext cx="5542915" cy="2559685"/>
            </a:xfrm>
            <a:custGeom>
              <a:avLst/>
              <a:gdLst/>
              <a:ahLst/>
              <a:cxnLst/>
              <a:rect l="l" t="t" r="r" b="b"/>
              <a:pathLst>
                <a:path w="5542915" h="2559685">
                  <a:moveTo>
                    <a:pt x="0" y="2559600"/>
                  </a:moveTo>
                  <a:lnTo>
                    <a:pt x="55427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131" y="2815575"/>
              <a:ext cx="2512868" cy="165321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051599" y="4098882"/>
            <a:ext cx="2031364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</a:t>
            </a:r>
            <a:r>
              <a:rPr b="1"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32137" y="4614300"/>
            <a:ext cx="879724" cy="68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90154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23750"/>
            <a:ext cx="9075420" cy="4417695"/>
            <a:chOff x="0" y="66499"/>
            <a:chExt cx="9075420" cy="44176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2224" y="1974575"/>
              <a:ext cx="4243024" cy="24209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9849" y="255974"/>
              <a:ext cx="5542915" cy="2559685"/>
            </a:xfrm>
            <a:custGeom>
              <a:avLst/>
              <a:gdLst/>
              <a:ahLst/>
              <a:cxnLst/>
              <a:rect l="l" t="t" r="r" b="b"/>
              <a:pathLst>
                <a:path w="5542915" h="2559685">
                  <a:moveTo>
                    <a:pt x="0" y="2559600"/>
                  </a:moveTo>
                  <a:lnTo>
                    <a:pt x="55427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57075"/>
              <a:ext cx="5925300" cy="1326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492839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3125" y="903975"/>
            <a:ext cx="4266824" cy="4201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3150" y="1103631"/>
            <a:ext cx="4226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5" dirty="0"/>
              <a:t>Be</a:t>
            </a:r>
            <a:r>
              <a:rPr sz="1800" spc="-25" dirty="0"/>
              <a:t> </a:t>
            </a:r>
            <a:r>
              <a:rPr sz="1800" dirty="0"/>
              <a:t>very</a:t>
            </a:r>
            <a:r>
              <a:rPr sz="1800" spc="-20" dirty="0"/>
              <a:t> </a:t>
            </a:r>
            <a:r>
              <a:rPr sz="1800" dirty="0"/>
              <a:t>careful</a:t>
            </a:r>
            <a:r>
              <a:rPr sz="1800" spc="-15" dirty="0"/>
              <a:t> </a:t>
            </a:r>
            <a:r>
              <a:rPr sz="1800" spc="-5" dirty="0"/>
              <a:t>with</a:t>
            </a:r>
            <a:r>
              <a:rPr sz="1800" spc="-20" dirty="0"/>
              <a:t> </a:t>
            </a:r>
            <a:r>
              <a:rPr sz="1800" dirty="0"/>
              <a:t>your</a:t>
            </a:r>
            <a:r>
              <a:rPr sz="1800" spc="-20" dirty="0"/>
              <a:t> </a:t>
            </a:r>
            <a:r>
              <a:rPr sz="1800" spc="-5" dirty="0"/>
              <a:t>Brain</a:t>
            </a:r>
            <a:r>
              <a:rPr sz="1800" spc="-20" dirty="0"/>
              <a:t> </a:t>
            </a:r>
            <a:r>
              <a:rPr sz="1800" spc="-5" dirty="0"/>
              <a:t>analogies: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313151" y="1932307"/>
            <a:ext cx="4213225" cy="1962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</a:t>
            </a:r>
            <a:r>
              <a:rPr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304800">
              <a:spcBef>
                <a:spcPts val="1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40005" indent="-304800">
              <a:lnSpc>
                <a:spcPct val="100699"/>
              </a:lnSpc>
              <a:buChar char="-"/>
              <a:tabLst>
                <a:tab pos="469265" algn="l"/>
                <a:tab pos="46990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Dendrites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 </a:t>
            </a:r>
            <a:r>
              <a:rPr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080" indent="-304800">
              <a:lnSpc>
                <a:spcPct val="100699"/>
              </a:lnSpc>
              <a:buChar char="-"/>
              <a:tabLst>
                <a:tab pos="469265" algn="l"/>
                <a:tab pos="46990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Synapses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complex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dynamical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304800">
              <a:spcBef>
                <a:spcPts val="15"/>
              </a:spcBef>
              <a:buChar char="-"/>
              <a:tabLst>
                <a:tab pos="469265" algn="l"/>
                <a:tab pos="46990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adequate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949" y="5136063"/>
            <a:ext cx="36283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[Dendritic</a:t>
            </a:r>
            <a:r>
              <a:rPr sz="14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Computation.</a:t>
            </a:r>
            <a:r>
              <a:rPr sz="140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London</a:t>
            </a:r>
            <a:r>
              <a:rPr sz="14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Hausser]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56473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187365-B19F-4B1A-BD53-CE79B0895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8473102" cy="4038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151" y="381000"/>
            <a:ext cx="36391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Functions</a:t>
            </a:r>
          </a:p>
        </p:txBody>
      </p:sp>
    </p:spTree>
    <p:extLst>
      <p:ext uri="{BB962C8B-B14F-4D97-AF65-F5344CB8AC3E}">
        <p14:creationId xmlns:p14="http://schemas.microsoft.com/office/powerpoint/2010/main" val="6786317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E3F372DC-08B8-4ABF-B6C8-F86EC01D1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066800"/>
            <a:ext cx="5029200" cy="2149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7C8EC22-0866-4BC5-A0C6-617437295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640" y="3579999"/>
            <a:ext cx="4813663" cy="274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74151" y="381000"/>
            <a:ext cx="36391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Functions</a:t>
            </a:r>
          </a:p>
        </p:txBody>
      </p:sp>
    </p:spTree>
    <p:extLst>
      <p:ext uri="{BB962C8B-B14F-4D97-AF65-F5344CB8AC3E}">
        <p14:creationId xmlns:p14="http://schemas.microsoft.com/office/powerpoint/2010/main" val="241863999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3D7DCB-25A1-466E-A1CA-2D4590C2C7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208"/>
          <a:stretch/>
        </p:blipFill>
        <p:spPr>
          <a:xfrm>
            <a:off x="762000" y="1447800"/>
            <a:ext cx="8052450" cy="350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151" y="381000"/>
            <a:ext cx="36391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Functions</a:t>
            </a:r>
          </a:p>
        </p:txBody>
      </p:sp>
    </p:spTree>
    <p:extLst>
      <p:ext uri="{BB962C8B-B14F-4D97-AF65-F5344CB8AC3E}">
        <p14:creationId xmlns:p14="http://schemas.microsoft.com/office/powerpoint/2010/main" val="104732746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7A84BD-642F-4DBC-937F-3E10994AC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44" y="1143000"/>
            <a:ext cx="8144111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22647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856088-33C5-41B7-BA4F-37834556B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371600"/>
            <a:ext cx="6705600" cy="316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54176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0BCA96-BF0B-4AD4-861A-2CF2D8143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29" y="1560385"/>
            <a:ext cx="8134142" cy="37372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386CEA-9DFB-4F93-AF86-A985BC337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29" y="304800"/>
            <a:ext cx="4214486" cy="838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747026-6762-4AD4-A1FE-F7775EC5C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987" y="4937263"/>
            <a:ext cx="372427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9998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3CCB32-7230-4C44-A9F8-E68991DE5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82750"/>
            <a:ext cx="8444651" cy="414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404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466EC2-1FB4-4A0E-AFF1-0C36CA668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16898"/>
            <a:ext cx="8182595" cy="405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3283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E13759-88DE-486D-873D-AD5B3FCDC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62000"/>
            <a:ext cx="785377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9448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13AE84-73B8-4F99-B763-96CD470FD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143000"/>
            <a:ext cx="7731222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0659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08D914-0088-47DA-AAB8-D9BC8291C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46" y="914400"/>
            <a:ext cx="7668707" cy="376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9078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043851-52A2-4557-B7E4-2DFBA3267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7" y="1752600"/>
            <a:ext cx="9067843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7944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07294B-2C0C-4C4D-9380-CD38040CB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0"/>
            <a:ext cx="8629796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9483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74991F-1D09-4668-971E-30B648103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97" y="1905000"/>
            <a:ext cx="7781406" cy="244277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A7BBE76-5E0F-4665-8EF0-55743817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200"/>
            <a:ext cx="8229600" cy="717550"/>
          </a:xfrm>
        </p:spPr>
        <p:txBody>
          <a:bodyPr/>
          <a:lstStyle/>
          <a:p>
            <a:r>
              <a:rPr lang="en-US" dirty="0"/>
              <a:t>Class Assignment</a:t>
            </a:r>
          </a:p>
        </p:txBody>
      </p:sp>
    </p:spTree>
    <p:extLst>
      <p:ext uri="{BB962C8B-B14F-4D97-AF65-F5344CB8AC3E}">
        <p14:creationId xmlns:p14="http://schemas.microsoft.com/office/powerpoint/2010/main" val="23104507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2325" y="1006535"/>
            <a:ext cx="52692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/>
              <a:t>Neural</a:t>
            </a:r>
            <a:r>
              <a:rPr sz="3000" spc="-50" dirty="0"/>
              <a:t> </a:t>
            </a:r>
            <a:r>
              <a:rPr sz="3000" spc="-5" dirty="0"/>
              <a:t>Networks:</a:t>
            </a:r>
            <a:r>
              <a:rPr sz="3000" spc="-45" dirty="0"/>
              <a:t> </a:t>
            </a:r>
            <a:r>
              <a:rPr sz="3000" spc="-5" dirty="0"/>
              <a:t>Architectures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284774" y="1707850"/>
            <a:ext cx="3246120" cy="2994660"/>
            <a:chOff x="284774" y="850600"/>
            <a:chExt cx="3246120" cy="29946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774" y="850600"/>
              <a:ext cx="3245724" cy="2223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69151" y="3006675"/>
              <a:ext cx="297815" cy="829310"/>
            </a:xfrm>
            <a:custGeom>
              <a:avLst/>
              <a:gdLst/>
              <a:ahLst/>
              <a:cxnLst/>
              <a:rect l="l" t="t" r="r" b="b"/>
              <a:pathLst>
                <a:path w="297814" h="829310">
                  <a:moveTo>
                    <a:pt x="297673" y="82902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0012" y="2915785"/>
              <a:ext cx="78278" cy="111048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69249" y="1690002"/>
            <a:ext cx="4604950" cy="224133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901199" y="1765775"/>
            <a:ext cx="0" cy="2242185"/>
          </a:xfrm>
          <a:custGeom>
            <a:avLst/>
            <a:gdLst/>
            <a:ahLst/>
            <a:cxnLst/>
            <a:rect l="l" t="t" r="r" b="b"/>
            <a:pathLst>
              <a:path h="2242185">
                <a:moveTo>
                  <a:pt x="0" y="0"/>
                </a:moveTo>
                <a:lnTo>
                  <a:pt x="0" y="2241899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21594" y="4056494"/>
            <a:ext cx="692150" cy="760730"/>
            <a:chOff x="2321594" y="3199244"/>
            <a:chExt cx="692150" cy="760730"/>
          </a:xfrm>
        </p:grpSpPr>
        <p:sp>
          <p:nvSpPr>
            <p:cNvPr id="10" name="object 10"/>
            <p:cNvSpPr/>
            <p:nvPr/>
          </p:nvSpPr>
          <p:spPr>
            <a:xfrm>
              <a:off x="2389229" y="3272776"/>
              <a:ext cx="615315" cy="677545"/>
            </a:xfrm>
            <a:custGeom>
              <a:avLst/>
              <a:gdLst/>
              <a:ahLst/>
              <a:cxnLst/>
              <a:rect l="l" t="t" r="r" b="b"/>
              <a:pathLst>
                <a:path w="615314" h="677545">
                  <a:moveTo>
                    <a:pt x="614969" y="67737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21594" y="3199244"/>
              <a:ext cx="100456" cy="10420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3026" y="4438582"/>
            <a:ext cx="279463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“2-layer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Net”,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“1-hidden-layer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Net”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69925" y="4188032"/>
            <a:ext cx="5311775" cy="93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9840"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“3-layer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Net”,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29840">
              <a:spcBef>
                <a:spcPts val="1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“2-hidden-layer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Net”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700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“Fully-connected”</a:t>
            </a:r>
            <a:r>
              <a:rPr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924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709" y="695748"/>
            <a:ext cx="761873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Example</a:t>
            </a:r>
            <a:r>
              <a:rPr spc="-25" dirty="0"/>
              <a:t> </a:t>
            </a:r>
            <a:r>
              <a:rPr spc="-5" dirty="0"/>
              <a:t>Feed-forward</a:t>
            </a:r>
            <a:r>
              <a:rPr spc="-25" dirty="0"/>
              <a:t> </a:t>
            </a:r>
            <a:r>
              <a:rPr b="0" dirty="0"/>
              <a:t>computation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-20" dirty="0"/>
              <a:t> </a:t>
            </a:r>
            <a:r>
              <a:rPr b="0" dirty="0"/>
              <a:t>a</a:t>
            </a:r>
            <a:r>
              <a:rPr spc="-15" dirty="0"/>
              <a:t> </a:t>
            </a:r>
            <a:r>
              <a:rPr spc="-5" dirty="0"/>
              <a:t>Neural</a:t>
            </a:r>
            <a:r>
              <a:rPr spc="-20" dirty="0"/>
              <a:t> </a:t>
            </a:r>
            <a:r>
              <a:rPr spc="-5" dirty="0"/>
              <a:t>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750" y="2292075"/>
            <a:ext cx="7806649" cy="16900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5301" y="4251280"/>
            <a:ext cx="5459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60557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2925" y="1430477"/>
            <a:ext cx="4604950" cy="2241335"/>
          </a:xfrm>
          <a:prstGeom prst="rect">
            <a:avLst/>
          </a:prstGeom>
        </p:spPr>
      </p:pic>
      <p:sp>
        <p:nvSpPr>
          <p:cNvPr id="5" name="object 3"/>
          <p:cNvSpPr txBox="1">
            <a:spLocks/>
          </p:cNvSpPr>
          <p:nvPr/>
        </p:nvSpPr>
        <p:spPr>
          <a:xfrm>
            <a:off x="576635" y="381000"/>
            <a:ext cx="7618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 smtClean="0"/>
              <a:t>Example</a:t>
            </a:r>
            <a:r>
              <a:rPr lang="en-US" spc="-25" dirty="0" smtClean="0"/>
              <a:t> </a:t>
            </a:r>
            <a:r>
              <a:rPr lang="en-US" spc="-5" dirty="0" smtClean="0"/>
              <a:t>Feed-forward</a:t>
            </a:r>
            <a:r>
              <a:rPr lang="en-US" spc="-25" dirty="0" smtClean="0"/>
              <a:t> </a:t>
            </a:r>
            <a:r>
              <a:rPr lang="en-US" dirty="0" smtClean="0"/>
              <a:t>computation</a:t>
            </a:r>
            <a:r>
              <a:rPr lang="en-US" spc="-15" dirty="0" smtClean="0"/>
              <a:t> </a:t>
            </a:r>
            <a:r>
              <a:rPr lang="en-US" spc="-5" dirty="0" smtClean="0"/>
              <a:t>of</a:t>
            </a:r>
            <a:r>
              <a:rPr lang="en-US" spc="-20" dirty="0" smtClean="0"/>
              <a:t> </a:t>
            </a:r>
            <a:r>
              <a:rPr lang="en-US" dirty="0" smtClean="0"/>
              <a:t>a</a:t>
            </a:r>
            <a:r>
              <a:rPr lang="en-US" spc="-15" dirty="0" smtClean="0"/>
              <a:t> </a:t>
            </a:r>
            <a:r>
              <a:rPr lang="en-US" spc="-5" dirty="0" smtClean="0"/>
              <a:t>Neural</a:t>
            </a:r>
            <a:r>
              <a:rPr lang="en-US" spc="-20" dirty="0" smtClean="0"/>
              <a:t> </a:t>
            </a:r>
            <a:r>
              <a:rPr lang="en-US" spc="-5" dirty="0" smtClean="0"/>
              <a:t>Network</a:t>
            </a:r>
            <a:endParaRPr lang="en-US" spc="-5" dirty="0"/>
          </a:p>
        </p:txBody>
      </p:sp>
      <p:pic>
        <p:nvPicPr>
          <p:cNvPr id="6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4151" y="3862812"/>
            <a:ext cx="6743699" cy="130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8980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526" y="1096109"/>
            <a:ext cx="73386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10" dirty="0"/>
              <a:t>Setting</a:t>
            </a:r>
            <a:r>
              <a:rPr sz="3000" spc="-20" dirty="0"/>
              <a:t> </a:t>
            </a:r>
            <a:r>
              <a:rPr sz="3000" spc="-5" dirty="0"/>
              <a:t>the</a:t>
            </a:r>
            <a:r>
              <a:rPr sz="3000" spc="-20" dirty="0"/>
              <a:t> </a:t>
            </a:r>
            <a:r>
              <a:rPr sz="3000" spc="-5" dirty="0"/>
              <a:t>number</a:t>
            </a:r>
            <a:r>
              <a:rPr sz="3000" spc="-10" dirty="0"/>
              <a:t> </a:t>
            </a:r>
            <a:r>
              <a:rPr sz="3000" spc="-5" dirty="0"/>
              <a:t>of</a:t>
            </a:r>
            <a:r>
              <a:rPr sz="3000" spc="-15" dirty="0"/>
              <a:t> </a:t>
            </a:r>
            <a:r>
              <a:rPr sz="3000" spc="-5" dirty="0"/>
              <a:t>layers</a:t>
            </a:r>
            <a:r>
              <a:rPr sz="3000" spc="-15" dirty="0"/>
              <a:t> </a:t>
            </a:r>
            <a:r>
              <a:rPr sz="3000" spc="-5" dirty="0"/>
              <a:t>and</a:t>
            </a:r>
            <a:r>
              <a:rPr sz="3000" spc="-10" dirty="0"/>
              <a:t> </a:t>
            </a:r>
            <a:r>
              <a:rPr sz="3000" spc="-5" dirty="0"/>
              <a:t>their</a:t>
            </a:r>
            <a:r>
              <a:rPr sz="3000" spc="-20" dirty="0"/>
              <a:t> </a:t>
            </a:r>
            <a:r>
              <a:rPr sz="3000" dirty="0"/>
              <a:t>sizes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495" y="1926587"/>
            <a:ext cx="7546228" cy="2678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3709" y="4723275"/>
            <a:ext cx="81980" cy="3347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00825" y="5035533"/>
            <a:ext cx="41484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75175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8915400" cy="717550"/>
          </a:xfrm>
        </p:spPr>
        <p:txBody>
          <a:bodyPr/>
          <a:lstStyle/>
          <a:p>
            <a:r>
              <a:rPr lang="en-US" spc="-5" dirty="0"/>
              <a:t>Do</a:t>
            </a:r>
            <a:r>
              <a:rPr lang="en-US" spc="-10" dirty="0"/>
              <a:t> </a:t>
            </a:r>
            <a:r>
              <a:rPr lang="en-US" spc="-5" dirty="0"/>
              <a:t>not</a:t>
            </a:r>
            <a:r>
              <a:rPr lang="en-US" spc="-10" dirty="0"/>
              <a:t> </a:t>
            </a:r>
            <a:r>
              <a:rPr lang="en-US" spc="-5" dirty="0"/>
              <a:t>use</a:t>
            </a:r>
            <a:r>
              <a:rPr lang="en-US" spc="-10" dirty="0"/>
              <a:t> </a:t>
            </a:r>
            <a:r>
              <a:rPr lang="en-US" dirty="0"/>
              <a:t>size</a:t>
            </a:r>
            <a:r>
              <a:rPr lang="en-US" spc="-10" dirty="0"/>
              <a:t> </a:t>
            </a:r>
            <a:r>
              <a:rPr lang="en-US" spc="-5" dirty="0"/>
              <a:t>of</a:t>
            </a:r>
            <a:r>
              <a:rPr lang="en-US" spc="-10" dirty="0"/>
              <a:t> </a:t>
            </a:r>
            <a:r>
              <a:rPr lang="en-US" spc="-5" dirty="0"/>
              <a:t>neural</a:t>
            </a:r>
            <a:r>
              <a:rPr lang="en-US" spc="-10" dirty="0"/>
              <a:t> </a:t>
            </a:r>
            <a:r>
              <a:rPr lang="en-US" spc="-5" dirty="0"/>
              <a:t>network</a:t>
            </a:r>
            <a:r>
              <a:rPr lang="en-US" spc="-10" dirty="0"/>
              <a:t> </a:t>
            </a:r>
            <a:r>
              <a:rPr lang="en-US" spc="-5" dirty="0"/>
              <a:t>as</a:t>
            </a:r>
            <a:r>
              <a:rPr lang="en-US" spc="-10" dirty="0"/>
              <a:t> </a:t>
            </a:r>
            <a:r>
              <a:rPr lang="en-US" dirty="0"/>
              <a:t>a</a:t>
            </a:r>
            <a:r>
              <a:rPr lang="en-US" spc="-5" dirty="0"/>
              <a:t> </a:t>
            </a:r>
            <a:r>
              <a:rPr lang="en-US" dirty="0" err="1"/>
              <a:t>regularizer</a:t>
            </a:r>
            <a:r>
              <a:rPr lang="en-US" dirty="0"/>
              <a:t>.</a:t>
            </a:r>
            <a:r>
              <a:rPr lang="en-US" spc="-10" dirty="0"/>
              <a:t> </a:t>
            </a:r>
            <a:r>
              <a:rPr lang="en-US" spc="-5" dirty="0"/>
              <a:t>Use</a:t>
            </a:r>
            <a:r>
              <a:rPr lang="en-US" spc="-10" dirty="0"/>
              <a:t> </a:t>
            </a:r>
            <a:r>
              <a:rPr lang="en-US" dirty="0"/>
              <a:t>stronger</a:t>
            </a:r>
            <a:r>
              <a:rPr lang="en-US" spc="-10" dirty="0"/>
              <a:t> </a:t>
            </a:r>
            <a:r>
              <a:rPr lang="en-US" dirty="0"/>
              <a:t>regularization</a:t>
            </a:r>
            <a:r>
              <a:rPr lang="en-US" spc="-10" dirty="0"/>
              <a:t> </a:t>
            </a:r>
            <a:r>
              <a:rPr lang="en-US" spc="-5" dirty="0"/>
              <a:t>instead: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object 2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8229600" cy="301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67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9A45FDF435D4CA9F3A585DD4ABEB3" ma:contentTypeVersion="3" ma:contentTypeDescription="Create a new document." ma:contentTypeScope="" ma:versionID="c56093a13bcf6bf1569280f252a463a7">
  <xsd:schema xmlns:xsd="http://www.w3.org/2001/XMLSchema" xmlns:xs="http://www.w3.org/2001/XMLSchema" xmlns:p="http://schemas.microsoft.com/office/2006/metadata/properties" xmlns:ns2="82062c1e-dd8f-4268-9e54-b0572c0891a6" targetNamespace="http://schemas.microsoft.com/office/2006/metadata/properties" ma:root="true" ma:fieldsID="66ec99b637a5ba745fffa7bcfec8d45f" ns2:_="">
    <xsd:import namespace="82062c1e-dd8f-4268-9e54-b0572c0891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62c1e-dd8f-4268-9e54-b0572c0891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B42F55D-EEE4-412F-8636-F47C8CB99BFB}"/>
</file>

<file path=customXml/itemProps2.xml><?xml version="1.0" encoding="utf-8"?>
<ds:datastoreItem xmlns:ds="http://schemas.openxmlformats.org/officeDocument/2006/customXml" ds:itemID="{72348499-54FA-42DA-BD26-A816886B41F3}"/>
</file>

<file path=customXml/itemProps3.xml><?xml version="1.0" encoding="utf-8"?>
<ds:datastoreItem xmlns:ds="http://schemas.openxmlformats.org/officeDocument/2006/customXml" ds:itemID="{DF87E366-2A92-4D24-895F-EE852D0CE0C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16217</TotalTime>
  <Words>2089</Words>
  <Application>Microsoft Office PowerPoint</Application>
  <PresentationFormat>On-screen Show (4:3)</PresentationFormat>
  <Paragraphs>390</Paragraphs>
  <Slides>106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15" baseType="lpstr">
      <vt:lpstr>맑은 고딕</vt:lpstr>
      <vt:lpstr>宋体</vt:lpstr>
      <vt:lpstr>Arial</vt:lpstr>
      <vt:lpstr>Arial MT</vt:lpstr>
      <vt:lpstr>Calibri</vt:lpstr>
      <vt:lpstr>휴먼엑스포</vt:lpstr>
      <vt:lpstr>굴림</vt:lpstr>
      <vt:lpstr>Times New Roman</vt:lpstr>
      <vt:lpstr>Office 主题</vt:lpstr>
      <vt:lpstr>PowerPoint Presentation</vt:lpstr>
      <vt:lpstr>Where we are...</vt:lpstr>
      <vt:lpstr>Gradient Descent</vt:lpstr>
      <vt:lpstr>Computational Graph</vt:lpstr>
      <vt:lpstr>Convolutional Network  (AlexNet)</vt:lpstr>
      <vt:lpstr>Neural Turing Machine</vt:lpstr>
      <vt:lpstr>PowerPoint Presentation</vt:lpstr>
      <vt:lpstr>PowerPoint Presentation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PowerPoint Presentation</vt:lpstr>
      <vt:lpstr>activations</vt:lpstr>
      <vt:lpstr>activations</vt:lpstr>
      <vt:lpstr>activations</vt:lpstr>
      <vt:lpstr>activations</vt:lpstr>
      <vt:lpstr>activations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Another example:</vt:lpstr>
      <vt:lpstr>PowerPoint Presentation</vt:lpstr>
      <vt:lpstr>PowerPoint Presentation</vt:lpstr>
      <vt:lpstr>Another example:</vt:lpstr>
      <vt:lpstr>Another example:</vt:lpstr>
      <vt:lpstr>Another example:</vt:lpstr>
      <vt:lpstr>PowerPoint Presentation</vt:lpstr>
      <vt:lpstr>Another example:</vt:lpstr>
      <vt:lpstr>PowerPoint Presentation</vt:lpstr>
      <vt:lpstr>PowerPoint Presentation</vt:lpstr>
      <vt:lpstr>Patterns in backward flow</vt:lpstr>
      <vt:lpstr>PowerPoint Presentation</vt:lpstr>
      <vt:lpstr>PowerPoint Presentation</vt:lpstr>
      <vt:lpstr>Implementation:</vt:lpstr>
      <vt:lpstr>Implementation:</vt:lpstr>
      <vt:lpstr>Gradients for vectorized code (x,y,z are now vectors)</vt:lpstr>
      <vt:lpstr>Vectorized operations</vt:lpstr>
      <vt:lpstr>Vectorized operations</vt:lpstr>
      <vt:lpstr>Vectorized operations</vt:lpstr>
      <vt:lpstr>Vectorized operations</vt:lpstr>
      <vt:lpstr>Summary so far</vt:lpstr>
      <vt:lpstr>PowerPoint Presentation</vt:lpstr>
      <vt:lpstr>Neural Network: without the brain stuff</vt:lpstr>
      <vt:lpstr>Neural Network: without the brain stuff</vt:lpstr>
      <vt:lpstr>Neural Network: without the brain stuff</vt:lpstr>
      <vt:lpstr>Neural Network: without the brain stuff</vt:lpstr>
      <vt:lpstr>Full implementation of training a 2-layer Neural Network needs ~11 lines:</vt:lpstr>
      <vt:lpstr>A look at Hidden Layers</vt:lpstr>
      <vt:lpstr>Consider a 2 layer neural network</vt:lpstr>
      <vt:lpstr>Step 1: Let’s initialize weights and biases for any inputs</vt:lpstr>
      <vt:lpstr>Step 2: Propagate through the network to find the outputs (Forward Pass)</vt:lpstr>
      <vt:lpstr>Step 2 (continued): How did we calculate the Network Output?</vt:lpstr>
      <vt:lpstr>Step 2 (continued): How did we calculate the Network Output?</vt:lpstr>
      <vt:lpstr>Step 2 (continued): How did we calculate the Network Output?</vt:lpstr>
      <vt:lpstr>Step 3: Loss Calculation.</vt:lpstr>
      <vt:lpstr>Step 3: Loss Calculation.</vt:lpstr>
      <vt:lpstr>Step 4: The Backwards Pass</vt:lpstr>
      <vt:lpstr>Step 4 (Continued): The Backwards Pass</vt:lpstr>
      <vt:lpstr>Step 4 (Continued): The Backward Pass</vt:lpstr>
      <vt:lpstr>Step 4 (Continued): The Backward Pass</vt:lpstr>
      <vt:lpstr>Step 4 (Continued): The Backward Pass</vt:lpstr>
      <vt:lpstr>Class Assignment</vt:lpstr>
      <vt:lpstr>Class Assignment</vt:lpstr>
      <vt:lpstr>Step 4 (Continued): The Backward Pass through the Hidden Layer</vt:lpstr>
      <vt:lpstr>Step 4 (Continued): The Backward Pass through the Hidden Layer</vt:lpstr>
      <vt:lpstr>Step 4 (Continued): The Backward Pass through the Hidden Layer</vt:lpstr>
      <vt:lpstr>Step 4 (Continued): The Backward Pass through the Hidden Layer</vt:lpstr>
      <vt:lpstr>Step 4 (Continued): The Backward Pass through the Hidden Layer</vt:lpstr>
      <vt:lpstr>Step 4 (Continued): The Backward Pass through the Hidden Layer</vt:lpstr>
      <vt:lpstr>PowerPoint Presentation</vt:lpstr>
      <vt:lpstr>Assignment: 2</vt:lpstr>
      <vt:lpstr>Summary</vt:lpstr>
      <vt:lpstr>PowerPoint Presentation</vt:lpstr>
      <vt:lpstr>PowerPoint Presentation</vt:lpstr>
      <vt:lpstr>PowerPoint Presentation</vt:lpstr>
      <vt:lpstr>PowerPoint Presentation</vt:lpstr>
      <vt:lpstr>Be very careful with your Brain analogies: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Assignment</vt:lpstr>
      <vt:lpstr>Neural Networks: Architectures</vt:lpstr>
      <vt:lpstr>Example Feed-forward computation of a Neural Network</vt:lpstr>
      <vt:lpstr>PowerPoint Presentation</vt:lpstr>
      <vt:lpstr>Setting the number of layers and their sizes</vt:lpstr>
      <vt:lpstr>Do not use size of neural network as a regularizer. Use stronger regularization instead: 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GLM</dc:title>
  <dc:creator>Carmen</dc:creator>
  <cp:lastModifiedBy>Muhammad Jawad Khan</cp:lastModifiedBy>
  <cp:revision>1014</cp:revision>
  <cp:lastPrinted>2017-11-22T03:46:00Z</cp:lastPrinted>
  <dcterms:created xsi:type="dcterms:W3CDTF">2009-10-20T23:53:23Z</dcterms:created>
  <dcterms:modified xsi:type="dcterms:W3CDTF">2022-10-06T11:59:46Z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0x0101002419A45FDF435D4CA9F3A585DD4ABEB3</vt:lpwstr>
  </property>
</Properties>
</file>