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0" r:id="rId6"/>
    <p:sldId id="258" r:id="rId7"/>
    <p:sldId id="261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33017-9B14-4D3D-85F5-C02FA6D5756A}" v="40" dt="2020-12-29T12:03:29.142"/>
    <p1510:client id="{67F1F580-437D-444D-BA54-A10CB9430075}" v="17" dt="2020-12-27T09:58:20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n Sajid" userId="S::hasan.sajid@smme.nust.edu.pk::53d3e595-73cc-48e6-9881-18b039986a29" providerId="AD" clId="Web-{4CB33017-9B14-4D3D-85F5-C02FA6D5756A}"/>
    <pc:docChg chg="modSld">
      <pc:chgData name="Hassan Sajid" userId="S::hasan.sajid@smme.nust.edu.pk::53d3e595-73cc-48e6-9881-18b039986a29" providerId="AD" clId="Web-{4CB33017-9B14-4D3D-85F5-C02FA6D5756A}" dt="2020-12-29T12:03:28.517" v="37" actId="20577"/>
      <pc:docMkLst>
        <pc:docMk/>
      </pc:docMkLst>
      <pc:sldChg chg="modSp">
        <pc:chgData name="Hassan Sajid" userId="S::hasan.sajid@smme.nust.edu.pk::53d3e595-73cc-48e6-9881-18b039986a29" providerId="AD" clId="Web-{4CB33017-9B14-4D3D-85F5-C02FA6D5756A}" dt="2020-12-29T12:03:28.517" v="36" actId="20577"/>
        <pc:sldMkLst>
          <pc:docMk/>
          <pc:sldMk cId="0" sldId="259"/>
        </pc:sldMkLst>
        <pc:spChg chg="mod">
          <ac:chgData name="Hassan Sajid" userId="S::hasan.sajid@smme.nust.edu.pk::53d3e595-73cc-48e6-9881-18b039986a29" providerId="AD" clId="Web-{4CB33017-9B14-4D3D-85F5-C02FA6D5756A}" dt="2020-12-29T12:03:28.517" v="36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  <pc:docChgLst>
    <pc:chgData name="Hassan Sajid" userId="S::hasan.sajid@smme.nust.edu.pk::53d3e595-73cc-48e6-9881-18b039986a29" providerId="AD" clId="Web-{67F1F580-437D-444D-BA54-A10CB9430075}"/>
    <pc:docChg chg="modSld">
      <pc:chgData name="Hassan Sajid" userId="S::hasan.sajid@smme.nust.edu.pk::53d3e595-73cc-48e6-9881-18b039986a29" providerId="AD" clId="Web-{67F1F580-437D-444D-BA54-A10CB9430075}" dt="2020-12-27T09:58:20.816" v="16" actId="20577"/>
      <pc:docMkLst>
        <pc:docMk/>
      </pc:docMkLst>
      <pc:sldChg chg="modSp">
        <pc:chgData name="Hassan Sajid" userId="S::hasan.sajid@smme.nust.edu.pk::53d3e595-73cc-48e6-9881-18b039986a29" providerId="AD" clId="Web-{67F1F580-437D-444D-BA54-A10CB9430075}" dt="2020-12-27T09:58:17.362" v="14" actId="20577"/>
        <pc:sldMkLst>
          <pc:docMk/>
          <pc:sldMk cId="0" sldId="260"/>
        </pc:sldMkLst>
        <pc:spChg chg="mod">
          <ac:chgData name="Hassan Sajid" userId="S::hasan.sajid@smme.nust.edu.pk::53d3e595-73cc-48e6-9881-18b039986a29" providerId="AD" clId="Web-{67F1F580-437D-444D-BA54-A10CB9430075}" dt="2020-12-27T09:58:17.362" v="14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6019800"/>
          </a:xfrm>
        </p:spPr>
        <p:txBody>
          <a:bodyPr>
            <a:normAutofit/>
          </a:bodyPr>
          <a:lstStyle/>
          <a:p>
            <a:r>
              <a:rPr lang="en-US" dirty="0"/>
              <a:t>Write complete code to train a </a:t>
            </a:r>
            <a:r>
              <a:rPr lang="en-US" dirty="0">
                <a:solidFill>
                  <a:srgbClr val="FF0000"/>
                </a:solidFill>
              </a:rPr>
              <a:t>shallow neural network to detect your face.</a:t>
            </a:r>
          </a:p>
          <a:p>
            <a:r>
              <a:rPr lang="en-US" dirty="0">
                <a:solidFill>
                  <a:srgbClr val="FF0000"/>
                </a:solidFill>
              </a:rPr>
              <a:t>Use your own images to generate the dataset.</a:t>
            </a:r>
          </a:p>
          <a:p>
            <a:r>
              <a:rPr lang="en-US" dirty="0"/>
              <a:t>Data split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FF0000"/>
                </a:solidFill>
              </a:rPr>
              <a:t>60% training + 20% validation + 20% testing</a:t>
            </a:r>
            <a:r>
              <a:rPr lang="en-US" sz="2600" dirty="0"/>
              <a:t>)</a:t>
            </a:r>
            <a:endParaRPr lang="en-US" dirty="0"/>
          </a:p>
          <a:p>
            <a:r>
              <a:rPr lang="en-US" dirty="0"/>
              <a:t>You have to write the code without use of any library. Only </a:t>
            </a:r>
            <a:r>
              <a:rPr lang="en-US" dirty="0" err="1"/>
              <a:t>Numpy</a:t>
            </a:r>
            <a:r>
              <a:rPr lang="en-US" dirty="0"/>
              <a:t> (and Pillows if needed) is allowed.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334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Submit the code, </a:t>
            </a:r>
            <a:r>
              <a:rPr lang="en-US" dirty="0">
                <a:solidFill>
                  <a:srgbClr val="FF0000"/>
                </a:solidFill>
              </a:rPr>
              <a:t>dataset</a:t>
            </a:r>
            <a:r>
              <a:rPr lang="en-US" dirty="0"/>
              <a:t> and report containing results</a:t>
            </a:r>
          </a:p>
          <a:p>
            <a:pPr lvl="1"/>
            <a:r>
              <a:rPr lang="en-US" dirty="0"/>
              <a:t>Submission should include training code.</a:t>
            </a:r>
          </a:p>
          <a:p>
            <a:pPr lvl="1"/>
            <a:r>
              <a:rPr lang="en-US" dirty="0"/>
              <a:t>Prediction code should be separate and a function named “prediction” with features as input and estimated count as output.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Report the mean error on test, validation and training sets.</a:t>
            </a:r>
          </a:p>
          <a:p>
            <a:r>
              <a:rPr lang="en-US" dirty="0"/>
              <a:t>Submission Date: </a:t>
            </a:r>
            <a:r>
              <a:rPr lang="en-US" dirty="0">
                <a:solidFill>
                  <a:srgbClr val="FF0000"/>
                </a:solidFill>
              </a:rPr>
              <a:t>November 19, 2025 before 11:59 pm on Microsoft teams under Assignment 2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Libraries for machine learning can NOT be used. For example gradient descent has to be implemented yourself rather than using function from any library.</a:t>
            </a:r>
          </a:p>
          <a:p>
            <a:r>
              <a:rPr lang="en-US" dirty="0"/>
              <a:t>Libraries for peripheral functions such as plotting, reading/writing of files etc can be used such as </a:t>
            </a:r>
            <a:r>
              <a:rPr lang="en-US" dirty="0" err="1"/>
              <a:t>numpy</a:t>
            </a:r>
            <a:r>
              <a:rPr lang="en-US" dirty="0"/>
              <a:t>.</a:t>
            </a:r>
          </a:p>
          <a:p>
            <a:r>
              <a:rPr lang="en-US" dirty="0"/>
              <a:t>Zero tolerance for plagiarism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CEF4-2E9B-4FF7-B3D0-FDD40084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D5D4-A91C-4D18-9F96-4557258E1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Dataset Details</a:t>
            </a:r>
          </a:p>
          <a:p>
            <a:pPr lvl="1"/>
            <a:r>
              <a:rPr lang="en-US" dirty="0"/>
              <a:t>Gathering and Cleaning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Feature details and scaling (if any)</a:t>
            </a:r>
          </a:p>
          <a:p>
            <a:pPr lvl="1"/>
            <a:r>
              <a:rPr lang="en-US" dirty="0"/>
              <a:t>Code and methodology</a:t>
            </a:r>
          </a:p>
          <a:p>
            <a:r>
              <a:rPr lang="en-US" dirty="0"/>
              <a:t>Mathematical Model details (hypothesis, objective function, parameter optimization)</a:t>
            </a:r>
          </a:p>
          <a:p>
            <a:r>
              <a:rPr lang="en-US" dirty="0"/>
              <a:t>Output of the model</a:t>
            </a:r>
          </a:p>
          <a:p>
            <a:r>
              <a:rPr lang="en-US" dirty="0"/>
              <a:t>Model training details (iterations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Plots </a:t>
            </a:r>
          </a:p>
          <a:p>
            <a:pPr lvl="1"/>
            <a:r>
              <a:rPr lang="en-US" dirty="0"/>
              <a:t>Training loss</a:t>
            </a:r>
          </a:p>
          <a:p>
            <a:pPr lvl="1"/>
            <a:r>
              <a:rPr lang="en-US" dirty="0"/>
              <a:t>Error/metric for training, cross validation and test</a:t>
            </a:r>
          </a:p>
          <a:p>
            <a:r>
              <a:rPr lang="en-US" dirty="0"/>
              <a:t>Complete Codes</a:t>
            </a:r>
          </a:p>
          <a:p>
            <a:pPr lvl="1"/>
            <a:r>
              <a:rPr lang="en-US" dirty="0"/>
              <a:t>Instructions on running the code – Annex A</a:t>
            </a:r>
          </a:p>
          <a:p>
            <a:pPr lvl="1"/>
            <a:r>
              <a:rPr lang="en-US" dirty="0"/>
              <a:t>Training Code along with optimal parameters – Annex B</a:t>
            </a:r>
          </a:p>
          <a:p>
            <a:pPr lvl="1"/>
            <a:r>
              <a:rPr lang="en-US" dirty="0"/>
              <a:t>Prediction Code – Annex C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1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5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Project is 10 absolute points</a:t>
            </a:r>
          </a:p>
          <a:p>
            <a:r>
              <a:rPr lang="en-US" dirty="0"/>
              <a:t>Grading will be out of 100</a:t>
            </a:r>
          </a:p>
          <a:p>
            <a:pPr lvl="1"/>
            <a:r>
              <a:rPr lang="en-US" dirty="0"/>
              <a:t>Code comments - 10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Training - 30</a:t>
            </a:r>
          </a:p>
          <a:p>
            <a:pPr lvl="1"/>
            <a:r>
              <a:rPr lang="en-US" dirty="0"/>
              <a:t>Prediction function - 15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Accuracy – 15</a:t>
            </a:r>
          </a:p>
          <a:p>
            <a:pPr lvl="1"/>
            <a:r>
              <a:rPr lang="en-US" dirty="0"/>
              <a:t>Report 30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7312B816BAAE47B56D27ACD73122B7" ma:contentTypeVersion="4" ma:contentTypeDescription="Create a new document." ma:contentTypeScope="" ma:versionID="368957a92043f6fbe83a880e074cdae7">
  <xsd:schema xmlns:xsd="http://www.w3.org/2001/XMLSchema" xmlns:xs="http://www.w3.org/2001/XMLSchema" xmlns:p="http://schemas.microsoft.com/office/2006/metadata/properties" xmlns:ns2="fefde581-f727-4888-b85e-0f7a31f153a1" targetNamespace="http://schemas.microsoft.com/office/2006/metadata/properties" ma:root="true" ma:fieldsID="ba568e03cab5c368a635f6f7d343208a" ns2:_="">
    <xsd:import namespace="fefde581-f727-4888-b85e-0f7a31f153a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fde581-f727-4888-b85e-0f7a31f153a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fefde581-f727-4888-b85e-0f7a31f153a1" xsi:nil="true"/>
  </documentManagement>
</p:properties>
</file>

<file path=customXml/itemProps1.xml><?xml version="1.0" encoding="utf-8"?>
<ds:datastoreItem xmlns:ds="http://schemas.openxmlformats.org/officeDocument/2006/customXml" ds:itemID="{853182EE-F6A3-4598-A5A5-2C54C8717E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90ABB8-9854-4227-A850-EF24EAEEC521}"/>
</file>

<file path=customXml/itemProps3.xml><?xml version="1.0" encoding="utf-8"?>
<ds:datastoreItem xmlns:ds="http://schemas.openxmlformats.org/officeDocument/2006/customXml" ds:itemID="{227194AC-7DB7-4AA0-A391-B2D0B308623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289</Words>
  <Application>Microsoft Office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Assignment 2</vt:lpstr>
      <vt:lpstr>Assignment 2</vt:lpstr>
      <vt:lpstr>Notes</vt:lpstr>
      <vt:lpstr>Report</vt:lpstr>
      <vt:lpstr>Grading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Hasan</dc:creator>
  <cp:lastModifiedBy>Jawad Khan</cp:lastModifiedBy>
  <cp:revision>35</cp:revision>
  <dcterms:created xsi:type="dcterms:W3CDTF">2006-08-16T00:00:00Z</dcterms:created>
  <dcterms:modified xsi:type="dcterms:W3CDTF">2025-10-27T12:18:43Z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0x0101000F7312B816BAAE47B56D27ACD73122B7</vt:lpwstr>
  </property>
</Properties>
</file>