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0"/>
  </p:notesMasterIdLst>
  <p:handoutMasterIdLst>
    <p:handoutMasterId r:id="rId41"/>
  </p:handoutMasterIdLst>
  <p:sldIdLst>
    <p:sldId id="464" r:id="rId5"/>
    <p:sldId id="474" r:id="rId6"/>
    <p:sldId id="476" r:id="rId7"/>
    <p:sldId id="482" r:id="rId8"/>
    <p:sldId id="485" r:id="rId9"/>
    <p:sldId id="483" r:id="rId10"/>
    <p:sldId id="484" r:id="rId11"/>
    <p:sldId id="491" r:id="rId12"/>
    <p:sldId id="479" r:id="rId13"/>
    <p:sldId id="509" r:id="rId14"/>
    <p:sldId id="260" r:id="rId15"/>
    <p:sldId id="263" r:id="rId16"/>
    <p:sldId id="265" r:id="rId17"/>
    <p:sldId id="266" r:id="rId18"/>
    <p:sldId id="267" r:id="rId19"/>
    <p:sldId id="515" r:id="rId20"/>
    <p:sldId id="517" r:id="rId21"/>
    <p:sldId id="518" r:id="rId22"/>
    <p:sldId id="519" r:id="rId23"/>
    <p:sldId id="520" r:id="rId24"/>
    <p:sldId id="525" r:id="rId25"/>
    <p:sldId id="526" r:id="rId26"/>
    <p:sldId id="521" r:id="rId27"/>
    <p:sldId id="524" r:id="rId28"/>
    <p:sldId id="527" r:id="rId29"/>
    <p:sldId id="531" r:id="rId30"/>
    <p:sldId id="528" r:id="rId31"/>
    <p:sldId id="547" r:id="rId32"/>
    <p:sldId id="532" r:id="rId33"/>
    <p:sldId id="530" r:id="rId34"/>
    <p:sldId id="534" r:id="rId35"/>
    <p:sldId id="535" r:id="rId36"/>
    <p:sldId id="536" r:id="rId37"/>
    <p:sldId id="537" r:id="rId38"/>
    <p:sldId id="538" r:id="rId39"/>
  </p:sldIdLst>
  <p:sldSz cx="9144000" cy="6858000" type="screen4x3"/>
  <p:notesSz cx="6735763" cy="98663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AA6AC7-9863-23BA-2838-84FF67557307}" v="104" dt="2025-01-29T09:56:05.575"/>
    <p1510:client id="{10041F1B-DF2B-7DAB-4B38-DA690C9D8DA6}" v="48" dt="2025-01-28T10:23:46.973"/>
    <p1510:client id="{2D332752-357C-45C7-EDA2-15E2CC5F3364}" v="188" dt="2025-01-28T11:48:36.663"/>
    <p1510:client id="{3D7BFF3D-C504-4F4F-C7FD-B8E03884B678}" v="75" dt="2025-01-30T09:07:15.388"/>
    <p1510:client id="{3E86E638-0F67-5B3C-668E-F9281CA6CC29}" v="2" dt="2025-01-29T11:39:46.101"/>
    <p1510:client id="{5597F90A-B84D-5AEA-9032-B19C9A768BFC}" v="32" dt="2025-01-28T11:04:11.859"/>
    <p1510:client id="{650507A1-8A6F-A83E-FF51-C787DC6E73A7}" v="13" dt="2025-01-28T10:54:56.520"/>
    <p1510:client id="{9F9738D7-61DA-7588-C9CE-302B294F5CB4}" v="22" dt="2025-01-28T13:07:00.392"/>
    <p1510:client id="{A32E4549-C6D3-CA4F-7CA5-4E37226484C6}" v="177" dt="2025-01-30T06:59:26.305"/>
    <p1510:client id="{AA767785-E080-2E08-5686-BFEA76A8490A}" v="12" dt="2025-01-28T09:26:12.397"/>
    <p1510:client id="{CED3E8CF-DF6F-3544-7464-036A5FFF7FEA}" v="476" dt="2025-01-28T13:48:50.973"/>
    <p1510:client id="{D41EEC0D-1D25-0557-5732-B985DD88C712}" v="26" dt="2025-01-28T10:59:43.882"/>
    <p1510:client id="{F1D858F4-68B3-BA79-A899-BCA5DBAF8F28}" v="168" dt="2025-01-29T10:13:06.3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hammad Usama" userId="S::rmeo@ncai.nust.edu.pk::bbba41aa-5524-4197-b067-d36651255b27" providerId="AD" clId="Web-{B8E0145A-3872-EE60-2156-F33521A8316F}"/>
    <pc:docChg chg="addSld delSld modSld sldOrd">
      <pc:chgData name="Muhammad Usama" userId="S::rmeo@ncai.nust.edu.pk::bbba41aa-5524-4197-b067-d36651255b27" providerId="AD" clId="Web-{B8E0145A-3872-EE60-2156-F33521A8316F}" dt="2025-01-28T08:38:04.783" v="774" actId="20577"/>
      <pc:docMkLst>
        <pc:docMk/>
      </pc:docMkLst>
      <pc:sldChg chg="modSp add del">
        <pc:chgData name="Muhammad Usama" userId="S::rmeo@ncai.nust.edu.pk::bbba41aa-5524-4197-b067-d36651255b27" providerId="AD" clId="Web-{B8E0145A-3872-EE60-2156-F33521A8316F}" dt="2025-01-28T06:41:28.190" v="302"/>
        <pc:sldMkLst>
          <pc:docMk/>
          <pc:sldMk cId="3477463535" sldId="259"/>
        </pc:sldMkLst>
        <pc:spChg chg="mod">
          <ac:chgData name="Muhammad Usama" userId="S::rmeo@ncai.nust.edu.pk::bbba41aa-5524-4197-b067-d36651255b27" providerId="AD" clId="Web-{B8E0145A-3872-EE60-2156-F33521A8316F}" dt="2025-01-28T06:15:07.056" v="29" actId="1076"/>
          <ac:spMkLst>
            <pc:docMk/>
            <pc:sldMk cId="3477463535" sldId="259"/>
            <ac:spMk id="2" creationId="{660E4F2E-6D9E-5F0A-C516-E39C0FDF2828}"/>
          </ac:spMkLst>
        </pc:spChg>
      </pc:sldChg>
      <pc:sldChg chg="modSp">
        <pc:chgData name="Muhammad Usama" userId="S::rmeo@ncai.nust.edu.pk::bbba41aa-5524-4197-b067-d36651255b27" providerId="AD" clId="Web-{B8E0145A-3872-EE60-2156-F33521A8316F}" dt="2025-01-28T06:01:44.130" v="18" actId="20577"/>
        <pc:sldMkLst>
          <pc:docMk/>
          <pc:sldMk cId="3101192884" sldId="464"/>
        </pc:sldMkLst>
        <pc:spChg chg="mod">
          <ac:chgData name="Muhammad Usama" userId="S::rmeo@ncai.nust.edu.pk::bbba41aa-5524-4197-b067-d36651255b27" providerId="AD" clId="Web-{B8E0145A-3872-EE60-2156-F33521A8316F}" dt="2025-01-28T06:01:44.130" v="18" actId="20577"/>
          <ac:spMkLst>
            <pc:docMk/>
            <pc:sldMk cId="3101192884" sldId="464"/>
            <ac:spMk id="2" creationId="{00000000-0000-0000-0000-000000000000}"/>
          </ac:spMkLst>
        </pc:spChg>
      </pc:sldChg>
      <pc:sldChg chg="modSp">
        <pc:chgData name="Muhammad Usama" userId="S::rmeo@ncai.nust.edu.pk::bbba41aa-5524-4197-b067-d36651255b27" providerId="AD" clId="Web-{B8E0145A-3872-EE60-2156-F33521A8316F}" dt="2025-01-28T08:37:17.376" v="765" actId="20577"/>
        <pc:sldMkLst>
          <pc:docMk/>
          <pc:sldMk cId="1911600160" sldId="465"/>
        </pc:sldMkLst>
        <pc:spChg chg="mod">
          <ac:chgData name="Muhammad Usama" userId="S::rmeo@ncai.nust.edu.pk::bbba41aa-5524-4197-b067-d36651255b27" providerId="AD" clId="Web-{B8E0145A-3872-EE60-2156-F33521A8316F}" dt="2025-01-28T08:37:17.376" v="765" actId="20577"/>
          <ac:spMkLst>
            <pc:docMk/>
            <pc:sldMk cId="1911600160" sldId="465"/>
            <ac:spMk id="2" creationId="{DE2D7216-AE5F-13F1-E8DE-4189DD52E394}"/>
          </ac:spMkLst>
        </pc:spChg>
        <pc:spChg chg="mod">
          <ac:chgData name="Muhammad Usama" userId="S::rmeo@ncai.nust.edu.pk::bbba41aa-5524-4197-b067-d36651255b27" providerId="AD" clId="Web-{B8E0145A-3872-EE60-2156-F33521A8316F}" dt="2025-01-28T06:02:01.568" v="24" actId="20577"/>
          <ac:spMkLst>
            <pc:docMk/>
            <pc:sldMk cId="1911600160" sldId="465"/>
            <ac:spMk id="3" creationId="{EAB9C42F-7445-CD7E-C19C-7346A79AC507}"/>
          </ac:spMkLst>
        </pc:spChg>
      </pc:sldChg>
      <pc:sldChg chg="add">
        <pc:chgData name="Muhammad Usama" userId="S::rmeo@ncai.nust.edu.pk::bbba41aa-5524-4197-b067-d36651255b27" providerId="AD" clId="Web-{B8E0145A-3872-EE60-2156-F33521A8316F}" dt="2025-01-28T06:01:50.146" v="19"/>
        <pc:sldMkLst>
          <pc:docMk/>
          <pc:sldMk cId="2560973860" sldId="473"/>
        </pc:sldMkLst>
      </pc:sldChg>
      <pc:sldChg chg="addSp delSp modSp new ord addAnim">
        <pc:chgData name="Muhammad Usama" userId="S::rmeo@ncai.nust.edu.pk::bbba41aa-5524-4197-b067-d36651255b27" providerId="AD" clId="Web-{B8E0145A-3872-EE60-2156-F33521A8316F}" dt="2025-01-28T06:41:21.830" v="301" actId="20577"/>
        <pc:sldMkLst>
          <pc:docMk/>
          <pc:sldMk cId="3487724765" sldId="474"/>
        </pc:sldMkLst>
        <pc:spChg chg="del mod">
          <ac:chgData name="Muhammad Usama" userId="S::rmeo@ncai.nust.edu.pk::bbba41aa-5524-4197-b067-d36651255b27" providerId="AD" clId="Web-{B8E0145A-3872-EE60-2156-F33521A8316F}" dt="2025-01-28T06:40:21.219" v="292"/>
          <ac:spMkLst>
            <pc:docMk/>
            <pc:sldMk cId="3487724765" sldId="474"/>
            <ac:spMk id="2" creationId="{3B729AFE-A6FD-C23C-A6B7-EF3DC8948B7C}"/>
          </ac:spMkLst>
        </pc:spChg>
        <pc:spChg chg="mod">
          <ac:chgData name="Muhammad Usama" userId="S::rmeo@ncai.nust.edu.pk::bbba41aa-5524-4197-b067-d36651255b27" providerId="AD" clId="Web-{B8E0145A-3872-EE60-2156-F33521A8316F}" dt="2025-01-28T06:41:21.830" v="301" actId="20577"/>
          <ac:spMkLst>
            <pc:docMk/>
            <pc:sldMk cId="3487724765" sldId="474"/>
            <ac:spMk id="3" creationId="{2661A909-18A9-F0D5-B5D7-E24E5EDD5764}"/>
          </ac:spMkLst>
        </pc:spChg>
        <pc:spChg chg="add">
          <ac:chgData name="Muhammad Usama" userId="S::rmeo@ncai.nust.edu.pk::bbba41aa-5524-4197-b067-d36651255b27" providerId="AD" clId="Web-{B8E0145A-3872-EE60-2156-F33521A8316F}" dt="2025-01-28T06:15:33.401" v="33"/>
          <ac:spMkLst>
            <pc:docMk/>
            <pc:sldMk cId="3487724765" sldId="474"/>
            <ac:spMk id="7" creationId="{42794BA9-835A-E86A-624D-B672A886C0CB}"/>
          </ac:spMkLst>
        </pc:spChg>
        <pc:spChg chg="add">
          <ac:chgData name="Muhammad Usama" userId="S::rmeo@ncai.nust.edu.pk::bbba41aa-5524-4197-b067-d36651255b27" providerId="AD" clId="Web-{B8E0145A-3872-EE60-2156-F33521A8316F}" dt="2025-01-28T06:15:33.416" v="34"/>
          <ac:spMkLst>
            <pc:docMk/>
            <pc:sldMk cId="3487724765" sldId="474"/>
            <ac:spMk id="9" creationId="{CC8940FD-03E8-8598-B0FD-27D66B8554EA}"/>
          </ac:spMkLst>
        </pc:spChg>
        <pc:spChg chg="add mod">
          <ac:chgData name="Muhammad Usama" userId="S::rmeo@ncai.nust.edu.pk::bbba41aa-5524-4197-b067-d36651255b27" providerId="AD" clId="Web-{B8E0145A-3872-EE60-2156-F33521A8316F}" dt="2025-01-28T06:28:23.795" v="70" actId="20577"/>
          <ac:spMkLst>
            <pc:docMk/>
            <pc:sldMk cId="3487724765" sldId="474"/>
            <ac:spMk id="11" creationId="{9AAC3158-9F00-3E59-153E-E9127EAA7C26}"/>
          </ac:spMkLst>
        </pc:spChg>
        <pc:spChg chg="add">
          <ac:chgData name="Muhammad Usama" userId="S::rmeo@ncai.nust.edu.pk::bbba41aa-5524-4197-b067-d36651255b27" providerId="AD" clId="Web-{B8E0145A-3872-EE60-2156-F33521A8316F}" dt="2025-01-28T06:15:33.463" v="36"/>
          <ac:spMkLst>
            <pc:docMk/>
            <pc:sldMk cId="3487724765" sldId="474"/>
            <ac:spMk id="13" creationId="{59D0F590-CB19-D261-79BE-A2933D63B1C8}"/>
          </ac:spMkLst>
        </pc:spChg>
        <pc:spChg chg="add mod">
          <ac:chgData name="Muhammad Usama" userId="S::rmeo@ncai.nust.edu.pk::bbba41aa-5524-4197-b067-d36651255b27" providerId="AD" clId="Web-{B8E0145A-3872-EE60-2156-F33521A8316F}" dt="2025-01-28T06:27:48.950" v="68" actId="20577"/>
          <ac:spMkLst>
            <pc:docMk/>
            <pc:sldMk cId="3487724765" sldId="474"/>
            <ac:spMk id="15" creationId="{D96E359E-C92C-8F9F-A8B2-F6ECC6587011}"/>
          </ac:spMkLst>
        </pc:spChg>
        <pc:spChg chg="add mod">
          <ac:chgData name="Muhammad Usama" userId="S::rmeo@ncai.nust.edu.pk::bbba41aa-5524-4197-b067-d36651255b27" providerId="AD" clId="Web-{B8E0145A-3872-EE60-2156-F33521A8316F}" dt="2025-01-28T06:27:55.591" v="69" actId="14100"/>
          <ac:spMkLst>
            <pc:docMk/>
            <pc:sldMk cId="3487724765" sldId="474"/>
            <ac:spMk id="17" creationId="{D00D6FC5-8893-0146-0BB7-EC8DF7DB3AD5}"/>
          </ac:spMkLst>
        </pc:spChg>
        <pc:spChg chg="add mod">
          <ac:chgData name="Muhammad Usama" userId="S::rmeo@ncai.nust.edu.pk::bbba41aa-5524-4197-b067-d36651255b27" providerId="AD" clId="Web-{B8E0145A-3872-EE60-2156-F33521A8316F}" dt="2025-01-28T06:40:27.141" v="293" actId="1076"/>
          <ac:spMkLst>
            <pc:docMk/>
            <pc:sldMk cId="3487724765" sldId="474"/>
            <ac:spMk id="19" creationId="{06C42525-D800-511F-3BA0-C8E68EAA7ACF}"/>
          </ac:spMkLst>
        </pc:spChg>
        <pc:spChg chg="add mod">
          <ac:chgData name="Muhammad Usama" userId="S::rmeo@ncai.nust.edu.pk::bbba41aa-5524-4197-b067-d36651255b27" providerId="AD" clId="Web-{B8E0145A-3872-EE60-2156-F33521A8316F}" dt="2025-01-28T06:16:30.652" v="51" actId="1076"/>
          <ac:spMkLst>
            <pc:docMk/>
            <pc:sldMk cId="3487724765" sldId="474"/>
            <ac:spMk id="21" creationId="{05B61973-5C86-1AA0-080F-9EFF9E9E78A3}"/>
          </ac:spMkLst>
        </pc:spChg>
        <pc:spChg chg="add mod">
          <ac:chgData name="Muhammad Usama" userId="S::rmeo@ncai.nust.edu.pk::bbba41aa-5524-4197-b067-d36651255b27" providerId="AD" clId="Web-{B8E0145A-3872-EE60-2156-F33521A8316F}" dt="2025-01-28T06:29:19.796" v="91" actId="20577"/>
          <ac:spMkLst>
            <pc:docMk/>
            <pc:sldMk cId="3487724765" sldId="474"/>
            <ac:spMk id="23" creationId="{282C1AA2-D5E6-C5B4-C1D3-72130D6D0BA2}"/>
          </ac:spMkLst>
        </pc:spChg>
        <pc:spChg chg="add del">
          <ac:chgData name="Muhammad Usama" userId="S::rmeo@ncai.nust.edu.pk::bbba41aa-5524-4197-b067-d36651255b27" providerId="AD" clId="Web-{B8E0145A-3872-EE60-2156-F33521A8316F}" dt="2025-01-28T06:28:27.998" v="72"/>
          <ac:spMkLst>
            <pc:docMk/>
            <pc:sldMk cId="3487724765" sldId="474"/>
            <ac:spMk id="24" creationId="{CD90CA20-C1F1-F0C0-CE44-ACE4CEE7EDAE}"/>
          </ac:spMkLst>
        </pc:spChg>
        <pc:spChg chg="add del">
          <ac:chgData name="Muhammad Usama" userId="S::rmeo@ncai.nust.edu.pk::bbba41aa-5524-4197-b067-d36651255b27" providerId="AD" clId="Web-{B8E0145A-3872-EE60-2156-F33521A8316F}" dt="2025-01-28T06:28:35.561" v="74"/>
          <ac:spMkLst>
            <pc:docMk/>
            <pc:sldMk cId="3487724765" sldId="474"/>
            <ac:spMk id="25" creationId="{4CD5CB8E-D50D-B30F-95EC-71F88CCA9F25}"/>
          </ac:spMkLst>
        </pc:spChg>
        <pc:spChg chg="add mod">
          <ac:chgData name="Muhammad Usama" userId="S::rmeo@ncai.nust.edu.pk::bbba41aa-5524-4197-b067-d36651255b27" providerId="AD" clId="Web-{B8E0145A-3872-EE60-2156-F33521A8316F}" dt="2025-01-28T06:29:06.874" v="85" actId="20577"/>
          <ac:spMkLst>
            <pc:docMk/>
            <pc:sldMk cId="3487724765" sldId="474"/>
            <ac:spMk id="26" creationId="{467C7B3C-3DDC-D3DC-A832-121E5BA1F281}"/>
          </ac:spMkLst>
        </pc:spChg>
        <pc:spChg chg="add mod">
          <ac:chgData name="Muhammad Usama" userId="S::rmeo@ncai.nust.edu.pk::bbba41aa-5524-4197-b067-d36651255b27" providerId="AD" clId="Web-{B8E0145A-3872-EE60-2156-F33521A8316F}" dt="2025-01-28T06:40:07.219" v="290" actId="20577"/>
          <ac:spMkLst>
            <pc:docMk/>
            <pc:sldMk cId="3487724765" sldId="474"/>
            <ac:spMk id="28" creationId="{654A0B81-4F02-DFF4-5FFA-5DF257B1C6AA}"/>
          </ac:spMkLst>
        </pc:spChg>
      </pc:sldChg>
      <pc:sldChg chg="new">
        <pc:chgData name="Muhammad Usama" userId="S::rmeo@ncai.nust.edu.pk::bbba41aa-5524-4197-b067-d36651255b27" providerId="AD" clId="Web-{B8E0145A-3872-EE60-2156-F33521A8316F}" dt="2025-01-28T06:41:37.877" v="303"/>
        <pc:sldMkLst>
          <pc:docMk/>
          <pc:sldMk cId="443997404" sldId="475"/>
        </pc:sldMkLst>
      </pc:sldChg>
      <pc:sldChg chg="modSp new">
        <pc:chgData name="Muhammad Usama" userId="S::rmeo@ncai.nust.edu.pk::bbba41aa-5524-4197-b067-d36651255b27" providerId="AD" clId="Web-{B8E0145A-3872-EE60-2156-F33521A8316F}" dt="2025-01-28T08:37:42.361" v="769" actId="20577"/>
        <pc:sldMkLst>
          <pc:docMk/>
          <pc:sldMk cId="2158211697" sldId="476"/>
        </pc:sldMkLst>
        <pc:spChg chg="mod">
          <ac:chgData name="Muhammad Usama" userId="S::rmeo@ncai.nust.edu.pk::bbba41aa-5524-4197-b067-d36651255b27" providerId="AD" clId="Web-{B8E0145A-3872-EE60-2156-F33521A8316F}" dt="2025-01-28T08:37:42.361" v="769" actId="20577"/>
          <ac:spMkLst>
            <pc:docMk/>
            <pc:sldMk cId="2158211697" sldId="476"/>
            <ac:spMk id="2" creationId="{582CE34F-74FF-F716-68F2-2DCB910BDE5E}"/>
          </ac:spMkLst>
        </pc:spChg>
        <pc:spChg chg="mod">
          <ac:chgData name="Muhammad Usama" userId="S::rmeo@ncai.nust.edu.pk::bbba41aa-5524-4197-b067-d36651255b27" providerId="AD" clId="Web-{B8E0145A-3872-EE60-2156-F33521A8316F}" dt="2025-01-28T06:46:20.838" v="337" actId="20577"/>
          <ac:spMkLst>
            <pc:docMk/>
            <pc:sldMk cId="2158211697" sldId="476"/>
            <ac:spMk id="3" creationId="{E15C67CF-931C-971F-0EF1-A66DCC875F1D}"/>
          </ac:spMkLst>
        </pc:spChg>
      </pc:sldChg>
      <pc:sldChg chg="new">
        <pc:chgData name="Muhammad Usama" userId="S::rmeo@ncai.nust.edu.pk::bbba41aa-5524-4197-b067-d36651255b27" providerId="AD" clId="Web-{B8E0145A-3872-EE60-2156-F33521A8316F}" dt="2025-01-28T06:44:19.881" v="305"/>
        <pc:sldMkLst>
          <pc:docMk/>
          <pc:sldMk cId="1018176999" sldId="477"/>
        </pc:sldMkLst>
      </pc:sldChg>
      <pc:sldChg chg="new">
        <pc:chgData name="Muhammad Usama" userId="S::rmeo@ncai.nust.edu.pk::bbba41aa-5524-4197-b067-d36651255b27" providerId="AD" clId="Web-{B8E0145A-3872-EE60-2156-F33521A8316F}" dt="2025-01-28T06:44:23.241" v="306"/>
        <pc:sldMkLst>
          <pc:docMk/>
          <pc:sldMk cId="2097480045" sldId="478"/>
        </pc:sldMkLst>
      </pc:sldChg>
      <pc:sldChg chg="new">
        <pc:chgData name="Muhammad Usama" userId="S::rmeo@ncai.nust.edu.pk::bbba41aa-5524-4197-b067-d36651255b27" providerId="AD" clId="Web-{B8E0145A-3872-EE60-2156-F33521A8316F}" dt="2025-01-28T06:44:28.053" v="307"/>
        <pc:sldMkLst>
          <pc:docMk/>
          <pc:sldMk cId="4097930329" sldId="479"/>
        </pc:sldMkLst>
      </pc:sldChg>
      <pc:sldChg chg="new">
        <pc:chgData name="Muhammad Usama" userId="S::rmeo@ncai.nust.edu.pk::bbba41aa-5524-4197-b067-d36651255b27" providerId="AD" clId="Web-{B8E0145A-3872-EE60-2156-F33521A8316F}" dt="2025-01-28T06:44:28.413" v="308"/>
        <pc:sldMkLst>
          <pc:docMk/>
          <pc:sldMk cId="3577708327" sldId="480"/>
        </pc:sldMkLst>
      </pc:sldChg>
      <pc:sldChg chg="modSp new del">
        <pc:chgData name="Muhammad Usama" userId="S::rmeo@ncai.nust.edu.pk::bbba41aa-5524-4197-b067-d36651255b27" providerId="AD" clId="Web-{B8E0145A-3872-EE60-2156-F33521A8316F}" dt="2025-01-28T08:35:17.560" v="716"/>
        <pc:sldMkLst>
          <pc:docMk/>
          <pc:sldMk cId="868292458" sldId="481"/>
        </pc:sldMkLst>
        <pc:spChg chg="mod">
          <ac:chgData name="Muhammad Usama" userId="S::rmeo@ncai.nust.edu.pk::bbba41aa-5524-4197-b067-d36651255b27" providerId="AD" clId="Web-{B8E0145A-3872-EE60-2156-F33521A8316F}" dt="2025-01-28T06:48:16.262" v="365" actId="20577"/>
          <ac:spMkLst>
            <pc:docMk/>
            <pc:sldMk cId="868292458" sldId="481"/>
            <ac:spMk id="2" creationId="{F81433EB-05F8-CE86-4F5C-24506167386F}"/>
          </ac:spMkLst>
        </pc:spChg>
        <pc:spChg chg="mod">
          <ac:chgData name="Muhammad Usama" userId="S::rmeo@ncai.nust.edu.pk::bbba41aa-5524-4197-b067-d36651255b27" providerId="AD" clId="Web-{B8E0145A-3872-EE60-2156-F33521A8316F}" dt="2025-01-28T06:54:50.257" v="380" actId="20577"/>
          <ac:spMkLst>
            <pc:docMk/>
            <pc:sldMk cId="868292458" sldId="481"/>
            <ac:spMk id="3" creationId="{825F2FF7-8CB0-8871-FF78-A3B9A2463DCF}"/>
          </ac:spMkLst>
        </pc:spChg>
      </pc:sldChg>
      <pc:sldChg chg="modSp new">
        <pc:chgData name="Muhammad Usama" userId="S::rmeo@ncai.nust.edu.pk::bbba41aa-5524-4197-b067-d36651255b27" providerId="AD" clId="Web-{B8E0145A-3872-EE60-2156-F33521A8316F}" dt="2025-01-28T08:37:58.330" v="771" actId="20577"/>
        <pc:sldMkLst>
          <pc:docMk/>
          <pc:sldMk cId="345138256" sldId="482"/>
        </pc:sldMkLst>
        <pc:spChg chg="mod">
          <ac:chgData name="Muhammad Usama" userId="S::rmeo@ncai.nust.edu.pk::bbba41aa-5524-4197-b067-d36651255b27" providerId="AD" clId="Web-{B8E0145A-3872-EE60-2156-F33521A8316F}" dt="2025-01-28T08:37:58.330" v="771" actId="20577"/>
          <ac:spMkLst>
            <pc:docMk/>
            <pc:sldMk cId="345138256" sldId="482"/>
            <ac:spMk id="2" creationId="{2F157CFD-DED0-3EE5-5E84-FBF7915D53CA}"/>
          </ac:spMkLst>
        </pc:spChg>
        <pc:spChg chg="mod">
          <ac:chgData name="Muhammad Usama" userId="S::rmeo@ncai.nust.edu.pk::bbba41aa-5524-4197-b067-d36651255b27" providerId="AD" clId="Web-{B8E0145A-3872-EE60-2156-F33521A8316F}" dt="2025-01-28T06:56:17.556" v="394" actId="20577"/>
          <ac:spMkLst>
            <pc:docMk/>
            <pc:sldMk cId="345138256" sldId="482"/>
            <ac:spMk id="3" creationId="{7E1D0E65-14EE-5B84-BB2C-31F5CE625915}"/>
          </ac:spMkLst>
        </pc:spChg>
      </pc:sldChg>
      <pc:sldChg chg="addSp delSp modSp new">
        <pc:chgData name="Muhammad Usama" userId="S::rmeo@ncai.nust.edu.pk::bbba41aa-5524-4197-b067-d36651255b27" providerId="AD" clId="Web-{B8E0145A-3872-EE60-2156-F33521A8316F}" dt="2025-01-28T08:26:44.217" v="604" actId="20577"/>
        <pc:sldMkLst>
          <pc:docMk/>
          <pc:sldMk cId="2580908455" sldId="483"/>
        </pc:sldMkLst>
        <pc:spChg chg="del mod">
          <ac:chgData name="Muhammad Usama" userId="S::rmeo@ncai.nust.edu.pk::bbba41aa-5524-4197-b067-d36651255b27" providerId="AD" clId="Web-{B8E0145A-3872-EE60-2156-F33521A8316F}" dt="2025-01-28T07:36:25.444" v="497"/>
          <ac:spMkLst>
            <pc:docMk/>
            <pc:sldMk cId="2580908455" sldId="483"/>
            <ac:spMk id="2" creationId="{47CDE0DC-6DC9-C0C5-F134-AEC32EED656E}"/>
          </ac:spMkLst>
        </pc:spChg>
        <pc:spChg chg="mod">
          <ac:chgData name="Muhammad Usama" userId="S::rmeo@ncai.nust.edu.pk::bbba41aa-5524-4197-b067-d36651255b27" providerId="AD" clId="Web-{B8E0145A-3872-EE60-2156-F33521A8316F}" dt="2025-01-28T08:26:44.217" v="604" actId="20577"/>
          <ac:spMkLst>
            <pc:docMk/>
            <pc:sldMk cId="2580908455" sldId="483"/>
            <ac:spMk id="3" creationId="{7B21E36C-EF83-1389-4BE5-FF67DDB1456D}"/>
          </ac:spMkLst>
        </pc:spChg>
        <pc:graphicFrameChg chg="add mod ord modGraphic">
          <ac:chgData name="Muhammad Usama" userId="S::rmeo@ncai.nust.edu.pk::bbba41aa-5524-4197-b067-d36651255b27" providerId="AD" clId="Web-{B8E0145A-3872-EE60-2156-F33521A8316F}" dt="2025-01-28T07:37:01.929" v="534"/>
          <ac:graphicFrameMkLst>
            <pc:docMk/>
            <pc:sldMk cId="2580908455" sldId="483"/>
            <ac:graphicFrameMk id="7" creationId="{3D53219F-5084-D0CC-A3E9-09C8CA970B61}"/>
          </ac:graphicFrameMkLst>
        </pc:graphicFrameChg>
      </pc:sldChg>
      <pc:sldChg chg="modSp new">
        <pc:chgData name="Muhammad Usama" userId="S::rmeo@ncai.nust.edu.pk::bbba41aa-5524-4197-b067-d36651255b27" providerId="AD" clId="Web-{B8E0145A-3872-EE60-2156-F33521A8316F}" dt="2025-01-28T08:34:12.292" v="715" actId="20577"/>
        <pc:sldMkLst>
          <pc:docMk/>
          <pc:sldMk cId="1630609626" sldId="484"/>
        </pc:sldMkLst>
        <pc:spChg chg="mod">
          <ac:chgData name="Muhammad Usama" userId="S::rmeo@ncai.nust.edu.pk::bbba41aa-5524-4197-b067-d36651255b27" providerId="AD" clId="Web-{B8E0145A-3872-EE60-2156-F33521A8316F}" dt="2025-01-28T08:34:12.292" v="715" actId="20577"/>
          <ac:spMkLst>
            <pc:docMk/>
            <pc:sldMk cId="1630609626" sldId="484"/>
            <ac:spMk id="2" creationId="{F0A47366-C486-9A8F-5EEC-333E50A8D272}"/>
          </ac:spMkLst>
        </pc:spChg>
        <pc:spChg chg="mod">
          <ac:chgData name="Muhammad Usama" userId="S::rmeo@ncai.nust.edu.pk::bbba41aa-5524-4197-b067-d36651255b27" providerId="AD" clId="Web-{B8E0145A-3872-EE60-2156-F33521A8316F}" dt="2025-01-28T08:34:01.026" v="709" actId="20577"/>
          <ac:spMkLst>
            <pc:docMk/>
            <pc:sldMk cId="1630609626" sldId="484"/>
            <ac:spMk id="3" creationId="{F77B5AEC-4D6A-62BC-42D2-3176ADBD5735}"/>
          </ac:spMkLst>
        </pc:spChg>
      </pc:sldChg>
      <pc:sldChg chg="modSp new">
        <pc:chgData name="Muhammad Usama" userId="S::rmeo@ncai.nust.edu.pk::bbba41aa-5524-4197-b067-d36651255b27" providerId="AD" clId="Web-{B8E0145A-3872-EE60-2156-F33521A8316F}" dt="2025-01-28T08:38:04.783" v="774" actId="20577"/>
        <pc:sldMkLst>
          <pc:docMk/>
          <pc:sldMk cId="896700025" sldId="485"/>
        </pc:sldMkLst>
        <pc:spChg chg="mod">
          <ac:chgData name="Muhammad Usama" userId="S::rmeo@ncai.nust.edu.pk::bbba41aa-5524-4197-b067-d36651255b27" providerId="AD" clId="Web-{B8E0145A-3872-EE60-2156-F33521A8316F}" dt="2025-01-28T08:38:04.783" v="774" actId="20577"/>
          <ac:spMkLst>
            <pc:docMk/>
            <pc:sldMk cId="896700025" sldId="485"/>
            <ac:spMk id="2" creationId="{E5E4B23A-A96D-26C4-0822-3E172FD794AB}"/>
          </ac:spMkLst>
        </pc:spChg>
        <pc:spChg chg="mod">
          <ac:chgData name="Muhammad Usama" userId="S::rmeo@ncai.nust.edu.pk::bbba41aa-5524-4197-b067-d36651255b27" providerId="AD" clId="Web-{B8E0145A-3872-EE60-2156-F33521A8316F}" dt="2025-01-28T07:38:46.229" v="601" actId="20577"/>
          <ac:spMkLst>
            <pc:docMk/>
            <pc:sldMk cId="896700025" sldId="485"/>
            <ac:spMk id="3" creationId="{E3DC82D3-0F64-B95C-06E3-F3230EBBB7D3}"/>
          </ac:spMkLst>
        </pc:spChg>
      </pc:sldChg>
    </pc:docChg>
  </pc:docChgLst>
  <pc:docChgLst>
    <pc:chgData name="Hassan Imam (RA Digital Human)" userId="S::ra2.digih@ncai.nust.edu.pk::bec86b52-b28a-4740-8f15-b5d0d9770240" providerId="AD" clId="Web-{F1D858F4-68B3-BA79-A899-BCA5DBAF8F28}"/>
    <pc:docChg chg="delSld modSld">
      <pc:chgData name="Hassan Imam (RA Digital Human)" userId="S::ra2.digih@ncai.nust.edu.pk::bec86b52-b28a-4740-8f15-b5d0d9770240" providerId="AD" clId="Web-{F1D858F4-68B3-BA79-A899-BCA5DBAF8F28}" dt="2025-01-29T10:13:06.341" v="161" actId="1076"/>
      <pc:docMkLst>
        <pc:docMk/>
      </pc:docMkLst>
      <pc:sldChg chg="modSp">
        <pc:chgData name="Hassan Imam (RA Digital Human)" userId="S::ra2.digih@ncai.nust.edu.pk::bec86b52-b28a-4740-8f15-b5d0d9770240" providerId="AD" clId="Web-{F1D858F4-68B3-BA79-A899-BCA5DBAF8F28}" dt="2025-01-29T10:03:57.584" v="60" actId="20577"/>
        <pc:sldMkLst>
          <pc:docMk/>
          <pc:sldMk cId="0" sldId="260"/>
        </pc:sldMkLst>
        <pc:spChg chg="mod">
          <ac:chgData name="Hassan Imam (RA Digital Human)" userId="S::ra2.digih@ncai.nust.edu.pk::bec86b52-b28a-4740-8f15-b5d0d9770240" providerId="AD" clId="Web-{F1D858F4-68B3-BA79-A899-BCA5DBAF8F28}" dt="2025-01-29T10:03:57.584" v="60" actId="20577"/>
          <ac:spMkLst>
            <pc:docMk/>
            <pc:sldMk cId="0" sldId="260"/>
            <ac:spMk id="2" creationId="{00000000-0000-0000-0000-000000000000}"/>
          </ac:spMkLst>
        </pc:spChg>
      </pc:sldChg>
      <pc:sldChg chg="addSp delSp modSp">
        <pc:chgData name="Hassan Imam (RA Digital Human)" userId="S::ra2.digih@ncai.nust.edu.pk::bec86b52-b28a-4740-8f15-b5d0d9770240" providerId="AD" clId="Web-{F1D858F4-68B3-BA79-A899-BCA5DBAF8F28}" dt="2025-01-29T10:07:22.911" v="106" actId="1076"/>
        <pc:sldMkLst>
          <pc:docMk/>
          <pc:sldMk cId="0" sldId="265"/>
        </pc:sldMkLst>
        <pc:spChg chg="del mod">
          <ac:chgData name="Hassan Imam (RA Digital Human)" userId="S::ra2.digih@ncai.nust.edu.pk::bec86b52-b28a-4740-8f15-b5d0d9770240" providerId="AD" clId="Web-{F1D858F4-68B3-BA79-A899-BCA5DBAF8F28}" dt="2025-01-29T10:04:37.290" v="64"/>
          <ac:spMkLst>
            <pc:docMk/>
            <pc:sldMk cId="0" sldId="265"/>
            <ac:spMk id="5" creationId="{00000000-0000-0000-0000-000000000000}"/>
          </ac:spMkLst>
        </pc:spChg>
        <pc:spChg chg="mod">
          <ac:chgData name="Hassan Imam (RA Digital Human)" userId="S::ra2.digih@ncai.nust.edu.pk::bec86b52-b28a-4740-8f15-b5d0d9770240" providerId="AD" clId="Web-{F1D858F4-68B3-BA79-A899-BCA5DBAF8F28}" dt="2025-01-29T10:06:42.174" v="101" actId="1076"/>
          <ac:spMkLst>
            <pc:docMk/>
            <pc:sldMk cId="0" sldId="265"/>
            <ac:spMk id="9" creationId="{00000000-0000-0000-0000-000000000000}"/>
          </ac:spMkLst>
        </pc:spChg>
        <pc:spChg chg="mod">
          <ac:chgData name="Hassan Imam (RA Digital Human)" userId="S::ra2.digih@ncai.nust.edu.pk::bec86b52-b28a-4740-8f15-b5d0d9770240" providerId="AD" clId="Web-{F1D858F4-68B3-BA79-A899-BCA5DBAF8F28}" dt="2025-01-29T10:06:48.221" v="102" actId="1076"/>
          <ac:spMkLst>
            <pc:docMk/>
            <pc:sldMk cId="0" sldId="265"/>
            <ac:spMk id="10" creationId="{00000000-0000-0000-0000-000000000000}"/>
          </ac:spMkLst>
        </pc:spChg>
        <pc:spChg chg="mod">
          <ac:chgData name="Hassan Imam (RA Digital Human)" userId="S::ra2.digih@ncai.nust.edu.pk::bec86b52-b28a-4740-8f15-b5d0d9770240" providerId="AD" clId="Web-{F1D858F4-68B3-BA79-A899-BCA5DBAF8F28}" dt="2025-01-29T10:07:10.488" v="105" actId="1076"/>
          <ac:spMkLst>
            <pc:docMk/>
            <pc:sldMk cId="0" sldId="265"/>
            <ac:spMk id="11" creationId="{00000000-0000-0000-0000-000000000000}"/>
          </ac:spMkLst>
        </pc:spChg>
        <pc:spChg chg="mod">
          <ac:chgData name="Hassan Imam (RA Digital Human)" userId="S::ra2.digih@ncai.nust.edu.pk::bec86b52-b28a-4740-8f15-b5d0d9770240" providerId="AD" clId="Web-{F1D858F4-68B3-BA79-A899-BCA5DBAF8F28}" dt="2025-01-29T10:06:56.254" v="104" actId="1076"/>
          <ac:spMkLst>
            <pc:docMk/>
            <pc:sldMk cId="0" sldId="265"/>
            <ac:spMk id="12" creationId="{00000000-0000-0000-0000-000000000000}"/>
          </ac:spMkLst>
        </pc:spChg>
        <pc:spChg chg="mod">
          <ac:chgData name="Hassan Imam (RA Digital Human)" userId="S::ra2.digih@ncai.nust.edu.pk::bec86b52-b28a-4740-8f15-b5d0d9770240" providerId="AD" clId="Web-{F1D858F4-68B3-BA79-A899-BCA5DBAF8F28}" dt="2025-01-29T10:06:53.035" v="103" actId="1076"/>
          <ac:spMkLst>
            <pc:docMk/>
            <pc:sldMk cId="0" sldId="265"/>
            <ac:spMk id="13" creationId="{00000000-0000-0000-0000-000000000000}"/>
          </ac:spMkLst>
        </pc:spChg>
        <pc:spChg chg="add mod">
          <ac:chgData name="Hassan Imam (RA Digital Human)" userId="S::ra2.digih@ncai.nust.edu.pk::bec86b52-b28a-4740-8f15-b5d0d9770240" providerId="AD" clId="Web-{F1D858F4-68B3-BA79-A899-BCA5DBAF8F28}" dt="2025-01-29T10:05:11.452" v="81" actId="20577"/>
          <ac:spMkLst>
            <pc:docMk/>
            <pc:sldMk cId="0" sldId="265"/>
            <ac:spMk id="14" creationId="{2FDB6A53-BE4C-C516-D8EE-5B60747DCD88}"/>
          </ac:spMkLst>
        </pc:spChg>
        <pc:spChg chg="add del mod">
          <ac:chgData name="Hassan Imam (RA Digital Human)" userId="S::ra2.digih@ncai.nust.edu.pk::bec86b52-b28a-4740-8f15-b5d0d9770240" providerId="AD" clId="Web-{F1D858F4-68B3-BA79-A899-BCA5DBAF8F28}" dt="2025-01-29T10:04:56.686" v="72"/>
          <ac:spMkLst>
            <pc:docMk/>
            <pc:sldMk cId="0" sldId="265"/>
            <ac:spMk id="17" creationId="{20B769AA-9DD8-7F5D-EA50-46B4D6BD4ED8}"/>
          </ac:spMkLst>
        </pc:spChg>
        <pc:grpChg chg="mod">
          <ac:chgData name="Hassan Imam (RA Digital Human)" userId="S::ra2.digih@ncai.nust.edu.pk::bec86b52-b28a-4740-8f15-b5d0d9770240" providerId="AD" clId="Web-{F1D858F4-68B3-BA79-A899-BCA5DBAF8F28}" dt="2025-01-29T10:06:39.752" v="100" actId="1076"/>
          <ac:grpSpMkLst>
            <pc:docMk/>
            <pc:sldMk cId="0" sldId="265"/>
            <ac:grpSpMk id="6" creationId="{00000000-0000-0000-0000-000000000000}"/>
          </ac:grpSpMkLst>
        </pc:grpChg>
        <pc:picChg chg="mod">
          <ac:chgData name="Hassan Imam (RA Digital Human)" userId="S::ra2.digih@ncai.nust.edu.pk::bec86b52-b28a-4740-8f15-b5d0d9770240" providerId="AD" clId="Web-{F1D858F4-68B3-BA79-A899-BCA5DBAF8F28}" dt="2025-01-29T10:07:22.911" v="106" actId="1076"/>
          <ac:picMkLst>
            <pc:docMk/>
            <pc:sldMk cId="0" sldId="265"/>
            <ac:picMk id="2" creationId="{00000000-0000-0000-0000-000000000000}"/>
          </ac:picMkLst>
        </pc:picChg>
        <pc:picChg chg="add del mod">
          <ac:chgData name="Hassan Imam (RA Digital Human)" userId="S::ra2.digih@ncai.nust.edu.pk::bec86b52-b28a-4740-8f15-b5d0d9770240" providerId="AD" clId="Web-{F1D858F4-68B3-BA79-A899-BCA5DBAF8F28}" dt="2025-01-29T10:06:29.829" v="98"/>
          <ac:picMkLst>
            <pc:docMk/>
            <pc:sldMk cId="0" sldId="265"/>
            <ac:picMk id="4" creationId="{00000000-0000-0000-0000-000000000000}"/>
          </ac:picMkLst>
        </pc:picChg>
        <pc:picChg chg="mod">
          <ac:chgData name="Hassan Imam (RA Digital Human)" userId="S::ra2.digih@ncai.nust.edu.pk::bec86b52-b28a-4740-8f15-b5d0d9770240" providerId="AD" clId="Web-{F1D858F4-68B3-BA79-A899-BCA5DBAF8F28}" dt="2025-01-29T10:06:07.672" v="94" actId="1076"/>
          <ac:picMkLst>
            <pc:docMk/>
            <pc:sldMk cId="0" sldId="265"/>
            <ac:picMk id="7" creationId="{00000000-0000-0000-0000-000000000000}"/>
          </ac:picMkLst>
        </pc:picChg>
      </pc:sldChg>
      <pc:sldChg chg="addSp delSp modSp">
        <pc:chgData name="Hassan Imam (RA Digital Human)" userId="S::ra2.digih@ncai.nust.edu.pk::bec86b52-b28a-4740-8f15-b5d0d9770240" providerId="AD" clId="Web-{F1D858F4-68B3-BA79-A899-BCA5DBAF8F28}" dt="2025-01-29T10:11:41.773" v="150" actId="1076"/>
        <pc:sldMkLst>
          <pc:docMk/>
          <pc:sldMk cId="0" sldId="266"/>
        </pc:sldMkLst>
        <pc:spChg chg="add mod">
          <ac:chgData name="Hassan Imam (RA Digital Human)" userId="S::ra2.digih@ncai.nust.edu.pk::bec86b52-b28a-4740-8f15-b5d0d9770240" providerId="AD" clId="Web-{F1D858F4-68B3-BA79-A899-BCA5DBAF8F28}" dt="2025-01-29T10:11:41.773" v="150" actId="1076"/>
          <ac:spMkLst>
            <pc:docMk/>
            <pc:sldMk cId="0" sldId="266"/>
            <ac:spMk id="4" creationId="{731DF9F7-35B6-1F05-5BE4-1FCE01367079}"/>
          </ac:spMkLst>
        </pc:spChg>
        <pc:spChg chg="del">
          <ac:chgData name="Hassan Imam (RA Digital Human)" userId="S::ra2.digih@ncai.nust.edu.pk::bec86b52-b28a-4740-8f15-b5d0d9770240" providerId="AD" clId="Web-{F1D858F4-68B3-BA79-A899-BCA5DBAF8F28}" dt="2025-01-29T10:08:33.291" v="117"/>
          <ac:spMkLst>
            <pc:docMk/>
            <pc:sldMk cId="0" sldId="266"/>
            <ac:spMk id="5" creationId="{00000000-0000-0000-0000-000000000000}"/>
          </ac:spMkLst>
        </pc:spChg>
        <pc:spChg chg="mod">
          <ac:chgData name="Hassan Imam (RA Digital Human)" userId="S::ra2.digih@ncai.nust.edu.pk::bec86b52-b28a-4740-8f15-b5d0d9770240" providerId="AD" clId="Web-{F1D858F4-68B3-BA79-A899-BCA5DBAF8F28}" dt="2025-01-29T10:08:01.867" v="110" actId="1076"/>
          <ac:spMkLst>
            <pc:docMk/>
            <pc:sldMk cId="0" sldId="266"/>
            <ac:spMk id="9" creationId="{00000000-0000-0000-0000-000000000000}"/>
          </ac:spMkLst>
        </pc:spChg>
        <pc:spChg chg="mod">
          <ac:chgData name="Hassan Imam (RA Digital Human)" userId="S::ra2.digih@ncai.nust.edu.pk::bec86b52-b28a-4740-8f15-b5d0d9770240" providerId="AD" clId="Web-{F1D858F4-68B3-BA79-A899-BCA5DBAF8F28}" dt="2025-01-29T10:08:04.945" v="111" actId="1076"/>
          <ac:spMkLst>
            <pc:docMk/>
            <pc:sldMk cId="0" sldId="266"/>
            <ac:spMk id="10" creationId="{00000000-0000-0000-0000-000000000000}"/>
          </ac:spMkLst>
        </pc:spChg>
        <pc:spChg chg="mod">
          <ac:chgData name="Hassan Imam (RA Digital Human)" userId="S::ra2.digih@ncai.nust.edu.pk::bec86b52-b28a-4740-8f15-b5d0d9770240" providerId="AD" clId="Web-{F1D858F4-68B3-BA79-A899-BCA5DBAF8F28}" dt="2025-01-29T10:08:50.714" v="125" actId="1076"/>
          <ac:spMkLst>
            <pc:docMk/>
            <pc:sldMk cId="0" sldId="266"/>
            <ac:spMk id="11" creationId="{00000000-0000-0000-0000-000000000000}"/>
          </ac:spMkLst>
        </pc:spChg>
        <pc:spChg chg="mod">
          <ac:chgData name="Hassan Imam (RA Digital Human)" userId="S::ra2.digih@ncai.nust.edu.pk::bec86b52-b28a-4740-8f15-b5d0d9770240" providerId="AD" clId="Web-{F1D858F4-68B3-BA79-A899-BCA5DBAF8F28}" dt="2025-01-29T10:08:11.368" v="113" actId="1076"/>
          <ac:spMkLst>
            <pc:docMk/>
            <pc:sldMk cId="0" sldId="266"/>
            <ac:spMk id="12" creationId="{00000000-0000-0000-0000-000000000000}"/>
          </ac:spMkLst>
        </pc:spChg>
        <pc:spChg chg="mod">
          <ac:chgData name="Hassan Imam (RA Digital Human)" userId="S::ra2.digih@ncai.nust.edu.pk::bec86b52-b28a-4740-8f15-b5d0d9770240" providerId="AD" clId="Web-{F1D858F4-68B3-BA79-A899-BCA5DBAF8F28}" dt="2025-01-29T10:08:22.822" v="116" actId="1076"/>
          <ac:spMkLst>
            <pc:docMk/>
            <pc:sldMk cId="0" sldId="266"/>
            <ac:spMk id="13" creationId="{00000000-0000-0000-0000-000000000000}"/>
          </ac:spMkLst>
        </pc:spChg>
        <pc:picChg chg="mod">
          <ac:chgData name="Hassan Imam (RA Digital Human)" userId="S::ra2.digih@ncai.nust.edu.pk::bec86b52-b28a-4740-8f15-b5d0d9770240" providerId="AD" clId="Web-{F1D858F4-68B3-BA79-A899-BCA5DBAF8F28}" dt="2025-01-29T10:08:16.415" v="114" actId="1076"/>
          <ac:picMkLst>
            <pc:docMk/>
            <pc:sldMk cId="0" sldId="266"/>
            <ac:picMk id="2" creationId="{00000000-0000-0000-0000-000000000000}"/>
          </ac:picMkLst>
        </pc:picChg>
        <pc:picChg chg="mod">
          <ac:chgData name="Hassan Imam (RA Digital Human)" userId="S::ra2.digih@ncai.nust.edu.pk::bec86b52-b28a-4740-8f15-b5d0d9770240" providerId="AD" clId="Web-{F1D858F4-68B3-BA79-A899-BCA5DBAF8F28}" dt="2025-01-29T10:07:59.867" v="109" actId="1076"/>
          <ac:picMkLst>
            <pc:docMk/>
            <pc:sldMk cId="0" sldId="266"/>
            <ac:picMk id="8" creationId="{00000000-0000-0000-0000-000000000000}"/>
          </ac:picMkLst>
        </pc:picChg>
      </pc:sldChg>
      <pc:sldChg chg="delSp modSp">
        <pc:chgData name="Hassan Imam (RA Digital Human)" userId="S::ra2.digih@ncai.nust.edu.pk::bec86b52-b28a-4740-8f15-b5d0d9770240" providerId="AD" clId="Web-{F1D858F4-68B3-BA79-A899-BCA5DBAF8F28}" dt="2025-01-29T10:12:43.934" v="157"/>
        <pc:sldMkLst>
          <pc:docMk/>
          <pc:sldMk cId="0" sldId="267"/>
        </pc:sldMkLst>
        <pc:grpChg chg="del mod">
          <ac:chgData name="Hassan Imam (RA Digital Human)" userId="S::ra2.digih@ncai.nust.edu.pk::bec86b52-b28a-4740-8f15-b5d0d9770240" providerId="AD" clId="Web-{F1D858F4-68B3-BA79-A899-BCA5DBAF8F28}" dt="2025-01-29T10:12:43.934" v="157"/>
          <ac:grpSpMkLst>
            <pc:docMk/>
            <pc:sldMk cId="0" sldId="267"/>
            <ac:grpSpMk id="3" creationId="{00000000-0000-0000-0000-000000000000}"/>
          </ac:grpSpMkLst>
        </pc:grpChg>
        <pc:grpChg chg="del mod">
          <ac:chgData name="Hassan Imam (RA Digital Human)" userId="S::ra2.digih@ncai.nust.edu.pk::bec86b52-b28a-4740-8f15-b5d0d9770240" providerId="AD" clId="Web-{F1D858F4-68B3-BA79-A899-BCA5DBAF8F28}" dt="2025-01-29T10:10:36.409" v="145"/>
          <ac:grpSpMkLst>
            <pc:docMk/>
            <pc:sldMk cId="0" sldId="267"/>
            <ac:grpSpMk id="6" creationId="{00000000-0000-0000-0000-000000000000}"/>
          </ac:grpSpMkLst>
        </pc:grpChg>
        <pc:picChg chg="topLvl">
          <ac:chgData name="Hassan Imam (RA Digital Human)" userId="S::ra2.digih@ncai.nust.edu.pk::bec86b52-b28a-4740-8f15-b5d0d9770240" providerId="AD" clId="Web-{F1D858F4-68B3-BA79-A899-BCA5DBAF8F28}" dt="2025-01-29T10:12:43.934" v="157"/>
          <ac:picMkLst>
            <pc:docMk/>
            <pc:sldMk cId="0" sldId="267"/>
            <ac:picMk id="4" creationId="{00000000-0000-0000-0000-000000000000}"/>
          </ac:picMkLst>
        </pc:picChg>
        <pc:picChg chg="del mod topLvl">
          <ac:chgData name="Hassan Imam (RA Digital Human)" userId="S::ra2.digih@ncai.nust.edu.pk::bec86b52-b28a-4740-8f15-b5d0d9770240" providerId="AD" clId="Web-{F1D858F4-68B3-BA79-A899-BCA5DBAF8F28}" dt="2025-01-29T10:12:43.934" v="157"/>
          <ac:picMkLst>
            <pc:docMk/>
            <pc:sldMk cId="0" sldId="267"/>
            <ac:picMk id="5" creationId="{00000000-0000-0000-0000-000000000000}"/>
          </ac:picMkLst>
        </pc:picChg>
        <pc:picChg chg="del mod ord topLvl">
          <ac:chgData name="Hassan Imam (RA Digital Human)" userId="S::ra2.digih@ncai.nust.edu.pk::bec86b52-b28a-4740-8f15-b5d0d9770240" providerId="AD" clId="Web-{F1D858F4-68B3-BA79-A899-BCA5DBAF8F28}" dt="2025-01-29T10:10:36.409" v="145"/>
          <ac:picMkLst>
            <pc:docMk/>
            <pc:sldMk cId="0" sldId="267"/>
            <ac:picMk id="7" creationId="{00000000-0000-0000-0000-000000000000}"/>
          </ac:picMkLst>
        </pc:picChg>
        <pc:picChg chg="topLvl">
          <ac:chgData name="Hassan Imam (RA Digital Human)" userId="S::ra2.digih@ncai.nust.edu.pk::bec86b52-b28a-4740-8f15-b5d0d9770240" providerId="AD" clId="Web-{F1D858F4-68B3-BA79-A899-BCA5DBAF8F28}" dt="2025-01-29T10:10:36.409" v="145"/>
          <ac:picMkLst>
            <pc:docMk/>
            <pc:sldMk cId="0" sldId="267"/>
            <ac:picMk id="8" creationId="{00000000-0000-0000-0000-000000000000}"/>
          </ac:picMkLst>
        </pc:picChg>
      </pc:sldChg>
      <pc:sldChg chg="modSp">
        <pc:chgData name="Hassan Imam (RA Digital Human)" userId="S::ra2.digih@ncai.nust.edu.pk::bec86b52-b28a-4740-8f15-b5d0d9770240" providerId="AD" clId="Web-{F1D858F4-68B3-BA79-A899-BCA5DBAF8F28}" dt="2025-01-29T10:11:20.131" v="147" actId="1076"/>
        <pc:sldMkLst>
          <pc:docMk/>
          <pc:sldMk cId="4097930329" sldId="479"/>
        </pc:sldMkLst>
        <pc:spChg chg="mod">
          <ac:chgData name="Hassan Imam (RA Digital Human)" userId="S::ra2.digih@ncai.nust.edu.pk::bec86b52-b28a-4740-8f15-b5d0d9770240" providerId="AD" clId="Web-{F1D858F4-68B3-BA79-A899-BCA5DBAF8F28}" dt="2025-01-29T10:11:20.131" v="147" actId="1076"/>
          <ac:spMkLst>
            <pc:docMk/>
            <pc:sldMk cId="4097930329" sldId="479"/>
            <ac:spMk id="2" creationId="{289BC1EF-338C-356F-25F5-8927760A83C0}"/>
          </ac:spMkLst>
        </pc:spChg>
        <pc:spChg chg="mod">
          <ac:chgData name="Hassan Imam (RA Digital Human)" userId="S::ra2.digih@ncai.nust.edu.pk::bec86b52-b28a-4740-8f15-b5d0d9770240" providerId="AD" clId="Web-{F1D858F4-68B3-BA79-A899-BCA5DBAF8F28}" dt="2025-01-29T10:04:11.710" v="61" actId="20577"/>
          <ac:spMkLst>
            <pc:docMk/>
            <pc:sldMk cId="4097930329" sldId="479"/>
            <ac:spMk id="3" creationId="{21F208FB-F3CA-4609-59CA-05A052FCA17D}"/>
          </ac:spMkLst>
        </pc:spChg>
      </pc:sldChg>
      <pc:sldChg chg="modSp">
        <pc:chgData name="Hassan Imam (RA Digital Human)" userId="S::ra2.digih@ncai.nust.edu.pk::bec86b52-b28a-4740-8f15-b5d0d9770240" providerId="AD" clId="Web-{F1D858F4-68B3-BA79-A899-BCA5DBAF8F28}" dt="2025-01-29T10:10:54.692" v="146" actId="1076"/>
        <pc:sldMkLst>
          <pc:docMk/>
          <pc:sldMk cId="1321113645" sldId="491"/>
        </pc:sldMkLst>
        <pc:spChg chg="mod">
          <ac:chgData name="Hassan Imam (RA Digital Human)" userId="S::ra2.digih@ncai.nust.edu.pk::bec86b52-b28a-4740-8f15-b5d0d9770240" providerId="AD" clId="Web-{F1D858F4-68B3-BA79-A899-BCA5DBAF8F28}" dt="2025-01-29T10:10:54.692" v="146" actId="1076"/>
          <ac:spMkLst>
            <pc:docMk/>
            <pc:sldMk cId="1321113645" sldId="491"/>
            <ac:spMk id="2" creationId="{CBDFBB5C-D39A-1D3C-76BE-0E9F6323F5DD}"/>
          </ac:spMkLst>
        </pc:spChg>
        <pc:spChg chg="mod">
          <ac:chgData name="Hassan Imam (RA Digital Human)" userId="S::ra2.digih@ncai.nust.edu.pk::bec86b52-b28a-4740-8f15-b5d0d9770240" providerId="AD" clId="Web-{F1D858F4-68B3-BA79-A899-BCA5DBAF8F28}" dt="2025-01-29T10:00:07.271" v="2" actId="20577"/>
          <ac:spMkLst>
            <pc:docMk/>
            <pc:sldMk cId="1321113645" sldId="491"/>
            <ac:spMk id="3" creationId="{FE70A34A-59FF-BDE0-08DA-90075BF64F03}"/>
          </ac:spMkLst>
        </pc:spChg>
      </pc:sldChg>
      <pc:sldChg chg="modSp">
        <pc:chgData name="Hassan Imam (RA Digital Human)" userId="S::ra2.digih@ncai.nust.edu.pk::bec86b52-b28a-4740-8f15-b5d0d9770240" providerId="AD" clId="Web-{F1D858F4-68B3-BA79-A899-BCA5DBAF8F28}" dt="2025-01-29T10:11:26.069" v="148" actId="1076"/>
        <pc:sldMkLst>
          <pc:docMk/>
          <pc:sldMk cId="2264752811" sldId="509"/>
        </pc:sldMkLst>
        <pc:spChg chg="mod">
          <ac:chgData name="Hassan Imam (RA Digital Human)" userId="S::ra2.digih@ncai.nust.edu.pk::bec86b52-b28a-4740-8f15-b5d0d9770240" providerId="AD" clId="Web-{F1D858F4-68B3-BA79-A899-BCA5DBAF8F28}" dt="2025-01-29T10:11:26.069" v="148" actId="1076"/>
          <ac:spMkLst>
            <pc:docMk/>
            <pc:sldMk cId="2264752811" sldId="509"/>
            <ac:spMk id="2" creationId="{58966EC2-7339-03F5-4B43-F6CD87A37877}"/>
          </ac:spMkLst>
        </pc:spChg>
        <pc:spChg chg="mod">
          <ac:chgData name="Hassan Imam (RA Digital Human)" userId="S::ra2.digih@ncai.nust.edu.pk::bec86b52-b28a-4740-8f15-b5d0d9770240" providerId="AD" clId="Web-{F1D858F4-68B3-BA79-A899-BCA5DBAF8F28}" dt="2025-01-29T10:03:01.627" v="38" actId="20577"/>
          <ac:spMkLst>
            <pc:docMk/>
            <pc:sldMk cId="2264752811" sldId="509"/>
            <ac:spMk id="3" creationId="{4DC774A9-D6E1-6621-DB97-691098D2B99A}"/>
          </ac:spMkLst>
        </pc:spChg>
      </pc:sldChg>
      <pc:sldChg chg="del">
        <pc:chgData name="Hassan Imam (RA Digital Human)" userId="S::ra2.digih@ncai.nust.edu.pk::bec86b52-b28a-4740-8f15-b5d0d9770240" providerId="AD" clId="Web-{F1D858F4-68B3-BA79-A899-BCA5DBAF8F28}" dt="2025-01-29T10:09:25.373" v="128"/>
        <pc:sldMkLst>
          <pc:docMk/>
          <pc:sldMk cId="2292458749" sldId="511"/>
        </pc:sldMkLst>
      </pc:sldChg>
      <pc:sldChg chg="modSp">
        <pc:chgData name="Hassan Imam (RA Digital Human)" userId="S::ra2.digih@ncai.nust.edu.pk::bec86b52-b28a-4740-8f15-b5d0d9770240" providerId="AD" clId="Web-{F1D858F4-68B3-BA79-A899-BCA5DBAF8F28}" dt="2025-01-29T10:13:06.341" v="161" actId="1076"/>
        <pc:sldMkLst>
          <pc:docMk/>
          <pc:sldMk cId="565603317" sldId="514"/>
        </pc:sldMkLst>
        <pc:spChg chg="mod">
          <ac:chgData name="Hassan Imam (RA Digital Human)" userId="S::ra2.digih@ncai.nust.edu.pk::bec86b52-b28a-4740-8f15-b5d0d9770240" providerId="AD" clId="Web-{F1D858F4-68B3-BA79-A899-BCA5DBAF8F28}" dt="2025-01-29T10:13:06.341" v="161" actId="1076"/>
          <ac:spMkLst>
            <pc:docMk/>
            <pc:sldMk cId="565603317" sldId="514"/>
            <ac:spMk id="2" creationId="{E5AD67D3-6F6C-37D1-3B30-B5E6A82CFAAD}"/>
          </ac:spMkLst>
        </pc:spChg>
        <pc:spChg chg="mod">
          <ac:chgData name="Hassan Imam (RA Digital Human)" userId="S::ra2.digih@ncai.nust.edu.pk::bec86b52-b28a-4740-8f15-b5d0d9770240" providerId="AD" clId="Web-{F1D858F4-68B3-BA79-A899-BCA5DBAF8F28}" dt="2025-01-29T10:10:19.022" v="142" actId="1076"/>
          <ac:spMkLst>
            <pc:docMk/>
            <pc:sldMk cId="565603317" sldId="514"/>
            <ac:spMk id="3" creationId="{13E4D939-7DD3-328F-CEDC-3E6996BA6408}"/>
          </ac:spMkLst>
        </pc:spChg>
      </pc:sldChg>
    </pc:docChg>
  </pc:docChgLst>
  <pc:docChgLst>
    <pc:chgData name="Hassan Imam (RA Digital Human)" userId="S::ra2.digih@ncai.nust.edu.pk::bec86b52-b28a-4740-8f15-b5d0d9770240" providerId="AD" clId="Web-{CED3E8CF-DF6F-3544-7464-036A5FFF7FEA}"/>
    <pc:docChg chg="addSld delSld modSld sldOrd">
      <pc:chgData name="Hassan Imam (RA Digital Human)" userId="S::ra2.digih@ncai.nust.edu.pk::bec86b52-b28a-4740-8f15-b5d0d9770240" providerId="AD" clId="Web-{CED3E8CF-DF6F-3544-7464-036A5FFF7FEA}" dt="2025-01-28T13:48:50.973" v="443" actId="1076"/>
      <pc:docMkLst>
        <pc:docMk/>
      </pc:docMkLst>
      <pc:sldChg chg="modSp">
        <pc:chgData name="Hassan Imam (RA Digital Human)" userId="S::ra2.digih@ncai.nust.edu.pk::bec86b52-b28a-4740-8f15-b5d0d9770240" providerId="AD" clId="Web-{CED3E8CF-DF6F-3544-7464-036A5FFF7FEA}" dt="2025-01-28T13:46:59.106" v="425" actId="20577"/>
        <pc:sldMkLst>
          <pc:docMk/>
          <pc:sldMk cId="0" sldId="260"/>
        </pc:sldMkLst>
        <pc:spChg chg="mod">
          <ac:chgData name="Hassan Imam (RA Digital Human)" userId="S::ra2.digih@ncai.nust.edu.pk::bec86b52-b28a-4740-8f15-b5d0d9770240" providerId="AD" clId="Web-{CED3E8CF-DF6F-3544-7464-036A5FFF7FEA}" dt="2025-01-28T13:46:59.106" v="425" actId="20577"/>
          <ac:spMkLst>
            <pc:docMk/>
            <pc:sldMk cId="0" sldId="260"/>
            <ac:spMk id="2" creationId="{00000000-0000-0000-0000-000000000000}"/>
          </ac:spMkLst>
        </pc:spChg>
      </pc:sldChg>
      <pc:sldChg chg="addSp delSp modSp del">
        <pc:chgData name="Hassan Imam (RA Digital Human)" userId="S::ra2.digih@ncai.nust.edu.pk::bec86b52-b28a-4740-8f15-b5d0d9770240" providerId="AD" clId="Web-{CED3E8CF-DF6F-3544-7464-036A5FFF7FEA}" dt="2025-01-28T13:40:47.798" v="404"/>
        <pc:sldMkLst>
          <pc:docMk/>
          <pc:sldMk cId="0" sldId="262"/>
        </pc:sldMkLst>
        <pc:spChg chg="mod">
          <ac:chgData name="Hassan Imam (RA Digital Human)" userId="S::ra2.digih@ncai.nust.edu.pk::bec86b52-b28a-4740-8f15-b5d0d9770240" providerId="AD" clId="Web-{CED3E8CF-DF6F-3544-7464-036A5FFF7FEA}" dt="2025-01-28T13:39:25.589" v="365" actId="14100"/>
          <ac:spMkLst>
            <pc:docMk/>
            <pc:sldMk cId="0" sldId="262"/>
            <ac:spMk id="3" creationId="{00000000-0000-0000-0000-000000000000}"/>
          </ac:spMkLst>
        </pc:spChg>
        <pc:spChg chg="mod">
          <ac:chgData name="Hassan Imam (RA Digital Human)" userId="S::ra2.digih@ncai.nust.edu.pk::bec86b52-b28a-4740-8f15-b5d0d9770240" providerId="AD" clId="Web-{CED3E8CF-DF6F-3544-7464-036A5FFF7FEA}" dt="2025-01-28T13:11:04.422" v="20" actId="1076"/>
          <ac:spMkLst>
            <pc:docMk/>
            <pc:sldMk cId="0" sldId="262"/>
            <ac:spMk id="5" creationId="{00000000-0000-0000-0000-000000000000}"/>
          </ac:spMkLst>
        </pc:spChg>
        <pc:spChg chg="mod">
          <ac:chgData name="Hassan Imam (RA Digital Human)" userId="S::ra2.digih@ncai.nust.edu.pk::bec86b52-b28a-4740-8f15-b5d0d9770240" providerId="AD" clId="Web-{CED3E8CF-DF6F-3544-7464-036A5FFF7FEA}" dt="2025-01-28T13:12:13.740" v="52" actId="1076"/>
          <ac:spMkLst>
            <pc:docMk/>
            <pc:sldMk cId="0" sldId="262"/>
            <ac:spMk id="19" creationId="{00000000-0000-0000-0000-000000000000}"/>
          </ac:spMkLst>
        </pc:spChg>
        <pc:spChg chg="mod">
          <ac:chgData name="Hassan Imam (RA Digital Human)" userId="S::ra2.digih@ncai.nust.edu.pk::bec86b52-b28a-4740-8f15-b5d0d9770240" providerId="AD" clId="Web-{CED3E8CF-DF6F-3544-7464-036A5FFF7FEA}" dt="2025-01-28T13:12:13.786" v="53" actId="1076"/>
          <ac:spMkLst>
            <pc:docMk/>
            <pc:sldMk cId="0" sldId="262"/>
            <ac:spMk id="20" creationId="{00000000-0000-0000-0000-000000000000}"/>
          </ac:spMkLst>
        </pc:spChg>
        <pc:spChg chg="add del mod">
          <ac:chgData name="Hassan Imam (RA Digital Human)" userId="S::ra2.digih@ncai.nust.edu.pk::bec86b52-b28a-4740-8f15-b5d0d9770240" providerId="AD" clId="Web-{CED3E8CF-DF6F-3544-7464-036A5FFF7FEA}" dt="2025-01-28T13:12:06.927" v="49"/>
          <ac:spMkLst>
            <pc:docMk/>
            <pc:sldMk cId="0" sldId="262"/>
            <ac:spMk id="22" creationId="{EC463611-ADEF-4221-444C-9A0BC8EF235C}"/>
          </ac:spMkLst>
        </pc:spChg>
        <pc:spChg chg="add del mod">
          <ac:chgData name="Hassan Imam (RA Digital Human)" userId="S::ra2.digih@ncai.nust.edu.pk::bec86b52-b28a-4740-8f15-b5d0d9770240" providerId="AD" clId="Web-{CED3E8CF-DF6F-3544-7464-036A5FFF7FEA}" dt="2025-01-28T13:12:06.927" v="47"/>
          <ac:spMkLst>
            <pc:docMk/>
            <pc:sldMk cId="0" sldId="262"/>
            <ac:spMk id="28" creationId="{0AEED984-423C-F41E-D816-B5840995BFD3}"/>
          </ac:spMkLst>
        </pc:spChg>
        <pc:spChg chg="add del mod">
          <ac:chgData name="Hassan Imam (RA Digital Human)" userId="S::ra2.digih@ncai.nust.edu.pk::bec86b52-b28a-4740-8f15-b5d0d9770240" providerId="AD" clId="Web-{CED3E8CF-DF6F-3544-7464-036A5FFF7FEA}" dt="2025-01-28T13:12:06.912" v="46"/>
          <ac:spMkLst>
            <pc:docMk/>
            <pc:sldMk cId="0" sldId="262"/>
            <ac:spMk id="30" creationId="{3E005229-1D7E-30E2-C4FE-22AA6334EC96}"/>
          </ac:spMkLst>
        </pc:spChg>
        <pc:grpChg chg="mod">
          <ac:chgData name="Hassan Imam (RA Digital Human)" userId="S::ra2.digih@ncai.nust.edu.pk::bec86b52-b28a-4740-8f15-b5d0d9770240" providerId="AD" clId="Web-{CED3E8CF-DF6F-3544-7464-036A5FFF7FEA}" dt="2025-01-28T13:12:13.724" v="51" actId="1076"/>
          <ac:grpSpMkLst>
            <pc:docMk/>
            <pc:sldMk cId="0" sldId="262"/>
            <ac:grpSpMk id="4" creationId="{00000000-0000-0000-0000-000000000000}"/>
          </ac:grpSpMkLst>
        </pc:grpChg>
        <pc:grpChg chg="add del mod">
          <ac:chgData name="Hassan Imam (RA Digital Human)" userId="S::ra2.digih@ncai.nust.edu.pk::bec86b52-b28a-4740-8f15-b5d0d9770240" providerId="AD" clId="Web-{CED3E8CF-DF6F-3544-7464-036A5FFF7FEA}" dt="2025-01-28T13:12:06.927" v="48"/>
          <ac:grpSpMkLst>
            <pc:docMk/>
            <pc:sldMk cId="0" sldId="262"/>
            <ac:grpSpMk id="26" creationId="{C0E15E88-EF2A-0BD6-ACC8-3E373061258C}"/>
          </ac:grpSpMkLst>
        </pc:grpChg>
      </pc:sldChg>
      <pc:sldChg chg="addSp delSp modSp">
        <pc:chgData name="Hassan Imam (RA Digital Human)" userId="S::ra2.digih@ncai.nust.edu.pk::bec86b52-b28a-4740-8f15-b5d0d9770240" providerId="AD" clId="Web-{CED3E8CF-DF6F-3544-7464-036A5FFF7FEA}" dt="2025-01-28T13:47:04.934" v="426" actId="20577"/>
        <pc:sldMkLst>
          <pc:docMk/>
          <pc:sldMk cId="0" sldId="263"/>
        </pc:sldMkLst>
        <pc:spChg chg="del mod">
          <ac:chgData name="Hassan Imam (RA Digital Human)" userId="S::ra2.digih@ncai.nust.edu.pk::bec86b52-b28a-4740-8f15-b5d0d9770240" providerId="AD" clId="Web-{CED3E8CF-DF6F-3544-7464-036A5FFF7FEA}" dt="2025-01-28T13:40:27.969" v="400"/>
          <ac:spMkLst>
            <pc:docMk/>
            <pc:sldMk cId="0" sldId="263"/>
            <ac:spMk id="2" creationId="{00000000-0000-0000-0000-000000000000}"/>
          </ac:spMkLst>
        </pc:spChg>
        <pc:spChg chg="mod">
          <ac:chgData name="Hassan Imam (RA Digital Human)" userId="S::ra2.digih@ncai.nust.edu.pk::bec86b52-b28a-4740-8f15-b5d0d9770240" providerId="AD" clId="Web-{CED3E8CF-DF6F-3544-7464-036A5FFF7FEA}" dt="2025-01-28T13:39:42.294" v="382" actId="1076"/>
          <ac:spMkLst>
            <pc:docMk/>
            <pc:sldMk cId="0" sldId="263"/>
            <ac:spMk id="3" creationId="{00000000-0000-0000-0000-000000000000}"/>
          </ac:spMkLst>
        </pc:spChg>
        <pc:spChg chg="mod">
          <ac:chgData name="Hassan Imam (RA Digital Human)" userId="S::ra2.digih@ncai.nust.edu.pk::bec86b52-b28a-4740-8f15-b5d0d9770240" providerId="AD" clId="Web-{CED3E8CF-DF6F-3544-7464-036A5FFF7FEA}" dt="2025-01-28T13:39:39.372" v="369"/>
          <ac:spMkLst>
            <pc:docMk/>
            <pc:sldMk cId="0" sldId="263"/>
            <ac:spMk id="5" creationId="{00000000-0000-0000-0000-000000000000}"/>
          </ac:spMkLst>
        </pc:spChg>
        <pc:spChg chg="mod">
          <ac:chgData name="Hassan Imam (RA Digital Human)" userId="S::ra2.digih@ncai.nust.edu.pk::bec86b52-b28a-4740-8f15-b5d0d9770240" providerId="AD" clId="Web-{CED3E8CF-DF6F-3544-7464-036A5FFF7FEA}" dt="2025-01-28T13:39:42.356" v="384" actId="1076"/>
          <ac:spMkLst>
            <pc:docMk/>
            <pc:sldMk cId="0" sldId="263"/>
            <ac:spMk id="7" creationId="{00000000-0000-0000-0000-000000000000}"/>
          </ac:spMkLst>
        </pc:spChg>
        <pc:spChg chg="mod">
          <ac:chgData name="Hassan Imam (RA Digital Human)" userId="S::ra2.digih@ncai.nust.edu.pk::bec86b52-b28a-4740-8f15-b5d0d9770240" providerId="AD" clId="Web-{CED3E8CF-DF6F-3544-7464-036A5FFF7FEA}" dt="2025-01-28T13:39:42.372" v="385" actId="1076"/>
          <ac:spMkLst>
            <pc:docMk/>
            <pc:sldMk cId="0" sldId="263"/>
            <ac:spMk id="8" creationId="{00000000-0000-0000-0000-000000000000}"/>
          </ac:spMkLst>
        </pc:spChg>
        <pc:spChg chg="add mod">
          <ac:chgData name="Hassan Imam (RA Digital Human)" userId="S::ra2.digih@ncai.nust.edu.pk::bec86b52-b28a-4740-8f15-b5d0d9770240" providerId="AD" clId="Web-{CED3E8CF-DF6F-3544-7464-036A5FFF7FEA}" dt="2025-01-28T13:39:42.387" v="386" actId="1076"/>
          <ac:spMkLst>
            <pc:docMk/>
            <pc:sldMk cId="0" sldId="263"/>
            <ac:spMk id="10" creationId="{FD999AC0-A082-E767-CF94-7A93F7AE58D9}"/>
          </ac:spMkLst>
        </pc:spChg>
        <pc:spChg chg="mod">
          <ac:chgData name="Hassan Imam (RA Digital Human)" userId="S::ra2.digih@ncai.nust.edu.pk::bec86b52-b28a-4740-8f15-b5d0d9770240" providerId="AD" clId="Web-{CED3E8CF-DF6F-3544-7464-036A5FFF7FEA}" dt="2025-01-28T13:39:39.387" v="372"/>
          <ac:spMkLst>
            <pc:docMk/>
            <pc:sldMk cId="0" sldId="263"/>
            <ac:spMk id="12" creationId="{9B422154-D46B-469B-DDFF-7AF1DA2341B0}"/>
          </ac:spMkLst>
        </pc:spChg>
        <pc:spChg chg="mod">
          <ac:chgData name="Hassan Imam (RA Digital Human)" userId="S::ra2.digih@ncai.nust.edu.pk::bec86b52-b28a-4740-8f15-b5d0d9770240" providerId="AD" clId="Web-{CED3E8CF-DF6F-3544-7464-036A5FFF7FEA}" dt="2025-01-28T13:39:39.387" v="373"/>
          <ac:spMkLst>
            <pc:docMk/>
            <pc:sldMk cId="0" sldId="263"/>
            <ac:spMk id="25" creationId="{16BF13BE-43C2-E5FB-03A2-182D3B09CF6A}"/>
          </ac:spMkLst>
        </pc:spChg>
        <pc:spChg chg="add mod">
          <ac:chgData name="Hassan Imam (RA Digital Human)" userId="S::ra2.digih@ncai.nust.edu.pk::bec86b52-b28a-4740-8f15-b5d0d9770240" providerId="AD" clId="Web-{CED3E8CF-DF6F-3544-7464-036A5FFF7FEA}" dt="2025-01-28T13:39:42.450" v="388" actId="1076"/>
          <ac:spMkLst>
            <pc:docMk/>
            <pc:sldMk cId="0" sldId="263"/>
            <ac:spMk id="28" creationId="{EA1749A8-B9CE-A695-EE96-625DFEFB30B8}"/>
          </ac:spMkLst>
        </pc:spChg>
        <pc:spChg chg="add mod">
          <ac:chgData name="Hassan Imam (RA Digital Human)" userId="S::ra2.digih@ncai.nust.edu.pk::bec86b52-b28a-4740-8f15-b5d0d9770240" providerId="AD" clId="Web-{CED3E8CF-DF6F-3544-7464-036A5FFF7FEA}" dt="2025-01-28T13:39:42.481" v="389" actId="1076"/>
          <ac:spMkLst>
            <pc:docMk/>
            <pc:sldMk cId="0" sldId="263"/>
            <ac:spMk id="30" creationId="{F3EDE5D8-EEF8-6351-44C5-3FE1EA028813}"/>
          </ac:spMkLst>
        </pc:spChg>
        <pc:spChg chg="mod">
          <ac:chgData name="Hassan Imam (RA Digital Human)" userId="S::ra2.digih@ncai.nust.edu.pk::bec86b52-b28a-4740-8f15-b5d0d9770240" providerId="AD" clId="Web-{CED3E8CF-DF6F-3544-7464-036A5FFF7FEA}" dt="2025-01-28T13:39:39.387" v="376"/>
          <ac:spMkLst>
            <pc:docMk/>
            <pc:sldMk cId="0" sldId="263"/>
            <ac:spMk id="32" creationId="{346777BC-C549-CF1B-40F0-38C76006F980}"/>
          </ac:spMkLst>
        </pc:spChg>
        <pc:spChg chg="mod">
          <ac:chgData name="Hassan Imam (RA Digital Human)" userId="S::ra2.digih@ncai.nust.edu.pk::bec86b52-b28a-4740-8f15-b5d0d9770240" providerId="AD" clId="Web-{CED3E8CF-DF6F-3544-7464-036A5FFF7FEA}" dt="2025-01-28T13:39:39.387" v="377"/>
          <ac:spMkLst>
            <pc:docMk/>
            <pc:sldMk cId="0" sldId="263"/>
            <ac:spMk id="45" creationId="{5A2E3627-A35D-3A42-A5E7-3D7BF85F79F0}"/>
          </ac:spMkLst>
        </pc:spChg>
        <pc:spChg chg="add mod">
          <ac:chgData name="Hassan Imam (RA Digital Human)" userId="S::ra2.digih@ncai.nust.edu.pk::bec86b52-b28a-4740-8f15-b5d0d9770240" providerId="AD" clId="Web-{CED3E8CF-DF6F-3544-7464-036A5FFF7FEA}" dt="2025-01-28T13:39:58.904" v="396" actId="1076"/>
          <ac:spMkLst>
            <pc:docMk/>
            <pc:sldMk cId="0" sldId="263"/>
            <ac:spMk id="48" creationId="{D2628185-820F-4CF3-10E5-DB67DD1D8F7E}"/>
          </ac:spMkLst>
        </pc:spChg>
        <pc:spChg chg="add mod">
          <ac:chgData name="Hassan Imam (RA Digital Human)" userId="S::ra2.digih@ncai.nust.edu.pk::bec86b52-b28a-4740-8f15-b5d0d9770240" providerId="AD" clId="Web-{CED3E8CF-DF6F-3544-7464-036A5FFF7FEA}" dt="2025-01-28T13:40:02.061" v="397" actId="1076"/>
          <ac:spMkLst>
            <pc:docMk/>
            <pc:sldMk cId="0" sldId="263"/>
            <ac:spMk id="50" creationId="{79DC6176-7B1B-1D96-403C-0047A0E21FFD}"/>
          </ac:spMkLst>
        </pc:spChg>
        <pc:spChg chg="add mod">
          <ac:chgData name="Hassan Imam (RA Digital Human)" userId="S::ra2.digih@ncai.nust.edu.pk::bec86b52-b28a-4740-8f15-b5d0d9770240" providerId="AD" clId="Web-{CED3E8CF-DF6F-3544-7464-036A5FFF7FEA}" dt="2025-01-28T13:40:05.702" v="398" actId="1076"/>
          <ac:spMkLst>
            <pc:docMk/>
            <pc:sldMk cId="0" sldId="263"/>
            <ac:spMk id="52" creationId="{2D5A684E-FEBD-EB16-D5AE-24C191E5439C}"/>
          </ac:spMkLst>
        </pc:spChg>
        <pc:spChg chg="add mod">
          <ac:chgData name="Hassan Imam (RA Digital Human)" userId="S::ra2.digih@ncai.nust.edu.pk::bec86b52-b28a-4740-8f15-b5d0d9770240" providerId="AD" clId="Web-{CED3E8CF-DF6F-3544-7464-036A5FFF7FEA}" dt="2025-01-28T13:47:04.934" v="426" actId="20577"/>
          <ac:spMkLst>
            <pc:docMk/>
            <pc:sldMk cId="0" sldId="263"/>
            <ac:spMk id="54" creationId="{9282DB68-6121-5042-5889-D68CFF6B6511}"/>
          </ac:spMkLst>
        </pc:spChg>
        <pc:grpChg chg="mod">
          <ac:chgData name="Hassan Imam (RA Digital Human)" userId="S::ra2.digih@ncai.nust.edu.pk::bec86b52-b28a-4740-8f15-b5d0d9770240" providerId="AD" clId="Web-{CED3E8CF-DF6F-3544-7464-036A5FFF7FEA}" dt="2025-01-28T13:39:42.325" v="383" actId="1076"/>
          <ac:grpSpMkLst>
            <pc:docMk/>
            <pc:sldMk cId="0" sldId="263"/>
            <ac:grpSpMk id="4" creationId="{00000000-0000-0000-0000-000000000000}"/>
          </ac:grpSpMkLst>
        </pc:grpChg>
        <pc:grpChg chg="add mod">
          <ac:chgData name="Hassan Imam (RA Digital Human)" userId="S::ra2.digih@ncai.nust.edu.pk::bec86b52-b28a-4740-8f15-b5d0d9770240" providerId="AD" clId="Web-{CED3E8CF-DF6F-3544-7464-036A5FFF7FEA}" dt="2025-01-28T13:39:42.434" v="387" actId="1076"/>
          <ac:grpSpMkLst>
            <pc:docMk/>
            <pc:sldMk cId="0" sldId="263"/>
            <ac:grpSpMk id="26" creationId="{34343929-388B-4E9A-C570-FFFDE2A2C19F}"/>
          </ac:grpSpMkLst>
        </pc:grpChg>
        <pc:grpChg chg="add mod">
          <ac:chgData name="Hassan Imam (RA Digital Human)" userId="S::ra2.digih@ncai.nust.edu.pk::bec86b52-b28a-4740-8f15-b5d0d9770240" providerId="AD" clId="Web-{CED3E8CF-DF6F-3544-7464-036A5FFF7FEA}" dt="2025-01-28T13:39:42.512" v="390" actId="1076"/>
          <ac:grpSpMkLst>
            <pc:docMk/>
            <pc:sldMk cId="0" sldId="263"/>
            <ac:grpSpMk id="46" creationId="{227F4A34-2B7E-3FDF-48D1-B35529308C68}"/>
          </ac:grpSpMkLst>
        </pc:grpChg>
      </pc:sldChg>
      <pc:sldChg chg="del">
        <pc:chgData name="Hassan Imam (RA Digital Human)" userId="S::ra2.digih@ncai.nust.edu.pk::bec86b52-b28a-4740-8f15-b5d0d9770240" providerId="AD" clId="Web-{CED3E8CF-DF6F-3544-7464-036A5FFF7FEA}" dt="2025-01-28T13:12:48.242" v="73"/>
        <pc:sldMkLst>
          <pc:docMk/>
          <pc:sldMk cId="0" sldId="264"/>
        </pc:sldMkLst>
      </pc:sldChg>
      <pc:sldChg chg="addSp delSp modSp">
        <pc:chgData name="Hassan Imam (RA Digital Human)" userId="S::ra2.digih@ncai.nust.edu.pk::bec86b52-b28a-4740-8f15-b5d0d9770240" providerId="AD" clId="Web-{CED3E8CF-DF6F-3544-7464-036A5FFF7FEA}" dt="2025-01-28T13:47:09.716" v="428" actId="20577"/>
        <pc:sldMkLst>
          <pc:docMk/>
          <pc:sldMk cId="0" sldId="265"/>
        </pc:sldMkLst>
        <pc:spChg chg="mod">
          <ac:chgData name="Hassan Imam (RA Digital Human)" userId="S::ra2.digih@ncai.nust.edu.pk::bec86b52-b28a-4740-8f15-b5d0d9770240" providerId="AD" clId="Web-{CED3E8CF-DF6F-3544-7464-036A5FFF7FEA}" dt="2025-01-28T13:47:09.716" v="428" actId="20577"/>
          <ac:spMkLst>
            <pc:docMk/>
            <pc:sldMk cId="0" sldId="265"/>
            <ac:spMk id="5" creationId="{00000000-0000-0000-0000-000000000000}"/>
          </ac:spMkLst>
        </pc:spChg>
        <pc:spChg chg="mod">
          <ac:chgData name="Hassan Imam (RA Digital Human)" userId="S::ra2.digih@ncai.nust.edu.pk::bec86b52-b28a-4740-8f15-b5d0d9770240" providerId="AD" clId="Web-{CED3E8CF-DF6F-3544-7464-036A5FFF7FEA}" dt="2025-01-28T13:33:31.127" v="291" actId="1076"/>
          <ac:spMkLst>
            <pc:docMk/>
            <pc:sldMk cId="0" sldId="265"/>
            <ac:spMk id="9" creationId="{00000000-0000-0000-0000-000000000000}"/>
          </ac:spMkLst>
        </pc:spChg>
        <pc:spChg chg="mod">
          <ac:chgData name="Hassan Imam (RA Digital Human)" userId="S::ra2.digih@ncai.nust.edu.pk::bec86b52-b28a-4740-8f15-b5d0d9770240" providerId="AD" clId="Web-{CED3E8CF-DF6F-3544-7464-036A5FFF7FEA}" dt="2025-01-28T13:33:28.392" v="290" actId="1076"/>
          <ac:spMkLst>
            <pc:docMk/>
            <pc:sldMk cId="0" sldId="265"/>
            <ac:spMk id="10" creationId="{00000000-0000-0000-0000-000000000000}"/>
          </ac:spMkLst>
        </pc:spChg>
        <pc:spChg chg="mod">
          <ac:chgData name="Hassan Imam (RA Digital Human)" userId="S::ra2.digih@ncai.nust.edu.pk::bec86b52-b28a-4740-8f15-b5d0d9770240" providerId="AD" clId="Web-{CED3E8CF-DF6F-3544-7464-036A5FFF7FEA}" dt="2025-01-28T13:33:33.486" v="292" actId="1076"/>
          <ac:spMkLst>
            <pc:docMk/>
            <pc:sldMk cId="0" sldId="265"/>
            <ac:spMk id="11" creationId="{00000000-0000-0000-0000-000000000000}"/>
          </ac:spMkLst>
        </pc:spChg>
        <pc:spChg chg="mod">
          <ac:chgData name="Hassan Imam (RA Digital Human)" userId="S::ra2.digih@ncai.nust.edu.pk::bec86b52-b28a-4740-8f15-b5d0d9770240" providerId="AD" clId="Web-{CED3E8CF-DF6F-3544-7464-036A5FFF7FEA}" dt="2025-01-28T13:33:35.361" v="293" actId="1076"/>
          <ac:spMkLst>
            <pc:docMk/>
            <pc:sldMk cId="0" sldId="265"/>
            <ac:spMk id="12" creationId="{00000000-0000-0000-0000-000000000000}"/>
          </ac:spMkLst>
        </pc:spChg>
        <pc:spChg chg="mod">
          <ac:chgData name="Hassan Imam (RA Digital Human)" userId="S::ra2.digih@ncai.nust.edu.pk::bec86b52-b28a-4740-8f15-b5d0d9770240" providerId="AD" clId="Web-{CED3E8CF-DF6F-3544-7464-036A5FFF7FEA}" dt="2025-01-28T13:33:39.049" v="294" actId="1076"/>
          <ac:spMkLst>
            <pc:docMk/>
            <pc:sldMk cId="0" sldId="265"/>
            <ac:spMk id="13" creationId="{00000000-0000-0000-0000-000000000000}"/>
          </ac:spMkLst>
        </pc:spChg>
        <pc:grpChg chg="add del mod">
          <ac:chgData name="Hassan Imam (RA Digital Human)" userId="S::ra2.digih@ncai.nust.edu.pk::bec86b52-b28a-4740-8f15-b5d0d9770240" providerId="AD" clId="Web-{CED3E8CF-DF6F-3544-7464-036A5FFF7FEA}" dt="2025-01-28T13:27:20.819" v="287" actId="1076"/>
          <ac:grpSpMkLst>
            <pc:docMk/>
            <pc:sldMk cId="0" sldId="265"/>
            <ac:grpSpMk id="6" creationId="{00000000-0000-0000-0000-000000000000}"/>
          </ac:grpSpMkLst>
        </pc:grpChg>
        <pc:picChg chg="mod">
          <ac:chgData name="Hassan Imam (RA Digital Human)" userId="S::ra2.digih@ncai.nust.edu.pk::bec86b52-b28a-4740-8f15-b5d0d9770240" providerId="AD" clId="Web-{CED3E8CF-DF6F-3544-7464-036A5FFF7FEA}" dt="2025-01-28T13:26:34.128" v="263" actId="1076"/>
          <ac:picMkLst>
            <pc:docMk/>
            <pc:sldMk cId="0" sldId="265"/>
            <ac:picMk id="2" creationId="{00000000-0000-0000-0000-000000000000}"/>
          </ac:picMkLst>
        </pc:picChg>
        <pc:picChg chg="del">
          <ac:chgData name="Hassan Imam (RA Digital Human)" userId="S::ra2.digih@ncai.nust.edu.pk::bec86b52-b28a-4740-8f15-b5d0d9770240" providerId="AD" clId="Web-{CED3E8CF-DF6F-3544-7464-036A5FFF7FEA}" dt="2025-01-28T13:14:11.967" v="90"/>
          <ac:picMkLst>
            <pc:docMk/>
            <pc:sldMk cId="0" sldId="265"/>
            <ac:picMk id="3" creationId="{00000000-0000-0000-0000-000000000000}"/>
          </ac:picMkLst>
        </pc:picChg>
        <pc:picChg chg="add del mod">
          <ac:chgData name="Hassan Imam (RA Digital Human)" userId="S::ra2.digih@ncai.nust.edu.pk::bec86b52-b28a-4740-8f15-b5d0d9770240" providerId="AD" clId="Web-{CED3E8CF-DF6F-3544-7464-036A5FFF7FEA}" dt="2025-01-28T13:27:15.694" v="283"/>
          <ac:picMkLst>
            <pc:docMk/>
            <pc:sldMk cId="0" sldId="265"/>
            <ac:picMk id="4" creationId="{00000000-0000-0000-0000-000000000000}"/>
          </ac:picMkLst>
        </pc:picChg>
        <pc:picChg chg="mod ord topLvl">
          <ac:chgData name="Hassan Imam (RA Digital Human)" userId="S::ra2.digih@ncai.nust.edu.pk::bec86b52-b28a-4740-8f15-b5d0d9770240" providerId="AD" clId="Web-{CED3E8CF-DF6F-3544-7464-036A5FFF7FEA}" dt="2025-01-28T13:34:49.179" v="305"/>
          <ac:picMkLst>
            <pc:docMk/>
            <pc:sldMk cId="0" sldId="265"/>
            <ac:picMk id="7" creationId="{00000000-0000-0000-0000-000000000000}"/>
          </ac:picMkLst>
        </pc:picChg>
        <pc:picChg chg="add del mod topLvl">
          <ac:chgData name="Hassan Imam (RA Digital Human)" userId="S::ra2.digih@ncai.nust.edu.pk::bec86b52-b28a-4740-8f15-b5d0d9770240" providerId="AD" clId="Web-{CED3E8CF-DF6F-3544-7464-036A5FFF7FEA}" dt="2025-01-28T13:27:19.335" v="286"/>
          <ac:picMkLst>
            <pc:docMk/>
            <pc:sldMk cId="0" sldId="265"/>
            <ac:picMk id="8" creationId="{00000000-0000-0000-0000-000000000000}"/>
          </ac:picMkLst>
        </pc:picChg>
        <pc:picChg chg="add del mod">
          <ac:chgData name="Hassan Imam (RA Digital Human)" userId="S::ra2.digih@ncai.nust.edu.pk::bec86b52-b28a-4740-8f15-b5d0d9770240" providerId="AD" clId="Web-{CED3E8CF-DF6F-3544-7464-036A5FFF7FEA}" dt="2025-01-28T13:27:18.350" v="285"/>
          <ac:picMkLst>
            <pc:docMk/>
            <pc:sldMk cId="0" sldId="265"/>
            <ac:picMk id="14" creationId="{C551A07A-D362-3EBC-A181-59DA7E51E3CC}"/>
          </ac:picMkLst>
        </pc:picChg>
        <pc:picChg chg="add mod">
          <ac:chgData name="Hassan Imam (RA Digital Human)" userId="S::ra2.digih@ncai.nust.edu.pk::bec86b52-b28a-4740-8f15-b5d0d9770240" providerId="AD" clId="Web-{CED3E8CF-DF6F-3544-7464-036A5FFF7FEA}" dt="2025-01-28T13:27:25.398" v="289" actId="1076"/>
          <ac:picMkLst>
            <pc:docMk/>
            <pc:sldMk cId="0" sldId="265"/>
            <ac:picMk id="15" creationId="{D063C103-7C38-B8F7-9F55-19B137352A9B}"/>
          </ac:picMkLst>
        </pc:picChg>
      </pc:sldChg>
      <pc:sldChg chg="addSp delSp modSp">
        <pc:chgData name="Hassan Imam (RA Digital Human)" userId="S::ra2.digih@ncai.nust.edu.pk::bec86b52-b28a-4740-8f15-b5d0d9770240" providerId="AD" clId="Web-{CED3E8CF-DF6F-3544-7464-036A5FFF7FEA}" dt="2025-01-28T13:48:20.674" v="434" actId="1076"/>
        <pc:sldMkLst>
          <pc:docMk/>
          <pc:sldMk cId="0" sldId="266"/>
        </pc:sldMkLst>
        <pc:spChg chg="mod">
          <ac:chgData name="Hassan Imam (RA Digital Human)" userId="S::ra2.digih@ncai.nust.edu.pk::bec86b52-b28a-4740-8f15-b5d0d9770240" providerId="AD" clId="Web-{CED3E8CF-DF6F-3544-7464-036A5FFF7FEA}" dt="2025-01-28T13:47:15.701" v="430" actId="20577"/>
          <ac:spMkLst>
            <pc:docMk/>
            <pc:sldMk cId="0" sldId="266"/>
            <ac:spMk id="5" creationId="{00000000-0000-0000-0000-000000000000}"/>
          </ac:spMkLst>
        </pc:spChg>
        <pc:spChg chg="mod">
          <ac:chgData name="Hassan Imam (RA Digital Human)" userId="S::ra2.digih@ncai.nust.edu.pk::bec86b52-b28a-4740-8f15-b5d0d9770240" providerId="AD" clId="Web-{CED3E8CF-DF6F-3544-7464-036A5FFF7FEA}" dt="2025-01-28T13:15:19.565" v="113" actId="14100"/>
          <ac:spMkLst>
            <pc:docMk/>
            <pc:sldMk cId="0" sldId="266"/>
            <ac:spMk id="9" creationId="{00000000-0000-0000-0000-000000000000}"/>
          </ac:spMkLst>
        </pc:spChg>
        <pc:spChg chg="mod">
          <ac:chgData name="Hassan Imam (RA Digital Human)" userId="S::ra2.digih@ncai.nust.edu.pk::bec86b52-b28a-4740-8f15-b5d0d9770240" providerId="AD" clId="Web-{CED3E8CF-DF6F-3544-7464-036A5FFF7FEA}" dt="2025-01-28T13:15:19.581" v="114" actId="14100"/>
          <ac:spMkLst>
            <pc:docMk/>
            <pc:sldMk cId="0" sldId="266"/>
            <ac:spMk id="10" creationId="{00000000-0000-0000-0000-000000000000}"/>
          </ac:spMkLst>
        </pc:spChg>
        <pc:spChg chg="mod">
          <ac:chgData name="Hassan Imam (RA Digital Human)" userId="S::ra2.digih@ncai.nust.edu.pk::bec86b52-b28a-4740-8f15-b5d0d9770240" providerId="AD" clId="Web-{CED3E8CF-DF6F-3544-7464-036A5FFF7FEA}" dt="2025-01-28T13:15:19.596" v="115" actId="14100"/>
          <ac:spMkLst>
            <pc:docMk/>
            <pc:sldMk cId="0" sldId="266"/>
            <ac:spMk id="11" creationId="{00000000-0000-0000-0000-000000000000}"/>
          </ac:spMkLst>
        </pc:spChg>
        <pc:spChg chg="mod">
          <ac:chgData name="Hassan Imam (RA Digital Human)" userId="S::ra2.digih@ncai.nust.edu.pk::bec86b52-b28a-4740-8f15-b5d0d9770240" providerId="AD" clId="Web-{CED3E8CF-DF6F-3544-7464-036A5FFF7FEA}" dt="2025-01-28T13:15:23.737" v="118" actId="1076"/>
          <ac:spMkLst>
            <pc:docMk/>
            <pc:sldMk cId="0" sldId="266"/>
            <ac:spMk id="12" creationId="{00000000-0000-0000-0000-000000000000}"/>
          </ac:spMkLst>
        </pc:spChg>
        <pc:spChg chg="mod">
          <ac:chgData name="Hassan Imam (RA Digital Human)" userId="S::ra2.digih@ncai.nust.edu.pk::bec86b52-b28a-4740-8f15-b5d0d9770240" providerId="AD" clId="Web-{CED3E8CF-DF6F-3544-7464-036A5FFF7FEA}" dt="2025-01-28T13:15:30.441" v="120" actId="1076"/>
          <ac:spMkLst>
            <pc:docMk/>
            <pc:sldMk cId="0" sldId="266"/>
            <ac:spMk id="13" creationId="{00000000-0000-0000-0000-000000000000}"/>
          </ac:spMkLst>
        </pc:spChg>
        <pc:grpChg chg="mod">
          <ac:chgData name="Hassan Imam (RA Digital Human)" userId="S::ra2.digih@ncai.nust.edu.pk::bec86b52-b28a-4740-8f15-b5d0d9770240" providerId="AD" clId="Web-{CED3E8CF-DF6F-3544-7464-036A5FFF7FEA}" dt="2025-01-28T13:34:25.427" v="303" actId="1076"/>
          <ac:grpSpMkLst>
            <pc:docMk/>
            <pc:sldMk cId="0" sldId="266"/>
            <ac:grpSpMk id="6" creationId="{00000000-0000-0000-0000-000000000000}"/>
          </ac:grpSpMkLst>
        </pc:grpChg>
        <pc:picChg chg="mod">
          <ac:chgData name="Hassan Imam (RA Digital Human)" userId="S::ra2.digih@ncai.nust.edu.pk::bec86b52-b28a-4740-8f15-b5d0d9770240" providerId="AD" clId="Web-{CED3E8CF-DF6F-3544-7464-036A5FFF7FEA}" dt="2025-01-28T13:15:19.284" v="110" actId="14100"/>
          <ac:picMkLst>
            <pc:docMk/>
            <pc:sldMk cId="0" sldId="266"/>
            <ac:picMk id="2" creationId="{00000000-0000-0000-0000-000000000000}"/>
          </ac:picMkLst>
        </pc:picChg>
        <pc:picChg chg="del">
          <ac:chgData name="Hassan Imam (RA Digital Human)" userId="S::ra2.digih@ncai.nust.edu.pk::bec86b52-b28a-4740-8f15-b5d0d9770240" providerId="AD" clId="Web-{CED3E8CF-DF6F-3544-7464-036A5FFF7FEA}" dt="2025-01-28T13:15:13.799" v="109"/>
          <ac:picMkLst>
            <pc:docMk/>
            <pc:sldMk cId="0" sldId="266"/>
            <ac:picMk id="3" creationId="{00000000-0000-0000-0000-000000000000}"/>
          </ac:picMkLst>
        </pc:picChg>
        <pc:picChg chg="add del mod">
          <ac:chgData name="Hassan Imam (RA Digital Human)" userId="S::ra2.digih@ncai.nust.edu.pk::bec86b52-b28a-4740-8f15-b5d0d9770240" providerId="AD" clId="Web-{CED3E8CF-DF6F-3544-7464-036A5FFF7FEA}" dt="2025-01-28T13:34:20.318" v="302"/>
          <ac:picMkLst>
            <pc:docMk/>
            <pc:sldMk cId="0" sldId="266"/>
            <ac:picMk id="4" creationId="{00000000-0000-0000-0000-000000000000}"/>
          </ac:picMkLst>
        </pc:picChg>
        <pc:picChg chg="add mod">
          <ac:chgData name="Hassan Imam (RA Digital Human)" userId="S::ra2.digih@ncai.nust.edu.pk::bec86b52-b28a-4740-8f15-b5d0d9770240" providerId="AD" clId="Web-{CED3E8CF-DF6F-3544-7464-036A5FFF7FEA}" dt="2025-01-28T13:48:20.674" v="434" actId="1076"/>
          <ac:picMkLst>
            <pc:docMk/>
            <pc:sldMk cId="0" sldId="266"/>
            <ac:picMk id="15" creationId="{B4671BB0-DC39-B97E-3F4C-7C52681676EA}"/>
          </ac:picMkLst>
        </pc:picChg>
      </pc:sldChg>
      <pc:sldChg chg="modSp">
        <pc:chgData name="Hassan Imam (RA Digital Human)" userId="S::ra2.digih@ncai.nust.edu.pk::bec86b52-b28a-4740-8f15-b5d0d9770240" providerId="AD" clId="Web-{CED3E8CF-DF6F-3544-7464-036A5FFF7FEA}" dt="2025-01-28T13:48:15.300" v="433" actId="1076"/>
        <pc:sldMkLst>
          <pc:docMk/>
          <pc:sldMk cId="0" sldId="267"/>
        </pc:sldMkLst>
        <pc:spChg chg="mod">
          <ac:chgData name="Hassan Imam (RA Digital Human)" userId="S::ra2.digih@ncai.nust.edu.pk::bec86b52-b28a-4740-8f15-b5d0d9770240" providerId="AD" clId="Web-{CED3E8CF-DF6F-3544-7464-036A5FFF7FEA}" dt="2025-01-28T13:47:23.779" v="432" actId="20577"/>
          <ac:spMkLst>
            <pc:docMk/>
            <pc:sldMk cId="0" sldId="267"/>
            <ac:spMk id="9" creationId="{00000000-0000-0000-0000-000000000000}"/>
          </ac:spMkLst>
        </pc:spChg>
        <pc:grpChg chg="mod">
          <ac:chgData name="Hassan Imam (RA Digital Human)" userId="S::ra2.digih@ncai.nust.edu.pk::bec86b52-b28a-4740-8f15-b5d0d9770240" providerId="AD" clId="Web-{CED3E8CF-DF6F-3544-7464-036A5FFF7FEA}" dt="2025-01-28T13:22:48.112" v="198" actId="1076"/>
          <ac:grpSpMkLst>
            <pc:docMk/>
            <pc:sldMk cId="0" sldId="267"/>
            <ac:grpSpMk id="3" creationId="{00000000-0000-0000-0000-000000000000}"/>
          </ac:grpSpMkLst>
        </pc:grpChg>
        <pc:picChg chg="mod">
          <ac:chgData name="Hassan Imam (RA Digital Human)" userId="S::ra2.digih@ncai.nust.edu.pk::bec86b52-b28a-4740-8f15-b5d0d9770240" providerId="AD" clId="Web-{CED3E8CF-DF6F-3544-7464-036A5FFF7FEA}" dt="2025-01-28T13:48:15.300" v="433" actId="1076"/>
          <ac:picMkLst>
            <pc:docMk/>
            <pc:sldMk cId="0" sldId="267"/>
            <ac:picMk id="5" creationId="{00000000-0000-0000-0000-000000000000}"/>
          </ac:picMkLst>
        </pc:picChg>
      </pc:sldChg>
      <pc:sldChg chg="modSp ord">
        <pc:chgData name="Hassan Imam (RA Digital Human)" userId="S::ra2.digih@ncai.nust.edu.pk::bec86b52-b28a-4740-8f15-b5d0d9770240" providerId="AD" clId="Web-{CED3E8CF-DF6F-3544-7464-036A5FFF7FEA}" dt="2025-01-28T13:46:42.823" v="423" actId="20577"/>
        <pc:sldMkLst>
          <pc:docMk/>
          <pc:sldMk cId="4097930329" sldId="479"/>
        </pc:sldMkLst>
        <pc:spChg chg="mod">
          <ac:chgData name="Hassan Imam (RA Digital Human)" userId="S::ra2.digih@ncai.nust.edu.pk::bec86b52-b28a-4740-8f15-b5d0d9770240" providerId="AD" clId="Web-{CED3E8CF-DF6F-3544-7464-036A5FFF7FEA}" dt="2025-01-28T13:42:24.196" v="411" actId="20577"/>
          <ac:spMkLst>
            <pc:docMk/>
            <pc:sldMk cId="4097930329" sldId="479"/>
            <ac:spMk id="2" creationId="{289BC1EF-338C-356F-25F5-8927760A83C0}"/>
          </ac:spMkLst>
        </pc:spChg>
        <pc:spChg chg="mod">
          <ac:chgData name="Hassan Imam (RA Digital Human)" userId="S::ra2.digih@ncai.nust.edu.pk::bec86b52-b28a-4740-8f15-b5d0d9770240" providerId="AD" clId="Web-{CED3E8CF-DF6F-3544-7464-036A5FFF7FEA}" dt="2025-01-28T13:46:42.823" v="423" actId="20577"/>
          <ac:spMkLst>
            <pc:docMk/>
            <pc:sldMk cId="4097930329" sldId="479"/>
            <ac:spMk id="3" creationId="{21F208FB-F3CA-4609-59CA-05A052FCA17D}"/>
          </ac:spMkLst>
        </pc:spChg>
      </pc:sldChg>
      <pc:sldChg chg="modSp del">
        <pc:chgData name="Hassan Imam (RA Digital Human)" userId="S::ra2.digih@ncai.nust.edu.pk::bec86b52-b28a-4740-8f15-b5d0d9770240" providerId="AD" clId="Web-{CED3E8CF-DF6F-3544-7464-036A5FFF7FEA}" dt="2025-01-28T13:24:29.620" v="200"/>
        <pc:sldMkLst>
          <pc:docMk/>
          <pc:sldMk cId="1581011965" sldId="489"/>
        </pc:sldMkLst>
        <pc:spChg chg="mod">
          <ac:chgData name="Hassan Imam (RA Digital Human)" userId="S::ra2.digih@ncai.nust.edu.pk::bec86b52-b28a-4740-8f15-b5d0d9770240" providerId="AD" clId="Web-{CED3E8CF-DF6F-3544-7464-036A5FFF7FEA}" dt="2025-01-28T13:10:38.655" v="13" actId="20577"/>
          <ac:spMkLst>
            <pc:docMk/>
            <pc:sldMk cId="1581011965" sldId="489"/>
            <ac:spMk id="3" creationId="{48684C9A-BF5A-9073-6EA1-8A2E0DE4DEA0}"/>
          </ac:spMkLst>
        </pc:spChg>
      </pc:sldChg>
      <pc:sldChg chg="modSp">
        <pc:chgData name="Hassan Imam (RA Digital Human)" userId="S::ra2.digih@ncai.nust.edu.pk::bec86b52-b28a-4740-8f15-b5d0d9770240" providerId="AD" clId="Web-{CED3E8CF-DF6F-3544-7464-036A5FFF7FEA}" dt="2025-01-28T13:46:32.260" v="420" actId="20577"/>
        <pc:sldMkLst>
          <pc:docMk/>
          <pc:sldMk cId="1321113645" sldId="491"/>
        </pc:sldMkLst>
        <pc:spChg chg="mod">
          <ac:chgData name="Hassan Imam (RA Digital Human)" userId="S::ra2.digih@ncai.nust.edu.pk::bec86b52-b28a-4740-8f15-b5d0d9770240" providerId="AD" clId="Web-{CED3E8CF-DF6F-3544-7464-036A5FFF7FEA}" dt="2025-01-28T13:10:30.998" v="8" actId="20577"/>
          <ac:spMkLst>
            <pc:docMk/>
            <pc:sldMk cId="1321113645" sldId="491"/>
            <ac:spMk id="2" creationId="{CBDFBB5C-D39A-1D3C-76BE-0E9F6323F5DD}"/>
          </ac:spMkLst>
        </pc:spChg>
        <pc:spChg chg="mod">
          <ac:chgData name="Hassan Imam (RA Digital Human)" userId="S::ra2.digih@ncai.nust.edu.pk::bec86b52-b28a-4740-8f15-b5d0d9770240" providerId="AD" clId="Web-{CED3E8CF-DF6F-3544-7464-036A5FFF7FEA}" dt="2025-01-28T13:46:32.260" v="420" actId="20577"/>
          <ac:spMkLst>
            <pc:docMk/>
            <pc:sldMk cId="1321113645" sldId="491"/>
            <ac:spMk id="3" creationId="{FE70A34A-59FF-BDE0-08DA-90075BF64F03}"/>
          </ac:spMkLst>
        </pc:spChg>
      </pc:sldChg>
      <pc:sldChg chg="modSp del">
        <pc:chgData name="Hassan Imam (RA Digital Human)" userId="S::ra2.digih@ncai.nust.edu.pk::bec86b52-b28a-4740-8f15-b5d0d9770240" providerId="AD" clId="Web-{CED3E8CF-DF6F-3544-7464-036A5FFF7FEA}" dt="2025-01-28T13:25:13.279" v="204"/>
        <pc:sldMkLst>
          <pc:docMk/>
          <pc:sldMk cId="810882411" sldId="492"/>
        </pc:sldMkLst>
        <pc:spChg chg="mod">
          <ac:chgData name="Hassan Imam (RA Digital Human)" userId="S::ra2.digih@ncai.nust.edu.pk::bec86b52-b28a-4740-8f15-b5d0d9770240" providerId="AD" clId="Web-{CED3E8CF-DF6F-3544-7464-036A5FFF7FEA}" dt="2025-01-28T13:24:40.511" v="201" actId="20577"/>
          <ac:spMkLst>
            <pc:docMk/>
            <pc:sldMk cId="810882411" sldId="492"/>
            <ac:spMk id="3" creationId="{2AE04907-AD35-325F-E52A-6F15F7FD2772}"/>
          </ac:spMkLst>
        </pc:spChg>
      </pc:sldChg>
      <pc:sldChg chg="modSp">
        <pc:chgData name="Hassan Imam (RA Digital Human)" userId="S::ra2.digih@ncai.nust.edu.pk::bec86b52-b28a-4740-8f15-b5d0d9770240" providerId="AD" clId="Web-{CED3E8CF-DF6F-3544-7464-036A5FFF7FEA}" dt="2025-01-28T13:46:49.886" v="424" actId="20577"/>
        <pc:sldMkLst>
          <pc:docMk/>
          <pc:sldMk cId="2264752811" sldId="509"/>
        </pc:sldMkLst>
        <pc:spChg chg="mod">
          <ac:chgData name="Hassan Imam (RA Digital Human)" userId="S::ra2.digih@ncai.nust.edu.pk::bec86b52-b28a-4740-8f15-b5d0d9770240" providerId="AD" clId="Web-{CED3E8CF-DF6F-3544-7464-036A5FFF7FEA}" dt="2025-01-28T13:25:07.169" v="203" actId="20577"/>
          <ac:spMkLst>
            <pc:docMk/>
            <pc:sldMk cId="2264752811" sldId="509"/>
            <ac:spMk id="2" creationId="{58966EC2-7339-03F5-4B43-F6CD87A37877}"/>
          </ac:spMkLst>
        </pc:spChg>
        <pc:spChg chg="mod">
          <ac:chgData name="Hassan Imam (RA Digital Human)" userId="S::ra2.digih@ncai.nust.edu.pk::bec86b52-b28a-4740-8f15-b5d0d9770240" providerId="AD" clId="Web-{CED3E8CF-DF6F-3544-7464-036A5FFF7FEA}" dt="2025-01-28T13:46:49.886" v="424" actId="20577"/>
          <ac:spMkLst>
            <pc:docMk/>
            <pc:sldMk cId="2264752811" sldId="509"/>
            <ac:spMk id="3" creationId="{4DC774A9-D6E1-6621-DB97-691098D2B99A}"/>
          </ac:spMkLst>
        </pc:spChg>
      </pc:sldChg>
      <pc:sldChg chg="modSp add del">
        <pc:chgData name="Hassan Imam (RA Digital Human)" userId="S::ra2.digih@ncai.nust.edu.pk::bec86b52-b28a-4740-8f15-b5d0d9770240" providerId="AD" clId="Web-{CED3E8CF-DF6F-3544-7464-036A5FFF7FEA}" dt="2025-01-28T13:26:09.002" v="254"/>
        <pc:sldMkLst>
          <pc:docMk/>
          <pc:sldMk cId="930476907" sldId="510"/>
        </pc:sldMkLst>
        <pc:spChg chg="mod">
          <ac:chgData name="Hassan Imam (RA Digital Human)" userId="S::ra2.digih@ncai.nust.edu.pk::bec86b52-b28a-4740-8f15-b5d0d9770240" providerId="AD" clId="Web-{CED3E8CF-DF6F-3544-7464-036A5FFF7FEA}" dt="2025-01-28T13:22:21.954" v="195" actId="20577"/>
          <ac:spMkLst>
            <pc:docMk/>
            <pc:sldMk cId="930476907" sldId="510"/>
            <ac:spMk id="3" creationId="{0235F75D-E5BE-0050-3AA5-CF8A37D1576F}"/>
          </ac:spMkLst>
        </pc:spChg>
        <pc:spChg chg="mod">
          <ac:chgData name="Hassan Imam (RA Digital Human)" userId="S::ra2.digih@ncai.nust.edu.pk::bec86b52-b28a-4740-8f15-b5d0d9770240" providerId="AD" clId="Web-{CED3E8CF-DF6F-3544-7464-036A5FFF7FEA}" dt="2025-01-28T13:18:02.514" v="193" actId="14100"/>
          <ac:spMkLst>
            <pc:docMk/>
            <pc:sldMk cId="930476907" sldId="510"/>
            <ac:spMk id="6" creationId="{DB3DC477-70E4-27A6-629B-8F9B27B72044}"/>
          </ac:spMkLst>
        </pc:spChg>
      </pc:sldChg>
      <pc:sldChg chg="modSp">
        <pc:chgData name="Hassan Imam (RA Digital Human)" userId="S::ra2.digih@ncai.nust.edu.pk::bec86b52-b28a-4740-8f15-b5d0d9770240" providerId="AD" clId="Web-{CED3E8CF-DF6F-3544-7464-036A5FFF7FEA}" dt="2025-01-28T13:15:43.286" v="121" actId="20577"/>
        <pc:sldMkLst>
          <pc:docMk/>
          <pc:sldMk cId="2292458749" sldId="511"/>
        </pc:sldMkLst>
        <pc:spChg chg="mod">
          <ac:chgData name="Hassan Imam (RA Digital Human)" userId="S::ra2.digih@ncai.nust.edu.pk::bec86b52-b28a-4740-8f15-b5d0d9770240" providerId="AD" clId="Web-{CED3E8CF-DF6F-3544-7464-036A5FFF7FEA}" dt="2025-01-28T13:15:43.286" v="121" actId="20577"/>
          <ac:spMkLst>
            <pc:docMk/>
            <pc:sldMk cId="2292458749" sldId="511"/>
            <ac:spMk id="3" creationId="{6BEE085D-0753-A563-EE28-A456F3E6DE0E}"/>
          </ac:spMkLst>
        </pc:spChg>
      </pc:sldChg>
      <pc:sldChg chg="modSp">
        <pc:chgData name="Hassan Imam (RA Digital Human)" userId="S::ra2.digih@ncai.nust.edu.pk::bec86b52-b28a-4740-8f15-b5d0d9770240" providerId="AD" clId="Web-{CED3E8CF-DF6F-3544-7464-036A5FFF7FEA}" dt="2025-01-28T13:48:50.973" v="443" actId="1076"/>
        <pc:sldMkLst>
          <pc:docMk/>
          <pc:sldMk cId="565603317" sldId="514"/>
        </pc:sldMkLst>
        <pc:spChg chg="mod">
          <ac:chgData name="Hassan Imam (RA Digital Human)" userId="S::ra2.digih@ncai.nust.edu.pk::bec86b52-b28a-4740-8f15-b5d0d9770240" providerId="AD" clId="Web-{CED3E8CF-DF6F-3544-7464-036A5FFF7FEA}" dt="2025-01-28T13:48:50.973" v="443" actId="1076"/>
          <ac:spMkLst>
            <pc:docMk/>
            <pc:sldMk cId="565603317" sldId="514"/>
            <ac:spMk id="3" creationId="{13E4D939-7DD3-328F-CEDC-3E6996BA6408}"/>
          </ac:spMkLst>
        </pc:spChg>
      </pc:sldChg>
    </pc:docChg>
  </pc:docChgLst>
  <pc:docChgLst>
    <pc:chgData name="Muhammad Usama" userId="S::rmeo@ncai.nust.edu.pk::bbba41aa-5524-4197-b067-d36651255b27" providerId="AD" clId="Web-{3D7BFF3D-C504-4F4F-C7FD-B8E03884B678}"/>
    <pc:docChg chg="addSld delSld modSld">
      <pc:chgData name="Muhammad Usama" userId="S::rmeo@ncai.nust.edu.pk::bbba41aa-5524-4197-b067-d36651255b27" providerId="AD" clId="Web-{3D7BFF3D-C504-4F4F-C7FD-B8E03884B678}" dt="2025-01-30T09:07:15.388" v="63" actId="20577"/>
      <pc:docMkLst>
        <pc:docMk/>
      </pc:docMkLst>
      <pc:sldChg chg="modSp">
        <pc:chgData name="Muhammad Usama" userId="S::rmeo@ncai.nust.edu.pk::bbba41aa-5524-4197-b067-d36651255b27" providerId="AD" clId="Web-{3D7BFF3D-C504-4F4F-C7FD-B8E03884B678}" dt="2025-01-30T09:07:15.388" v="63" actId="20577"/>
        <pc:sldMkLst>
          <pc:docMk/>
          <pc:sldMk cId="3101192884" sldId="464"/>
        </pc:sldMkLst>
        <pc:spChg chg="mod">
          <ac:chgData name="Muhammad Usama" userId="S::rmeo@ncai.nust.edu.pk::bbba41aa-5524-4197-b067-d36651255b27" providerId="AD" clId="Web-{3D7BFF3D-C504-4F4F-C7FD-B8E03884B678}" dt="2025-01-30T09:07:15.388" v="63" actId="20577"/>
          <ac:spMkLst>
            <pc:docMk/>
            <pc:sldMk cId="3101192884" sldId="464"/>
            <ac:spMk id="2" creationId="{00000000-0000-0000-0000-000000000000}"/>
          </ac:spMkLst>
        </pc:spChg>
      </pc:sldChg>
      <pc:sldChg chg="del">
        <pc:chgData name="Muhammad Usama" userId="S::rmeo@ncai.nust.edu.pk::bbba41aa-5524-4197-b067-d36651255b27" providerId="AD" clId="Web-{3D7BFF3D-C504-4F4F-C7FD-B8E03884B678}" dt="2025-01-30T08:32:42.900" v="0"/>
        <pc:sldMkLst>
          <pc:docMk/>
          <pc:sldMk cId="1911600160" sldId="465"/>
        </pc:sldMkLst>
      </pc:sldChg>
      <pc:sldChg chg="modSp">
        <pc:chgData name="Muhammad Usama" userId="S::rmeo@ncai.nust.edu.pk::bbba41aa-5524-4197-b067-d36651255b27" providerId="AD" clId="Web-{3D7BFF3D-C504-4F4F-C7FD-B8E03884B678}" dt="2025-01-30T08:37:17.392" v="6" actId="20577"/>
        <pc:sldMkLst>
          <pc:docMk/>
          <pc:sldMk cId="2014630437" sldId="519"/>
        </pc:sldMkLst>
        <pc:spChg chg="mod">
          <ac:chgData name="Muhammad Usama" userId="S::rmeo@ncai.nust.edu.pk::bbba41aa-5524-4197-b067-d36651255b27" providerId="AD" clId="Web-{3D7BFF3D-C504-4F4F-C7FD-B8E03884B678}" dt="2025-01-30T08:37:17.392" v="6" actId="20577"/>
          <ac:spMkLst>
            <pc:docMk/>
            <pc:sldMk cId="2014630437" sldId="519"/>
            <ac:spMk id="2" creationId="{59F3D0A0-25B9-7555-1A13-6C2A9664292E}"/>
          </ac:spMkLst>
        </pc:spChg>
      </pc:sldChg>
      <pc:sldChg chg="modSp">
        <pc:chgData name="Muhammad Usama" userId="S::rmeo@ncai.nust.edu.pk::bbba41aa-5524-4197-b067-d36651255b27" providerId="AD" clId="Web-{3D7BFF3D-C504-4F4F-C7FD-B8E03884B678}" dt="2025-01-30T08:37:51.784" v="15" actId="20577"/>
        <pc:sldMkLst>
          <pc:docMk/>
          <pc:sldMk cId="3833554734" sldId="524"/>
        </pc:sldMkLst>
        <pc:spChg chg="mod">
          <ac:chgData name="Muhammad Usama" userId="S::rmeo@ncai.nust.edu.pk::bbba41aa-5524-4197-b067-d36651255b27" providerId="AD" clId="Web-{3D7BFF3D-C504-4F4F-C7FD-B8E03884B678}" dt="2025-01-30T08:37:51.784" v="15" actId="20577"/>
          <ac:spMkLst>
            <pc:docMk/>
            <pc:sldMk cId="3833554734" sldId="524"/>
            <ac:spMk id="2" creationId="{F4AA26E6-2A98-FC78-5363-63660C2DA892}"/>
          </ac:spMkLst>
        </pc:spChg>
      </pc:sldChg>
      <pc:sldChg chg="modSp">
        <pc:chgData name="Muhammad Usama" userId="S::rmeo@ncai.nust.edu.pk::bbba41aa-5524-4197-b067-d36651255b27" providerId="AD" clId="Web-{3D7BFF3D-C504-4F4F-C7FD-B8E03884B678}" dt="2025-01-30T08:37:37.971" v="11" actId="20577"/>
        <pc:sldMkLst>
          <pc:docMk/>
          <pc:sldMk cId="115437320" sldId="525"/>
        </pc:sldMkLst>
        <pc:spChg chg="mod">
          <ac:chgData name="Muhammad Usama" userId="S::rmeo@ncai.nust.edu.pk::bbba41aa-5524-4197-b067-d36651255b27" providerId="AD" clId="Web-{3D7BFF3D-C504-4F4F-C7FD-B8E03884B678}" dt="2025-01-30T08:37:37.971" v="11" actId="20577"/>
          <ac:spMkLst>
            <pc:docMk/>
            <pc:sldMk cId="115437320" sldId="525"/>
            <ac:spMk id="2" creationId="{DDA97A42-57A8-D16E-8D9C-86B31D9D9161}"/>
          </ac:spMkLst>
        </pc:spChg>
      </pc:sldChg>
      <pc:sldChg chg="modSp">
        <pc:chgData name="Muhammad Usama" userId="S::rmeo@ncai.nust.edu.pk::bbba41aa-5524-4197-b067-d36651255b27" providerId="AD" clId="Web-{3D7BFF3D-C504-4F4F-C7FD-B8E03884B678}" dt="2025-01-30T08:59:15.766" v="31" actId="20577"/>
        <pc:sldMkLst>
          <pc:docMk/>
          <pc:sldMk cId="620042661" sldId="528"/>
        </pc:sldMkLst>
        <pc:spChg chg="mod">
          <ac:chgData name="Muhammad Usama" userId="S::rmeo@ncai.nust.edu.pk::bbba41aa-5524-4197-b067-d36651255b27" providerId="AD" clId="Web-{3D7BFF3D-C504-4F4F-C7FD-B8E03884B678}" dt="2025-01-30T08:59:15.766" v="31" actId="20577"/>
          <ac:spMkLst>
            <pc:docMk/>
            <pc:sldMk cId="620042661" sldId="528"/>
            <ac:spMk id="2" creationId="{521BD984-0C21-3648-0BDF-CC90E3C144D7}"/>
          </ac:spMkLst>
        </pc:spChg>
        <pc:spChg chg="mod">
          <ac:chgData name="Muhammad Usama" userId="S::rmeo@ncai.nust.edu.pk::bbba41aa-5524-4197-b067-d36651255b27" providerId="AD" clId="Web-{3D7BFF3D-C504-4F4F-C7FD-B8E03884B678}" dt="2025-01-30T08:58:40.937" v="27" actId="20577"/>
          <ac:spMkLst>
            <pc:docMk/>
            <pc:sldMk cId="620042661" sldId="528"/>
            <ac:spMk id="3" creationId="{D316D30C-37CA-02C9-532A-5055352FC4BF}"/>
          </ac:spMkLst>
        </pc:spChg>
      </pc:sldChg>
      <pc:sldChg chg="modSp">
        <pc:chgData name="Muhammad Usama" userId="S::rmeo@ncai.nust.edu.pk::bbba41aa-5524-4197-b067-d36651255b27" providerId="AD" clId="Web-{3D7BFF3D-C504-4F4F-C7FD-B8E03884B678}" dt="2025-01-30T09:00:16.127" v="51" actId="20577"/>
        <pc:sldMkLst>
          <pc:docMk/>
          <pc:sldMk cId="98852119" sldId="530"/>
        </pc:sldMkLst>
        <pc:spChg chg="mod">
          <ac:chgData name="Muhammad Usama" userId="S::rmeo@ncai.nust.edu.pk::bbba41aa-5524-4197-b067-d36651255b27" providerId="AD" clId="Web-{3D7BFF3D-C504-4F4F-C7FD-B8E03884B678}" dt="2025-01-30T09:00:16.127" v="51" actId="20577"/>
          <ac:spMkLst>
            <pc:docMk/>
            <pc:sldMk cId="98852119" sldId="530"/>
            <ac:spMk id="3" creationId="{6C58D348-D235-FA03-8EC9-7F92E365EAA1}"/>
          </ac:spMkLst>
        </pc:spChg>
      </pc:sldChg>
      <pc:sldChg chg="modSp">
        <pc:chgData name="Muhammad Usama" userId="S::rmeo@ncai.nust.edu.pk::bbba41aa-5524-4197-b067-d36651255b27" providerId="AD" clId="Web-{3D7BFF3D-C504-4F4F-C7FD-B8E03884B678}" dt="2025-01-30T08:58:31.406" v="26" actId="20577"/>
        <pc:sldMkLst>
          <pc:docMk/>
          <pc:sldMk cId="1175587228" sldId="531"/>
        </pc:sldMkLst>
        <pc:spChg chg="mod">
          <ac:chgData name="Muhammad Usama" userId="S::rmeo@ncai.nust.edu.pk::bbba41aa-5524-4197-b067-d36651255b27" providerId="AD" clId="Web-{3D7BFF3D-C504-4F4F-C7FD-B8E03884B678}" dt="2025-01-30T08:58:31.406" v="26" actId="20577"/>
          <ac:spMkLst>
            <pc:docMk/>
            <pc:sldMk cId="1175587228" sldId="531"/>
            <ac:spMk id="6" creationId="{B5CCB923-3D19-34A3-D626-15E51C2D7EFB}"/>
          </ac:spMkLst>
        </pc:spChg>
      </pc:sldChg>
      <pc:sldChg chg="modSp">
        <pc:chgData name="Muhammad Usama" userId="S::rmeo@ncai.nust.edu.pk::bbba41aa-5524-4197-b067-d36651255b27" providerId="AD" clId="Web-{3D7BFF3D-C504-4F4F-C7FD-B8E03884B678}" dt="2025-01-30T09:00:10.674" v="49" actId="20577"/>
        <pc:sldMkLst>
          <pc:docMk/>
          <pc:sldMk cId="3808642867" sldId="532"/>
        </pc:sldMkLst>
        <pc:spChg chg="mod">
          <ac:chgData name="Muhammad Usama" userId="S::rmeo@ncai.nust.edu.pk::bbba41aa-5524-4197-b067-d36651255b27" providerId="AD" clId="Web-{3D7BFF3D-C504-4F4F-C7FD-B8E03884B678}" dt="2025-01-30T09:00:10.674" v="49" actId="20577"/>
          <ac:spMkLst>
            <pc:docMk/>
            <pc:sldMk cId="3808642867" sldId="532"/>
            <ac:spMk id="3" creationId="{8933C36F-E85F-0984-03B6-D8824AABDB80}"/>
          </ac:spMkLst>
        </pc:spChg>
      </pc:sldChg>
      <pc:sldChg chg="modSp">
        <pc:chgData name="Muhammad Usama" userId="S::rmeo@ncai.nust.edu.pk::bbba41aa-5524-4197-b067-d36651255b27" providerId="AD" clId="Web-{3D7BFF3D-C504-4F4F-C7FD-B8E03884B678}" dt="2025-01-30T09:00:33.425" v="53" actId="20577"/>
        <pc:sldMkLst>
          <pc:docMk/>
          <pc:sldMk cId="1370016375" sldId="535"/>
        </pc:sldMkLst>
        <pc:spChg chg="mod">
          <ac:chgData name="Muhammad Usama" userId="S::rmeo@ncai.nust.edu.pk::bbba41aa-5524-4197-b067-d36651255b27" providerId="AD" clId="Web-{3D7BFF3D-C504-4F4F-C7FD-B8E03884B678}" dt="2025-01-30T09:00:33.425" v="53" actId="20577"/>
          <ac:spMkLst>
            <pc:docMk/>
            <pc:sldMk cId="1370016375" sldId="535"/>
            <ac:spMk id="2" creationId="{50F4B318-91E1-A8BF-B6D8-877485B63284}"/>
          </ac:spMkLst>
        </pc:spChg>
      </pc:sldChg>
      <pc:sldChg chg="modSp">
        <pc:chgData name="Muhammad Usama" userId="S::rmeo@ncai.nust.edu.pk::bbba41aa-5524-4197-b067-d36651255b27" providerId="AD" clId="Web-{3D7BFF3D-C504-4F4F-C7FD-B8E03884B678}" dt="2025-01-30T09:00:42.269" v="55" actId="20577"/>
        <pc:sldMkLst>
          <pc:docMk/>
          <pc:sldMk cId="2052445269" sldId="536"/>
        </pc:sldMkLst>
        <pc:spChg chg="mod">
          <ac:chgData name="Muhammad Usama" userId="S::rmeo@ncai.nust.edu.pk::bbba41aa-5524-4197-b067-d36651255b27" providerId="AD" clId="Web-{3D7BFF3D-C504-4F4F-C7FD-B8E03884B678}" dt="2025-01-30T09:00:42.269" v="55" actId="20577"/>
          <ac:spMkLst>
            <pc:docMk/>
            <pc:sldMk cId="2052445269" sldId="536"/>
            <ac:spMk id="2" creationId="{8DF2C2BD-D429-B35F-21B6-DA40F57A2752}"/>
          </ac:spMkLst>
        </pc:spChg>
      </pc:sldChg>
      <pc:sldChg chg="modSp">
        <pc:chgData name="Muhammad Usama" userId="S::rmeo@ncai.nust.edu.pk::bbba41aa-5524-4197-b067-d36651255b27" providerId="AD" clId="Web-{3D7BFF3D-C504-4F4F-C7FD-B8E03884B678}" dt="2025-01-30T08:59:56.252" v="47" actId="1076"/>
        <pc:sldMkLst>
          <pc:docMk/>
          <pc:sldMk cId="3609396265" sldId="547"/>
        </pc:sldMkLst>
        <pc:spChg chg="mod">
          <ac:chgData name="Muhammad Usama" userId="S::rmeo@ncai.nust.edu.pk::bbba41aa-5524-4197-b067-d36651255b27" providerId="AD" clId="Web-{3D7BFF3D-C504-4F4F-C7FD-B8E03884B678}" dt="2025-01-30T08:59:03.563" v="29" actId="1076"/>
          <ac:spMkLst>
            <pc:docMk/>
            <pc:sldMk cId="3609396265" sldId="547"/>
            <ac:spMk id="3" creationId="{A659FB66-313E-519F-06E9-8D09752C25B2}"/>
          </ac:spMkLst>
        </pc:spChg>
        <pc:spChg chg="mod">
          <ac:chgData name="Muhammad Usama" userId="S::rmeo@ncai.nust.edu.pk::bbba41aa-5524-4197-b067-d36651255b27" providerId="AD" clId="Web-{3D7BFF3D-C504-4F4F-C7FD-B8E03884B678}" dt="2025-01-30T08:59:56.252" v="47" actId="1076"/>
          <ac:spMkLst>
            <pc:docMk/>
            <pc:sldMk cId="3609396265" sldId="547"/>
            <ac:spMk id="7" creationId="{719AB562-409F-F16D-9EA3-0CCB9C8F1869}"/>
          </ac:spMkLst>
        </pc:spChg>
        <pc:spChg chg="mod">
          <ac:chgData name="Muhammad Usama" userId="S::rmeo@ncai.nust.edu.pk::bbba41aa-5524-4197-b067-d36651255b27" providerId="AD" clId="Web-{3D7BFF3D-C504-4F4F-C7FD-B8E03884B678}" dt="2025-01-30T08:59:48.361" v="45" actId="20577"/>
          <ac:spMkLst>
            <pc:docMk/>
            <pc:sldMk cId="3609396265" sldId="547"/>
            <ac:spMk id="8" creationId="{88A326E2-2CDA-CE73-2697-13E5CF25C2F8}"/>
          </ac:spMkLst>
        </pc:spChg>
        <pc:picChg chg="mod">
          <ac:chgData name="Muhammad Usama" userId="S::rmeo@ncai.nust.edu.pk::bbba41aa-5524-4197-b067-d36651255b27" providerId="AD" clId="Web-{3D7BFF3D-C504-4F4F-C7FD-B8E03884B678}" dt="2025-01-30T08:59:53.095" v="46" actId="1076"/>
          <ac:picMkLst>
            <pc:docMk/>
            <pc:sldMk cId="3609396265" sldId="547"/>
            <ac:picMk id="6" creationId="{F153AEFA-A3C2-5CC4-FEE2-5ADD806AEA56}"/>
          </ac:picMkLst>
        </pc:picChg>
      </pc:sldChg>
      <pc:sldChg chg="new del">
        <pc:chgData name="Muhammad Usama" userId="S::rmeo@ncai.nust.edu.pk::bbba41aa-5524-4197-b067-d36651255b27" providerId="AD" clId="Web-{3D7BFF3D-C504-4F4F-C7FD-B8E03884B678}" dt="2025-01-30T08:36:09.796" v="2"/>
        <pc:sldMkLst>
          <pc:docMk/>
          <pc:sldMk cId="3127226779" sldId="548"/>
        </pc:sldMkLst>
      </pc:sldChg>
    </pc:docChg>
  </pc:docChgLst>
  <pc:docChgLst>
    <pc:chgData name="Muhammad Usama" userId="S::rmeo@ncai.nust.edu.pk::bbba41aa-5524-4197-b067-d36651255b27" providerId="AD" clId="Web-{3E86E638-0F67-5B3C-668E-F9281CA6CC29}"/>
    <pc:docChg chg="modSld">
      <pc:chgData name="Muhammad Usama" userId="S::rmeo@ncai.nust.edu.pk::bbba41aa-5524-4197-b067-d36651255b27" providerId="AD" clId="Web-{3E86E638-0F67-5B3C-668E-F9281CA6CC29}" dt="2025-01-29T11:39:23.382" v="0"/>
      <pc:docMkLst>
        <pc:docMk/>
      </pc:docMkLst>
      <pc:sldChg chg="addSp">
        <pc:chgData name="Muhammad Usama" userId="S::rmeo@ncai.nust.edu.pk::bbba41aa-5524-4197-b067-d36651255b27" providerId="AD" clId="Web-{3E86E638-0F67-5B3C-668E-F9281CA6CC29}" dt="2025-01-29T11:39:23.382" v="0"/>
        <pc:sldMkLst>
          <pc:docMk/>
          <pc:sldMk cId="0" sldId="263"/>
        </pc:sldMkLst>
        <pc:picChg chg="add">
          <ac:chgData name="Muhammad Usama" userId="S::rmeo@ncai.nust.edu.pk::bbba41aa-5524-4197-b067-d36651255b27" providerId="AD" clId="Web-{3E86E638-0F67-5B3C-668E-F9281CA6CC29}" dt="2025-01-29T11:39:23.382" v="0"/>
          <ac:picMkLst>
            <pc:docMk/>
            <pc:sldMk cId="0" sldId="263"/>
            <ac:picMk id="9" creationId="{65E6F83A-1E97-B06F-7872-9D337312D282}"/>
          </ac:picMkLst>
        </pc:picChg>
      </pc:sldChg>
    </pc:docChg>
  </pc:docChgLst>
  <pc:docChgLst>
    <pc:chgData name="Adil Ahmad (RA Digital Human)" userId="S::ra1.digih@ncai.nust.edu.pk::fc45c400-01f5-414b-90ed-9afdced46fb6" providerId="AD" clId="Web-{2D332752-357C-45C7-EDA2-15E2CC5F3364}"/>
    <pc:docChg chg="addSld delSld modSld sldOrd">
      <pc:chgData name="Adil Ahmad (RA Digital Human)" userId="S::ra1.digih@ncai.nust.edu.pk::fc45c400-01f5-414b-90ed-9afdced46fb6" providerId="AD" clId="Web-{2D332752-357C-45C7-EDA2-15E2CC5F3364}" dt="2025-01-28T11:48:36.663" v="168" actId="20577"/>
      <pc:docMkLst>
        <pc:docMk/>
      </pc:docMkLst>
      <pc:sldChg chg="modSp add del">
        <pc:chgData name="Adil Ahmad (RA Digital Human)" userId="S::ra1.digih@ncai.nust.edu.pk::fc45c400-01f5-414b-90ed-9afdced46fb6" providerId="AD" clId="Web-{2D332752-357C-45C7-EDA2-15E2CC5F3364}" dt="2025-01-28T11:33:33.523" v="90"/>
        <pc:sldMkLst>
          <pc:docMk/>
          <pc:sldMk cId="0" sldId="256"/>
        </pc:sldMkLst>
        <pc:spChg chg="mod">
          <ac:chgData name="Adil Ahmad (RA Digital Human)" userId="S::ra1.digih@ncai.nust.edu.pk::fc45c400-01f5-414b-90ed-9afdced46fb6" providerId="AD" clId="Web-{2D332752-357C-45C7-EDA2-15E2CC5F3364}" dt="2025-01-28T11:24:29.723" v="56" actId="1076"/>
          <ac:spMkLst>
            <pc:docMk/>
            <pc:sldMk cId="0" sldId="256"/>
            <ac:spMk id="3" creationId="{8D3DD820-2A42-48A8-CE6D-F01FB3CAB883}"/>
          </ac:spMkLst>
        </pc:spChg>
      </pc:sldChg>
      <pc:sldChg chg="addSp delSp modSp add del">
        <pc:chgData name="Adil Ahmad (RA Digital Human)" userId="S::ra1.digih@ncai.nust.edu.pk::fc45c400-01f5-414b-90ed-9afdced46fb6" providerId="AD" clId="Web-{2D332752-357C-45C7-EDA2-15E2CC5F3364}" dt="2025-01-28T11:33:34.711" v="91"/>
        <pc:sldMkLst>
          <pc:docMk/>
          <pc:sldMk cId="0" sldId="257"/>
        </pc:sldMkLst>
        <pc:picChg chg="add del mod">
          <ac:chgData name="Adil Ahmad (RA Digital Human)" userId="S::ra1.digih@ncai.nust.edu.pk::fc45c400-01f5-414b-90ed-9afdced46fb6" providerId="AD" clId="Web-{2D332752-357C-45C7-EDA2-15E2CC5F3364}" dt="2025-01-28T11:29:23.514" v="71"/>
          <ac:picMkLst>
            <pc:docMk/>
            <pc:sldMk cId="0" sldId="257"/>
            <ac:picMk id="4" creationId="{5101A270-9B96-3522-7C7D-513BDC7CE5B1}"/>
          </ac:picMkLst>
        </pc:picChg>
      </pc:sldChg>
      <pc:sldChg chg="modSp add del">
        <pc:chgData name="Adil Ahmad (RA Digital Human)" userId="S::ra1.digih@ncai.nust.edu.pk::fc45c400-01f5-414b-90ed-9afdced46fb6" providerId="AD" clId="Web-{2D332752-357C-45C7-EDA2-15E2CC5F3364}" dt="2025-01-28T11:28:45.638" v="64"/>
        <pc:sldMkLst>
          <pc:docMk/>
          <pc:sldMk cId="0" sldId="258"/>
        </pc:sldMkLst>
        <pc:spChg chg="mod">
          <ac:chgData name="Adil Ahmad (RA Digital Human)" userId="S::ra1.digih@ncai.nust.edu.pk::fc45c400-01f5-414b-90ed-9afdced46fb6" providerId="AD" clId="Web-{2D332752-357C-45C7-EDA2-15E2CC5F3364}" dt="2025-01-28T11:24:37.989" v="57" actId="1076"/>
          <ac:spMkLst>
            <pc:docMk/>
            <pc:sldMk cId="0" sldId="258"/>
            <ac:spMk id="2" creationId="{00000000-0000-0000-0000-000000000000}"/>
          </ac:spMkLst>
        </pc:spChg>
      </pc:sldChg>
      <pc:sldChg chg="modSp add">
        <pc:chgData name="Adil Ahmad (RA Digital Human)" userId="S::ra1.digih@ncai.nust.edu.pk::fc45c400-01f5-414b-90ed-9afdced46fb6" providerId="AD" clId="Web-{2D332752-357C-45C7-EDA2-15E2CC5F3364}" dt="2025-01-28T11:43:53.732" v="165" actId="20577"/>
        <pc:sldMkLst>
          <pc:docMk/>
          <pc:sldMk cId="0" sldId="260"/>
        </pc:sldMkLst>
        <pc:spChg chg="mod">
          <ac:chgData name="Adil Ahmad (RA Digital Human)" userId="S::ra1.digih@ncai.nust.edu.pk::fc45c400-01f5-414b-90ed-9afdced46fb6" providerId="AD" clId="Web-{2D332752-357C-45C7-EDA2-15E2CC5F3364}" dt="2025-01-28T11:43:53.732" v="165" actId="20577"/>
          <ac:spMkLst>
            <pc:docMk/>
            <pc:sldMk cId="0" sldId="260"/>
            <ac:spMk id="2" creationId="{00000000-0000-0000-0000-000000000000}"/>
          </ac:spMkLst>
        </pc:spChg>
      </pc:sldChg>
      <pc:sldChg chg="addSp delSp modSp add del">
        <pc:chgData name="Adil Ahmad (RA Digital Human)" userId="S::ra1.digih@ncai.nust.edu.pk::fc45c400-01f5-414b-90ed-9afdced46fb6" providerId="AD" clId="Web-{2D332752-357C-45C7-EDA2-15E2CC5F3364}" dt="2025-01-28T11:41:19.398" v="150"/>
        <pc:sldMkLst>
          <pc:docMk/>
          <pc:sldMk cId="0" sldId="261"/>
        </pc:sldMkLst>
        <pc:spChg chg="del">
          <ac:chgData name="Adil Ahmad (RA Digital Human)" userId="S::ra1.digih@ncai.nust.edu.pk::fc45c400-01f5-414b-90ed-9afdced46fb6" providerId="AD" clId="Web-{2D332752-357C-45C7-EDA2-15E2CC5F3364}" dt="2025-01-28T11:37:21.453" v="119"/>
          <ac:spMkLst>
            <pc:docMk/>
            <pc:sldMk cId="0" sldId="261"/>
            <ac:spMk id="2" creationId="{00000000-0000-0000-0000-000000000000}"/>
          </ac:spMkLst>
        </pc:spChg>
        <pc:spChg chg="add mod">
          <ac:chgData name="Adil Ahmad (RA Digital Human)" userId="S::ra1.digih@ncai.nust.edu.pk::fc45c400-01f5-414b-90ed-9afdced46fb6" providerId="AD" clId="Web-{2D332752-357C-45C7-EDA2-15E2CC5F3364}" dt="2025-01-28T11:37:21.453" v="119"/>
          <ac:spMkLst>
            <pc:docMk/>
            <pc:sldMk cId="0" sldId="261"/>
            <ac:spMk id="4" creationId="{F3A88F89-62FC-CA55-F48A-C43DA2B0081C}"/>
          </ac:spMkLst>
        </pc:spChg>
      </pc:sldChg>
      <pc:sldChg chg="add del">
        <pc:chgData name="Adil Ahmad (RA Digital Human)" userId="S::ra1.digih@ncai.nust.edu.pk::fc45c400-01f5-414b-90ed-9afdced46fb6" providerId="AD" clId="Web-{2D332752-357C-45C7-EDA2-15E2CC5F3364}" dt="2025-01-28T11:37:54.298" v="123"/>
        <pc:sldMkLst>
          <pc:docMk/>
          <pc:sldMk cId="0" sldId="262"/>
        </pc:sldMkLst>
      </pc:sldChg>
      <pc:sldChg chg="add">
        <pc:chgData name="Adil Ahmad (RA Digital Human)" userId="S::ra1.digih@ncai.nust.edu.pk::fc45c400-01f5-414b-90ed-9afdced46fb6" providerId="AD" clId="Web-{2D332752-357C-45C7-EDA2-15E2CC5F3364}" dt="2025-01-28T11:38:23.236" v="124"/>
        <pc:sldMkLst>
          <pc:docMk/>
          <pc:sldMk cId="0" sldId="263"/>
        </pc:sldMkLst>
      </pc:sldChg>
      <pc:sldChg chg="add">
        <pc:chgData name="Adil Ahmad (RA Digital Human)" userId="S::ra1.digih@ncai.nust.edu.pk::fc45c400-01f5-414b-90ed-9afdced46fb6" providerId="AD" clId="Web-{2D332752-357C-45C7-EDA2-15E2CC5F3364}" dt="2025-01-28T11:38:23.252" v="125"/>
        <pc:sldMkLst>
          <pc:docMk/>
          <pc:sldMk cId="0" sldId="264"/>
        </pc:sldMkLst>
      </pc:sldChg>
      <pc:sldChg chg="modSp add del">
        <pc:chgData name="Adil Ahmad (RA Digital Human)" userId="S::ra1.digih@ncai.nust.edu.pk::fc45c400-01f5-414b-90ed-9afdced46fb6" providerId="AD" clId="Web-{2D332752-357C-45C7-EDA2-15E2CC5F3364}" dt="2025-01-28T11:39:16.253" v="131" actId="1076"/>
        <pc:sldMkLst>
          <pc:docMk/>
          <pc:sldMk cId="0" sldId="265"/>
        </pc:sldMkLst>
        <pc:spChg chg="mod">
          <ac:chgData name="Adil Ahmad (RA Digital Human)" userId="S::ra1.digih@ncai.nust.edu.pk::fc45c400-01f5-414b-90ed-9afdced46fb6" providerId="AD" clId="Web-{2D332752-357C-45C7-EDA2-15E2CC5F3364}" dt="2025-01-28T11:39:16.253" v="131" actId="1076"/>
          <ac:spMkLst>
            <pc:docMk/>
            <pc:sldMk cId="0" sldId="265"/>
            <ac:spMk id="13" creationId="{00000000-0000-0000-0000-000000000000}"/>
          </ac:spMkLst>
        </pc:spChg>
        <pc:grpChg chg="mod">
          <ac:chgData name="Adil Ahmad (RA Digital Human)" userId="S::ra1.digih@ncai.nust.edu.pk::fc45c400-01f5-414b-90ed-9afdced46fb6" providerId="AD" clId="Web-{2D332752-357C-45C7-EDA2-15E2CC5F3364}" dt="2025-01-28T11:38:56.003" v="129" actId="14100"/>
          <ac:grpSpMkLst>
            <pc:docMk/>
            <pc:sldMk cId="0" sldId="265"/>
            <ac:grpSpMk id="6" creationId="{00000000-0000-0000-0000-000000000000}"/>
          </ac:grpSpMkLst>
        </pc:grpChg>
        <pc:picChg chg="mod">
          <ac:chgData name="Adil Ahmad (RA Digital Human)" userId="S::ra1.digih@ncai.nust.edu.pk::fc45c400-01f5-414b-90ed-9afdced46fb6" providerId="AD" clId="Web-{2D332752-357C-45C7-EDA2-15E2CC5F3364}" dt="2025-01-28T11:39:09.097" v="130" actId="14100"/>
          <ac:picMkLst>
            <pc:docMk/>
            <pc:sldMk cId="0" sldId="265"/>
            <ac:picMk id="8" creationId="{00000000-0000-0000-0000-000000000000}"/>
          </ac:picMkLst>
        </pc:picChg>
      </pc:sldChg>
      <pc:sldChg chg="addSp delSp modSp add del ord">
        <pc:chgData name="Adil Ahmad (RA Digital Human)" userId="S::ra1.digih@ncai.nust.edu.pk::fc45c400-01f5-414b-90ed-9afdced46fb6" providerId="AD" clId="Web-{2D332752-357C-45C7-EDA2-15E2CC5F3364}" dt="2025-01-28T11:39:40.989" v="135" actId="14100"/>
        <pc:sldMkLst>
          <pc:docMk/>
          <pc:sldMk cId="0" sldId="266"/>
        </pc:sldMkLst>
        <pc:spChg chg="add">
          <ac:chgData name="Adil Ahmad (RA Digital Human)" userId="S::ra1.digih@ncai.nust.edu.pk::fc45c400-01f5-414b-90ed-9afdced46fb6" providerId="AD" clId="Web-{2D332752-357C-45C7-EDA2-15E2CC5F3364}" dt="2025-01-28T11:20:02.308" v="45"/>
          <ac:spMkLst>
            <pc:docMk/>
            <pc:sldMk cId="0" sldId="266"/>
            <ac:spMk id="4" creationId="{933B82FC-8A28-08F0-F80E-D4E50EB664F2}"/>
          </ac:spMkLst>
        </pc:spChg>
        <pc:spChg chg="add del">
          <ac:chgData name="Adil Ahmad (RA Digital Human)" userId="S::ra1.digih@ncai.nust.edu.pk::fc45c400-01f5-414b-90ed-9afdced46fb6" providerId="AD" clId="Web-{2D332752-357C-45C7-EDA2-15E2CC5F3364}" dt="2025-01-28T11:20:06.089" v="47"/>
          <ac:spMkLst>
            <pc:docMk/>
            <pc:sldMk cId="0" sldId="266"/>
            <ac:spMk id="6" creationId="{BE9113AF-9310-47DA-44B4-C5B4CB36B477}"/>
          </ac:spMkLst>
        </pc:spChg>
        <pc:spChg chg="mod">
          <ac:chgData name="Adil Ahmad (RA Digital Human)" userId="S::ra1.digih@ncai.nust.edu.pk::fc45c400-01f5-414b-90ed-9afdced46fb6" providerId="AD" clId="Web-{2D332752-357C-45C7-EDA2-15E2CC5F3364}" dt="2025-01-28T11:39:21.863" v="132" actId="1076"/>
          <ac:spMkLst>
            <pc:docMk/>
            <pc:sldMk cId="0" sldId="266"/>
            <ac:spMk id="13" creationId="{00000000-0000-0000-0000-000000000000}"/>
          </ac:spMkLst>
        </pc:spChg>
        <pc:grpChg chg="mod">
          <ac:chgData name="Adil Ahmad (RA Digital Human)" userId="S::ra1.digih@ncai.nust.edu.pk::fc45c400-01f5-414b-90ed-9afdced46fb6" providerId="AD" clId="Web-{2D332752-357C-45C7-EDA2-15E2CC5F3364}" dt="2025-01-28T11:39:40.989" v="135" actId="14100"/>
          <ac:grpSpMkLst>
            <pc:docMk/>
            <pc:sldMk cId="0" sldId="266"/>
            <ac:grpSpMk id="6" creationId="{00000000-0000-0000-0000-000000000000}"/>
          </ac:grpSpMkLst>
        </pc:grpChg>
      </pc:sldChg>
      <pc:sldChg chg="modSp add">
        <pc:chgData name="Adil Ahmad (RA Digital Human)" userId="S::ra1.digih@ncai.nust.edu.pk::fc45c400-01f5-414b-90ed-9afdced46fb6" providerId="AD" clId="Web-{2D332752-357C-45C7-EDA2-15E2CC5F3364}" dt="2025-01-28T11:39:52.067" v="137" actId="1076"/>
        <pc:sldMkLst>
          <pc:docMk/>
          <pc:sldMk cId="0" sldId="267"/>
        </pc:sldMkLst>
        <pc:spChg chg="mod">
          <ac:chgData name="Adil Ahmad (RA Digital Human)" userId="S::ra1.digih@ncai.nust.edu.pk::fc45c400-01f5-414b-90ed-9afdced46fb6" providerId="AD" clId="Web-{2D332752-357C-45C7-EDA2-15E2CC5F3364}" dt="2025-01-28T11:39:52.067" v="137" actId="1076"/>
          <ac:spMkLst>
            <pc:docMk/>
            <pc:sldMk cId="0" sldId="267"/>
            <ac:spMk id="9" creationId="{00000000-0000-0000-0000-000000000000}"/>
          </ac:spMkLst>
        </pc:spChg>
        <pc:grpChg chg="mod">
          <ac:chgData name="Adil Ahmad (RA Digital Human)" userId="S::ra1.digih@ncai.nust.edu.pk::fc45c400-01f5-414b-90ed-9afdced46fb6" providerId="AD" clId="Web-{2D332752-357C-45C7-EDA2-15E2CC5F3364}" dt="2025-01-28T11:39:47.551" v="136" actId="1076"/>
          <ac:grpSpMkLst>
            <pc:docMk/>
            <pc:sldMk cId="0" sldId="267"/>
            <ac:grpSpMk id="3" creationId="{00000000-0000-0000-0000-000000000000}"/>
          </ac:grpSpMkLst>
        </pc:grpChg>
      </pc:sldChg>
      <pc:sldChg chg="add del">
        <pc:chgData name="Adil Ahmad (RA Digital Human)" userId="S::ra1.digih@ncai.nust.edu.pk::fc45c400-01f5-414b-90ed-9afdced46fb6" providerId="AD" clId="Web-{2D332752-357C-45C7-EDA2-15E2CC5F3364}" dt="2025-01-28T11:41:18.914" v="149"/>
        <pc:sldMkLst>
          <pc:docMk/>
          <pc:sldMk cId="0" sldId="269"/>
        </pc:sldMkLst>
      </pc:sldChg>
      <pc:sldChg chg="add del">
        <pc:chgData name="Adil Ahmad (RA Digital Human)" userId="S::ra1.digih@ncai.nust.edu.pk::fc45c400-01f5-414b-90ed-9afdced46fb6" providerId="AD" clId="Web-{2D332752-357C-45C7-EDA2-15E2CC5F3364}" dt="2025-01-28T11:28:47.263" v="65"/>
        <pc:sldMkLst>
          <pc:docMk/>
          <pc:sldMk cId="0" sldId="276"/>
        </pc:sldMkLst>
      </pc:sldChg>
      <pc:sldChg chg="add del">
        <pc:chgData name="Adil Ahmad (RA Digital Human)" userId="S::ra1.digih@ncai.nust.edu.pk::fc45c400-01f5-414b-90ed-9afdced46fb6" providerId="AD" clId="Web-{2D332752-357C-45C7-EDA2-15E2CC5F3364}" dt="2025-01-28T11:07:41.564" v="22"/>
        <pc:sldMkLst>
          <pc:docMk/>
          <pc:sldMk cId="0" sldId="281"/>
        </pc:sldMkLst>
      </pc:sldChg>
      <pc:sldChg chg="modSp add del">
        <pc:chgData name="Adil Ahmad (RA Digital Human)" userId="S::ra1.digih@ncai.nust.edu.pk::fc45c400-01f5-414b-90ed-9afdced46fb6" providerId="AD" clId="Web-{2D332752-357C-45C7-EDA2-15E2CC5F3364}" dt="2025-01-28T11:23:39.159" v="49"/>
        <pc:sldMkLst>
          <pc:docMk/>
          <pc:sldMk cId="0" sldId="285"/>
        </pc:sldMkLst>
        <pc:spChg chg="mod">
          <ac:chgData name="Adil Ahmad (RA Digital Human)" userId="S::ra1.digih@ncai.nust.edu.pk::fc45c400-01f5-414b-90ed-9afdced46fb6" providerId="AD" clId="Web-{2D332752-357C-45C7-EDA2-15E2CC5F3364}" dt="2025-01-28T11:15:47.799" v="42" actId="1076"/>
          <ac:spMkLst>
            <pc:docMk/>
            <pc:sldMk cId="0" sldId="285"/>
            <ac:spMk id="471" creationId="{00000000-0000-0000-0000-000000000000}"/>
          </ac:spMkLst>
        </pc:spChg>
      </pc:sldChg>
      <pc:sldChg chg="add del">
        <pc:chgData name="Adil Ahmad (RA Digital Human)" userId="S::ra1.digih@ncai.nust.edu.pk::fc45c400-01f5-414b-90ed-9afdced46fb6" providerId="AD" clId="Web-{2D332752-357C-45C7-EDA2-15E2CC5F3364}" dt="2025-01-28T11:07:41.548" v="20"/>
        <pc:sldMkLst>
          <pc:docMk/>
          <pc:sldMk cId="0" sldId="289"/>
        </pc:sldMkLst>
      </pc:sldChg>
      <pc:sldChg chg="add del">
        <pc:chgData name="Adil Ahmad (RA Digital Human)" userId="S::ra1.digih@ncai.nust.edu.pk::fc45c400-01f5-414b-90ed-9afdced46fb6" providerId="AD" clId="Web-{2D332752-357C-45C7-EDA2-15E2CC5F3364}" dt="2025-01-28T11:07:41.548" v="19"/>
        <pc:sldMkLst>
          <pc:docMk/>
          <pc:sldMk cId="0" sldId="292"/>
        </pc:sldMkLst>
      </pc:sldChg>
      <pc:sldChg chg="add del">
        <pc:chgData name="Adil Ahmad (RA Digital Human)" userId="S::ra1.digih@ncai.nust.edu.pk::fc45c400-01f5-414b-90ed-9afdced46fb6" providerId="AD" clId="Web-{2D332752-357C-45C7-EDA2-15E2CC5F3364}" dt="2025-01-28T11:07:41.548" v="18"/>
        <pc:sldMkLst>
          <pc:docMk/>
          <pc:sldMk cId="0" sldId="317"/>
        </pc:sldMkLst>
      </pc:sldChg>
      <pc:sldChg chg="add del">
        <pc:chgData name="Adil Ahmad (RA Digital Human)" userId="S::ra1.digih@ncai.nust.edu.pk::fc45c400-01f5-414b-90ed-9afdced46fb6" providerId="AD" clId="Web-{2D332752-357C-45C7-EDA2-15E2CC5F3364}" dt="2025-01-28T11:07:41.548" v="17"/>
        <pc:sldMkLst>
          <pc:docMk/>
          <pc:sldMk cId="0" sldId="318"/>
        </pc:sldMkLst>
      </pc:sldChg>
      <pc:sldChg chg="add del">
        <pc:chgData name="Adil Ahmad (RA Digital Human)" userId="S::ra1.digih@ncai.nust.edu.pk::fc45c400-01f5-414b-90ed-9afdced46fb6" providerId="AD" clId="Web-{2D332752-357C-45C7-EDA2-15E2CC5F3364}" dt="2025-01-28T11:07:41.532" v="16"/>
        <pc:sldMkLst>
          <pc:docMk/>
          <pc:sldMk cId="0" sldId="333"/>
        </pc:sldMkLst>
      </pc:sldChg>
      <pc:sldChg chg="add del">
        <pc:chgData name="Adil Ahmad (RA Digital Human)" userId="S::ra1.digih@ncai.nust.edu.pk::fc45c400-01f5-414b-90ed-9afdced46fb6" providerId="AD" clId="Web-{2D332752-357C-45C7-EDA2-15E2CC5F3364}" dt="2025-01-28T11:07:41.532" v="15"/>
        <pc:sldMkLst>
          <pc:docMk/>
          <pc:sldMk cId="0" sldId="356"/>
        </pc:sldMkLst>
      </pc:sldChg>
      <pc:sldChg chg="add del">
        <pc:chgData name="Adil Ahmad (RA Digital Human)" userId="S::ra1.digih@ncai.nust.edu.pk::fc45c400-01f5-414b-90ed-9afdced46fb6" providerId="AD" clId="Web-{2D332752-357C-45C7-EDA2-15E2CC5F3364}" dt="2025-01-28T11:07:41.532" v="14"/>
        <pc:sldMkLst>
          <pc:docMk/>
          <pc:sldMk cId="0" sldId="358"/>
        </pc:sldMkLst>
      </pc:sldChg>
      <pc:sldChg chg="add del">
        <pc:chgData name="Adil Ahmad (RA Digital Human)" userId="S::ra1.digih@ncai.nust.edu.pk::fc45c400-01f5-414b-90ed-9afdced46fb6" providerId="AD" clId="Web-{2D332752-357C-45C7-EDA2-15E2CC5F3364}" dt="2025-01-28T11:11:38.697" v="35"/>
        <pc:sldMkLst>
          <pc:docMk/>
          <pc:sldMk cId="177464307" sldId="359"/>
        </pc:sldMkLst>
      </pc:sldChg>
      <pc:sldChg chg="addSp delSp modSp del">
        <pc:chgData name="Adil Ahmad (RA Digital Human)" userId="S::ra1.digih@ncai.nust.edu.pk::fc45c400-01f5-414b-90ed-9afdced46fb6" providerId="AD" clId="Web-{2D332752-357C-45C7-EDA2-15E2CC5F3364}" dt="2025-01-28T11:23:38.409" v="48"/>
        <pc:sldMkLst>
          <pc:docMk/>
          <pc:sldMk cId="3577708327" sldId="480"/>
        </pc:sldMkLst>
        <pc:spChg chg="del">
          <ac:chgData name="Adil Ahmad (RA Digital Human)" userId="S::ra1.digih@ncai.nust.edu.pk::fc45c400-01f5-414b-90ed-9afdced46fb6" providerId="AD" clId="Web-{2D332752-357C-45C7-EDA2-15E2CC5F3364}" dt="2025-01-28T11:10:54.695" v="32"/>
          <ac:spMkLst>
            <pc:docMk/>
            <pc:sldMk cId="3577708327" sldId="480"/>
            <ac:spMk id="2" creationId="{66A791BD-0D13-31B9-D0DC-2528B48427EA}"/>
          </ac:spMkLst>
        </pc:spChg>
        <pc:spChg chg="mod">
          <ac:chgData name="Adil Ahmad (RA Digital Human)" userId="S::ra1.digih@ncai.nust.edu.pk::fc45c400-01f5-414b-90ed-9afdced46fb6" providerId="AD" clId="Web-{2D332752-357C-45C7-EDA2-15E2CC5F3364}" dt="2025-01-28T11:12:31.886" v="37" actId="20577"/>
          <ac:spMkLst>
            <pc:docMk/>
            <pc:sldMk cId="3577708327" sldId="480"/>
            <ac:spMk id="3" creationId="{8D3DD820-2A42-48A8-CE6D-F01FB3CAB883}"/>
          </ac:spMkLst>
        </pc:spChg>
        <pc:picChg chg="add mod">
          <ac:chgData name="Adil Ahmad (RA Digital Human)" userId="S::ra1.digih@ncai.nust.edu.pk::fc45c400-01f5-414b-90ed-9afdced46fb6" providerId="AD" clId="Web-{2D332752-357C-45C7-EDA2-15E2CC5F3364}" dt="2025-01-28T11:10:56.742" v="33"/>
          <ac:picMkLst>
            <pc:docMk/>
            <pc:sldMk cId="3577708327" sldId="480"/>
            <ac:picMk id="6" creationId="{752685C7-A8B1-F042-7200-BA394344FB09}"/>
          </ac:picMkLst>
        </pc:picChg>
      </pc:sldChg>
      <pc:sldChg chg="addSp delSp modSp del">
        <pc:chgData name="Adil Ahmad (RA Digital Human)" userId="S::ra1.digih@ncai.nust.edu.pk::fc45c400-01f5-414b-90ed-9afdced46fb6" providerId="AD" clId="Web-{2D332752-357C-45C7-EDA2-15E2CC5F3364}" dt="2025-01-28T11:33:37.039" v="93"/>
        <pc:sldMkLst>
          <pc:docMk/>
          <pc:sldMk cId="2479469394" sldId="487"/>
        </pc:sldMkLst>
        <pc:spChg chg="del mod">
          <ac:chgData name="Adil Ahmad (RA Digital Human)" userId="S::ra1.digih@ncai.nust.edu.pk::fc45c400-01f5-414b-90ed-9afdced46fb6" providerId="AD" clId="Web-{2D332752-357C-45C7-EDA2-15E2CC5F3364}" dt="2025-01-28T11:29:48.343" v="72"/>
          <ac:spMkLst>
            <pc:docMk/>
            <pc:sldMk cId="2479469394" sldId="487"/>
            <ac:spMk id="2" creationId="{35112E69-C7C9-7B08-ECAD-F09E18C7A6C2}"/>
          </ac:spMkLst>
        </pc:spChg>
        <pc:spChg chg="add del">
          <ac:chgData name="Adil Ahmad (RA Digital Human)" userId="S::ra1.digih@ncai.nust.edu.pk::fc45c400-01f5-414b-90ed-9afdced46fb6" providerId="AD" clId="Web-{2D332752-357C-45C7-EDA2-15E2CC5F3364}" dt="2025-01-28T11:31:40.832" v="77"/>
          <ac:spMkLst>
            <pc:docMk/>
            <pc:sldMk cId="2479469394" sldId="487"/>
            <ac:spMk id="3" creationId="{A90FCAE1-A040-E0C4-FA7C-6EE6497E7F48}"/>
          </ac:spMkLst>
        </pc:spChg>
        <pc:spChg chg="add del">
          <ac:chgData name="Adil Ahmad (RA Digital Human)" userId="S::ra1.digih@ncai.nust.edu.pk::fc45c400-01f5-414b-90ed-9afdced46fb6" providerId="AD" clId="Web-{2D332752-357C-45C7-EDA2-15E2CC5F3364}" dt="2025-01-28T11:33:31.257" v="89"/>
          <ac:spMkLst>
            <pc:docMk/>
            <pc:sldMk cId="2479469394" sldId="487"/>
            <ac:spMk id="6" creationId="{8D3DD820-2A42-48A8-CE6D-F01FB3CAB883}"/>
          </ac:spMkLst>
        </pc:spChg>
        <pc:picChg chg="add del mod">
          <ac:chgData name="Adil Ahmad (RA Digital Human)" userId="S::ra1.digih@ncai.nust.edu.pk::fc45c400-01f5-414b-90ed-9afdced46fb6" providerId="AD" clId="Web-{2D332752-357C-45C7-EDA2-15E2CC5F3364}" dt="2025-01-28T11:30:01.985" v="76"/>
          <ac:picMkLst>
            <pc:docMk/>
            <pc:sldMk cId="2479469394" sldId="487"/>
            <ac:picMk id="7" creationId="{2CA28E00-3E4C-90C8-0935-3273E2CFA105}"/>
          </ac:picMkLst>
        </pc:picChg>
      </pc:sldChg>
      <pc:sldChg chg="addSp delSp modSp del">
        <pc:chgData name="Adil Ahmad (RA Digital Human)" userId="S::ra1.digih@ncai.nust.edu.pk::fc45c400-01f5-414b-90ed-9afdced46fb6" providerId="AD" clId="Web-{2D332752-357C-45C7-EDA2-15E2CC5F3364}" dt="2025-01-28T11:33:36.476" v="92"/>
        <pc:sldMkLst>
          <pc:docMk/>
          <pc:sldMk cId="3102694051" sldId="488"/>
        </pc:sldMkLst>
        <pc:spChg chg="add del">
          <ac:chgData name="Adil Ahmad (RA Digital Human)" userId="S::ra1.digih@ncai.nust.edu.pk::fc45c400-01f5-414b-90ed-9afdced46fb6" providerId="AD" clId="Web-{2D332752-357C-45C7-EDA2-15E2CC5F3364}" dt="2025-01-28T11:33:26.085" v="87"/>
          <ac:spMkLst>
            <pc:docMk/>
            <pc:sldMk cId="3102694051" sldId="488"/>
            <ac:spMk id="2" creationId="{0657C913-7505-8388-5E16-54BE38E284BE}"/>
          </ac:spMkLst>
        </pc:spChg>
        <pc:picChg chg="add del mod">
          <ac:chgData name="Adil Ahmad (RA Digital Human)" userId="S::ra1.digih@ncai.nust.edu.pk::fc45c400-01f5-414b-90ed-9afdced46fb6" providerId="AD" clId="Web-{2D332752-357C-45C7-EDA2-15E2CC5F3364}" dt="2025-01-28T11:33:06.881" v="86"/>
          <ac:picMkLst>
            <pc:docMk/>
            <pc:sldMk cId="3102694051" sldId="488"/>
            <ac:picMk id="6" creationId="{B252F5E6-858D-0501-8A39-6B3FB9682FFE}"/>
          </ac:picMkLst>
        </pc:picChg>
      </pc:sldChg>
      <pc:sldChg chg="addSp delSp modSp">
        <pc:chgData name="Adil Ahmad (RA Digital Human)" userId="S::ra1.digih@ncai.nust.edu.pk::fc45c400-01f5-414b-90ed-9afdced46fb6" providerId="AD" clId="Web-{2D332752-357C-45C7-EDA2-15E2CC5F3364}" dt="2025-01-28T11:43:40.309" v="161" actId="20577"/>
        <pc:sldMkLst>
          <pc:docMk/>
          <pc:sldMk cId="1581011965" sldId="489"/>
        </pc:sldMkLst>
        <pc:spChg chg="add del">
          <ac:chgData name="Adil Ahmad (RA Digital Human)" userId="S::ra1.digih@ncai.nust.edu.pk::fc45c400-01f5-414b-90ed-9afdced46fb6" providerId="AD" clId="Web-{2D332752-357C-45C7-EDA2-15E2CC5F3364}" dt="2025-01-28T11:33:49.430" v="94"/>
          <ac:spMkLst>
            <pc:docMk/>
            <pc:sldMk cId="1581011965" sldId="489"/>
            <ac:spMk id="2" creationId="{84C1A6ED-D716-015B-6112-4077B8469BB2}"/>
          </ac:spMkLst>
        </pc:spChg>
        <pc:spChg chg="mod">
          <ac:chgData name="Adil Ahmad (RA Digital Human)" userId="S::ra1.digih@ncai.nust.edu.pk::fc45c400-01f5-414b-90ed-9afdced46fb6" providerId="AD" clId="Web-{2D332752-357C-45C7-EDA2-15E2CC5F3364}" dt="2025-01-28T11:43:40.309" v="161" actId="20577"/>
          <ac:spMkLst>
            <pc:docMk/>
            <pc:sldMk cId="1581011965" sldId="489"/>
            <ac:spMk id="3" creationId="{48684C9A-BF5A-9073-6EA1-8A2E0DE4DEA0}"/>
          </ac:spMkLst>
        </pc:spChg>
        <pc:picChg chg="add del mod ord">
          <ac:chgData name="Adil Ahmad (RA Digital Human)" userId="S::ra1.digih@ncai.nust.edu.pk::fc45c400-01f5-414b-90ed-9afdced46fb6" providerId="AD" clId="Web-{2D332752-357C-45C7-EDA2-15E2CC5F3364}" dt="2025-01-28T11:33:04.538" v="85"/>
          <ac:picMkLst>
            <pc:docMk/>
            <pc:sldMk cId="1581011965" sldId="489"/>
            <ac:picMk id="6" creationId="{BD736AAB-D42B-AFEE-F6B4-10B64A09BE0B}"/>
          </ac:picMkLst>
        </pc:picChg>
        <pc:picChg chg="add mod">
          <ac:chgData name="Adil Ahmad (RA Digital Human)" userId="S::ra1.digih@ncai.nust.edu.pk::fc45c400-01f5-414b-90ed-9afdced46fb6" providerId="AD" clId="Web-{2D332752-357C-45C7-EDA2-15E2CC5F3364}" dt="2025-01-28T11:33:51.352" v="95"/>
          <ac:picMkLst>
            <pc:docMk/>
            <pc:sldMk cId="1581011965" sldId="489"/>
            <ac:picMk id="7" creationId="{44A934FB-668F-63D2-8C78-143062E700A9}"/>
          </ac:picMkLst>
        </pc:picChg>
      </pc:sldChg>
      <pc:sldChg chg="modSp">
        <pc:chgData name="Adil Ahmad (RA Digital Human)" userId="S::ra1.digih@ncai.nust.edu.pk::fc45c400-01f5-414b-90ed-9afdced46fb6" providerId="AD" clId="Web-{2D332752-357C-45C7-EDA2-15E2CC5F3364}" dt="2025-01-28T11:34:11.884" v="98" actId="20577"/>
        <pc:sldMkLst>
          <pc:docMk/>
          <pc:sldMk cId="1321113645" sldId="491"/>
        </pc:sldMkLst>
        <pc:spChg chg="mod">
          <ac:chgData name="Adil Ahmad (RA Digital Human)" userId="S::ra1.digih@ncai.nust.edu.pk::fc45c400-01f5-414b-90ed-9afdced46fb6" providerId="AD" clId="Web-{2D332752-357C-45C7-EDA2-15E2CC5F3364}" dt="2025-01-28T11:34:11.884" v="98" actId="20577"/>
          <ac:spMkLst>
            <pc:docMk/>
            <pc:sldMk cId="1321113645" sldId="491"/>
            <ac:spMk id="2" creationId="{CBDFBB5C-D39A-1D3C-76BE-0E9F6323F5DD}"/>
          </ac:spMkLst>
        </pc:spChg>
        <pc:spChg chg="mod">
          <ac:chgData name="Adil Ahmad (RA Digital Human)" userId="S::ra1.digih@ncai.nust.edu.pk::fc45c400-01f5-414b-90ed-9afdced46fb6" providerId="AD" clId="Web-{2D332752-357C-45C7-EDA2-15E2CC5F3364}" dt="2025-01-28T11:34:01.930" v="96" actId="20577"/>
          <ac:spMkLst>
            <pc:docMk/>
            <pc:sldMk cId="1321113645" sldId="491"/>
            <ac:spMk id="3" creationId="{FE70A34A-59FF-BDE0-08DA-90075BF64F03}"/>
          </ac:spMkLst>
        </pc:spChg>
      </pc:sldChg>
      <pc:sldChg chg="addSp delSp modSp">
        <pc:chgData name="Adil Ahmad (RA Digital Human)" userId="S::ra1.digih@ncai.nust.edu.pk::fc45c400-01f5-414b-90ed-9afdced46fb6" providerId="AD" clId="Web-{2D332752-357C-45C7-EDA2-15E2CC5F3364}" dt="2025-01-28T11:43:43.403" v="162" actId="20577"/>
        <pc:sldMkLst>
          <pc:docMk/>
          <pc:sldMk cId="810882411" sldId="492"/>
        </pc:sldMkLst>
        <pc:spChg chg="del">
          <ac:chgData name="Adil Ahmad (RA Digital Human)" userId="S::ra1.digih@ncai.nust.edu.pk::fc45c400-01f5-414b-90ed-9afdced46fb6" providerId="AD" clId="Web-{2D332752-357C-45C7-EDA2-15E2CC5F3364}" dt="2025-01-28T11:34:21.478" v="99"/>
          <ac:spMkLst>
            <pc:docMk/>
            <pc:sldMk cId="810882411" sldId="492"/>
            <ac:spMk id="2" creationId="{2B4E6FB1-3622-7A20-E338-FD7B479B923A}"/>
          </ac:spMkLst>
        </pc:spChg>
        <pc:spChg chg="mod">
          <ac:chgData name="Adil Ahmad (RA Digital Human)" userId="S::ra1.digih@ncai.nust.edu.pk::fc45c400-01f5-414b-90ed-9afdced46fb6" providerId="AD" clId="Web-{2D332752-357C-45C7-EDA2-15E2CC5F3364}" dt="2025-01-28T11:43:43.403" v="162" actId="20577"/>
          <ac:spMkLst>
            <pc:docMk/>
            <pc:sldMk cId="810882411" sldId="492"/>
            <ac:spMk id="3" creationId="{2AE04907-AD35-325F-E52A-6F15F7FD2772}"/>
          </ac:spMkLst>
        </pc:spChg>
        <pc:picChg chg="add mod ord">
          <ac:chgData name="Adil Ahmad (RA Digital Human)" userId="S::ra1.digih@ncai.nust.edu.pk::fc45c400-01f5-414b-90ed-9afdced46fb6" providerId="AD" clId="Web-{2D332752-357C-45C7-EDA2-15E2CC5F3364}" dt="2025-01-28T11:34:21.478" v="99"/>
          <ac:picMkLst>
            <pc:docMk/>
            <pc:sldMk cId="810882411" sldId="492"/>
            <ac:picMk id="6" creationId="{7DB7C6D8-25EE-7512-3D81-50DDEB7E73F5}"/>
          </ac:picMkLst>
        </pc:picChg>
      </pc:sldChg>
      <pc:sldChg chg="modSp">
        <pc:chgData name="Adil Ahmad (RA Digital Human)" userId="S::ra1.digih@ncai.nust.edu.pk::fc45c400-01f5-414b-90ed-9afdced46fb6" providerId="AD" clId="Web-{2D332752-357C-45C7-EDA2-15E2CC5F3364}" dt="2025-01-28T11:48:36.663" v="168" actId="20577"/>
        <pc:sldMkLst>
          <pc:docMk/>
          <pc:sldMk cId="609209314" sldId="508"/>
        </pc:sldMkLst>
        <pc:spChg chg="mod">
          <ac:chgData name="Adil Ahmad (RA Digital Human)" userId="S::ra1.digih@ncai.nust.edu.pk::fc45c400-01f5-414b-90ed-9afdced46fb6" providerId="AD" clId="Web-{2D332752-357C-45C7-EDA2-15E2CC5F3364}" dt="2025-01-28T11:48:36.663" v="168" actId="20577"/>
          <ac:spMkLst>
            <pc:docMk/>
            <pc:sldMk cId="609209314" sldId="508"/>
            <ac:spMk id="7" creationId="{90A376C3-A9E8-307C-EC4F-61BC7A68D6F8}"/>
          </ac:spMkLst>
        </pc:spChg>
      </pc:sldChg>
      <pc:sldChg chg="addSp delSp modSp del">
        <pc:chgData name="Adil Ahmad (RA Digital Human)" userId="S::ra1.digih@ncai.nust.edu.pk::fc45c400-01f5-414b-90ed-9afdced46fb6" providerId="AD" clId="Web-{2D332752-357C-45C7-EDA2-15E2CC5F3364}" dt="2025-01-28T11:23:40.846" v="51"/>
        <pc:sldMkLst>
          <pc:docMk/>
          <pc:sldMk cId="1505146875" sldId="509"/>
        </pc:sldMkLst>
        <pc:spChg chg="add del">
          <ac:chgData name="Adil Ahmad (RA Digital Human)" userId="S::ra1.digih@ncai.nust.edu.pk::fc45c400-01f5-414b-90ed-9afdced46fb6" providerId="AD" clId="Web-{2D332752-357C-45C7-EDA2-15E2CC5F3364}" dt="2025-01-28T11:10:25.288" v="30"/>
          <ac:spMkLst>
            <pc:docMk/>
            <pc:sldMk cId="1505146875" sldId="509"/>
            <ac:spMk id="8" creationId="{85E2E5FB-A1E0-28BC-97A8-A3BE6652289D}"/>
          </ac:spMkLst>
        </pc:spChg>
        <pc:picChg chg="add del mod ord">
          <ac:chgData name="Adil Ahmad (RA Digital Human)" userId="S::ra1.digih@ncai.nust.edu.pk::fc45c400-01f5-414b-90ed-9afdced46fb6" providerId="AD" clId="Web-{2D332752-357C-45C7-EDA2-15E2CC5F3364}" dt="2025-01-28T11:10:16.897" v="29"/>
          <ac:picMkLst>
            <pc:docMk/>
            <pc:sldMk cId="1505146875" sldId="509"/>
            <ac:picMk id="2" creationId="{A3C73C45-465F-DC0B-64E7-A390748D4B04}"/>
          </ac:picMkLst>
        </pc:picChg>
        <pc:picChg chg="add mod">
          <ac:chgData name="Adil Ahmad (RA Digital Human)" userId="S::ra1.digih@ncai.nust.edu.pk::fc45c400-01f5-414b-90ed-9afdced46fb6" providerId="AD" clId="Web-{2D332752-357C-45C7-EDA2-15E2CC5F3364}" dt="2025-01-28T11:10:31.710" v="31"/>
          <ac:picMkLst>
            <pc:docMk/>
            <pc:sldMk cId="1505146875" sldId="509"/>
            <ac:picMk id="6" creationId="{3F0D829B-D470-714F-FEB2-3198FF002F12}"/>
          </ac:picMkLst>
        </pc:picChg>
      </pc:sldChg>
      <pc:sldChg chg="modSp new">
        <pc:chgData name="Adil Ahmad (RA Digital Human)" userId="S::ra1.digih@ncai.nust.edu.pk::fc45c400-01f5-414b-90ed-9afdced46fb6" providerId="AD" clId="Web-{2D332752-357C-45C7-EDA2-15E2CC5F3364}" dt="2025-01-28T11:43:48.903" v="163" actId="20577"/>
        <pc:sldMkLst>
          <pc:docMk/>
          <pc:sldMk cId="2264752811" sldId="509"/>
        </pc:sldMkLst>
        <pc:spChg chg="mod">
          <ac:chgData name="Adil Ahmad (RA Digital Human)" userId="S::ra1.digih@ncai.nust.edu.pk::fc45c400-01f5-414b-90ed-9afdced46fb6" providerId="AD" clId="Web-{2D332752-357C-45C7-EDA2-15E2CC5F3364}" dt="2025-01-28T11:34:57.307" v="106" actId="20577"/>
          <ac:spMkLst>
            <pc:docMk/>
            <pc:sldMk cId="2264752811" sldId="509"/>
            <ac:spMk id="2" creationId="{58966EC2-7339-03F5-4B43-F6CD87A37877}"/>
          </ac:spMkLst>
        </pc:spChg>
        <pc:spChg chg="mod">
          <ac:chgData name="Adil Ahmad (RA Digital Human)" userId="S::ra1.digih@ncai.nust.edu.pk::fc45c400-01f5-414b-90ed-9afdced46fb6" providerId="AD" clId="Web-{2D332752-357C-45C7-EDA2-15E2CC5F3364}" dt="2025-01-28T11:43:48.903" v="163" actId="20577"/>
          <ac:spMkLst>
            <pc:docMk/>
            <pc:sldMk cId="2264752811" sldId="509"/>
            <ac:spMk id="3" creationId="{4DC774A9-D6E1-6621-DB97-691098D2B99A}"/>
          </ac:spMkLst>
        </pc:spChg>
      </pc:sldChg>
      <pc:sldChg chg="add del">
        <pc:chgData name="Adil Ahmad (RA Digital Human)" userId="S::ra1.digih@ncai.nust.edu.pk::fc45c400-01f5-414b-90ed-9afdced46fb6" providerId="AD" clId="Web-{2D332752-357C-45C7-EDA2-15E2CC5F3364}" dt="2025-01-28T11:24:51.880" v="63"/>
        <pc:sldMkLst>
          <pc:docMk/>
          <pc:sldMk cId="2487277631" sldId="509"/>
        </pc:sldMkLst>
      </pc:sldChg>
      <pc:sldChg chg="add del replId">
        <pc:chgData name="Adil Ahmad (RA Digital Human)" userId="S::ra1.digih@ncai.nust.edu.pk::fc45c400-01f5-414b-90ed-9afdced46fb6" providerId="AD" clId="Web-{2D332752-357C-45C7-EDA2-15E2CC5F3364}" dt="2025-01-28T11:32:05.223" v="80"/>
        <pc:sldMkLst>
          <pc:docMk/>
          <pc:sldMk cId="2661770492" sldId="509"/>
        </pc:sldMkLst>
      </pc:sldChg>
      <pc:sldChg chg="add del">
        <pc:chgData name="Adil Ahmad (RA Digital Human)" userId="S::ra1.digih@ncai.nust.edu.pk::fc45c400-01f5-414b-90ed-9afdced46fb6" providerId="AD" clId="Web-{2D332752-357C-45C7-EDA2-15E2CC5F3364}" dt="2025-01-28T11:24:51.880" v="62"/>
        <pc:sldMkLst>
          <pc:docMk/>
          <pc:sldMk cId="327102996" sldId="510"/>
        </pc:sldMkLst>
      </pc:sldChg>
      <pc:sldChg chg="addSp delSp modSp new">
        <pc:chgData name="Adil Ahmad (RA Digital Human)" userId="S::ra1.digih@ncai.nust.edu.pk::fc45c400-01f5-414b-90ed-9afdced46fb6" providerId="AD" clId="Web-{2D332752-357C-45C7-EDA2-15E2CC5F3364}" dt="2025-01-28T11:43:57.701" v="166" actId="20577"/>
        <pc:sldMkLst>
          <pc:docMk/>
          <pc:sldMk cId="930476907" sldId="510"/>
        </pc:sldMkLst>
        <pc:spChg chg="del">
          <ac:chgData name="Adil Ahmad (RA Digital Human)" userId="S::ra1.digih@ncai.nust.edu.pk::fc45c400-01f5-414b-90ed-9afdced46fb6" providerId="AD" clId="Web-{2D332752-357C-45C7-EDA2-15E2CC5F3364}" dt="2025-01-28T11:37:36.594" v="122"/>
          <ac:spMkLst>
            <pc:docMk/>
            <pc:sldMk cId="930476907" sldId="510"/>
            <ac:spMk id="2" creationId="{8041AB26-7226-D79A-4F6A-ACCB9C55A69E}"/>
          </ac:spMkLst>
        </pc:spChg>
        <pc:spChg chg="mod">
          <ac:chgData name="Adil Ahmad (RA Digital Human)" userId="S::ra1.digih@ncai.nust.edu.pk::fc45c400-01f5-414b-90ed-9afdced46fb6" providerId="AD" clId="Web-{2D332752-357C-45C7-EDA2-15E2CC5F3364}" dt="2025-01-28T11:43:57.701" v="166" actId="20577"/>
          <ac:spMkLst>
            <pc:docMk/>
            <pc:sldMk cId="930476907" sldId="510"/>
            <ac:spMk id="3" creationId="{0235F75D-E5BE-0050-3AA5-CF8A37D1576F}"/>
          </ac:spMkLst>
        </pc:spChg>
        <pc:spChg chg="add mod">
          <ac:chgData name="Adil Ahmad (RA Digital Human)" userId="S::ra1.digih@ncai.nust.edu.pk::fc45c400-01f5-414b-90ed-9afdced46fb6" providerId="AD" clId="Web-{2D332752-357C-45C7-EDA2-15E2CC5F3364}" dt="2025-01-28T11:37:31.563" v="121" actId="1076"/>
          <ac:spMkLst>
            <pc:docMk/>
            <pc:sldMk cId="930476907" sldId="510"/>
            <ac:spMk id="6" creationId="{DB3DC477-70E4-27A6-629B-8F9B27B72044}"/>
          </ac:spMkLst>
        </pc:spChg>
      </pc:sldChg>
      <pc:sldChg chg="add del">
        <pc:chgData name="Adil Ahmad (RA Digital Human)" userId="S::ra1.digih@ncai.nust.edu.pk::fc45c400-01f5-414b-90ed-9afdced46fb6" providerId="AD" clId="Web-{2D332752-357C-45C7-EDA2-15E2CC5F3364}" dt="2025-01-28T11:24:51.865" v="61"/>
        <pc:sldMkLst>
          <pc:docMk/>
          <pc:sldMk cId="404193321" sldId="511"/>
        </pc:sldMkLst>
      </pc:sldChg>
      <pc:sldChg chg="addSp delSp modSp new">
        <pc:chgData name="Adil Ahmad (RA Digital Human)" userId="S::ra1.digih@ncai.nust.edu.pk::fc45c400-01f5-414b-90ed-9afdced46fb6" providerId="AD" clId="Web-{2D332752-357C-45C7-EDA2-15E2CC5F3364}" dt="2025-01-28T11:44:07.998" v="167" actId="20577"/>
        <pc:sldMkLst>
          <pc:docMk/>
          <pc:sldMk cId="2292458749" sldId="511"/>
        </pc:sldMkLst>
        <pc:spChg chg="del">
          <ac:chgData name="Adil Ahmad (RA Digital Human)" userId="S::ra1.digih@ncai.nust.edu.pk::fc45c400-01f5-414b-90ed-9afdced46fb6" providerId="AD" clId="Web-{2D332752-357C-45C7-EDA2-15E2CC5F3364}" dt="2025-01-28T11:40:09.583" v="138"/>
          <ac:spMkLst>
            <pc:docMk/>
            <pc:sldMk cId="2292458749" sldId="511"/>
            <ac:spMk id="2" creationId="{AFDBBE3D-A33A-26D1-E75C-56CB41B129D6}"/>
          </ac:spMkLst>
        </pc:spChg>
        <pc:spChg chg="mod">
          <ac:chgData name="Adil Ahmad (RA Digital Human)" userId="S::ra1.digih@ncai.nust.edu.pk::fc45c400-01f5-414b-90ed-9afdced46fb6" providerId="AD" clId="Web-{2D332752-357C-45C7-EDA2-15E2CC5F3364}" dt="2025-01-28T11:44:07.998" v="167" actId="20577"/>
          <ac:spMkLst>
            <pc:docMk/>
            <pc:sldMk cId="2292458749" sldId="511"/>
            <ac:spMk id="3" creationId="{6BEE085D-0753-A563-EE28-A456F3E6DE0E}"/>
          </ac:spMkLst>
        </pc:spChg>
        <pc:picChg chg="add mod">
          <ac:chgData name="Adil Ahmad (RA Digital Human)" userId="S::ra1.digih@ncai.nust.edu.pk::fc45c400-01f5-414b-90ed-9afdced46fb6" providerId="AD" clId="Web-{2D332752-357C-45C7-EDA2-15E2CC5F3364}" dt="2025-01-28T11:40:12.927" v="139"/>
          <ac:picMkLst>
            <pc:docMk/>
            <pc:sldMk cId="2292458749" sldId="511"/>
            <ac:picMk id="6" creationId="{F14E2238-D305-0149-CC63-D83F621E88AE}"/>
          </ac:picMkLst>
        </pc:picChg>
      </pc:sldChg>
      <pc:sldChg chg="addSp delSp modSp new del">
        <pc:chgData name="Adil Ahmad (RA Digital Human)" userId="S::ra1.digih@ncai.nust.edu.pk::fc45c400-01f5-414b-90ed-9afdced46fb6" providerId="AD" clId="Web-{2D332752-357C-45C7-EDA2-15E2CC5F3364}" dt="2025-01-28T11:41:28.664" v="151"/>
        <pc:sldMkLst>
          <pc:docMk/>
          <pc:sldMk cId="352351736" sldId="512"/>
        </pc:sldMkLst>
        <pc:spChg chg="add del">
          <ac:chgData name="Adil Ahmad (RA Digital Human)" userId="S::ra1.digih@ncai.nust.edu.pk::fc45c400-01f5-414b-90ed-9afdced46fb6" providerId="AD" clId="Web-{2D332752-357C-45C7-EDA2-15E2CC5F3364}" dt="2025-01-28T11:35:22.636" v="110"/>
          <ac:spMkLst>
            <pc:docMk/>
            <pc:sldMk cId="352351736" sldId="512"/>
            <ac:spMk id="2" creationId="{0910C23F-6989-2B77-F2F4-A2A5B1AF54E1}"/>
          </ac:spMkLst>
        </pc:spChg>
        <pc:spChg chg="mod">
          <ac:chgData name="Adil Ahmad (RA Digital Human)" userId="S::ra1.digih@ncai.nust.edu.pk::fc45c400-01f5-414b-90ed-9afdced46fb6" providerId="AD" clId="Web-{2D332752-357C-45C7-EDA2-15E2CC5F3364}" dt="2025-01-28T11:35:09.104" v="107" actId="20577"/>
          <ac:spMkLst>
            <pc:docMk/>
            <pc:sldMk cId="352351736" sldId="512"/>
            <ac:spMk id="3" creationId="{99BD3D5F-5B0C-E7D3-A78F-4A5E6D9D4A9A}"/>
          </ac:spMkLst>
        </pc:spChg>
        <pc:picChg chg="add del mod ord">
          <ac:chgData name="Adil Ahmad (RA Digital Human)" userId="S::ra1.digih@ncai.nust.edu.pk::fc45c400-01f5-414b-90ed-9afdced46fb6" providerId="AD" clId="Web-{2D332752-357C-45C7-EDA2-15E2CC5F3364}" dt="2025-01-28T11:35:19.105" v="109"/>
          <ac:picMkLst>
            <pc:docMk/>
            <pc:sldMk cId="352351736" sldId="512"/>
            <ac:picMk id="6" creationId="{4395D3CF-DC76-5E38-D5ED-EF06181CAB8E}"/>
          </ac:picMkLst>
        </pc:picChg>
        <pc:picChg chg="add del mod">
          <ac:chgData name="Adil Ahmad (RA Digital Human)" userId="S::ra1.digih@ncai.nust.edu.pk::fc45c400-01f5-414b-90ed-9afdced46fb6" providerId="AD" clId="Web-{2D332752-357C-45C7-EDA2-15E2CC5F3364}" dt="2025-01-28T11:35:26.277" v="112"/>
          <ac:picMkLst>
            <pc:docMk/>
            <pc:sldMk cId="352351736" sldId="512"/>
            <ac:picMk id="7" creationId="{1EBFB469-D615-E338-0A76-3FF5979EC2F8}"/>
          </ac:picMkLst>
        </pc:picChg>
        <pc:picChg chg="add del mod">
          <ac:chgData name="Adil Ahmad (RA Digital Human)" userId="S::ra1.digih@ncai.nust.edu.pk::fc45c400-01f5-414b-90ed-9afdced46fb6" providerId="AD" clId="Web-{2D332752-357C-45C7-EDA2-15E2CC5F3364}" dt="2025-01-28T11:35:51.059" v="114"/>
          <ac:picMkLst>
            <pc:docMk/>
            <pc:sldMk cId="352351736" sldId="512"/>
            <ac:picMk id="8" creationId="{9DBDA71B-0137-461C-521C-6E1CB67C6F3D}"/>
          </ac:picMkLst>
        </pc:picChg>
      </pc:sldChg>
      <pc:sldChg chg="delSp new del">
        <pc:chgData name="Adil Ahmad (RA Digital Human)" userId="S::ra1.digih@ncai.nust.edu.pk::fc45c400-01f5-414b-90ed-9afdced46fb6" providerId="AD" clId="Web-{2D332752-357C-45C7-EDA2-15E2CC5F3364}" dt="2025-01-28T11:40:58.991" v="144"/>
        <pc:sldMkLst>
          <pc:docMk/>
          <pc:sldMk cId="614205930" sldId="513"/>
        </pc:sldMkLst>
        <pc:spChg chg="del">
          <ac:chgData name="Adil Ahmad (RA Digital Human)" userId="S::ra1.digih@ncai.nust.edu.pk::fc45c400-01f5-414b-90ed-9afdced46fb6" providerId="AD" clId="Web-{2D332752-357C-45C7-EDA2-15E2CC5F3364}" dt="2025-01-28T11:40:39.913" v="141"/>
          <ac:spMkLst>
            <pc:docMk/>
            <pc:sldMk cId="614205930" sldId="513"/>
            <ac:spMk id="2" creationId="{64CFC37B-81F1-91AB-C11A-C7093DC0AE33}"/>
          </ac:spMkLst>
        </pc:spChg>
      </pc:sldChg>
      <pc:sldChg chg="modSp new">
        <pc:chgData name="Adil Ahmad (RA Digital Human)" userId="S::ra1.digih@ncai.nust.edu.pk::fc45c400-01f5-414b-90ed-9afdced46fb6" providerId="AD" clId="Web-{2D332752-357C-45C7-EDA2-15E2CC5F3364}" dt="2025-01-28T11:43:07.121" v="159" actId="20577"/>
        <pc:sldMkLst>
          <pc:docMk/>
          <pc:sldMk cId="565603317" sldId="514"/>
        </pc:sldMkLst>
        <pc:spChg chg="mod">
          <ac:chgData name="Adil Ahmad (RA Digital Human)" userId="S::ra1.digih@ncai.nust.edu.pk::fc45c400-01f5-414b-90ed-9afdced46fb6" providerId="AD" clId="Web-{2D332752-357C-45C7-EDA2-15E2CC5F3364}" dt="2025-01-28T11:43:07.121" v="159" actId="20577"/>
          <ac:spMkLst>
            <pc:docMk/>
            <pc:sldMk cId="565603317" sldId="514"/>
            <ac:spMk id="2" creationId="{E5AD67D3-6F6C-37D1-3B30-B5E6A82CFAAD}"/>
          </ac:spMkLst>
        </pc:spChg>
        <pc:spChg chg="mod">
          <ac:chgData name="Adil Ahmad (RA Digital Human)" userId="S::ra1.digih@ncai.nust.edu.pk::fc45c400-01f5-414b-90ed-9afdced46fb6" providerId="AD" clId="Web-{2D332752-357C-45C7-EDA2-15E2CC5F3364}" dt="2025-01-28T11:43:02.058" v="156" actId="20577"/>
          <ac:spMkLst>
            <pc:docMk/>
            <pc:sldMk cId="565603317" sldId="514"/>
            <ac:spMk id="3" creationId="{13E4D939-7DD3-328F-CEDC-3E6996BA6408}"/>
          </ac:spMkLst>
        </pc:spChg>
      </pc:sldChg>
    </pc:docChg>
  </pc:docChgLst>
  <pc:docChgLst>
    <pc:chgData name="Muhammad Usama" userId="S::rmeo@ncai.nust.edu.pk::bbba41aa-5524-4197-b067-d36651255b27" providerId="AD" clId="Web-{9F9738D7-61DA-7588-C9CE-302B294F5CB4}"/>
    <pc:docChg chg="delSld modSld">
      <pc:chgData name="Muhammad Usama" userId="S::rmeo@ncai.nust.edu.pk::bbba41aa-5524-4197-b067-d36651255b27" providerId="AD" clId="Web-{9F9738D7-61DA-7588-C9CE-302B294F5CB4}" dt="2025-01-28T13:07:00.392" v="21"/>
      <pc:docMkLst>
        <pc:docMk/>
      </pc:docMkLst>
      <pc:sldChg chg="modSp">
        <pc:chgData name="Muhammad Usama" userId="S::rmeo@ncai.nust.edu.pk::bbba41aa-5524-4197-b067-d36651255b27" providerId="AD" clId="Web-{9F9738D7-61DA-7588-C9CE-302B294F5CB4}" dt="2025-01-28T12:59:17.811" v="3" actId="1076"/>
        <pc:sldMkLst>
          <pc:docMk/>
          <pc:sldMk cId="0" sldId="265"/>
        </pc:sldMkLst>
        <pc:grpChg chg="mod">
          <ac:chgData name="Muhammad Usama" userId="S::rmeo@ncai.nust.edu.pk::bbba41aa-5524-4197-b067-d36651255b27" providerId="AD" clId="Web-{9F9738D7-61DA-7588-C9CE-302B294F5CB4}" dt="2025-01-28T12:59:17.811" v="3" actId="1076"/>
          <ac:grpSpMkLst>
            <pc:docMk/>
            <pc:sldMk cId="0" sldId="265"/>
            <ac:grpSpMk id="6" creationId="{00000000-0000-0000-0000-000000000000}"/>
          </ac:grpSpMkLst>
        </pc:grpChg>
      </pc:sldChg>
      <pc:sldChg chg="del">
        <pc:chgData name="Muhammad Usama" userId="S::rmeo@ncai.nust.edu.pk::bbba41aa-5524-4197-b067-d36651255b27" providerId="AD" clId="Web-{9F9738D7-61DA-7588-C9CE-302B294F5CB4}" dt="2025-01-28T12:56:29.664" v="1"/>
        <pc:sldMkLst>
          <pc:docMk/>
          <pc:sldMk cId="2560973860" sldId="473"/>
        </pc:sldMkLst>
      </pc:sldChg>
      <pc:sldChg chg="mod modShow">
        <pc:chgData name="Muhammad Usama" userId="S::rmeo@ncai.nust.edu.pk::bbba41aa-5524-4197-b067-d36651255b27" providerId="AD" clId="Web-{9F9738D7-61DA-7588-C9CE-302B294F5CB4}" dt="2025-01-28T13:07:00.001" v="19"/>
        <pc:sldMkLst>
          <pc:docMk/>
          <pc:sldMk cId="2984400520" sldId="481"/>
        </pc:sldMkLst>
      </pc:sldChg>
      <pc:sldChg chg="del">
        <pc:chgData name="Muhammad Usama" userId="S::rmeo@ncai.nust.edu.pk::bbba41aa-5524-4197-b067-d36651255b27" providerId="AD" clId="Web-{9F9738D7-61DA-7588-C9CE-302B294F5CB4}" dt="2025-01-28T12:56:28.695" v="0"/>
        <pc:sldMkLst>
          <pc:docMk/>
          <pc:sldMk cId="4205303631" sldId="486"/>
        </pc:sldMkLst>
      </pc:sldChg>
      <pc:sldChg chg="mod modShow">
        <pc:chgData name="Muhammad Usama" userId="S::rmeo@ncai.nust.edu.pk::bbba41aa-5524-4197-b067-d36651255b27" providerId="AD" clId="Web-{9F9738D7-61DA-7588-C9CE-302B294F5CB4}" dt="2025-01-28T13:07:00.173" v="20"/>
        <pc:sldMkLst>
          <pc:docMk/>
          <pc:sldMk cId="270575373" sldId="493"/>
        </pc:sldMkLst>
      </pc:sldChg>
      <pc:sldChg chg="mod modShow">
        <pc:chgData name="Muhammad Usama" userId="S::rmeo@ncai.nust.edu.pk::bbba41aa-5524-4197-b067-d36651255b27" providerId="AD" clId="Web-{9F9738D7-61DA-7588-C9CE-302B294F5CB4}" dt="2025-01-28T13:06:56.876" v="9"/>
        <pc:sldMkLst>
          <pc:docMk/>
          <pc:sldMk cId="3750310129" sldId="494"/>
        </pc:sldMkLst>
      </pc:sldChg>
      <pc:sldChg chg="mod modShow">
        <pc:chgData name="Muhammad Usama" userId="S::rmeo@ncai.nust.edu.pk::bbba41aa-5524-4197-b067-d36651255b27" providerId="AD" clId="Web-{9F9738D7-61DA-7588-C9CE-302B294F5CB4}" dt="2025-01-28T13:06:57.438" v="10"/>
        <pc:sldMkLst>
          <pc:docMk/>
          <pc:sldMk cId="2902121125" sldId="495"/>
        </pc:sldMkLst>
      </pc:sldChg>
      <pc:sldChg chg="mod modShow">
        <pc:chgData name="Muhammad Usama" userId="S::rmeo@ncai.nust.edu.pk::bbba41aa-5524-4197-b067-d36651255b27" providerId="AD" clId="Web-{9F9738D7-61DA-7588-C9CE-302B294F5CB4}" dt="2025-01-28T13:06:58.298" v="15"/>
        <pc:sldMkLst>
          <pc:docMk/>
          <pc:sldMk cId="2634783087" sldId="496"/>
        </pc:sldMkLst>
      </pc:sldChg>
      <pc:sldChg chg="mod modShow">
        <pc:chgData name="Muhammad Usama" userId="S::rmeo@ncai.nust.edu.pk::bbba41aa-5524-4197-b067-d36651255b27" providerId="AD" clId="Web-{9F9738D7-61DA-7588-C9CE-302B294F5CB4}" dt="2025-01-28T13:06:58.626" v="16"/>
        <pc:sldMkLst>
          <pc:docMk/>
          <pc:sldMk cId="2306966299" sldId="497"/>
        </pc:sldMkLst>
      </pc:sldChg>
      <pc:sldChg chg="mod modShow">
        <pc:chgData name="Muhammad Usama" userId="S::rmeo@ncai.nust.edu.pk::bbba41aa-5524-4197-b067-d36651255b27" providerId="AD" clId="Web-{9F9738D7-61DA-7588-C9CE-302B294F5CB4}" dt="2025-01-28T13:06:59.063" v="17"/>
        <pc:sldMkLst>
          <pc:docMk/>
          <pc:sldMk cId="3078101870" sldId="498"/>
        </pc:sldMkLst>
      </pc:sldChg>
      <pc:sldChg chg="mod modShow">
        <pc:chgData name="Muhammad Usama" userId="S::rmeo@ncai.nust.edu.pk::bbba41aa-5524-4197-b067-d36651255b27" providerId="AD" clId="Web-{9F9738D7-61DA-7588-C9CE-302B294F5CB4}" dt="2025-01-28T13:06:59.735" v="18"/>
        <pc:sldMkLst>
          <pc:docMk/>
          <pc:sldMk cId="1564820303" sldId="499"/>
        </pc:sldMkLst>
      </pc:sldChg>
      <pc:sldChg chg="mod modShow">
        <pc:chgData name="Muhammad Usama" userId="S::rmeo@ncai.nust.edu.pk::bbba41aa-5524-4197-b067-d36651255b27" providerId="AD" clId="Web-{9F9738D7-61DA-7588-C9CE-302B294F5CB4}" dt="2025-01-28T13:06:57.579" v="11"/>
        <pc:sldMkLst>
          <pc:docMk/>
          <pc:sldMk cId="2096934887" sldId="500"/>
        </pc:sldMkLst>
      </pc:sldChg>
      <pc:sldChg chg="mod modShow">
        <pc:chgData name="Muhammad Usama" userId="S::rmeo@ncai.nust.edu.pk::bbba41aa-5524-4197-b067-d36651255b27" providerId="AD" clId="Web-{9F9738D7-61DA-7588-C9CE-302B294F5CB4}" dt="2025-01-28T13:06:58.032" v="14"/>
        <pc:sldMkLst>
          <pc:docMk/>
          <pc:sldMk cId="1250520554" sldId="501"/>
        </pc:sldMkLst>
      </pc:sldChg>
      <pc:sldChg chg="mod modShow">
        <pc:chgData name="Muhammad Usama" userId="S::rmeo@ncai.nust.edu.pk::bbba41aa-5524-4197-b067-d36651255b27" providerId="AD" clId="Web-{9F9738D7-61DA-7588-C9CE-302B294F5CB4}" dt="2025-01-28T13:07:00.392" v="21"/>
        <pc:sldMkLst>
          <pc:docMk/>
          <pc:sldMk cId="2315323142" sldId="502"/>
        </pc:sldMkLst>
      </pc:sldChg>
      <pc:sldChg chg="modSp mod modShow">
        <pc:chgData name="Muhammad Usama" userId="S::rmeo@ncai.nust.edu.pk::bbba41aa-5524-4197-b067-d36651255b27" providerId="AD" clId="Web-{9F9738D7-61DA-7588-C9CE-302B294F5CB4}" dt="2025-01-28T13:06:57.907" v="13"/>
        <pc:sldMkLst>
          <pc:docMk/>
          <pc:sldMk cId="3708520829" sldId="503"/>
        </pc:sldMkLst>
        <pc:picChg chg="mod">
          <ac:chgData name="Muhammad Usama" userId="S::rmeo@ncai.nust.edu.pk::bbba41aa-5524-4197-b067-d36651255b27" providerId="AD" clId="Web-{9F9738D7-61DA-7588-C9CE-302B294F5CB4}" dt="2025-01-28T13:03:44.384" v="5" actId="1076"/>
          <ac:picMkLst>
            <pc:docMk/>
            <pc:sldMk cId="3708520829" sldId="503"/>
            <ac:picMk id="8" creationId="{0CB89F81-9C21-3E6E-0B0D-7478A2E04B22}"/>
          </ac:picMkLst>
        </pc:picChg>
      </pc:sldChg>
      <pc:sldChg chg="del">
        <pc:chgData name="Muhammad Usama" userId="S::rmeo@ncai.nust.edu.pk::bbba41aa-5524-4197-b067-d36651255b27" providerId="AD" clId="Web-{9F9738D7-61DA-7588-C9CE-302B294F5CB4}" dt="2025-01-28T13:05:06.668" v="6"/>
        <pc:sldMkLst>
          <pc:docMk/>
          <pc:sldMk cId="2955827076" sldId="504"/>
        </pc:sldMkLst>
      </pc:sldChg>
      <pc:sldChg chg="mod modShow">
        <pc:chgData name="Muhammad Usama" userId="S::rmeo@ncai.nust.edu.pk::bbba41aa-5524-4197-b067-d36651255b27" providerId="AD" clId="Web-{9F9738D7-61DA-7588-C9CE-302B294F5CB4}" dt="2025-01-28T13:06:57.720" v="12"/>
        <pc:sldMkLst>
          <pc:docMk/>
          <pc:sldMk cId="2906714065" sldId="505"/>
        </pc:sldMkLst>
      </pc:sldChg>
      <pc:sldChg chg="del">
        <pc:chgData name="Muhammad Usama" userId="S::rmeo@ncai.nust.edu.pk::bbba41aa-5524-4197-b067-d36651255b27" providerId="AD" clId="Web-{9F9738D7-61DA-7588-C9CE-302B294F5CB4}" dt="2025-01-28T13:05:17.528" v="7"/>
        <pc:sldMkLst>
          <pc:docMk/>
          <pc:sldMk cId="2184453559" sldId="506"/>
        </pc:sldMkLst>
      </pc:sldChg>
      <pc:sldChg chg="del">
        <pc:chgData name="Muhammad Usama" userId="S::rmeo@ncai.nust.edu.pk::bbba41aa-5524-4197-b067-d36651255b27" providerId="AD" clId="Web-{9F9738D7-61DA-7588-C9CE-302B294F5CB4}" dt="2025-01-28T13:05:19.528" v="8"/>
        <pc:sldMkLst>
          <pc:docMk/>
          <pc:sldMk cId="609209314" sldId="508"/>
        </pc:sldMkLst>
      </pc:sldChg>
    </pc:docChg>
  </pc:docChgLst>
  <pc:docChgLst>
    <pc:chgData name="Muhammad Usama" userId="S::rmeo@ncai.nust.edu.pk::bbba41aa-5524-4197-b067-d36651255b27" providerId="AD" clId="Web-{08AA6AC7-9863-23BA-2838-84FF67557307}"/>
    <pc:docChg chg="modSld">
      <pc:chgData name="Muhammad Usama" userId="S::rmeo@ncai.nust.edu.pk::bbba41aa-5524-4197-b067-d36651255b27" providerId="AD" clId="Web-{08AA6AC7-9863-23BA-2838-84FF67557307}" dt="2025-01-29T09:56:05.575" v="75" actId="14100"/>
      <pc:docMkLst>
        <pc:docMk/>
      </pc:docMkLst>
      <pc:sldChg chg="modSp">
        <pc:chgData name="Muhammad Usama" userId="S::rmeo@ncai.nust.edu.pk::bbba41aa-5524-4197-b067-d36651255b27" providerId="AD" clId="Web-{08AA6AC7-9863-23BA-2838-84FF67557307}" dt="2025-01-29T09:52:46.881" v="20" actId="20577"/>
        <pc:sldMkLst>
          <pc:docMk/>
          <pc:sldMk cId="0" sldId="260"/>
        </pc:sldMkLst>
        <pc:spChg chg="mod">
          <ac:chgData name="Muhammad Usama" userId="S::rmeo@ncai.nust.edu.pk::bbba41aa-5524-4197-b067-d36651255b27" providerId="AD" clId="Web-{08AA6AC7-9863-23BA-2838-84FF67557307}" dt="2025-01-29T09:52:46.881" v="20" actId="20577"/>
          <ac:spMkLst>
            <pc:docMk/>
            <pc:sldMk cId="0" sldId="260"/>
            <ac:spMk id="2" creationId="{00000000-0000-0000-0000-000000000000}"/>
          </ac:spMkLst>
        </pc:spChg>
      </pc:sldChg>
      <pc:sldChg chg="modSp">
        <pc:chgData name="Muhammad Usama" userId="S::rmeo@ncai.nust.edu.pk::bbba41aa-5524-4197-b067-d36651255b27" providerId="AD" clId="Web-{08AA6AC7-9863-23BA-2838-84FF67557307}" dt="2025-01-29T09:56:05.575" v="75" actId="14100"/>
        <pc:sldMkLst>
          <pc:docMk/>
          <pc:sldMk cId="0" sldId="263"/>
        </pc:sldMkLst>
        <pc:spChg chg="mod">
          <ac:chgData name="Muhammad Usama" userId="S::rmeo@ncai.nust.edu.pk::bbba41aa-5524-4197-b067-d36651255b27" providerId="AD" clId="Web-{08AA6AC7-9863-23BA-2838-84FF67557307}" dt="2025-01-29T09:55:18.683" v="55" actId="1076"/>
          <ac:spMkLst>
            <pc:docMk/>
            <pc:sldMk cId="0" sldId="263"/>
            <ac:spMk id="3" creationId="{00000000-0000-0000-0000-000000000000}"/>
          </ac:spMkLst>
        </pc:spChg>
        <pc:spChg chg="mod">
          <ac:chgData name="Muhammad Usama" userId="S::rmeo@ncai.nust.edu.pk::bbba41aa-5524-4197-b067-d36651255b27" providerId="AD" clId="Web-{08AA6AC7-9863-23BA-2838-84FF67557307}" dt="2025-01-29T09:55:11.589" v="53"/>
          <ac:spMkLst>
            <pc:docMk/>
            <pc:sldMk cId="0" sldId="263"/>
            <ac:spMk id="5" creationId="{00000000-0000-0000-0000-000000000000}"/>
          </ac:spMkLst>
        </pc:spChg>
        <pc:spChg chg="mod">
          <ac:chgData name="Muhammad Usama" userId="S::rmeo@ncai.nust.edu.pk::bbba41aa-5524-4197-b067-d36651255b27" providerId="AD" clId="Web-{08AA6AC7-9863-23BA-2838-84FF67557307}" dt="2025-01-29T09:55:18.714" v="57" actId="1076"/>
          <ac:spMkLst>
            <pc:docMk/>
            <pc:sldMk cId="0" sldId="263"/>
            <ac:spMk id="7" creationId="{00000000-0000-0000-0000-000000000000}"/>
          </ac:spMkLst>
        </pc:spChg>
        <pc:spChg chg="mod">
          <ac:chgData name="Muhammad Usama" userId="S::rmeo@ncai.nust.edu.pk::bbba41aa-5524-4197-b067-d36651255b27" providerId="AD" clId="Web-{08AA6AC7-9863-23BA-2838-84FF67557307}" dt="2025-01-29T09:55:18.730" v="58" actId="1076"/>
          <ac:spMkLst>
            <pc:docMk/>
            <pc:sldMk cId="0" sldId="263"/>
            <ac:spMk id="8" creationId="{00000000-0000-0000-0000-000000000000}"/>
          </ac:spMkLst>
        </pc:spChg>
        <pc:spChg chg="mod">
          <ac:chgData name="Muhammad Usama" userId="S::rmeo@ncai.nust.edu.pk::bbba41aa-5524-4197-b067-d36651255b27" providerId="AD" clId="Web-{08AA6AC7-9863-23BA-2838-84FF67557307}" dt="2025-01-29T09:55:18.745" v="59" actId="1076"/>
          <ac:spMkLst>
            <pc:docMk/>
            <pc:sldMk cId="0" sldId="263"/>
            <ac:spMk id="10" creationId="{FD999AC0-A082-E767-CF94-7A93F7AE58D9}"/>
          </ac:spMkLst>
        </pc:spChg>
        <pc:spChg chg="mod">
          <ac:chgData name="Muhammad Usama" userId="S::rmeo@ncai.nust.edu.pk::bbba41aa-5524-4197-b067-d36651255b27" providerId="AD" clId="Web-{08AA6AC7-9863-23BA-2838-84FF67557307}" dt="2025-01-29T09:55:11.589" v="49"/>
          <ac:spMkLst>
            <pc:docMk/>
            <pc:sldMk cId="0" sldId="263"/>
            <ac:spMk id="12" creationId="{9B422154-D46B-469B-DDFF-7AF1DA2341B0}"/>
          </ac:spMkLst>
        </pc:spChg>
        <pc:spChg chg="mod">
          <ac:chgData name="Muhammad Usama" userId="S::rmeo@ncai.nust.edu.pk::bbba41aa-5524-4197-b067-d36651255b27" providerId="AD" clId="Web-{08AA6AC7-9863-23BA-2838-84FF67557307}" dt="2025-01-29T09:55:11.589" v="48"/>
          <ac:spMkLst>
            <pc:docMk/>
            <pc:sldMk cId="0" sldId="263"/>
            <ac:spMk id="25" creationId="{16BF13BE-43C2-E5FB-03A2-182D3B09CF6A}"/>
          </ac:spMkLst>
        </pc:spChg>
        <pc:spChg chg="mod">
          <ac:chgData name="Muhammad Usama" userId="S::rmeo@ncai.nust.edu.pk::bbba41aa-5524-4197-b067-d36651255b27" providerId="AD" clId="Web-{08AA6AC7-9863-23BA-2838-84FF67557307}" dt="2025-01-29T09:55:18.792" v="61" actId="1076"/>
          <ac:spMkLst>
            <pc:docMk/>
            <pc:sldMk cId="0" sldId="263"/>
            <ac:spMk id="28" creationId="{EA1749A8-B9CE-A695-EE96-625DFEFB30B8}"/>
          </ac:spMkLst>
        </pc:spChg>
        <pc:spChg chg="mod">
          <ac:chgData name="Muhammad Usama" userId="S::rmeo@ncai.nust.edu.pk::bbba41aa-5524-4197-b067-d36651255b27" providerId="AD" clId="Web-{08AA6AC7-9863-23BA-2838-84FF67557307}" dt="2025-01-29T09:56:05.575" v="75" actId="14100"/>
          <ac:spMkLst>
            <pc:docMk/>
            <pc:sldMk cId="0" sldId="263"/>
            <ac:spMk id="30" creationId="{F3EDE5D8-EEF8-6351-44C5-3FE1EA028813}"/>
          </ac:spMkLst>
        </pc:spChg>
        <pc:spChg chg="mod">
          <ac:chgData name="Muhammad Usama" userId="S::rmeo@ncai.nust.edu.pk::bbba41aa-5524-4197-b067-d36651255b27" providerId="AD" clId="Web-{08AA6AC7-9863-23BA-2838-84FF67557307}" dt="2025-01-29T09:55:11.589" v="45"/>
          <ac:spMkLst>
            <pc:docMk/>
            <pc:sldMk cId="0" sldId="263"/>
            <ac:spMk id="32" creationId="{346777BC-C549-CF1B-40F0-38C76006F980}"/>
          </ac:spMkLst>
        </pc:spChg>
        <pc:spChg chg="mod">
          <ac:chgData name="Muhammad Usama" userId="S::rmeo@ncai.nust.edu.pk::bbba41aa-5524-4197-b067-d36651255b27" providerId="AD" clId="Web-{08AA6AC7-9863-23BA-2838-84FF67557307}" dt="2025-01-29T09:55:11.589" v="44"/>
          <ac:spMkLst>
            <pc:docMk/>
            <pc:sldMk cId="0" sldId="263"/>
            <ac:spMk id="45" creationId="{5A2E3627-A35D-3A42-A5E7-3D7BF85F79F0}"/>
          </ac:spMkLst>
        </pc:spChg>
        <pc:spChg chg="mod">
          <ac:chgData name="Muhammad Usama" userId="S::rmeo@ncai.nust.edu.pk::bbba41aa-5524-4197-b067-d36651255b27" providerId="AD" clId="Web-{08AA6AC7-9863-23BA-2838-84FF67557307}" dt="2025-01-29T09:56:04.966" v="73" actId="1076"/>
          <ac:spMkLst>
            <pc:docMk/>
            <pc:sldMk cId="0" sldId="263"/>
            <ac:spMk id="48" creationId="{D2628185-820F-4CF3-10E5-DB67DD1D8F7E}"/>
          </ac:spMkLst>
        </pc:spChg>
        <pc:spChg chg="mod">
          <ac:chgData name="Muhammad Usama" userId="S::rmeo@ncai.nust.edu.pk::bbba41aa-5524-4197-b067-d36651255b27" providerId="AD" clId="Web-{08AA6AC7-9863-23BA-2838-84FF67557307}" dt="2025-01-29T09:56:05.044" v="74" actId="1076"/>
          <ac:spMkLst>
            <pc:docMk/>
            <pc:sldMk cId="0" sldId="263"/>
            <ac:spMk id="50" creationId="{79DC6176-7B1B-1D96-403C-0047A0E21FFD}"/>
          </ac:spMkLst>
        </pc:spChg>
        <pc:spChg chg="mod">
          <ac:chgData name="Muhammad Usama" userId="S::rmeo@ncai.nust.edu.pk::bbba41aa-5524-4197-b067-d36651255b27" providerId="AD" clId="Web-{08AA6AC7-9863-23BA-2838-84FF67557307}" dt="2025-01-29T09:55:18.902" v="66" actId="1076"/>
          <ac:spMkLst>
            <pc:docMk/>
            <pc:sldMk cId="0" sldId="263"/>
            <ac:spMk id="52" creationId="{2D5A684E-FEBD-EB16-D5AE-24C191E5439C}"/>
          </ac:spMkLst>
        </pc:spChg>
        <pc:grpChg chg="mod">
          <ac:chgData name="Muhammad Usama" userId="S::rmeo@ncai.nust.edu.pk::bbba41aa-5524-4197-b067-d36651255b27" providerId="AD" clId="Web-{08AA6AC7-9863-23BA-2838-84FF67557307}" dt="2025-01-29T09:55:18.698" v="56" actId="1076"/>
          <ac:grpSpMkLst>
            <pc:docMk/>
            <pc:sldMk cId="0" sldId="263"/>
            <ac:grpSpMk id="4" creationId="{00000000-0000-0000-0000-000000000000}"/>
          </ac:grpSpMkLst>
        </pc:grpChg>
        <pc:grpChg chg="mod">
          <ac:chgData name="Muhammad Usama" userId="S::rmeo@ncai.nust.edu.pk::bbba41aa-5524-4197-b067-d36651255b27" providerId="AD" clId="Web-{08AA6AC7-9863-23BA-2838-84FF67557307}" dt="2025-01-29T09:55:23.620" v="67" actId="1076"/>
          <ac:grpSpMkLst>
            <pc:docMk/>
            <pc:sldMk cId="0" sldId="263"/>
            <ac:grpSpMk id="26" creationId="{34343929-388B-4E9A-C570-FFFDE2A2C19F}"/>
          </ac:grpSpMkLst>
        </pc:grpChg>
        <pc:grpChg chg="mod">
          <ac:chgData name="Muhammad Usama" userId="S::rmeo@ncai.nust.edu.pk::bbba41aa-5524-4197-b067-d36651255b27" providerId="AD" clId="Web-{08AA6AC7-9863-23BA-2838-84FF67557307}" dt="2025-01-29T09:55:38.996" v="69" actId="1076"/>
          <ac:grpSpMkLst>
            <pc:docMk/>
            <pc:sldMk cId="0" sldId="263"/>
            <ac:grpSpMk id="46" creationId="{227F4A34-2B7E-3FDF-48D1-B35529308C68}"/>
          </ac:grpSpMkLst>
        </pc:grpChg>
      </pc:sldChg>
      <pc:sldChg chg="modSp">
        <pc:chgData name="Muhammad Usama" userId="S::rmeo@ncai.nust.edu.pk::bbba41aa-5524-4197-b067-d36651255b27" providerId="AD" clId="Web-{08AA6AC7-9863-23BA-2838-84FF67557307}" dt="2025-01-29T09:52:01.676" v="4" actId="20577"/>
        <pc:sldMkLst>
          <pc:docMk/>
          <pc:sldMk cId="4097930329" sldId="479"/>
        </pc:sldMkLst>
        <pc:spChg chg="mod">
          <ac:chgData name="Muhammad Usama" userId="S::rmeo@ncai.nust.edu.pk::bbba41aa-5524-4197-b067-d36651255b27" providerId="AD" clId="Web-{08AA6AC7-9863-23BA-2838-84FF67557307}" dt="2025-01-29T09:52:01.676" v="4" actId="20577"/>
          <ac:spMkLst>
            <pc:docMk/>
            <pc:sldMk cId="4097930329" sldId="479"/>
            <ac:spMk id="2" creationId="{289BC1EF-338C-356F-25F5-8927760A83C0}"/>
          </ac:spMkLst>
        </pc:spChg>
      </pc:sldChg>
      <pc:sldChg chg="modSp">
        <pc:chgData name="Muhammad Usama" userId="S::rmeo@ncai.nust.edu.pk::bbba41aa-5524-4197-b067-d36651255b27" providerId="AD" clId="Web-{08AA6AC7-9863-23BA-2838-84FF67557307}" dt="2025-01-29T09:50:05.781" v="0" actId="20577"/>
        <pc:sldMkLst>
          <pc:docMk/>
          <pc:sldMk cId="1321113645" sldId="491"/>
        </pc:sldMkLst>
        <pc:spChg chg="mod">
          <ac:chgData name="Muhammad Usama" userId="S::rmeo@ncai.nust.edu.pk::bbba41aa-5524-4197-b067-d36651255b27" providerId="AD" clId="Web-{08AA6AC7-9863-23BA-2838-84FF67557307}" dt="2025-01-29T09:50:05.781" v="0" actId="20577"/>
          <ac:spMkLst>
            <pc:docMk/>
            <pc:sldMk cId="1321113645" sldId="491"/>
            <ac:spMk id="2" creationId="{CBDFBB5C-D39A-1D3C-76BE-0E9F6323F5DD}"/>
          </ac:spMkLst>
        </pc:spChg>
      </pc:sldChg>
      <pc:sldChg chg="modSp">
        <pc:chgData name="Muhammad Usama" userId="S::rmeo@ncai.nust.edu.pk::bbba41aa-5524-4197-b067-d36651255b27" providerId="AD" clId="Web-{08AA6AC7-9863-23BA-2838-84FF67557307}" dt="2025-01-29T09:52:08.098" v="9" actId="20577"/>
        <pc:sldMkLst>
          <pc:docMk/>
          <pc:sldMk cId="2264752811" sldId="509"/>
        </pc:sldMkLst>
        <pc:spChg chg="mod">
          <ac:chgData name="Muhammad Usama" userId="S::rmeo@ncai.nust.edu.pk::bbba41aa-5524-4197-b067-d36651255b27" providerId="AD" clId="Web-{08AA6AC7-9863-23BA-2838-84FF67557307}" dt="2025-01-29T09:52:08.098" v="9" actId="20577"/>
          <ac:spMkLst>
            <pc:docMk/>
            <pc:sldMk cId="2264752811" sldId="509"/>
            <ac:spMk id="3" creationId="{4DC774A9-D6E1-6621-DB97-691098D2B99A}"/>
          </ac:spMkLst>
        </pc:spChg>
      </pc:sldChg>
    </pc:docChg>
  </pc:docChgLst>
  <pc:docChgLst>
    <pc:chgData name="Adil Ahmad (RA Digital Human)" userId="S::ra1.digih@ncai.nust.edu.pk::fc45c400-01f5-414b-90ed-9afdced46fb6" providerId="AD" clId="Web-{5597F90A-B84D-5AEA-9032-B19C9A768BFC}"/>
    <pc:docChg chg="addSld delSld">
      <pc:chgData name="Adil Ahmad (RA Digital Human)" userId="S::ra1.digih@ncai.nust.edu.pk::fc45c400-01f5-414b-90ed-9afdced46fb6" providerId="AD" clId="Web-{5597F90A-B84D-5AEA-9032-B19C9A768BFC}" dt="2025-01-28T11:04:08.874" v="29"/>
      <pc:docMkLst>
        <pc:docMk/>
      </pc:docMkLst>
      <pc:sldChg chg="add del">
        <pc:chgData name="Adil Ahmad (RA Digital Human)" userId="S::ra1.digih@ncai.nust.edu.pk::fc45c400-01f5-414b-90ed-9afdced46fb6" providerId="AD" clId="Web-{5597F90A-B84D-5AEA-9032-B19C9A768BFC}" dt="2025-01-28T11:04:08.874" v="29"/>
        <pc:sldMkLst>
          <pc:docMk/>
          <pc:sldMk cId="0" sldId="256"/>
        </pc:sldMkLst>
      </pc:sldChg>
      <pc:sldChg chg="add del">
        <pc:chgData name="Adil Ahmad (RA Digital Human)" userId="S::ra1.digih@ncai.nust.edu.pk::fc45c400-01f5-414b-90ed-9afdced46fb6" providerId="AD" clId="Web-{5597F90A-B84D-5AEA-9032-B19C9A768BFC}" dt="2025-01-28T11:03:06.529" v="26"/>
        <pc:sldMkLst>
          <pc:docMk/>
          <pc:sldMk cId="0" sldId="262"/>
        </pc:sldMkLst>
      </pc:sldChg>
      <pc:sldChg chg="add del">
        <pc:chgData name="Adil Ahmad (RA Digital Human)" userId="S::ra1.digih@ncai.nust.edu.pk::fc45c400-01f5-414b-90ed-9afdced46fb6" providerId="AD" clId="Web-{5597F90A-B84D-5AEA-9032-B19C9A768BFC}" dt="2025-01-28T11:03:06.513" v="25"/>
        <pc:sldMkLst>
          <pc:docMk/>
          <pc:sldMk cId="0" sldId="265"/>
        </pc:sldMkLst>
      </pc:sldChg>
      <pc:sldChg chg="add del">
        <pc:chgData name="Adil Ahmad (RA Digital Human)" userId="S::ra1.digih@ncai.nust.edu.pk::fc45c400-01f5-414b-90ed-9afdced46fb6" providerId="AD" clId="Web-{5597F90A-B84D-5AEA-9032-B19C9A768BFC}" dt="2025-01-28T11:03:06.513" v="24"/>
        <pc:sldMkLst>
          <pc:docMk/>
          <pc:sldMk cId="0" sldId="266"/>
        </pc:sldMkLst>
      </pc:sldChg>
      <pc:sldChg chg="add del">
        <pc:chgData name="Adil Ahmad (RA Digital Human)" userId="S::ra1.digih@ncai.nust.edu.pk::fc45c400-01f5-414b-90ed-9afdced46fb6" providerId="AD" clId="Web-{5597F90A-B84D-5AEA-9032-B19C9A768BFC}" dt="2025-01-28T11:03:06.513" v="23"/>
        <pc:sldMkLst>
          <pc:docMk/>
          <pc:sldMk cId="0" sldId="276"/>
        </pc:sldMkLst>
      </pc:sldChg>
      <pc:sldChg chg="add del">
        <pc:chgData name="Adil Ahmad (RA Digital Human)" userId="S::ra1.digih@ncai.nust.edu.pk::fc45c400-01f5-414b-90ed-9afdced46fb6" providerId="AD" clId="Web-{5597F90A-B84D-5AEA-9032-B19C9A768BFC}" dt="2025-01-28T11:03:06.513" v="22"/>
        <pc:sldMkLst>
          <pc:docMk/>
          <pc:sldMk cId="0" sldId="281"/>
        </pc:sldMkLst>
      </pc:sldChg>
      <pc:sldChg chg="add del">
        <pc:chgData name="Adil Ahmad (RA Digital Human)" userId="S::ra1.digih@ncai.nust.edu.pk::fc45c400-01f5-414b-90ed-9afdced46fb6" providerId="AD" clId="Web-{5597F90A-B84D-5AEA-9032-B19C9A768BFC}" dt="2025-01-28T11:03:06.497" v="21"/>
        <pc:sldMkLst>
          <pc:docMk/>
          <pc:sldMk cId="0" sldId="285"/>
        </pc:sldMkLst>
      </pc:sldChg>
      <pc:sldChg chg="add del">
        <pc:chgData name="Adil Ahmad (RA Digital Human)" userId="S::ra1.digih@ncai.nust.edu.pk::fc45c400-01f5-414b-90ed-9afdced46fb6" providerId="AD" clId="Web-{5597F90A-B84D-5AEA-9032-B19C9A768BFC}" dt="2025-01-28T11:03:06.497" v="20"/>
        <pc:sldMkLst>
          <pc:docMk/>
          <pc:sldMk cId="0" sldId="289"/>
        </pc:sldMkLst>
      </pc:sldChg>
      <pc:sldChg chg="add del">
        <pc:chgData name="Adil Ahmad (RA Digital Human)" userId="S::ra1.digih@ncai.nust.edu.pk::fc45c400-01f5-414b-90ed-9afdced46fb6" providerId="AD" clId="Web-{5597F90A-B84D-5AEA-9032-B19C9A768BFC}" dt="2025-01-28T11:03:06.497" v="19"/>
        <pc:sldMkLst>
          <pc:docMk/>
          <pc:sldMk cId="0" sldId="292"/>
        </pc:sldMkLst>
      </pc:sldChg>
      <pc:sldChg chg="add del">
        <pc:chgData name="Adil Ahmad (RA Digital Human)" userId="S::ra1.digih@ncai.nust.edu.pk::fc45c400-01f5-414b-90ed-9afdced46fb6" providerId="AD" clId="Web-{5597F90A-B84D-5AEA-9032-B19C9A768BFC}" dt="2025-01-28T11:03:06.497" v="18"/>
        <pc:sldMkLst>
          <pc:docMk/>
          <pc:sldMk cId="0" sldId="317"/>
        </pc:sldMkLst>
      </pc:sldChg>
      <pc:sldChg chg="add del">
        <pc:chgData name="Adil Ahmad (RA Digital Human)" userId="S::ra1.digih@ncai.nust.edu.pk::fc45c400-01f5-414b-90ed-9afdced46fb6" providerId="AD" clId="Web-{5597F90A-B84D-5AEA-9032-B19C9A768BFC}" dt="2025-01-28T11:03:06.482" v="17"/>
        <pc:sldMkLst>
          <pc:docMk/>
          <pc:sldMk cId="0" sldId="318"/>
        </pc:sldMkLst>
      </pc:sldChg>
      <pc:sldChg chg="add del">
        <pc:chgData name="Adil Ahmad (RA Digital Human)" userId="S::ra1.digih@ncai.nust.edu.pk::fc45c400-01f5-414b-90ed-9afdced46fb6" providerId="AD" clId="Web-{5597F90A-B84D-5AEA-9032-B19C9A768BFC}" dt="2025-01-28T11:03:06.482" v="16"/>
        <pc:sldMkLst>
          <pc:docMk/>
          <pc:sldMk cId="0" sldId="333"/>
        </pc:sldMkLst>
      </pc:sldChg>
      <pc:sldChg chg="add del">
        <pc:chgData name="Adil Ahmad (RA Digital Human)" userId="S::ra1.digih@ncai.nust.edu.pk::fc45c400-01f5-414b-90ed-9afdced46fb6" providerId="AD" clId="Web-{5597F90A-B84D-5AEA-9032-B19C9A768BFC}" dt="2025-01-28T11:03:06.482" v="15"/>
        <pc:sldMkLst>
          <pc:docMk/>
          <pc:sldMk cId="0" sldId="356"/>
        </pc:sldMkLst>
      </pc:sldChg>
      <pc:sldChg chg="add del">
        <pc:chgData name="Adil Ahmad (RA Digital Human)" userId="S::ra1.digih@ncai.nust.edu.pk::fc45c400-01f5-414b-90ed-9afdced46fb6" providerId="AD" clId="Web-{5597F90A-B84D-5AEA-9032-B19C9A768BFC}" dt="2025-01-28T11:03:06.482" v="14"/>
        <pc:sldMkLst>
          <pc:docMk/>
          <pc:sldMk cId="0" sldId="358"/>
        </pc:sldMkLst>
      </pc:sldChg>
    </pc:docChg>
  </pc:docChgLst>
  <pc:docChgLst>
    <pc:chgData name="Muhammad Usama" userId="S::rmeo@ncai.nust.edu.pk::bbba41aa-5524-4197-b067-d36651255b27" providerId="AD" clId="Web-{A32E4549-C6D3-CA4F-7CA5-4E37226484C6}"/>
    <pc:docChg chg="addSld delSld modSld sldOrd">
      <pc:chgData name="Muhammad Usama" userId="S::rmeo@ncai.nust.edu.pk::bbba41aa-5524-4197-b067-d36651255b27" providerId="AD" clId="Web-{A32E4549-C6D3-CA4F-7CA5-4E37226484C6}" dt="2025-01-30T06:59:26.305" v="177" actId="14100"/>
      <pc:docMkLst>
        <pc:docMk/>
      </pc:docMkLst>
      <pc:sldChg chg="addSp delSp modSp">
        <pc:chgData name="Muhammad Usama" userId="S::rmeo@ncai.nust.edu.pk::bbba41aa-5524-4197-b067-d36651255b27" providerId="AD" clId="Web-{A32E4549-C6D3-CA4F-7CA5-4E37226484C6}" dt="2025-01-30T04:44:17.226" v="19" actId="14100"/>
        <pc:sldMkLst>
          <pc:docMk/>
          <pc:sldMk cId="0" sldId="263"/>
        </pc:sldMkLst>
        <pc:spChg chg="add mod">
          <ac:chgData name="Muhammad Usama" userId="S::rmeo@ncai.nust.edu.pk::bbba41aa-5524-4197-b067-d36651255b27" providerId="AD" clId="Web-{A32E4549-C6D3-CA4F-7CA5-4E37226484C6}" dt="2025-01-30T04:44:17.226" v="19" actId="14100"/>
          <ac:spMkLst>
            <pc:docMk/>
            <pc:sldMk cId="0" sldId="263"/>
            <ac:spMk id="2" creationId="{4F977B91-002E-5127-39E4-F6214B0F0ED3}"/>
          </ac:spMkLst>
        </pc:spChg>
        <pc:spChg chg="mod">
          <ac:chgData name="Muhammad Usama" userId="S::rmeo@ncai.nust.edu.pk::bbba41aa-5524-4197-b067-d36651255b27" providerId="AD" clId="Web-{A32E4549-C6D3-CA4F-7CA5-4E37226484C6}" dt="2025-01-30T04:43:09.334" v="2" actId="1076"/>
          <ac:spMkLst>
            <pc:docMk/>
            <pc:sldMk cId="0" sldId="263"/>
            <ac:spMk id="3" creationId="{00000000-0000-0000-0000-000000000000}"/>
          </ac:spMkLst>
        </pc:spChg>
        <pc:spChg chg="mod">
          <ac:chgData name="Muhammad Usama" userId="S::rmeo@ncai.nust.edu.pk::bbba41aa-5524-4197-b067-d36651255b27" providerId="AD" clId="Web-{A32E4549-C6D3-CA4F-7CA5-4E37226484C6}" dt="2025-01-30T04:43:09.380" v="4" actId="1076"/>
          <ac:spMkLst>
            <pc:docMk/>
            <pc:sldMk cId="0" sldId="263"/>
            <ac:spMk id="7" creationId="{00000000-0000-0000-0000-000000000000}"/>
          </ac:spMkLst>
        </pc:spChg>
        <pc:spChg chg="mod">
          <ac:chgData name="Muhammad Usama" userId="S::rmeo@ncai.nust.edu.pk::bbba41aa-5524-4197-b067-d36651255b27" providerId="AD" clId="Web-{A32E4549-C6D3-CA4F-7CA5-4E37226484C6}" dt="2025-01-30T04:43:09.380" v="5" actId="1076"/>
          <ac:spMkLst>
            <pc:docMk/>
            <pc:sldMk cId="0" sldId="263"/>
            <ac:spMk id="8" creationId="{00000000-0000-0000-0000-000000000000}"/>
          </ac:spMkLst>
        </pc:spChg>
        <pc:spChg chg="mod">
          <ac:chgData name="Muhammad Usama" userId="S::rmeo@ncai.nust.edu.pk::bbba41aa-5524-4197-b067-d36651255b27" providerId="AD" clId="Web-{A32E4549-C6D3-CA4F-7CA5-4E37226484C6}" dt="2025-01-30T04:43:09.396" v="6" actId="1076"/>
          <ac:spMkLst>
            <pc:docMk/>
            <pc:sldMk cId="0" sldId="263"/>
            <ac:spMk id="10" creationId="{FD999AC0-A082-E767-CF94-7A93F7AE58D9}"/>
          </ac:spMkLst>
        </pc:spChg>
        <pc:spChg chg="mod">
          <ac:chgData name="Muhammad Usama" userId="S::rmeo@ncai.nust.edu.pk::bbba41aa-5524-4197-b067-d36651255b27" providerId="AD" clId="Web-{A32E4549-C6D3-CA4F-7CA5-4E37226484C6}" dt="2025-01-30T04:43:09.443" v="8" actId="1076"/>
          <ac:spMkLst>
            <pc:docMk/>
            <pc:sldMk cId="0" sldId="263"/>
            <ac:spMk id="28" creationId="{EA1749A8-B9CE-A695-EE96-625DFEFB30B8}"/>
          </ac:spMkLst>
        </pc:spChg>
        <pc:spChg chg="mod">
          <ac:chgData name="Muhammad Usama" userId="S::rmeo@ncai.nust.edu.pk::bbba41aa-5524-4197-b067-d36651255b27" providerId="AD" clId="Web-{A32E4549-C6D3-CA4F-7CA5-4E37226484C6}" dt="2025-01-30T04:43:09.459" v="9" actId="1076"/>
          <ac:spMkLst>
            <pc:docMk/>
            <pc:sldMk cId="0" sldId="263"/>
            <ac:spMk id="30" creationId="{F3EDE5D8-EEF8-6351-44C5-3FE1EA028813}"/>
          </ac:spMkLst>
        </pc:spChg>
        <pc:spChg chg="mod">
          <ac:chgData name="Muhammad Usama" userId="S::rmeo@ncai.nust.edu.pk::bbba41aa-5524-4197-b067-d36651255b27" providerId="AD" clId="Web-{A32E4549-C6D3-CA4F-7CA5-4E37226484C6}" dt="2025-01-30T04:43:09.490" v="11" actId="1076"/>
          <ac:spMkLst>
            <pc:docMk/>
            <pc:sldMk cId="0" sldId="263"/>
            <ac:spMk id="48" creationId="{D2628185-820F-4CF3-10E5-DB67DD1D8F7E}"/>
          </ac:spMkLst>
        </pc:spChg>
        <pc:spChg chg="mod">
          <ac:chgData name="Muhammad Usama" userId="S::rmeo@ncai.nust.edu.pk::bbba41aa-5524-4197-b067-d36651255b27" providerId="AD" clId="Web-{A32E4549-C6D3-CA4F-7CA5-4E37226484C6}" dt="2025-01-30T04:43:09.505" v="12" actId="1076"/>
          <ac:spMkLst>
            <pc:docMk/>
            <pc:sldMk cId="0" sldId="263"/>
            <ac:spMk id="50" creationId="{79DC6176-7B1B-1D96-403C-0047A0E21FFD}"/>
          </ac:spMkLst>
        </pc:spChg>
        <pc:spChg chg="mod">
          <ac:chgData name="Muhammad Usama" userId="S::rmeo@ncai.nust.edu.pk::bbba41aa-5524-4197-b067-d36651255b27" providerId="AD" clId="Web-{A32E4549-C6D3-CA4F-7CA5-4E37226484C6}" dt="2025-01-30T04:43:09.521" v="13" actId="1076"/>
          <ac:spMkLst>
            <pc:docMk/>
            <pc:sldMk cId="0" sldId="263"/>
            <ac:spMk id="52" creationId="{2D5A684E-FEBD-EB16-D5AE-24C191E5439C}"/>
          </ac:spMkLst>
        </pc:spChg>
        <pc:grpChg chg="mod">
          <ac:chgData name="Muhammad Usama" userId="S::rmeo@ncai.nust.edu.pk::bbba41aa-5524-4197-b067-d36651255b27" providerId="AD" clId="Web-{A32E4549-C6D3-CA4F-7CA5-4E37226484C6}" dt="2025-01-30T04:43:09.365" v="3" actId="1076"/>
          <ac:grpSpMkLst>
            <pc:docMk/>
            <pc:sldMk cId="0" sldId="263"/>
            <ac:grpSpMk id="4" creationId="{00000000-0000-0000-0000-000000000000}"/>
          </ac:grpSpMkLst>
        </pc:grpChg>
        <pc:grpChg chg="mod">
          <ac:chgData name="Muhammad Usama" userId="S::rmeo@ncai.nust.edu.pk::bbba41aa-5524-4197-b067-d36651255b27" providerId="AD" clId="Web-{A32E4549-C6D3-CA4F-7CA5-4E37226484C6}" dt="2025-01-30T04:43:09.427" v="7" actId="1076"/>
          <ac:grpSpMkLst>
            <pc:docMk/>
            <pc:sldMk cId="0" sldId="263"/>
            <ac:grpSpMk id="26" creationId="{34343929-388B-4E9A-C570-FFFDE2A2C19F}"/>
          </ac:grpSpMkLst>
        </pc:grpChg>
        <pc:grpChg chg="mod">
          <ac:chgData name="Muhammad Usama" userId="S::rmeo@ncai.nust.edu.pk::bbba41aa-5524-4197-b067-d36651255b27" providerId="AD" clId="Web-{A32E4549-C6D3-CA4F-7CA5-4E37226484C6}" dt="2025-01-30T04:43:09.490" v="10" actId="1076"/>
          <ac:grpSpMkLst>
            <pc:docMk/>
            <pc:sldMk cId="0" sldId="263"/>
            <ac:grpSpMk id="46" creationId="{227F4A34-2B7E-3FDF-48D1-B35529308C68}"/>
          </ac:grpSpMkLst>
        </pc:grpChg>
        <pc:picChg chg="del mod">
          <ac:chgData name="Muhammad Usama" userId="S::rmeo@ncai.nust.edu.pk::bbba41aa-5524-4197-b067-d36651255b27" providerId="AD" clId="Web-{A32E4549-C6D3-CA4F-7CA5-4E37226484C6}" dt="2025-01-30T04:42:20.129" v="1"/>
          <ac:picMkLst>
            <pc:docMk/>
            <pc:sldMk cId="0" sldId="263"/>
            <ac:picMk id="9" creationId="{65E6F83A-1E97-B06F-7872-9D337312D282}"/>
          </ac:picMkLst>
        </pc:picChg>
      </pc:sldChg>
      <pc:sldChg chg="modSp">
        <pc:chgData name="Muhammad Usama" userId="S::rmeo@ncai.nust.edu.pk::bbba41aa-5524-4197-b067-d36651255b27" providerId="AD" clId="Web-{A32E4549-C6D3-CA4F-7CA5-4E37226484C6}" dt="2025-01-30T04:47:37.342" v="47" actId="20577"/>
        <pc:sldMkLst>
          <pc:docMk/>
          <pc:sldMk cId="0" sldId="265"/>
        </pc:sldMkLst>
        <pc:spChg chg="mod">
          <ac:chgData name="Muhammad Usama" userId="S::rmeo@ncai.nust.edu.pk::bbba41aa-5524-4197-b067-d36651255b27" providerId="AD" clId="Web-{A32E4549-C6D3-CA4F-7CA5-4E37226484C6}" dt="2025-01-30T04:47:37.342" v="47" actId="20577"/>
          <ac:spMkLst>
            <pc:docMk/>
            <pc:sldMk cId="0" sldId="265"/>
            <ac:spMk id="14" creationId="{2FDB6A53-BE4C-C516-D8EE-5B60747DCD88}"/>
          </ac:spMkLst>
        </pc:spChg>
      </pc:sldChg>
      <pc:sldChg chg="modSp">
        <pc:chgData name="Muhammad Usama" userId="S::rmeo@ncai.nust.edu.pk::bbba41aa-5524-4197-b067-d36651255b27" providerId="AD" clId="Web-{A32E4549-C6D3-CA4F-7CA5-4E37226484C6}" dt="2025-01-30T04:47:53.624" v="53" actId="20577"/>
        <pc:sldMkLst>
          <pc:docMk/>
          <pc:sldMk cId="0" sldId="266"/>
        </pc:sldMkLst>
        <pc:spChg chg="mod">
          <ac:chgData name="Muhammad Usama" userId="S::rmeo@ncai.nust.edu.pk::bbba41aa-5524-4197-b067-d36651255b27" providerId="AD" clId="Web-{A32E4549-C6D3-CA4F-7CA5-4E37226484C6}" dt="2025-01-30T04:47:53.624" v="53" actId="20577"/>
          <ac:spMkLst>
            <pc:docMk/>
            <pc:sldMk cId="0" sldId="266"/>
            <ac:spMk id="4" creationId="{731DF9F7-35B6-1F05-5BE4-1FCE01367079}"/>
          </ac:spMkLst>
        </pc:spChg>
      </pc:sldChg>
      <pc:sldChg chg="addSp modSp">
        <pc:chgData name="Muhammad Usama" userId="S::rmeo@ncai.nust.edu.pk::bbba41aa-5524-4197-b067-d36651255b27" providerId="AD" clId="Web-{A32E4549-C6D3-CA4F-7CA5-4E37226484C6}" dt="2025-01-30T04:49:52.783" v="63" actId="1076"/>
        <pc:sldMkLst>
          <pc:docMk/>
          <pc:sldMk cId="0" sldId="267"/>
        </pc:sldMkLst>
        <pc:spChg chg="add mod">
          <ac:chgData name="Muhammad Usama" userId="S::rmeo@ncai.nust.edu.pk::bbba41aa-5524-4197-b067-d36651255b27" providerId="AD" clId="Web-{A32E4549-C6D3-CA4F-7CA5-4E37226484C6}" dt="2025-01-30T04:49:52.783" v="63" actId="1076"/>
          <ac:spMkLst>
            <pc:docMk/>
            <pc:sldMk cId="0" sldId="267"/>
            <ac:spMk id="3" creationId="{886A76B7-89E8-A44B-D36B-F655A5C1408D}"/>
          </ac:spMkLst>
        </pc:spChg>
        <pc:picChg chg="mod">
          <ac:chgData name="Muhammad Usama" userId="S::rmeo@ncai.nust.edu.pk::bbba41aa-5524-4197-b067-d36651255b27" providerId="AD" clId="Web-{A32E4549-C6D3-CA4F-7CA5-4E37226484C6}" dt="2025-01-30T04:49:46.408" v="62" actId="1076"/>
          <ac:picMkLst>
            <pc:docMk/>
            <pc:sldMk cId="0" sldId="267"/>
            <ac:picMk id="8" creationId="{00000000-0000-0000-0000-000000000000}"/>
          </ac:picMkLst>
        </pc:picChg>
      </pc:sldChg>
      <pc:sldChg chg="del">
        <pc:chgData name="Muhammad Usama" userId="S::rmeo@ncai.nust.edu.pk::bbba41aa-5524-4197-b067-d36651255b27" providerId="AD" clId="Web-{A32E4549-C6D3-CA4F-7CA5-4E37226484C6}" dt="2025-01-30T06:51:40.091" v="149"/>
        <pc:sldMkLst>
          <pc:docMk/>
          <pc:sldMk cId="2984400520" sldId="481"/>
        </pc:sldMkLst>
      </pc:sldChg>
      <pc:sldChg chg="del ord">
        <pc:chgData name="Muhammad Usama" userId="S::rmeo@ncai.nust.edu.pk::bbba41aa-5524-4197-b067-d36651255b27" providerId="AD" clId="Web-{A32E4549-C6D3-CA4F-7CA5-4E37226484C6}" dt="2025-01-30T06:51:17.637" v="142"/>
        <pc:sldMkLst>
          <pc:docMk/>
          <pc:sldMk cId="270575373" sldId="493"/>
        </pc:sldMkLst>
      </pc:sldChg>
      <pc:sldChg chg="del">
        <pc:chgData name="Muhammad Usama" userId="S::rmeo@ncai.nust.edu.pk::bbba41aa-5524-4197-b067-d36651255b27" providerId="AD" clId="Web-{A32E4549-C6D3-CA4F-7CA5-4E37226484C6}" dt="2025-01-30T06:51:17.919" v="143"/>
        <pc:sldMkLst>
          <pc:docMk/>
          <pc:sldMk cId="3750310129" sldId="494"/>
        </pc:sldMkLst>
      </pc:sldChg>
      <pc:sldChg chg="del">
        <pc:chgData name="Muhammad Usama" userId="S::rmeo@ncai.nust.edu.pk::bbba41aa-5524-4197-b067-d36651255b27" providerId="AD" clId="Web-{A32E4549-C6D3-CA4F-7CA5-4E37226484C6}" dt="2025-01-30T06:51:40.122" v="154"/>
        <pc:sldMkLst>
          <pc:docMk/>
          <pc:sldMk cId="2902121125" sldId="495"/>
        </pc:sldMkLst>
      </pc:sldChg>
      <pc:sldChg chg="del">
        <pc:chgData name="Muhammad Usama" userId="S::rmeo@ncai.nust.edu.pk::bbba41aa-5524-4197-b067-d36651255b27" providerId="AD" clId="Web-{A32E4549-C6D3-CA4F-7CA5-4E37226484C6}" dt="2025-01-30T06:51:40.107" v="153"/>
        <pc:sldMkLst>
          <pc:docMk/>
          <pc:sldMk cId="2634783087" sldId="496"/>
        </pc:sldMkLst>
      </pc:sldChg>
      <pc:sldChg chg="del">
        <pc:chgData name="Muhammad Usama" userId="S::rmeo@ncai.nust.edu.pk::bbba41aa-5524-4197-b067-d36651255b27" providerId="AD" clId="Web-{A32E4549-C6D3-CA4F-7CA5-4E37226484C6}" dt="2025-01-30T06:51:40.107" v="152"/>
        <pc:sldMkLst>
          <pc:docMk/>
          <pc:sldMk cId="2306966299" sldId="497"/>
        </pc:sldMkLst>
      </pc:sldChg>
      <pc:sldChg chg="del">
        <pc:chgData name="Muhammad Usama" userId="S::rmeo@ncai.nust.edu.pk::bbba41aa-5524-4197-b067-d36651255b27" providerId="AD" clId="Web-{A32E4549-C6D3-CA4F-7CA5-4E37226484C6}" dt="2025-01-30T06:51:40.107" v="151"/>
        <pc:sldMkLst>
          <pc:docMk/>
          <pc:sldMk cId="3078101870" sldId="498"/>
        </pc:sldMkLst>
      </pc:sldChg>
      <pc:sldChg chg="del">
        <pc:chgData name="Muhammad Usama" userId="S::rmeo@ncai.nust.edu.pk::bbba41aa-5524-4197-b067-d36651255b27" providerId="AD" clId="Web-{A32E4549-C6D3-CA4F-7CA5-4E37226484C6}" dt="2025-01-30T06:51:40.091" v="150"/>
        <pc:sldMkLst>
          <pc:docMk/>
          <pc:sldMk cId="1564820303" sldId="499"/>
        </pc:sldMkLst>
      </pc:sldChg>
      <pc:sldChg chg="del">
        <pc:chgData name="Muhammad Usama" userId="S::rmeo@ncai.nust.edu.pk::bbba41aa-5524-4197-b067-d36651255b27" providerId="AD" clId="Web-{A32E4549-C6D3-CA4F-7CA5-4E37226484C6}" dt="2025-01-30T06:51:40.075" v="148"/>
        <pc:sldMkLst>
          <pc:docMk/>
          <pc:sldMk cId="2096934887" sldId="500"/>
        </pc:sldMkLst>
      </pc:sldChg>
      <pc:sldChg chg="del">
        <pc:chgData name="Muhammad Usama" userId="S::rmeo@ncai.nust.edu.pk::bbba41aa-5524-4197-b067-d36651255b27" providerId="AD" clId="Web-{A32E4549-C6D3-CA4F-7CA5-4E37226484C6}" dt="2025-01-30T06:51:40.075" v="147"/>
        <pc:sldMkLst>
          <pc:docMk/>
          <pc:sldMk cId="1250520554" sldId="501"/>
        </pc:sldMkLst>
      </pc:sldChg>
      <pc:sldChg chg="del">
        <pc:chgData name="Muhammad Usama" userId="S::rmeo@ncai.nust.edu.pk::bbba41aa-5524-4197-b067-d36651255b27" providerId="AD" clId="Web-{A32E4549-C6D3-CA4F-7CA5-4E37226484C6}" dt="2025-01-30T06:51:40.075" v="146"/>
        <pc:sldMkLst>
          <pc:docMk/>
          <pc:sldMk cId="2315323142" sldId="502"/>
        </pc:sldMkLst>
      </pc:sldChg>
      <pc:sldChg chg="del">
        <pc:chgData name="Muhammad Usama" userId="S::rmeo@ncai.nust.edu.pk::bbba41aa-5524-4197-b067-d36651255b27" providerId="AD" clId="Web-{A32E4549-C6D3-CA4F-7CA5-4E37226484C6}" dt="2025-01-30T06:51:40.075" v="145"/>
        <pc:sldMkLst>
          <pc:docMk/>
          <pc:sldMk cId="3708520829" sldId="503"/>
        </pc:sldMkLst>
      </pc:sldChg>
      <pc:sldChg chg="del">
        <pc:chgData name="Muhammad Usama" userId="S::rmeo@ncai.nust.edu.pk::bbba41aa-5524-4197-b067-d36651255b27" providerId="AD" clId="Web-{A32E4549-C6D3-CA4F-7CA5-4E37226484C6}" dt="2025-01-30T06:51:40.075" v="144"/>
        <pc:sldMkLst>
          <pc:docMk/>
          <pc:sldMk cId="2906714065" sldId="505"/>
        </pc:sldMkLst>
      </pc:sldChg>
      <pc:sldChg chg="modSp del ord">
        <pc:chgData name="Muhammad Usama" userId="S::rmeo@ncai.nust.edu.pk::bbba41aa-5524-4197-b067-d36651255b27" providerId="AD" clId="Web-{A32E4549-C6D3-CA4F-7CA5-4E37226484C6}" dt="2025-01-30T04:57:09.625" v="141"/>
        <pc:sldMkLst>
          <pc:docMk/>
          <pc:sldMk cId="565603317" sldId="514"/>
        </pc:sldMkLst>
        <pc:spChg chg="mod">
          <ac:chgData name="Muhammad Usama" userId="S::rmeo@ncai.nust.edu.pk::bbba41aa-5524-4197-b067-d36651255b27" providerId="AD" clId="Web-{A32E4549-C6D3-CA4F-7CA5-4E37226484C6}" dt="2025-01-30T04:51:26.630" v="73" actId="20577"/>
          <ac:spMkLst>
            <pc:docMk/>
            <pc:sldMk cId="565603317" sldId="514"/>
            <ac:spMk id="2" creationId="{E5AD67D3-6F6C-37D1-3B30-B5E6A82CFAAD}"/>
          </ac:spMkLst>
        </pc:spChg>
        <pc:spChg chg="mod">
          <ac:chgData name="Muhammad Usama" userId="S::rmeo@ncai.nust.edu.pk::bbba41aa-5524-4197-b067-d36651255b27" providerId="AD" clId="Web-{A32E4549-C6D3-CA4F-7CA5-4E37226484C6}" dt="2025-01-30T04:56:11.123" v="123" actId="20577"/>
          <ac:spMkLst>
            <pc:docMk/>
            <pc:sldMk cId="565603317" sldId="514"/>
            <ac:spMk id="3" creationId="{13E4D939-7DD3-328F-CEDC-3E6996BA6408}"/>
          </ac:spMkLst>
        </pc:spChg>
      </pc:sldChg>
      <pc:sldChg chg="modSp new">
        <pc:chgData name="Muhammad Usama" userId="S::rmeo@ncai.nust.edu.pk::bbba41aa-5524-4197-b067-d36651255b27" providerId="AD" clId="Web-{A32E4549-C6D3-CA4F-7CA5-4E37226484C6}" dt="2025-01-30T04:57:04.906" v="140" actId="20577"/>
        <pc:sldMkLst>
          <pc:docMk/>
          <pc:sldMk cId="2795107168" sldId="515"/>
        </pc:sldMkLst>
        <pc:spChg chg="mod">
          <ac:chgData name="Muhammad Usama" userId="S::rmeo@ncai.nust.edu.pk::bbba41aa-5524-4197-b067-d36651255b27" providerId="AD" clId="Web-{A32E4549-C6D3-CA4F-7CA5-4E37226484C6}" dt="2025-01-30T04:57:04.906" v="140" actId="20577"/>
          <ac:spMkLst>
            <pc:docMk/>
            <pc:sldMk cId="2795107168" sldId="515"/>
            <ac:spMk id="2" creationId="{536CFDB7-68D3-CB90-BB7E-50FECA7C0739}"/>
          </ac:spMkLst>
        </pc:spChg>
        <pc:spChg chg="mod">
          <ac:chgData name="Muhammad Usama" userId="S::rmeo@ncai.nust.edu.pk::bbba41aa-5524-4197-b067-d36651255b27" providerId="AD" clId="Web-{A32E4549-C6D3-CA4F-7CA5-4E37226484C6}" dt="2025-01-30T04:56:18.139" v="127" actId="20577"/>
          <ac:spMkLst>
            <pc:docMk/>
            <pc:sldMk cId="2795107168" sldId="515"/>
            <ac:spMk id="3" creationId="{22110166-6ACE-7D37-A9FE-EA53B349DF74}"/>
          </ac:spMkLst>
        </pc:spChg>
      </pc:sldChg>
      <pc:sldChg chg="new del">
        <pc:chgData name="Muhammad Usama" userId="S::rmeo@ncai.nust.edu.pk::bbba41aa-5524-4197-b067-d36651255b27" providerId="AD" clId="Web-{A32E4549-C6D3-CA4F-7CA5-4E37226484C6}" dt="2025-01-30T06:58:19.226" v="175"/>
        <pc:sldMkLst>
          <pc:docMk/>
          <pc:sldMk cId="775163197" sldId="516"/>
        </pc:sldMkLst>
      </pc:sldChg>
      <pc:sldChg chg="modSp add">
        <pc:chgData name="Muhammad Usama" userId="S::rmeo@ncai.nust.edu.pk::bbba41aa-5524-4197-b067-d36651255b27" providerId="AD" clId="Web-{A32E4549-C6D3-CA4F-7CA5-4E37226484C6}" dt="2025-01-30T06:59:26.305" v="177" actId="14100"/>
        <pc:sldMkLst>
          <pc:docMk/>
          <pc:sldMk cId="2448243853" sldId="517"/>
        </pc:sldMkLst>
        <pc:picChg chg="mod">
          <ac:chgData name="Muhammad Usama" userId="S::rmeo@ncai.nust.edu.pk::bbba41aa-5524-4197-b067-d36651255b27" providerId="AD" clId="Web-{A32E4549-C6D3-CA4F-7CA5-4E37226484C6}" dt="2025-01-30T06:59:26.305" v="177" actId="14100"/>
          <ac:picMkLst>
            <pc:docMk/>
            <pc:sldMk cId="2448243853" sldId="517"/>
            <ac:picMk id="7" creationId="{43A84F4C-255E-0C81-2CB6-10C30B3AC86A}"/>
          </ac:picMkLst>
        </pc:picChg>
      </pc:sldChg>
      <pc:sldChg chg="add">
        <pc:chgData name="Muhammad Usama" userId="S::rmeo@ncai.nust.edu.pk::bbba41aa-5524-4197-b067-d36651255b27" providerId="AD" clId="Web-{A32E4549-C6D3-CA4F-7CA5-4E37226484C6}" dt="2025-01-30T06:52:19.545" v="157"/>
        <pc:sldMkLst>
          <pc:docMk/>
          <pc:sldMk cId="4047893762" sldId="518"/>
        </pc:sldMkLst>
      </pc:sldChg>
      <pc:sldChg chg="add">
        <pc:chgData name="Muhammad Usama" userId="S::rmeo@ncai.nust.edu.pk::bbba41aa-5524-4197-b067-d36651255b27" providerId="AD" clId="Web-{A32E4549-C6D3-CA4F-7CA5-4E37226484C6}" dt="2025-01-30T06:52:19.561" v="158"/>
        <pc:sldMkLst>
          <pc:docMk/>
          <pc:sldMk cId="2014630437" sldId="519"/>
        </pc:sldMkLst>
      </pc:sldChg>
      <pc:sldChg chg="add">
        <pc:chgData name="Muhammad Usama" userId="S::rmeo@ncai.nust.edu.pk::bbba41aa-5524-4197-b067-d36651255b27" providerId="AD" clId="Web-{A32E4549-C6D3-CA4F-7CA5-4E37226484C6}" dt="2025-01-30T06:52:19.576" v="159"/>
        <pc:sldMkLst>
          <pc:docMk/>
          <pc:sldMk cId="3776780688" sldId="520"/>
        </pc:sldMkLst>
      </pc:sldChg>
      <pc:sldChg chg="add">
        <pc:chgData name="Muhammad Usama" userId="S::rmeo@ncai.nust.edu.pk::bbba41aa-5524-4197-b067-d36651255b27" providerId="AD" clId="Web-{A32E4549-C6D3-CA4F-7CA5-4E37226484C6}" dt="2025-01-30T06:52:19.655" v="162"/>
        <pc:sldMkLst>
          <pc:docMk/>
          <pc:sldMk cId="3208699087" sldId="521"/>
        </pc:sldMkLst>
      </pc:sldChg>
      <pc:sldChg chg="add">
        <pc:chgData name="Muhammad Usama" userId="S::rmeo@ncai.nust.edu.pk::bbba41aa-5524-4197-b067-d36651255b27" providerId="AD" clId="Web-{A32E4549-C6D3-CA4F-7CA5-4E37226484C6}" dt="2025-01-30T06:52:19.670" v="163"/>
        <pc:sldMkLst>
          <pc:docMk/>
          <pc:sldMk cId="3833554734" sldId="524"/>
        </pc:sldMkLst>
      </pc:sldChg>
      <pc:sldChg chg="add">
        <pc:chgData name="Muhammad Usama" userId="S::rmeo@ncai.nust.edu.pk::bbba41aa-5524-4197-b067-d36651255b27" providerId="AD" clId="Web-{A32E4549-C6D3-CA4F-7CA5-4E37226484C6}" dt="2025-01-30T06:52:19.608" v="160"/>
        <pc:sldMkLst>
          <pc:docMk/>
          <pc:sldMk cId="115437320" sldId="525"/>
        </pc:sldMkLst>
      </pc:sldChg>
      <pc:sldChg chg="add">
        <pc:chgData name="Muhammad Usama" userId="S::rmeo@ncai.nust.edu.pk::bbba41aa-5524-4197-b067-d36651255b27" providerId="AD" clId="Web-{A32E4549-C6D3-CA4F-7CA5-4E37226484C6}" dt="2025-01-30T06:52:19.623" v="161"/>
        <pc:sldMkLst>
          <pc:docMk/>
          <pc:sldMk cId="1542876535" sldId="526"/>
        </pc:sldMkLst>
      </pc:sldChg>
      <pc:sldChg chg="add">
        <pc:chgData name="Muhammad Usama" userId="S::rmeo@ncai.nust.edu.pk::bbba41aa-5524-4197-b067-d36651255b27" providerId="AD" clId="Web-{A32E4549-C6D3-CA4F-7CA5-4E37226484C6}" dt="2025-01-30T06:52:19.686" v="164"/>
        <pc:sldMkLst>
          <pc:docMk/>
          <pc:sldMk cId="1663030284" sldId="527"/>
        </pc:sldMkLst>
      </pc:sldChg>
      <pc:sldChg chg="add">
        <pc:chgData name="Muhammad Usama" userId="S::rmeo@ncai.nust.edu.pk::bbba41aa-5524-4197-b067-d36651255b27" providerId="AD" clId="Web-{A32E4549-C6D3-CA4F-7CA5-4E37226484C6}" dt="2025-01-30T06:52:19.717" v="166"/>
        <pc:sldMkLst>
          <pc:docMk/>
          <pc:sldMk cId="620042661" sldId="528"/>
        </pc:sldMkLst>
      </pc:sldChg>
      <pc:sldChg chg="add">
        <pc:chgData name="Muhammad Usama" userId="S::rmeo@ncai.nust.edu.pk::bbba41aa-5524-4197-b067-d36651255b27" providerId="AD" clId="Web-{A32E4549-C6D3-CA4F-7CA5-4E37226484C6}" dt="2025-01-30T06:52:19.748" v="169"/>
        <pc:sldMkLst>
          <pc:docMk/>
          <pc:sldMk cId="98852119" sldId="530"/>
        </pc:sldMkLst>
      </pc:sldChg>
      <pc:sldChg chg="add">
        <pc:chgData name="Muhammad Usama" userId="S::rmeo@ncai.nust.edu.pk::bbba41aa-5524-4197-b067-d36651255b27" providerId="AD" clId="Web-{A32E4549-C6D3-CA4F-7CA5-4E37226484C6}" dt="2025-01-30T06:52:19.701" v="165"/>
        <pc:sldMkLst>
          <pc:docMk/>
          <pc:sldMk cId="1175587228" sldId="531"/>
        </pc:sldMkLst>
      </pc:sldChg>
      <pc:sldChg chg="add">
        <pc:chgData name="Muhammad Usama" userId="S::rmeo@ncai.nust.edu.pk::bbba41aa-5524-4197-b067-d36651255b27" providerId="AD" clId="Web-{A32E4549-C6D3-CA4F-7CA5-4E37226484C6}" dt="2025-01-30T06:52:19.748" v="168"/>
        <pc:sldMkLst>
          <pc:docMk/>
          <pc:sldMk cId="3808642867" sldId="532"/>
        </pc:sldMkLst>
      </pc:sldChg>
      <pc:sldChg chg="add">
        <pc:chgData name="Muhammad Usama" userId="S::rmeo@ncai.nust.edu.pk::bbba41aa-5524-4197-b067-d36651255b27" providerId="AD" clId="Web-{A32E4549-C6D3-CA4F-7CA5-4E37226484C6}" dt="2025-01-30T06:52:19.764" v="170"/>
        <pc:sldMkLst>
          <pc:docMk/>
          <pc:sldMk cId="3059367757" sldId="534"/>
        </pc:sldMkLst>
      </pc:sldChg>
      <pc:sldChg chg="add">
        <pc:chgData name="Muhammad Usama" userId="S::rmeo@ncai.nust.edu.pk::bbba41aa-5524-4197-b067-d36651255b27" providerId="AD" clId="Web-{A32E4549-C6D3-CA4F-7CA5-4E37226484C6}" dt="2025-01-30T06:52:19.780" v="171"/>
        <pc:sldMkLst>
          <pc:docMk/>
          <pc:sldMk cId="1370016375" sldId="535"/>
        </pc:sldMkLst>
      </pc:sldChg>
      <pc:sldChg chg="add">
        <pc:chgData name="Muhammad Usama" userId="S::rmeo@ncai.nust.edu.pk::bbba41aa-5524-4197-b067-d36651255b27" providerId="AD" clId="Web-{A32E4549-C6D3-CA4F-7CA5-4E37226484C6}" dt="2025-01-30T06:52:19.795" v="172"/>
        <pc:sldMkLst>
          <pc:docMk/>
          <pc:sldMk cId="2052445269" sldId="536"/>
        </pc:sldMkLst>
      </pc:sldChg>
      <pc:sldChg chg="add">
        <pc:chgData name="Muhammad Usama" userId="S::rmeo@ncai.nust.edu.pk::bbba41aa-5524-4197-b067-d36651255b27" providerId="AD" clId="Web-{A32E4549-C6D3-CA4F-7CA5-4E37226484C6}" dt="2025-01-30T06:52:19.795" v="173"/>
        <pc:sldMkLst>
          <pc:docMk/>
          <pc:sldMk cId="963275269" sldId="537"/>
        </pc:sldMkLst>
      </pc:sldChg>
      <pc:sldChg chg="add">
        <pc:chgData name="Muhammad Usama" userId="S::rmeo@ncai.nust.edu.pk::bbba41aa-5524-4197-b067-d36651255b27" providerId="AD" clId="Web-{A32E4549-C6D3-CA4F-7CA5-4E37226484C6}" dt="2025-01-30T06:52:19.811" v="174"/>
        <pc:sldMkLst>
          <pc:docMk/>
          <pc:sldMk cId="4095138865" sldId="538"/>
        </pc:sldMkLst>
      </pc:sldChg>
      <pc:sldChg chg="add">
        <pc:chgData name="Muhammad Usama" userId="S::rmeo@ncai.nust.edu.pk::bbba41aa-5524-4197-b067-d36651255b27" providerId="AD" clId="Web-{A32E4549-C6D3-CA4F-7CA5-4E37226484C6}" dt="2025-01-30T06:52:19.733" v="167"/>
        <pc:sldMkLst>
          <pc:docMk/>
          <pc:sldMk cId="3609396265" sldId="547"/>
        </pc:sldMkLst>
      </pc:sldChg>
    </pc:docChg>
  </pc:docChgLst>
  <pc:docChgLst>
    <pc:chgData name="Muhammad Usama" userId="S::rmeo@ncai.nust.edu.pk::bbba41aa-5524-4197-b067-d36651255b27" providerId="AD" clId="Web-{650507A1-8A6F-A83E-FF51-C787DC6E73A7}"/>
    <pc:docChg chg="modSld">
      <pc:chgData name="Muhammad Usama" userId="S::rmeo@ncai.nust.edu.pk::bbba41aa-5524-4197-b067-d36651255b27" providerId="AD" clId="Web-{650507A1-8A6F-A83E-FF51-C787DC6E73A7}" dt="2025-01-28T10:54:56.520" v="9" actId="1076"/>
      <pc:docMkLst>
        <pc:docMk/>
      </pc:docMkLst>
      <pc:sldChg chg="modSp">
        <pc:chgData name="Muhammad Usama" userId="S::rmeo@ncai.nust.edu.pk::bbba41aa-5524-4197-b067-d36651255b27" providerId="AD" clId="Web-{650507A1-8A6F-A83E-FF51-C787DC6E73A7}" dt="2025-01-28T10:48:35.665" v="1" actId="20577"/>
        <pc:sldMkLst>
          <pc:docMk/>
          <pc:sldMk cId="0" sldId="256"/>
        </pc:sldMkLst>
        <pc:spChg chg="mod">
          <ac:chgData name="Muhammad Usama" userId="S::rmeo@ncai.nust.edu.pk::bbba41aa-5524-4197-b067-d36651255b27" providerId="AD" clId="Web-{650507A1-8A6F-A83E-FF51-C787DC6E73A7}" dt="2025-01-28T10:48:35.665" v="1" actId="20577"/>
          <ac:spMkLst>
            <pc:docMk/>
            <pc:sldMk cId="0" sldId="256"/>
            <ac:spMk id="107" creationId="{00000000-0000-0000-0000-000000000000}"/>
          </ac:spMkLst>
        </pc:spChg>
      </pc:sldChg>
      <pc:sldChg chg="delSp modSp">
        <pc:chgData name="Muhammad Usama" userId="S::rmeo@ncai.nust.edu.pk::bbba41aa-5524-4197-b067-d36651255b27" providerId="AD" clId="Web-{650507A1-8A6F-A83E-FF51-C787DC6E73A7}" dt="2025-01-28T10:54:56.520" v="9" actId="1076"/>
        <pc:sldMkLst>
          <pc:docMk/>
          <pc:sldMk cId="3708520829" sldId="503"/>
        </pc:sldMkLst>
        <pc:spChg chg="del mod">
          <ac:chgData name="Muhammad Usama" userId="S::rmeo@ncai.nust.edu.pk::bbba41aa-5524-4197-b067-d36651255b27" providerId="AD" clId="Web-{650507A1-8A6F-A83E-FF51-C787DC6E73A7}" dt="2025-01-28T10:54:52.098" v="6"/>
          <ac:spMkLst>
            <pc:docMk/>
            <pc:sldMk cId="3708520829" sldId="503"/>
            <ac:spMk id="7" creationId="{CD5ACA4B-423B-D46E-2802-13FFEFFAF78F}"/>
          </ac:spMkLst>
        </pc:spChg>
        <pc:picChg chg="mod">
          <ac:chgData name="Muhammad Usama" userId="S::rmeo@ncai.nust.edu.pk::bbba41aa-5524-4197-b067-d36651255b27" providerId="AD" clId="Web-{650507A1-8A6F-A83E-FF51-C787DC6E73A7}" dt="2025-01-28T10:54:56.520" v="9" actId="1076"/>
          <ac:picMkLst>
            <pc:docMk/>
            <pc:sldMk cId="3708520829" sldId="503"/>
            <ac:picMk id="8" creationId="{0CB89F81-9C21-3E6E-0B0D-7478A2E04B22}"/>
          </ac:picMkLst>
        </pc:picChg>
      </pc:sldChg>
    </pc:docChg>
  </pc:docChgLst>
  <pc:docChgLst>
    <pc:chgData name="Adil Ahmad (RA Digital Human)" userId="S::ra1.digih@ncai.nust.edu.pk::fc45c400-01f5-414b-90ed-9afdced46fb6" providerId="AD" clId="Web-{10041F1B-DF2B-7DAB-4B38-DA690C9D8DA6}"/>
    <pc:docChg chg="addSld delSld modSld">
      <pc:chgData name="Adil Ahmad (RA Digital Human)" userId="S::ra1.digih@ncai.nust.edu.pk::fc45c400-01f5-414b-90ed-9afdced46fb6" providerId="AD" clId="Web-{10041F1B-DF2B-7DAB-4B38-DA690C9D8DA6}" dt="2025-01-28T10:23:46.973" v="46"/>
      <pc:docMkLst>
        <pc:docMk/>
      </pc:docMkLst>
      <pc:sldChg chg="add">
        <pc:chgData name="Adil Ahmad (RA Digital Human)" userId="S::ra1.digih@ncai.nust.edu.pk::fc45c400-01f5-414b-90ed-9afdced46fb6" providerId="AD" clId="Web-{10041F1B-DF2B-7DAB-4B38-DA690C9D8DA6}" dt="2025-01-28T10:23:46.832" v="33"/>
        <pc:sldMkLst>
          <pc:docMk/>
          <pc:sldMk cId="0" sldId="256"/>
        </pc:sldMkLst>
      </pc:sldChg>
      <pc:sldChg chg="add">
        <pc:chgData name="Adil Ahmad (RA Digital Human)" userId="S::ra1.digih@ncai.nust.edu.pk::fc45c400-01f5-414b-90ed-9afdced46fb6" providerId="AD" clId="Web-{10041F1B-DF2B-7DAB-4B38-DA690C9D8DA6}" dt="2025-01-28T10:23:46.847" v="34"/>
        <pc:sldMkLst>
          <pc:docMk/>
          <pc:sldMk cId="0" sldId="262"/>
        </pc:sldMkLst>
      </pc:sldChg>
      <pc:sldChg chg="add">
        <pc:chgData name="Adil Ahmad (RA Digital Human)" userId="S::ra1.digih@ncai.nust.edu.pk::fc45c400-01f5-414b-90ed-9afdced46fb6" providerId="AD" clId="Web-{10041F1B-DF2B-7DAB-4B38-DA690C9D8DA6}" dt="2025-01-28T10:23:46.847" v="35"/>
        <pc:sldMkLst>
          <pc:docMk/>
          <pc:sldMk cId="0" sldId="265"/>
        </pc:sldMkLst>
      </pc:sldChg>
      <pc:sldChg chg="add">
        <pc:chgData name="Adil Ahmad (RA Digital Human)" userId="S::ra1.digih@ncai.nust.edu.pk::fc45c400-01f5-414b-90ed-9afdced46fb6" providerId="AD" clId="Web-{10041F1B-DF2B-7DAB-4B38-DA690C9D8DA6}" dt="2025-01-28T10:23:46.863" v="36"/>
        <pc:sldMkLst>
          <pc:docMk/>
          <pc:sldMk cId="0" sldId="266"/>
        </pc:sldMkLst>
      </pc:sldChg>
      <pc:sldChg chg="add">
        <pc:chgData name="Adil Ahmad (RA Digital Human)" userId="S::ra1.digih@ncai.nust.edu.pk::fc45c400-01f5-414b-90ed-9afdced46fb6" providerId="AD" clId="Web-{10041F1B-DF2B-7DAB-4B38-DA690C9D8DA6}" dt="2025-01-28T10:23:46.879" v="37"/>
        <pc:sldMkLst>
          <pc:docMk/>
          <pc:sldMk cId="0" sldId="276"/>
        </pc:sldMkLst>
      </pc:sldChg>
      <pc:sldChg chg="add">
        <pc:chgData name="Adil Ahmad (RA Digital Human)" userId="S::ra1.digih@ncai.nust.edu.pk::fc45c400-01f5-414b-90ed-9afdced46fb6" providerId="AD" clId="Web-{10041F1B-DF2B-7DAB-4B38-DA690C9D8DA6}" dt="2025-01-28T10:23:46.894" v="38"/>
        <pc:sldMkLst>
          <pc:docMk/>
          <pc:sldMk cId="0" sldId="281"/>
        </pc:sldMkLst>
      </pc:sldChg>
      <pc:sldChg chg="add">
        <pc:chgData name="Adil Ahmad (RA Digital Human)" userId="S::ra1.digih@ncai.nust.edu.pk::fc45c400-01f5-414b-90ed-9afdced46fb6" providerId="AD" clId="Web-{10041F1B-DF2B-7DAB-4B38-DA690C9D8DA6}" dt="2025-01-28T10:23:46.894" v="39"/>
        <pc:sldMkLst>
          <pc:docMk/>
          <pc:sldMk cId="0" sldId="285"/>
        </pc:sldMkLst>
      </pc:sldChg>
      <pc:sldChg chg="add">
        <pc:chgData name="Adil Ahmad (RA Digital Human)" userId="S::ra1.digih@ncai.nust.edu.pk::fc45c400-01f5-414b-90ed-9afdced46fb6" providerId="AD" clId="Web-{10041F1B-DF2B-7DAB-4B38-DA690C9D8DA6}" dt="2025-01-28T10:23:46.910" v="40"/>
        <pc:sldMkLst>
          <pc:docMk/>
          <pc:sldMk cId="0" sldId="289"/>
        </pc:sldMkLst>
      </pc:sldChg>
      <pc:sldChg chg="add">
        <pc:chgData name="Adil Ahmad (RA Digital Human)" userId="S::ra1.digih@ncai.nust.edu.pk::fc45c400-01f5-414b-90ed-9afdced46fb6" providerId="AD" clId="Web-{10041F1B-DF2B-7DAB-4B38-DA690C9D8DA6}" dt="2025-01-28T10:23:46.926" v="41"/>
        <pc:sldMkLst>
          <pc:docMk/>
          <pc:sldMk cId="0" sldId="292"/>
        </pc:sldMkLst>
      </pc:sldChg>
      <pc:sldChg chg="add">
        <pc:chgData name="Adil Ahmad (RA Digital Human)" userId="S::ra1.digih@ncai.nust.edu.pk::fc45c400-01f5-414b-90ed-9afdced46fb6" providerId="AD" clId="Web-{10041F1B-DF2B-7DAB-4B38-DA690C9D8DA6}" dt="2025-01-28T10:23:46.926" v="42"/>
        <pc:sldMkLst>
          <pc:docMk/>
          <pc:sldMk cId="0" sldId="317"/>
        </pc:sldMkLst>
      </pc:sldChg>
      <pc:sldChg chg="add">
        <pc:chgData name="Adil Ahmad (RA Digital Human)" userId="S::ra1.digih@ncai.nust.edu.pk::fc45c400-01f5-414b-90ed-9afdced46fb6" providerId="AD" clId="Web-{10041F1B-DF2B-7DAB-4B38-DA690C9D8DA6}" dt="2025-01-28T10:23:46.941" v="43"/>
        <pc:sldMkLst>
          <pc:docMk/>
          <pc:sldMk cId="0" sldId="318"/>
        </pc:sldMkLst>
      </pc:sldChg>
      <pc:sldChg chg="add">
        <pc:chgData name="Adil Ahmad (RA Digital Human)" userId="S::ra1.digih@ncai.nust.edu.pk::fc45c400-01f5-414b-90ed-9afdced46fb6" providerId="AD" clId="Web-{10041F1B-DF2B-7DAB-4B38-DA690C9D8DA6}" dt="2025-01-28T10:23:46.957" v="44"/>
        <pc:sldMkLst>
          <pc:docMk/>
          <pc:sldMk cId="0" sldId="333"/>
        </pc:sldMkLst>
      </pc:sldChg>
      <pc:sldChg chg="add">
        <pc:chgData name="Adil Ahmad (RA Digital Human)" userId="S::ra1.digih@ncai.nust.edu.pk::fc45c400-01f5-414b-90ed-9afdced46fb6" providerId="AD" clId="Web-{10041F1B-DF2B-7DAB-4B38-DA690C9D8DA6}" dt="2025-01-28T10:23:46.957" v="45"/>
        <pc:sldMkLst>
          <pc:docMk/>
          <pc:sldMk cId="0" sldId="356"/>
        </pc:sldMkLst>
      </pc:sldChg>
      <pc:sldChg chg="add">
        <pc:chgData name="Adil Ahmad (RA Digital Human)" userId="S::ra1.digih@ncai.nust.edu.pk::fc45c400-01f5-414b-90ed-9afdced46fb6" providerId="AD" clId="Web-{10041F1B-DF2B-7DAB-4B38-DA690C9D8DA6}" dt="2025-01-28T10:23:46.973" v="46"/>
        <pc:sldMkLst>
          <pc:docMk/>
          <pc:sldMk cId="0" sldId="358"/>
        </pc:sldMkLst>
      </pc:sldChg>
      <pc:sldChg chg="del">
        <pc:chgData name="Adil Ahmad (RA Digital Human)" userId="S::ra1.digih@ncai.nust.edu.pk::fc45c400-01f5-414b-90ed-9afdced46fb6" providerId="AD" clId="Web-{10041F1B-DF2B-7DAB-4B38-DA690C9D8DA6}" dt="2025-01-28T10:23:35.238" v="31"/>
        <pc:sldMkLst>
          <pc:docMk/>
          <pc:sldMk cId="1018176999" sldId="477"/>
        </pc:sldMkLst>
      </pc:sldChg>
      <pc:sldChg chg="del">
        <pc:chgData name="Adil Ahmad (RA Digital Human)" userId="S::ra1.digih@ncai.nust.edu.pk::fc45c400-01f5-414b-90ed-9afdced46fb6" providerId="AD" clId="Web-{10041F1B-DF2B-7DAB-4B38-DA690C9D8DA6}" dt="2025-01-28T10:23:36.691" v="32"/>
        <pc:sldMkLst>
          <pc:docMk/>
          <pc:sldMk cId="2097480045" sldId="478"/>
        </pc:sldMkLst>
      </pc:sldChg>
      <pc:sldChg chg="add">
        <pc:chgData name="Adil Ahmad (RA Digital Human)" userId="S::ra1.digih@ncai.nust.edu.pk::fc45c400-01f5-414b-90ed-9afdced46fb6" providerId="AD" clId="Web-{10041F1B-DF2B-7DAB-4B38-DA690C9D8DA6}" dt="2025-01-28T10:06:54.764" v="20"/>
        <pc:sldMkLst>
          <pc:docMk/>
          <pc:sldMk cId="2984400520" sldId="481"/>
        </pc:sldMkLst>
      </pc:sldChg>
      <pc:sldChg chg="new">
        <pc:chgData name="Adil Ahmad (RA Digital Human)" userId="S::ra1.digih@ncai.nust.edu.pk::fc45c400-01f5-414b-90ed-9afdced46fb6" providerId="AD" clId="Web-{10041F1B-DF2B-7DAB-4B38-DA690C9D8DA6}" dt="2025-01-28T10:02:43.084" v="0"/>
        <pc:sldMkLst>
          <pc:docMk/>
          <pc:sldMk cId="2479469394" sldId="487"/>
        </pc:sldMkLst>
      </pc:sldChg>
      <pc:sldChg chg="new">
        <pc:chgData name="Adil Ahmad (RA Digital Human)" userId="S::ra1.digih@ncai.nust.edu.pk::fc45c400-01f5-414b-90ed-9afdced46fb6" providerId="AD" clId="Web-{10041F1B-DF2B-7DAB-4B38-DA690C9D8DA6}" dt="2025-01-28T10:02:44.709" v="1"/>
        <pc:sldMkLst>
          <pc:docMk/>
          <pc:sldMk cId="3102694051" sldId="488"/>
        </pc:sldMkLst>
      </pc:sldChg>
      <pc:sldChg chg="new">
        <pc:chgData name="Adil Ahmad (RA Digital Human)" userId="S::ra1.digih@ncai.nust.edu.pk::fc45c400-01f5-414b-90ed-9afdced46fb6" providerId="AD" clId="Web-{10041F1B-DF2B-7DAB-4B38-DA690C9D8DA6}" dt="2025-01-28T10:02:47.177" v="2"/>
        <pc:sldMkLst>
          <pc:docMk/>
          <pc:sldMk cId="1581011965" sldId="489"/>
        </pc:sldMkLst>
      </pc:sldChg>
      <pc:sldChg chg="new">
        <pc:chgData name="Adil Ahmad (RA Digital Human)" userId="S::ra1.digih@ncai.nust.edu.pk::fc45c400-01f5-414b-90ed-9afdced46fb6" providerId="AD" clId="Web-{10041F1B-DF2B-7DAB-4B38-DA690C9D8DA6}" dt="2025-01-28T10:02:50.724" v="3"/>
        <pc:sldMkLst>
          <pc:docMk/>
          <pc:sldMk cId="3903927007" sldId="490"/>
        </pc:sldMkLst>
      </pc:sldChg>
      <pc:sldChg chg="new">
        <pc:chgData name="Adil Ahmad (RA Digital Human)" userId="S::ra1.digih@ncai.nust.edu.pk::fc45c400-01f5-414b-90ed-9afdced46fb6" providerId="AD" clId="Web-{10041F1B-DF2B-7DAB-4B38-DA690C9D8DA6}" dt="2025-01-28T10:03:06.288" v="4"/>
        <pc:sldMkLst>
          <pc:docMk/>
          <pc:sldMk cId="1321113645" sldId="491"/>
        </pc:sldMkLst>
      </pc:sldChg>
      <pc:sldChg chg="addSp delSp modSp new">
        <pc:chgData name="Adil Ahmad (RA Digital Human)" userId="S::ra1.digih@ncai.nust.edu.pk::fc45c400-01f5-414b-90ed-9afdced46fb6" providerId="AD" clId="Web-{10041F1B-DF2B-7DAB-4B38-DA690C9D8DA6}" dt="2025-01-28T10:03:28.507" v="7"/>
        <pc:sldMkLst>
          <pc:docMk/>
          <pc:sldMk cId="810882411" sldId="492"/>
        </pc:sldMkLst>
        <pc:spChg chg="add del">
          <ac:chgData name="Adil Ahmad (RA Digital Human)" userId="S::ra1.digih@ncai.nust.edu.pk::fc45c400-01f5-414b-90ed-9afdced46fb6" providerId="AD" clId="Web-{10041F1B-DF2B-7DAB-4B38-DA690C9D8DA6}" dt="2025-01-28T10:03:28.507" v="7"/>
          <ac:spMkLst>
            <pc:docMk/>
            <pc:sldMk cId="810882411" sldId="492"/>
            <ac:spMk id="2" creationId="{2B4E6FB1-3622-7A20-E338-FD7B479B923A}"/>
          </ac:spMkLst>
        </pc:spChg>
        <pc:picChg chg="add del mod ord">
          <ac:chgData name="Adil Ahmad (RA Digital Human)" userId="S::ra1.digih@ncai.nust.edu.pk::fc45c400-01f5-414b-90ed-9afdced46fb6" providerId="AD" clId="Web-{10041F1B-DF2B-7DAB-4B38-DA690C9D8DA6}" dt="2025-01-28T10:03:28.507" v="7"/>
          <ac:picMkLst>
            <pc:docMk/>
            <pc:sldMk cId="810882411" sldId="492"/>
            <ac:picMk id="6" creationId="{DF64A28B-5CC5-FD5B-4648-E8735F622325}"/>
          </ac:picMkLst>
        </pc:picChg>
      </pc:sldChg>
      <pc:sldChg chg="add">
        <pc:chgData name="Adil Ahmad (RA Digital Human)" userId="S::ra1.digih@ncai.nust.edu.pk::fc45c400-01f5-414b-90ed-9afdced46fb6" providerId="AD" clId="Web-{10041F1B-DF2B-7DAB-4B38-DA690C9D8DA6}" dt="2025-01-28T10:03:50.992" v="8"/>
        <pc:sldMkLst>
          <pc:docMk/>
          <pc:sldMk cId="270575373" sldId="493"/>
        </pc:sldMkLst>
      </pc:sldChg>
      <pc:sldChg chg="modSp add">
        <pc:chgData name="Adil Ahmad (RA Digital Human)" userId="S::ra1.digih@ncai.nust.edu.pk::fc45c400-01f5-414b-90ed-9afdced46fb6" providerId="AD" clId="Web-{10041F1B-DF2B-7DAB-4B38-DA690C9D8DA6}" dt="2025-01-28T10:04:27.353" v="10" actId="20577"/>
        <pc:sldMkLst>
          <pc:docMk/>
          <pc:sldMk cId="3750310129" sldId="494"/>
        </pc:sldMkLst>
        <pc:spChg chg="mod">
          <ac:chgData name="Adil Ahmad (RA Digital Human)" userId="S::ra1.digih@ncai.nust.edu.pk::fc45c400-01f5-414b-90ed-9afdced46fb6" providerId="AD" clId="Web-{10041F1B-DF2B-7DAB-4B38-DA690C9D8DA6}" dt="2025-01-28T10:04:27.353" v="10" actId="20577"/>
          <ac:spMkLst>
            <pc:docMk/>
            <pc:sldMk cId="3750310129" sldId="494"/>
            <ac:spMk id="2" creationId="{A4A43E18-D092-2CE9-6DAB-F976A08A6A04}"/>
          </ac:spMkLst>
        </pc:spChg>
      </pc:sldChg>
      <pc:sldChg chg="add">
        <pc:chgData name="Adil Ahmad (RA Digital Human)" userId="S::ra1.digih@ncai.nust.edu.pk::fc45c400-01f5-414b-90ed-9afdced46fb6" providerId="AD" clId="Web-{10041F1B-DF2B-7DAB-4B38-DA690C9D8DA6}" dt="2025-01-28T10:04:44.588" v="11"/>
        <pc:sldMkLst>
          <pc:docMk/>
          <pc:sldMk cId="2902121125" sldId="495"/>
        </pc:sldMkLst>
      </pc:sldChg>
      <pc:sldChg chg="add">
        <pc:chgData name="Adil Ahmad (RA Digital Human)" userId="S::ra1.digih@ncai.nust.edu.pk::fc45c400-01f5-414b-90ed-9afdced46fb6" providerId="AD" clId="Web-{10041F1B-DF2B-7DAB-4B38-DA690C9D8DA6}" dt="2025-01-28T10:05:11.433" v="14"/>
        <pc:sldMkLst>
          <pc:docMk/>
          <pc:sldMk cId="2634783087" sldId="496"/>
        </pc:sldMkLst>
      </pc:sldChg>
      <pc:sldChg chg="add del">
        <pc:chgData name="Adil Ahmad (RA Digital Human)" userId="S::ra1.digih@ncai.nust.edu.pk::fc45c400-01f5-414b-90ed-9afdced46fb6" providerId="AD" clId="Web-{10041F1B-DF2B-7DAB-4B38-DA690C9D8DA6}" dt="2025-01-28T10:05:05.807" v="13"/>
        <pc:sldMkLst>
          <pc:docMk/>
          <pc:sldMk cId="3409653872" sldId="496"/>
        </pc:sldMkLst>
      </pc:sldChg>
      <pc:sldChg chg="add">
        <pc:chgData name="Adil Ahmad (RA Digital Human)" userId="S::ra1.digih@ncai.nust.edu.pk::fc45c400-01f5-414b-90ed-9afdced46fb6" providerId="AD" clId="Web-{10041F1B-DF2B-7DAB-4B38-DA690C9D8DA6}" dt="2025-01-28T10:05:22.527" v="15"/>
        <pc:sldMkLst>
          <pc:docMk/>
          <pc:sldMk cId="2306966299" sldId="497"/>
        </pc:sldMkLst>
      </pc:sldChg>
      <pc:sldChg chg="add">
        <pc:chgData name="Adil Ahmad (RA Digital Human)" userId="S::ra1.digih@ncai.nust.edu.pk::fc45c400-01f5-414b-90ed-9afdced46fb6" providerId="AD" clId="Web-{10041F1B-DF2B-7DAB-4B38-DA690C9D8DA6}" dt="2025-01-28T10:06:03.966" v="16"/>
        <pc:sldMkLst>
          <pc:docMk/>
          <pc:sldMk cId="3078101870" sldId="498"/>
        </pc:sldMkLst>
      </pc:sldChg>
      <pc:sldChg chg="add">
        <pc:chgData name="Adil Ahmad (RA Digital Human)" userId="S::ra1.digih@ncai.nust.edu.pk::fc45c400-01f5-414b-90ed-9afdced46fb6" providerId="AD" clId="Web-{10041F1B-DF2B-7DAB-4B38-DA690C9D8DA6}" dt="2025-01-28T10:06:43.452" v="19"/>
        <pc:sldMkLst>
          <pc:docMk/>
          <pc:sldMk cId="1564820303" sldId="499"/>
        </pc:sldMkLst>
      </pc:sldChg>
      <pc:sldChg chg="add del">
        <pc:chgData name="Adil Ahmad (RA Digital Human)" userId="S::ra1.digih@ncai.nust.edu.pk::fc45c400-01f5-414b-90ed-9afdced46fb6" providerId="AD" clId="Web-{10041F1B-DF2B-7DAB-4B38-DA690C9D8DA6}" dt="2025-01-28T10:06:35.232" v="18"/>
        <pc:sldMkLst>
          <pc:docMk/>
          <pc:sldMk cId="3818080981" sldId="499"/>
        </pc:sldMkLst>
      </pc:sldChg>
      <pc:sldChg chg="add">
        <pc:chgData name="Adil Ahmad (RA Digital Human)" userId="S::ra1.digih@ncai.nust.edu.pk::fc45c400-01f5-414b-90ed-9afdced46fb6" providerId="AD" clId="Web-{10041F1B-DF2B-7DAB-4B38-DA690C9D8DA6}" dt="2025-01-28T10:07:06.327" v="21"/>
        <pc:sldMkLst>
          <pc:docMk/>
          <pc:sldMk cId="2096934887" sldId="500"/>
        </pc:sldMkLst>
      </pc:sldChg>
      <pc:sldChg chg="add">
        <pc:chgData name="Adil Ahmad (RA Digital Human)" userId="S::ra1.digih@ncai.nust.edu.pk::fc45c400-01f5-414b-90ed-9afdced46fb6" providerId="AD" clId="Web-{10041F1B-DF2B-7DAB-4B38-DA690C9D8DA6}" dt="2025-01-28T10:07:13.437" v="22"/>
        <pc:sldMkLst>
          <pc:docMk/>
          <pc:sldMk cId="1250520554" sldId="501"/>
        </pc:sldMkLst>
      </pc:sldChg>
      <pc:sldChg chg="add">
        <pc:chgData name="Adil Ahmad (RA Digital Human)" userId="S::ra1.digih@ncai.nust.edu.pk::fc45c400-01f5-414b-90ed-9afdced46fb6" providerId="AD" clId="Web-{10041F1B-DF2B-7DAB-4B38-DA690C9D8DA6}" dt="2025-01-28T10:07:17.859" v="23"/>
        <pc:sldMkLst>
          <pc:docMk/>
          <pc:sldMk cId="2315323142" sldId="502"/>
        </pc:sldMkLst>
      </pc:sldChg>
      <pc:sldChg chg="add">
        <pc:chgData name="Adil Ahmad (RA Digital Human)" userId="S::ra1.digih@ncai.nust.edu.pk::fc45c400-01f5-414b-90ed-9afdced46fb6" providerId="AD" clId="Web-{10041F1B-DF2B-7DAB-4B38-DA690C9D8DA6}" dt="2025-01-28T10:07:29.500" v="24"/>
        <pc:sldMkLst>
          <pc:docMk/>
          <pc:sldMk cId="3708520829" sldId="503"/>
        </pc:sldMkLst>
      </pc:sldChg>
      <pc:sldChg chg="add">
        <pc:chgData name="Adil Ahmad (RA Digital Human)" userId="S::ra1.digih@ncai.nust.edu.pk::fc45c400-01f5-414b-90ed-9afdced46fb6" providerId="AD" clId="Web-{10041F1B-DF2B-7DAB-4B38-DA690C9D8DA6}" dt="2025-01-28T10:07:38.969" v="25"/>
        <pc:sldMkLst>
          <pc:docMk/>
          <pc:sldMk cId="2955827076" sldId="504"/>
        </pc:sldMkLst>
      </pc:sldChg>
      <pc:sldChg chg="add">
        <pc:chgData name="Adil Ahmad (RA Digital Human)" userId="S::ra1.digih@ncai.nust.edu.pk::fc45c400-01f5-414b-90ed-9afdced46fb6" providerId="AD" clId="Web-{10041F1B-DF2B-7DAB-4B38-DA690C9D8DA6}" dt="2025-01-28T10:07:46.594" v="26"/>
        <pc:sldMkLst>
          <pc:docMk/>
          <pc:sldMk cId="2906714065" sldId="505"/>
        </pc:sldMkLst>
      </pc:sldChg>
      <pc:sldChg chg="add">
        <pc:chgData name="Adil Ahmad (RA Digital Human)" userId="S::ra1.digih@ncai.nust.edu.pk::fc45c400-01f5-414b-90ed-9afdced46fb6" providerId="AD" clId="Web-{10041F1B-DF2B-7DAB-4B38-DA690C9D8DA6}" dt="2025-01-28T10:07:54.563" v="27"/>
        <pc:sldMkLst>
          <pc:docMk/>
          <pc:sldMk cId="2184453559" sldId="506"/>
        </pc:sldMkLst>
      </pc:sldChg>
      <pc:sldChg chg="add del">
        <pc:chgData name="Adil Ahmad (RA Digital Human)" userId="S::ra1.digih@ncai.nust.edu.pk::fc45c400-01f5-414b-90ed-9afdced46fb6" providerId="AD" clId="Web-{10041F1B-DF2B-7DAB-4B38-DA690C9D8DA6}" dt="2025-01-28T10:08:11.205" v="30"/>
        <pc:sldMkLst>
          <pc:docMk/>
          <pc:sldMk cId="2095278056" sldId="507"/>
        </pc:sldMkLst>
      </pc:sldChg>
      <pc:sldChg chg="add">
        <pc:chgData name="Adil Ahmad (RA Digital Human)" userId="S::ra1.digih@ncai.nust.edu.pk::fc45c400-01f5-414b-90ed-9afdced46fb6" providerId="AD" clId="Web-{10041F1B-DF2B-7DAB-4B38-DA690C9D8DA6}" dt="2025-01-28T10:08:02.236" v="29"/>
        <pc:sldMkLst>
          <pc:docMk/>
          <pc:sldMk cId="609209314" sldId="508"/>
        </pc:sldMkLst>
      </pc:sldChg>
      <pc:sldMasterChg chg="addSldLayout">
        <pc:chgData name="Adil Ahmad (RA Digital Human)" userId="S::ra1.digih@ncai.nust.edu.pk::fc45c400-01f5-414b-90ed-9afdced46fb6" providerId="AD" clId="Web-{10041F1B-DF2B-7DAB-4B38-DA690C9D8DA6}" dt="2025-01-28T10:23:46.926" v="42"/>
        <pc:sldMasterMkLst>
          <pc:docMk/>
          <pc:sldMasterMk cId="0" sldId="2147483648"/>
        </pc:sldMasterMkLst>
        <pc:sldLayoutChg chg="add">
          <pc:chgData name="Adil Ahmad (RA Digital Human)" userId="S::ra1.digih@ncai.nust.edu.pk::fc45c400-01f5-414b-90ed-9afdced46fb6" providerId="AD" clId="Web-{10041F1B-DF2B-7DAB-4B38-DA690C9D8DA6}" dt="2025-01-28T10:23:46.926" v="42"/>
          <pc:sldLayoutMkLst>
            <pc:docMk/>
            <pc:sldMasterMk cId="0" sldId="2147483648"/>
            <pc:sldLayoutMk cId="855213999" sldId="2147483660"/>
          </pc:sldLayoutMkLst>
        </pc:sldLayoutChg>
      </pc:sldMasterChg>
    </pc:docChg>
  </pc:docChgLst>
  <pc:docChgLst>
    <pc:chgData name="Hassan Imam (RA Digital Human)" userId="S::ra2.digih@ncai.nust.edu.pk::bec86b52-b28a-4740-8f15-b5d0d9770240" providerId="AD" clId="Web-{D41EEC0D-1D25-0557-5732-B985DD88C712}"/>
    <pc:docChg chg="addSld delSld modSld">
      <pc:chgData name="Hassan Imam (RA Digital Human)" userId="S::ra2.digih@ncai.nust.edu.pk::bec86b52-b28a-4740-8f15-b5d0d9770240" providerId="AD" clId="Web-{D41EEC0D-1D25-0557-5732-B985DD88C712}" dt="2025-01-28T10:59:43.882" v="24"/>
      <pc:docMkLst>
        <pc:docMk/>
      </pc:docMkLst>
      <pc:sldChg chg="del">
        <pc:chgData name="Hassan Imam (RA Digital Human)" userId="S::ra2.digih@ncai.nust.edu.pk::bec86b52-b28a-4740-8f15-b5d0d9770240" providerId="AD" clId="Web-{D41EEC0D-1D25-0557-5732-B985DD88C712}" dt="2025-01-28T10:53:53.860" v="5"/>
        <pc:sldMkLst>
          <pc:docMk/>
          <pc:sldMk cId="0" sldId="256"/>
        </pc:sldMkLst>
      </pc:sldChg>
      <pc:sldChg chg="del">
        <pc:chgData name="Hassan Imam (RA Digital Human)" userId="S::ra2.digih@ncai.nust.edu.pk::bec86b52-b28a-4740-8f15-b5d0d9770240" providerId="AD" clId="Web-{D41EEC0D-1D25-0557-5732-B985DD88C712}" dt="2025-01-28T10:53:56.204" v="6"/>
        <pc:sldMkLst>
          <pc:docMk/>
          <pc:sldMk cId="0" sldId="262"/>
        </pc:sldMkLst>
      </pc:sldChg>
      <pc:sldChg chg="del">
        <pc:chgData name="Hassan Imam (RA Digital Human)" userId="S::ra2.digih@ncai.nust.edu.pk::bec86b52-b28a-4740-8f15-b5d0d9770240" providerId="AD" clId="Web-{D41EEC0D-1D25-0557-5732-B985DD88C712}" dt="2025-01-28T10:53:56.220" v="7"/>
        <pc:sldMkLst>
          <pc:docMk/>
          <pc:sldMk cId="0" sldId="265"/>
        </pc:sldMkLst>
      </pc:sldChg>
      <pc:sldChg chg="del">
        <pc:chgData name="Hassan Imam (RA Digital Human)" userId="S::ra2.digih@ncai.nust.edu.pk::bec86b52-b28a-4740-8f15-b5d0d9770240" providerId="AD" clId="Web-{D41EEC0D-1D25-0557-5732-B985DD88C712}" dt="2025-01-28T10:53:56.985" v="8"/>
        <pc:sldMkLst>
          <pc:docMk/>
          <pc:sldMk cId="0" sldId="266"/>
        </pc:sldMkLst>
      </pc:sldChg>
      <pc:sldChg chg="del">
        <pc:chgData name="Hassan Imam (RA Digital Human)" userId="S::ra2.digih@ncai.nust.edu.pk::bec86b52-b28a-4740-8f15-b5d0d9770240" providerId="AD" clId="Web-{D41EEC0D-1D25-0557-5732-B985DD88C712}" dt="2025-01-28T10:53:58.985" v="9"/>
        <pc:sldMkLst>
          <pc:docMk/>
          <pc:sldMk cId="0" sldId="276"/>
        </pc:sldMkLst>
      </pc:sldChg>
      <pc:sldChg chg="del">
        <pc:chgData name="Hassan Imam (RA Digital Human)" userId="S::ra2.digih@ncai.nust.edu.pk::bec86b52-b28a-4740-8f15-b5d0d9770240" providerId="AD" clId="Web-{D41EEC0D-1D25-0557-5732-B985DD88C712}" dt="2025-01-28T10:54:00.235" v="10"/>
        <pc:sldMkLst>
          <pc:docMk/>
          <pc:sldMk cId="0" sldId="281"/>
        </pc:sldMkLst>
      </pc:sldChg>
      <pc:sldChg chg="del">
        <pc:chgData name="Hassan Imam (RA Digital Human)" userId="S::ra2.digih@ncai.nust.edu.pk::bec86b52-b28a-4740-8f15-b5d0d9770240" providerId="AD" clId="Web-{D41EEC0D-1D25-0557-5732-B985DD88C712}" dt="2025-01-28T10:54:00.548" v="11"/>
        <pc:sldMkLst>
          <pc:docMk/>
          <pc:sldMk cId="0" sldId="285"/>
        </pc:sldMkLst>
      </pc:sldChg>
      <pc:sldChg chg="del">
        <pc:chgData name="Hassan Imam (RA Digital Human)" userId="S::ra2.digih@ncai.nust.edu.pk::bec86b52-b28a-4740-8f15-b5d0d9770240" providerId="AD" clId="Web-{D41EEC0D-1D25-0557-5732-B985DD88C712}" dt="2025-01-28T10:54:02.595" v="12"/>
        <pc:sldMkLst>
          <pc:docMk/>
          <pc:sldMk cId="0" sldId="289"/>
        </pc:sldMkLst>
      </pc:sldChg>
      <pc:sldChg chg="del">
        <pc:chgData name="Hassan Imam (RA Digital Human)" userId="S::ra2.digih@ncai.nust.edu.pk::bec86b52-b28a-4740-8f15-b5d0d9770240" providerId="AD" clId="Web-{D41EEC0D-1D25-0557-5732-B985DD88C712}" dt="2025-01-28T10:53:43.719" v="1"/>
        <pc:sldMkLst>
          <pc:docMk/>
          <pc:sldMk cId="0" sldId="292"/>
        </pc:sldMkLst>
      </pc:sldChg>
      <pc:sldChg chg="del">
        <pc:chgData name="Hassan Imam (RA Digital Human)" userId="S::ra2.digih@ncai.nust.edu.pk::bec86b52-b28a-4740-8f15-b5d0d9770240" providerId="AD" clId="Web-{D41EEC0D-1D25-0557-5732-B985DD88C712}" dt="2025-01-28T10:53:43.719" v="0"/>
        <pc:sldMkLst>
          <pc:docMk/>
          <pc:sldMk cId="0" sldId="317"/>
        </pc:sldMkLst>
      </pc:sldChg>
      <pc:sldChg chg="del">
        <pc:chgData name="Hassan Imam (RA Digital Human)" userId="S::ra2.digih@ncai.nust.edu.pk::bec86b52-b28a-4740-8f15-b5d0d9770240" providerId="AD" clId="Web-{D41EEC0D-1D25-0557-5732-B985DD88C712}" dt="2025-01-28T10:53:44.329" v="2"/>
        <pc:sldMkLst>
          <pc:docMk/>
          <pc:sldMk cId="0" sldId="318"/>
        </pc:sldMkLst>
      </pc:sldChg>
      <pc:sldChg chg="del">
        <pc:chgData name="Hassan Imam (RA Digital Human)" userId="S::ra2.digih@ncai.nust.edu.pk::bec86b52-b28a-4740-8f15-b5d0d9770240" providerId="AD" clId="Web-{D41EEC0D-1D25-0557-5732-B985DD88C712}" dt="2025-01-28T10:54:02.657" v="13"/>
        <pc:sldMkLst>
          <pc:docMk/>
          <pc:sldMk cId="0" sldId="333"/>
        </pc:sldMkLst>
      </pc:sldChg>
      <pc:sldChg chg="del">
        <pc:chgData name="Hassan Imam (RA Digital Human)" userId="S::ra2.digih@ncai.nust.edu.pk::bec86b52-b28a-4740-8f15-b5d0d9770240" providerId="AD" clId="Web-{D41EEC0D-1D25-0557-5732-B985DD88C712}" dt="2025-01-28T10:53:46.344" v="3"/>
        <pc:sldMkLst>
          <pc:docMk/>
          <pc:sldMk cId="0" sldId="356"/>
        </pc:sldMkLst>
      </pc:sldChg>
      <pc:sldChg chg="del">
        <pc:chgData name="Hassan Imam (RA Digital Human)" userId="S::ra2.digih@ncai.nust.edu.pk::bec86b52-b28a-4740-8f15-b5d0d9770240" providerId="AD" clId="Web-{D41EEC0D-1D25-0557-5732-B985DD88C712}" dt="2025-01-28T10:53:47.626" v="4"/>
        <pc:sldMkLst>
          <pc:docMk/>
          <pc:sldMk cId="0" sldId="358"/>
        </pc:sldMkLst>
      </pc:sldChg>
      <pc:sldChg chg="del">
        <pc:chgData name="Hassan Imam (RA Digital Human)" userId="S::ra2.digih@ncai.nust.edu.pk::bec86b52-b28a-4740-8f15-b5d0d9770240" providerId="AD" clId="Web-{D41EEC0D-1D25-0557-5732-B985DD88C712}" dt="2025-01-28T10:54:10.970" v="14"/>
        <pc:sldMkLst>
          <pc:docMk/>
          <pc:sldMk cId="443997404" sldId="475"/>
        </pc:sldMkLst>
      </pc:sldChg>
      <pc:sldChg chg="addSp delSp modSp">
        <pc:chgData name="Hassan Imam (RA Digital Human)" userId="S::ra2.digih@ncai.nust.edu.pk::bec86b52-b28a-4740-8f15-b5d0d9770240" providerId="AD" clId="Web-{D41EEC0D-1D25-0557-5732-B985DD88C712}" dt="2025-01-28T10:59:29.194" v="21"/>
        <pc:sldMkLst>
          <pc:docMk/>
          <pc:sldMk cId="4097930329" sldId="479"/>
        </pc:sldMkLst>
        <pc:spChg chg="mod">
          <ac:chgData name="Hassan Imam (RA Digital Human)" userId="S::ra2.digih@ncai.nust.edu.pk::bec86b52-b28a-4740-8f15-b5d0d9770240" providerId="AD" clId="Web-{D41EEC0D-1D25-0557-5732-B985DD88C712}" dt="2025-01-28T10:59:20.929" v="19" actId="20577"/>
          <ac:spMkLst>
            <pc:docMk/>
            <pc:sldMk cId="4097930329" sldId="479"/>
            <ac:spMk id="2" creationId="{289BC1EF-338C-356F-25F5-8927760A83C0}"/>
          </ac:spMkLst>
        </pc:spChg>
        <pc:picChg chg="add del mod">
          <ac:chgData name="Hassan Imam (RA Digital Human)" userId="S::ra2.digih@ncai.nust.edu.pk::bec86b52-b28a-4740-8f15-b5d0d9770240" providerId="AD" clId="Web-{D41EEC0D-1D25-0557-5732-B985DD88C712}" dt="2025-01-28T10:59:29.194" v="21"/>
          <ac:picMkLst>
            <pc:docMk/>
            <pc:sldMk cId="4097930329" sldId="479"/>
            <ac:picMk id="6" creationId="{D68FD905-2513-7EC1-228E-C06BE4CDECE1}"/>
          </ac:picMkLst>
        </pc:picChg>
      </pc:sldChg>
      <pc:sldChg chg="addSp delSp modSp del">
        <pc:chgData name="Hassan Imam (RA Digital Human)" userId="S::ra2.digih@ncai.nust.edu.pk::bec86b52-b28a-4740-8f15-b5d0d9770240" providerId="AD" clId="Web-{D41EEC0D-1D25-0557-5732-B985DD88C712}" dt="2025-01-28T10:56:45.598" v="17"/>
        <pc:sldMkLst>
          <pc:docMk/>
          <pc:sldMk cId="3903927007" sldId="490"/>
        </pc:sldMkLst>
        <pc:spChg chg="add del">
          <ac:chgData name="Hassan Imam (RA Digital Human)" userId="S::ra2.digih@ncai.nust.edu.pk::bec86b52-b28a-4740-8f15-b5d0d9770240" providerId="AD" clId="Web-{D41EEC0D-1D25-0557-5732-B985DD88C712}" dt="2025-01-28T10:56:42.723" v="16"/>
          <ac:spMkLst>
            <pc:docMk/>
            <pc:sldMk cId="3903927007" sldId="490"/>
            <ac:spMk id="2" creationId="{FBB7869E-80AE-949D-260C-DC6FBEA01CCE}"/>
          </ac:spMkLst>
        </pc:spChg>
        <pc:picChg chg="add del mod ord">
          <ac:chgData name="Hassan Imam (RA Digital Human)" userId="S::ra2.digih@ncai.nust.edu.pk::bec86b52-b28a-4740-8f15-b5d0d9770240" providerId="AD" clId="Web-{D41EEC0D-1D25-0557-5732-B985DD88C712}" dt="2025-01-28T10:56:42.723" v="16"/>
          <ac:picMkLst>
            <pc:docMk/>
            <pc:sldMk cId="3903927007" sldId="490"/>
            <ac:picMk id="6" creationId="{9603EE4F-2929-F855-5C4B-335058D43430}"/>
          </ac:picMkLst>
        </pc:picChg>
      </pc:sldChg>
      <pc:sldChg chg="addSp delSp modSp new">
        <pc:chgData name="Hassan Imam (RA Digital Human)" userId="S::ra2.digih@ncai.nust.edu.pk::bec86b52-b28a-4740-8f15-b5d0d9770240" providerId="AD" clId="Web-{D41EEC0D-1D25-0557-5732-B985DD88C712}" dt="2025-01-28T10:59:43.882" v="24"/>
        <pc:sldMkLst>
          <pc:docMk/>
          <pc:sldMk cId="1505146875" sldId="509"/>
        </pc:sldMkLst>
        <pc:spChg chg="del">
          <ac:chgData name="Hassan Imam (RA Digital Human)" userId="S::ra2.digih@ncai.nust.edu.pk::bec86b52-b28a-4740-8f15-b5d0d9770240" providerId="AD" clId="Web-{D41EEC0D-1D25-0557-5732-B985DD88C712}" dt="2025-01-28T10:59:40.679" v="23"/>
          <ac:spMkLst>
            <pc:docMk/>
            <pc:sldMk cId="1505146875" sldId="509"/>
            <ac:spMk id="2" creationId="{0F5354A2-4A11-88D1-0CA2-8FA4AD7FE9D4}"/>
          </ac:spMkLst>
        </pc:spChg>
        <pc:spChg chg="add mod">
          <ac:chgData name="Hassan Imam (RA Digital Human)" userId="S::ra2.digih@ncai.nust.edu.pk::bec86b52-b28a-4740-8f15-b5d0d9770240" providerId="AD" clId="Web-{D41EEC0D-1D25-0557-5732-B985DD88C712}" dt="2025-01-28T10:59:43.882" v="24"/>
          <ac:spMkLst>
            <pc:docMk/>
            <pc:sldMk cId="1505146875" sldId="509"/>
            <ac:spMk id="8" creationId="{85E2E5FB-A1E0-28BC-97A8-A3BE6652289D}"/>
          </ac:spMkLst>
        </pc:spChg>
        <pc:picChg chg="add del mod ord">
          <ac:chgData name="Hassan Imam (RA Digital Human)" userId="S::ra2.digih@ncai.nust.edu.pk::bec86b52-b28a-4740-8f15-b5d0d9770240" providerId="AD" clId="Web-{D41EEC0D-1D25-0557-5732-B985DD88C712}" dt="2025-01-28T10:59:43.882" v="24"/>
          <ac:picMkLst>
            <pc:docMk/>
            <pc:sldMk cId="1505146875" sldId="509"/>
            <ac:picMk id="6" creationId="{EA33E355-4B85-1CB7-7D71-9839125F0A82}"/>
          </ac:picMkLst>
        </pc:picChg>
      </pc:sldChg>
    </pc:docChg>
  </pc:docChgLst>
  <pc:docChgLst>
    <pc:chgData name="Muhammad Usama" userId="S::rmeo@ncai.nust.edu.pk::bbba41aa-5524-4197-b067-d36651255b27" providerId="AD" clId="Web-{AA767785-E080-2E08-5686-BFEA76A8490A}"/>
    <pc:docChg chg="addSld modSld">
      <pc:chgData name="Muhammad Usama" userId="S::rmeo@ncai.nust.edu.pk::bbba41aa-5524-4197-b067-d36651255b27" providerId="AD" clId="Web-{AA767785-E080-2E08-5686-BFEA76A8490A}" dt="2025-01-28T09:25:11.910" v="9" actId="20577"/>
      <pc:docMkLst>
        <pc:docMk/>
      </pc:docMkLst>
      <pc:sldChg chg="modSp">
        <pc:chgData name="Muhammad Usama" userId="S::rmeo@ncai.nust.edu.pk::bbba41aa-5524-4197-b067-d36651255b27" providerId="AD" clId="Web-{AA767785-E080-2E08-5686-BFEA76A8490A}" dt="2025-01-28T09:22:58.890" v="2" actId="20577"/>
        <pc:sldMkLst>
          <pc:docMk/>
          <pc:sldMk cId="1911600160" sldId="465"/>
        </pc:sldMkLst>
        <pc:spChg chg="mod">
          <ac:chgData name="Muhammad Usama" userId="S::rmeo@ncai.nust.edu.pk::bbba41aa-5524-4197-b067-d36651255b27" providerId="AD" clId="Web-{AA767785-E080-2E08-5686-BFEA76A8490A}" dt="2025-01-28T09:22:58.890" v="2" actId="20577"/>
          <ac:spMkLst>
            <pc:docMk/>
            <pc:sldMk cId="1911600160" sldId="465"/>
            <ac:spMk id="2" creationId="{DE2D7216-AE5F-13F1-E8DE-4189DD52E394}"/>
          </ac:spMkLst>
        </pc:spChg>
      </pc:sldChg>
      <pc:sldChg chg="modSp">
        <pc:chgData name="Muhammad Usama" userId="S::rmeo@ncai.nust.edu.pk::bbba41aa-5524-4197-b067-d36651255b27" providerId="AD" clId="Web-{AA767785-E080-2E08-5686-BFEA76A8490A}" dt="2025-01-28T09:25:11.910" v="9" actId="20577"/>
        <pc:sldMkLst>
          <pc:docMk/>
          <pc:sldMk cId="1018176999" sldId="477"/>
        </pc:sldMkLst>
        <pc:spChg chg="mod">
          <ac:chgData name="Muhammad Usama" userId="S::rmeo@ncai.nust.edu.pk::bbba41aa-5524-4197-b067-d36651255b27" providerId="AD" clId="Web-{AA767785-E080-2E08-5686-BFEA76A8490A}" dt="2025-01-28T09:25:11.910" v="9" actId="20577"/>
          <ac:spMkLst>
            <pc:docMk/>
            <pc:sldMk cId="1018176999" sldId="477"/>
            <ac:spMk id="3" creationId="{F6F71C48-B78E-1AF3-1C40-56769F87F71F}"/>
          </ac:spMkLst>
        </pc:spChg>
      </pc:sldChg>
      <pc:sldChg chg="new">
        <pc:chgData name="Muhammad Usama" userId="S::rmeo@ncai.nust.edu.pk::bbba41aa-5524-4197-b067-d36651255b27" providerId="AD" clId="Web-{AA767785-E080-2E08-5686-BFEA76A8490A}" dt="2025-01-28T09:12:54.978" v="0"/>
        <pc:sldMkLst>
          <pc:docMk/>
          <pc:sldMk cId="4205303631" sldId="48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9413" cy="4937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14763" y="0"/>
            <a:ext cx="2919412" cy="493713"/>
          </a:xfrm>
          <a:prstGeom prst="rect">
            <a:avLst/>
          </a:prstGeom>
        </p:spPr>
        <p:txBody>
          <a:bodyPr vert="horz" lIns="91440" tIns="45720" rIns="91440" bIns="45720" rtlCol="0"/>
          <a:lstStyle>
            <a:lvl1pPr algn="r">
              <a:defRPr sz="1200"/>
            </a:lvl1pPr>
          </a:lstStyle>
          <a:p>
            <a:fld id="{733CDD8E-FC39-4073-8149-30B6BB5B4AC0}" type="datetimeFigureOut">
              <a:rPr lang="en-US" smtClean="0"/>
              <a:pPr/>
              <a:t>1/30/2025</a:t>
            </a:fld>
            <a:endParaRPr lang="en-US"/>
          </a:p>
        </p:txBody>
      </p:sp>
      <p:sp>
        <p:nvSpPr>
          <p:cNvPr id="4" name="Footer Placeholder 3"/>
          <p:cNvSpPr>
            <a:spLocks noGrp="1"/>
          </p:cNvSpPr>
          <p:nvPr>
            <p:ph type="ftr" sz="quarter" idx="2"/>
          </p:nvPr>
        </p:nvSpPr>
        <p:spPr>
          <a:xfrm>
            <a:off x="0" y="9371013"/>
            <a:ext cx="2919413" cy="49371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14763" y="9371013"/>
            <a:ext cx="2919412" cy="493712"/>
          </a:xfrm>
          <a:prstGeom prst="rect">
            <a:avLst/>
          </a:prstGeom>
        </p:spPr>
        <p:txBody>
          <a:bodyPr vert="horz" lIns="91440" tIns="45720" rIns="91440" bIns="45720" rtlCol="0" anchor="b"/>
          <a:lstStyle>
            <a:lvl1pPr algn="r">
              <a:defRPr sz="1200"/>
            </a:lvl1pPr>
          </a:lstStyle>
          <a:p>
            <a:fld id="{2921ED18-B038-4EA1-A21B-AB8901871911}" type="slidenum">
              <a:rPr lang="en-US" smtClean="0"/>
              <a:pPr/>
              <a:t>‹#›</a:t>
            </a:fld>
            <a:endParaRPr lang="en-US"/>
          </a:p>
        </p:txBody>
      </p:sp>
    </p:spTree>
    <p:extLst>
      <p:ext uri="{BB962C8B-B14F-4D97-AF65-F5344CB8AC3E}">
        <p14:creationId xmlns:p14="http://schemas.microsoft.com/office/powerpoint/2010/main" val="23441467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8831" cy="49331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15373" y="0"/>
            <a:ext cx="2918831" cy="493316"/>
          </a:xfrm>
          <a:prstGeom prst="rect">
            <a:avLst/>
          </a:prstGeom>
        </p:spPr>
        <p:txBody>
          <a:bodyPr vert="horz" lIns="91440" tIns="45720" rIns="91440" bIns="45720" rtlCol="0"/>
          <a:lstStyle>
            <a:lvl1pPr algn="r">
              <a:defRPr sz="1200"/>
            </a:lvl1pPr>
          </a:lstStyle>
          <a:p>
            <a:fld id="{45A99053-ED9B-4573-ADD1-FF3F02AEEC94}" type="datetimeFigureOut">
              <a:rPr lang="en-US" smtClean="0"/>
              <a:pPr/>
              <a:t>1/30/2025</a:t>
            </a:fld>
            <a:endParaRPr lang="en-US"/>
          </a:p>
        </p:txBody>
      </p:sp>
      <p:sp>
        <p:nvSpPr>
          <p:cNvPr id="4" name="Slide Image Placeholder 3"/>
          <p:cNvSpPr>
            <a:spLocks noGrp="1" noRot="1" noChangeAspect="1"/>
          </p:cNvSpPr>
          <p:nvPr>
            <p:ph type="sldImg" idx="2"/>
          </p:nvPr>
        </p:nvSpPr>
        <p:spPr>
          <a:xfrm>
            <a:off x="901700" y="739775"/>
            <a:ext cx="4932363" cy="370046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3577" y="4686499"/>
            <a:ext cx="5388610" cy="443984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371285"/>
            <a:ext cx="2918831" cy="49331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15373" y="9371285"/>
            <a:ext cx="2918831" cy="493316"/>
          </a:xfrm>
          <a:prstGeom prst="rect">
            <a:avLst/>
          </a:prstGeom>
        </p:spPr>
        <p:txBody>
          <a:bodyPr vert="horz" lIns="91440" tIns="45720" rIns="91440" bIns="45720" rtlCol="0" anchor="b"/>
          <a:lstStyle>
            <a:lvl1pPr algn="r">
              <a:defRPr sz="1200"/>
            </a:lvl1pPr>
          </a:lstStyle>
          <a:p>
            <a:fld id="{C717A6B5-285D-4D12-BDAD-F571A72DC8C6}" type="slidenum">
              <a:rPr lang="en-US" smtClean="0"/>
              <a:pPr/>
              <a:t>‹#›</a:t>
            </a:fld>
            <a:endParaRPr lang="en-US"/>
          </a:p>
        </p:txBody>
      </p:sp>
    </p:spTree>
    <p:extLst>
      <p:ext uri="{BB962C8B-B14F-4D97-AF65-F5344CB8AC3E}">
        <p14:creationId xmlns:p14="http://schemas.microsoft.com/office/powerpoint/2010/main" val="2350827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130425"/>
            <a:ext cx="7772400" cy="1470025"/>
          </a:xfr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0">
            <a:schemeClr val="accent1"/>
          </a:lnRef>
          <a:fillRef idx="3">
            <a:schemeClr val="accent1"/>
          </a:fillRef>
          <a:effectRef idx="3">
            <a:schemeClr val="accent1"/>
          </a:effectRef>
          <a:fontRef idx="none"/>
        </p:style>
        <p:txBody>
          <a:bodyPr/>
          <a:lstStyle>
            <a:lvl1pPr>
              <a:defRPr>
                <a:solidFill>
                  <a:schemeClr val="bg1"/>
                </a:solidFill>
                <a:effectLst>
                  <a:outerShdw blurRad="50800" dist="38100" dir="2700000" algn="tl" rotWithShape="0">
                    <a:prstClr val="black">
                      <a:alpha val="40000"/>
                    </a:prstClr>
                  </a:outerShdw>
                </a:effectLst>
              </a:defRPr>
            </a:lvl1pPr>
          </a:lstStyle>
          <a:p>
            <a:r>
              <a:rPr lang="en-US"/>
              <a:t>Development of a Tele-Surgical Training Robot and Simulator</a:t>
            </a:r>
          </a:p>
        </p:txBody>
      </p:sp>
      <p:sp>
        <p:nvSpPr>
          <p:cNvPr id="3" name="Subtitle 2"/>
          <p:cNvSpPr>
            <a:spLocks noGrp="1"/>
          </p:cNvSpPr>
          <p:nvPr>
            <p:ph type="subTitle" idx="1" hasCustomPrompt="1"/>
          </p:nvPr>
        </p:nvSpPr>
        <p:spPr>
          <a:xfrm>
            <a:off x="1371600" y="3886200"/>
            <a:ext cx="6400800" cy="1752600"/>
          </a:xfrm>
        </p:spPr>
        <p:txBody>
          <a:bodyPr>
            <a:normAutofit/>
          </a:bodyPr>
          <a:lstStyle>
            <a:lvl1pPr marL="0" indent="0" algn="ctr">
              <a:buNone/>
              <a:defRPr sz="2000"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Yasar AYAZ</a:t>
            </a:r>
          </a:p>
          <a:p>
            <a:r>
              <a:rPr lang="en-US"/>
              <a:t>Uchiyama-Konno Laboratory,</a:t>
            </a:r>
          </a:p>
          <a:p>
            <a:r>
              <a:rPr lang="en-US"/>
              <a:t>Department of Aerospace Engineering,</a:t>
            </a:r>
          </a:p>
          <a:p>
            <a:r>
              <a:rPr lang="en-US"/>
              <a:t>Tohoku University, Sendai, Japan.</a:t>
            </a:r>
          </a:p>
        </p:txBody>
      </p:sp>
      <p:sp>
        <p:nvSpPr>
          <p:cNvPr id="4" name="Date Placeholder 3"/>
          <p:cNvSpPr>
            <a:spLocks noGrp="1"/>
          </p:cNvSpPr>
          <p:nvPr>
            <p:ph type="dt" sz="half" idx="10"/>
          </p:nvPr>
        </p:nvSpPr>
        <p:spPr>
          <a:noFill/>
          <a:ln>
            <a:noFill/>
          </a:ln>
        </p:spPr>
        <p:style>
          <a:lnRef idx="2">
            <a:schemeClr val="accent1"/>
          </a:lnRef>
          <a:fillRef idx="1">
            <a:schemeClr val="lt1"/>
          </a:fillRef>
          <a:effectRef idx="0">
            <a:schemeClr val="accent1"/>
          </a:effectRef>
          <a:fontRef idx="none"/>
        </p:style>
        <p:txBody>
          <a:bodyPr/>
          <a:lstStyle>
            <a:lvl1pPr>
              <a:defRPr>
                <a:solidFill>
                  <a:schemeClr val="tx1"/>
                </a:solidFill>
              </a:defRPr>
            </a:lvl1pPr>
          </a:lstStyle>
          <a:p>
            <a:fld id="{545EF48D-B4F7-4CB0-9A9F-54709C5C2E15}" type="datetime2">
              <a:rPr lang="en-US" smtClean="0"/>
              <a:pPr/>
              <a:t>Thursday, January 30,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ln>
            <a:noFill/>
          </a:ln>
        </p:spPr>
        <p:style>
          <a:lnRef idx="2">
            <a:schemeClr val="accent1"/>
          </a:lnRef>
          <a:fillRef idx="1">
            <a:schemeClr val="lt1"/>
          </a:fillRef>
          <a:effectRef idx="0">
            <a:schemeClr val="accent1"/>
          </a:effectRef>
          <a:fontRef idx="none"/>
        </p:style>
        <p:txBody>
          <a:bodyPr/>
          <a:lstStyle>
            <a:lvl1pPr>
              <a:defRPr>
                <a:solidFill>
                  <a:schemeClr val="tx1"/>
                </a:solidFill>
              </a:defRPr>
            </a:lvl1pPr>
          </a:lstStyle>
          <a:p>
            <a:fld id="{C6278B2A-76D2-4720-A010-42A793F8B16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1" name="Picture 2" descr="E:\RISE Lab\Website\Resources\Robots\Nao_robot.jpg"/>
          <p:cNvPicPr>
            <a:picLocks noChangeAspect="1" noChangeArrowheads="1"/>
          </p:cNvPicPr>
          <p:nvPr userDrawn="1"/>
        </p:nvPicPr>
        <p:blipFill>
          <a:blip r:embed="rId2" cstate="print">
            <a:duotone>
              <a:schemeClr val="bg2">
                <a:shade val="45000"/>
                <a:satMod val="135000"/>
              </a:schemeClr>
              <a:prstClr val="white"/>
            </a:duotone>
          </a:blip>
          <a:srcRect/>
          <a:stretch>
            <a:fillRect/>
          </a:stretch>
        </p:blipFill>
        <p:spPr bwMode="auto">
          <a:xfrm>
            <a:off x="6553200" y="2362200"/>
            <a:ext cx="2552700" cy="3810000"/>
          </a:xfrm>
          <a:prstGeom prst="rect">
            <a:avLst/>
          </a:prstGeom>
          <a:noFill/>
        </p:spPr>
      </p:pic>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prst="slope"/>
          </a:sp3d>
        </p:spPr>
        <p:style>
          <a:lnRef idx="0">
            <a:schemeClr val="accent1"/>
          </a:lnRef>
          <a:fillRef idx="3">
            <a:schemeClr val="accent1"/>
          </a:fillRef>
          <a:effectRef idx="3">
            <a:schemeClr val="accent1"/>
          </a:effectRef>
          <a:fontRef idx="none"/>
        </p:style>
        <p:txBody>
          <a:bodyPr/>
          <a:lstStyle>
            <a:lvl1pPr>
              <a:defRPr b="0" cap="none" spc="0">
                <a:ln w="18415" cmpd="sng">
                  <a:solidFill>
                    <a:srgbClr val="FFFFFF"/>
                  </a:solidFill>
                  <a:prstDash val="solid"/>
                </a:ln>
                <a:solidFill>
                  <a:srgbClr val="FFFFFF"/>
                </a:solidFill>
                <a:effectLst>
                  <a:outerShdw blurRad="63500" dir="3600000" algn="tl" rotWithShape="0">
                    <a:srgbClr val="000000">
                      <a:alpha val="70000"/>
                    </a:srgbClr>
                  </a:outerShdw>
                </a:effectLst>
              </a:defRPr>
            </a:lvl1pPr>
          </a:lstStyle>
          <a:p>
            <a:r>
              <a:rPr lang="en-US"/>
              <a:t>Click to edit Master title style</a:t>
            </a:r>
          </a:p>
        </p:txBody>
      </p:sp>
      <p:sp>
        <p:nvSpPr>
          <p:cNvPr id="4" name="Date Placeholder 3"/>
          <p:cNvSpPr>
            <a:spLocks noGrp="1"/>
          </p:cNvSpPr>
          <p:nvPr>
            <p:ph type="dt" sz="half" idx="10"/>
          </p:nvPr>
        </p:nvSpPr>
        <p:spPr>
          <a:noFill/>
          <a:ln>
            <a:noFill/>
          </a:ln>
        </p:spPr>
        <p:style>
          <a:lnRef idx="2">
            <a:schemeClr val="accent1"/>
          </a:lnRef>
          <a:fillRef idx="1">
            <a:schemeClr val="lt1"/>
          </a:fillRef>
          <a:effectRef idx="0">
            <a:schemeClr val="accent1"/>
          </a:effectRef>
          <a:fontRef idx="none"/>
        </p:style>
        <p:txBody>
          <a:bodyPr/>
          <a:lstStyle>
            <a:lvl1pPr>
              <a:defRPr>
                <a:solidFill>
                  <a:schemeClr val="tx1"/>
                </a:solidFill>
              </a:defRPr>
            </a:lvl1pPr>
          </a:lstStyle>
          <a:p>
            <a:fld id="{BEF28905-D5AB-4289-BE97-6E4AD5680DB3}" type="datetime2">
              <a:rPr lang="en-US" smtClean="0"/>
              <a:pPr/>
              <a:t>Thursday, January 30,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ln>
            <a:noFill/>
          </a:ln>
        </p:spPr>
        <p:style>
          <a:lnRef idx="2">
            <a:schemeClr val="accent1"/>
          </a:lnRef>
          <a:fillRef idx="1">
            <a:schemeClr val="lt1"/>
          </a:fillRef>
          <a:effectRef idx="0">
            <a:schemeClr val="accent1"/>
          </a:effectRef>
          <a:fontRef idx="none"/>
        </p:style>
        <p:txBody>
          <a:bodyPr/>
          <a:lstStyle>
            <a:lvl1pPr>
              <a:defRPr>
                <a:solidFill>
                  <a:schemeClr val="tx1"/>
                </a:solidFill>
              </a:defRPr>
            </a:lvl1pPr>
          </a:lstStyle>
          <a:p>
            <a:fld id="{6E1C90AF-3AA4-4CFC-B2BC-F2B6405EADE7}" type="slidenum">
              <a:rPr lang="en-US" smtClean="0"/>
              <a:pPr/>
              <a:t>‹#›</a:t>
            </a:fld>
            <a:endParaRPr lang="en-US"/>
          </a:p>
        </p:txBody>
      </p:sp>
      <p:cxnSp>
        <p:nvCxnSpPr>
          <p:cNvPr id="8" name="Straight Connector 7"/>
          <p:cNvCxnSpPr/>
          <p:nvPr userDrawn="1"/>
        </p:nvCxnSpPr>
        <p:spPr>
          <a:xfrm>
            <a:off x="457200" y="1524000"/>
            <a:ext cx="82296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userDrawn="1"/>
        </p:nvCxnSpPr>
        <p:spPr>
          <a:xfrm>
            <a:off x="457200" y="6248400"/>
            <a:ext cx="8229600" cy="1588"/>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0CC578-9C59-4C95-B3DD-682B3786D5C6}" type="datetime2">
              <a:rPr lang="en-US" smtClean="0"/>
              <a:pPr/>
              <a:t>Thursday, January 30,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278B2A-76D2-4720-A010-42A793F8B16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CD37868-806D-4CB8-9E5B-E92ECADFEC60}" type="datetime2">
              <a:rPr lang="en-US" smtClean="0"/>
              <a:pPr/>
              <a:t>Thursday, January 30, 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278B2A-76D2-4720-A010-42A793F8B16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1FF2CD3-F071-4212-BFCD-D4B378E006CA}" type="datetime2">
              <a:rPr lang="en-US" smtClean="0"/>
              <a:pPr/>
              <a:t>Thursday, January 30, 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6278B2A-76D2-4720-A010-42A793F8B16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0063A70-2E84-4547-9A82-9FFB2AD53C71}" type="datetime2">
              <a:rPr lang="en-US" smtClean="0"/>
              <a:pPr/>
              <a:t>Thursday, January 30, 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6278B2A-76D2-4720-A010-42A793F8B16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048063-A685-495C-8A11-227319F3915E}" type="datetime2">
              <a:rPr lang="en-US" smtClean="0"/>
              <a:pPr/>
              <a:t>Thursday, January 30, 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6278B2A-76D2-4720-A010-42A793F8B16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F5D5ED-4694-487F-B5AB-205B5DF3EE48}" type="datetime2">
              <a:rPr lang="en-US" smtClean="0"/>
              <a:pPr/>
              <a:t>Thursday, January 30, 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278B2A-76D2-4720-A010-42A793F8B16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193138E-4D6E-44CD-816E-7F35C0B59895}" type="datetime2">
              <a:rPr lang="en-US" smtClean="0"/>
              <a:pPr/>
              <a:t>Thursday, January 30, 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278B2A-76D2-4720-A010-42A793F8B16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80BF09-A090-44C2-B7E2-35EF6263810D}" type="datetime2">
              <a:rPr lang="en-US" smtClean="0"/>
              <a:pPr/>
              <a:t>Thursday, January 30,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278B2A-76D2-4720-A010-42A793F8B16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1484F7-C935-4CCD-93E2-9A75544EAA8D}" type="datetime2">
              <a:rPr lang="en-US" smtClean="0"/>
              <a:pPr/>
              <a:t>Thursday, January 30,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278B2A-76D2-4720-A010-42A793F8B166}"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593367"/>
            <a:ext cx="85206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6217623"/>
            <a:ext cx="5487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855213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802192-87B4-43CC-A8BE-80A1BE79AAB9}" type="datetime2">
              <a:rPr lang="en-US" smtClean="0"/>
              <a:pPr/>
              <a:t>Thursday, January 30, 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278B2A-76D2-4720-A010-42A793F8B16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6.jpg"/></Relationships>
</file>

<file path=ppt/slides/_rels/slide1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4.jpg"/><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4.jpg"/><Relationship Id="rId1" Type="http://schemas.openxmlformats.org/officeDocument/2006/relationships/slideLayout" Target="../slideLayouts/slideLayout6.xml"/><Relationship Id="rId4" Type="http://schemas.openxmlformats.org/officeDocument/2006/relationships/image" Target="../media/image2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74914" y="665843"/>
            <a:ext cx="7772400" cy="1847851"/>
          </a:xfrm>
        </p:spPr>
        <p:txBody>
          <a:bodyPr vert="horz" lIns="91440" tIns="45720" rIns="91440" bIns="45720" rtlCol="0" anchor="ctr">
            <a:noAutofit/>
          </a:bodyPr>
          <a:lstStyle/>
          <a:p>
            <a:r>
              <a:rPr lang="en-US" sz="3600" b="1" dirty="0"/>
              <a:t>CSE 860 Generative AI &amp; Applications </a:t>
            </a:r>
          </a:p>
        </p:txBody>
      </p:sp>
      <p:sp>
        <p:nvSpPr>
          <p:cNvPr id="3" name="Subtitle 2"/>
          <p:cNvSpPr>
            <a:spLocks noGrp="1"/>
          </p:cNvSpPr>
          <p:nvPr>
            <p:ph type="subTitle" idx="1"/>
          </p:nvPr>
        </p:nvSpPr>
        <p:spPr>
          <a:xfrm>
            <a:off x="2819400" y="3178629"/>
            <a:ext cx="5562600" cy="3374571"/>
          </a:xfrm>
        </p:spPr>
        <p:txBody>
          <a:bodyPr>
            <a:normAutofit fontScale="92500" lnSpcReduction="10000"/>
          </a:bodyPr>
          <a:lstStyle/>
          <a:p>
            <a:r>
              <a:rPr lang="en-US" b="1">
                <a:latin typeface="Times New Roman" pitchFamily="18" charset="0"/>
                <a:cs typeface="Times New Roman" pitchFamily="18" charset="0"/>
              </a:rPr>
              <a:t>Prof. Dr. Yasar Ayaz</a:t>
            </a:r>
          </a:p>
          <a:p>
            <a:r>
              <a:rPr lang="en-US" i="1">
                <a:latin typeface="Times New Roman" pitchFamily="18" charset="0"/>
                <a:cs typeface="Times New Roman" pitchFamily="18" charset="0"/>
              </a:rPr>
              <a:t>(Pride of Performance)</a:t>
            </a:r>
          </a:p>
          <a:p>
            <a:endParaRPr lang="en-US">
              <a:latin typeface="Times New Roman" pitchFamily="18" charset="0"/>
              <a:cs typeface="Times New Roman" pitchFamily="18" charset="0"/>
            </a:endParaRPr>
          </a:p>
          <a:p>
            <a:r>
              <a:rPr lang="en-US">
                <a:latin typeface="Times New Roman" pitchFamily="18" charset="0"/>
                <a:cs typeface="Times New Roman" pitchFamily="18" charset="0"/>
              </a:rPr>
              <a:t>Chairman / Central Project Director</a:t>
            </a:r>
          </a:p>
          <a:p>
            <a:r>
              <a:rPr lang="en-US">
                <a:latin typeface="Times New Roman" pitchFamily="18" charset="0"/>
                <a:cs typeface="Times New Roman" pitchFamily="18" charset="0"/>
              </a:rPr>
              <a:t>National Center of Artificial Intelligence (NCAI)</a:t>
            </a:r>
          </a:p>
          <a:p>
            <a:r>
              <a:rPr lang="en-US">
                <a:latin typeface="Times New Roman" pitchFamily="18" charset="0"/>
                <a:cs typeface="Times New Roman" pitchFamily="18" charset="0"/>
              </a:rPr>
              <a:t>Pakistan</a:t>
            </a:r>
          </a:p>
          <a:p>
            <a:endParaRPr lang="en-US">
              <a:latin typeface="Times New Roman" pitchFamily="18" charset="0"/>
              <a:cs typeface="Times New Roman" pitchFamily="18" charset="0"/>
            </a:endParaRPr>
          </a:p>
          <a:p>
            <a:r>
              <a:rPr lang="en-US">
                <a:latin typeface="Times New Roman" pitchFamily="18" charset="0"/>
                <a:cs typeface="Times New Roman" pitchFamily="18" charset="0"/>
              </a:rPr>
              <a:t>Professor &amp; Founding Head</a:t>
            </a:r>
          </a:p>
          <a:p>
            <a:r>
              <a:rPr lang="en-US">
                <a:latin typeface="Times New Roman" pitchFamily="18" charset="0"/>
                <a:cs typeface="Times New Roman" pitchFamily="18" charset="0"/>
              </a:rPr>
              <a:t>Department of Robotics &amp; AI</a:t>
            </a:r>
          </a:p>
          <a:p>
            <a:r>
              <a:rPr lang="en-US">
                <a:latin typeface="Times New Roman" pitchFamily="18" charset="0"/>
                <a:cs typeface="Times New Roman" pitchFamily="18" charset="0"/>
              </a:rPr>
              <a:t>NUST-SMME</a:t>
            </a:r>
          </a:p>
        </p:txBody>
      </p:sp>
      <p:sp>
        <p:nvSpPr>
          <p:cNvPr id="5" name="Slide Number Placeholder 4"/>
          <p:cNvSpPr>
            <a:spLocks noGrp="1"/>
          </p:cNvSpPr>
          <p:nvPr>
            <p:ph type="sldNum" sz="quarter" idx="12"/>
          </p:nvPr>
        </p:nvSpPr>
        <p:spPr/>
        <p:txBody>
          <a:bodyPr/>
          <a:lstStyle/>
          <a:p>
            <a:fld id="{C6278B2A-76D2-4720-A010-42A793F8B166}" type="slidenum">
              <a:rPr lang="en-US" smtClean="0"/>
              <a:pPr/>
              <a:t>1</a:t>
            </a:fld>
            <a:endParaRPr lang="en-US"/>
          </a:p>
        </p:txBody>
      </p:sp>
      <p:pic>
        <p:nvPicPr>
          <p:cNvPr id="6" name="Picture 5" descr="NUST Logo"/>
          <p:cNvPicPr>
            <a:picLocks noChangeAspect="1"/>
          </p:cNvPicPr>
          <p:nvPr/>
        </p:nvPicPr>
        <p:blipFill>
          <a:blip r:embed="rId2" cstate="print"/>
          <a:srcRect/>
          <a:stretch>
            <a:fillRect/>
          </a:stretch>
        </p:blipFill>
        <p:spPr bwMode="auto">
          <a:xfrm>
            <a:off x="1143000" y="4800600"/>
            <a:ext cx="1240971" cy="1240971"/>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26C8EAD5-9961-4F5B-8213-BA2F29F36316}" type="datetime2">
              <a:rPr lang="en-US" smtClean="0"/>
              <a:t>Thursday, January 30, 2025</a:t>
            </a:fld>
            <a:endParaRPr lang="en-US"/>
          </a:p>
        </p:txBody>
      </p:sp>
      <p:pic>
        <p:nvPicPr>
          <p:cNvPr id="1026" name="Picture 2" descr="https://ncai.pk/wp-content/uploads/2021/01/logo-1-5.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 y="3115104"/>
            <a:ext cx="2721429" cy="15172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1192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661A909-18A9-F0D5-B5D7-E24E5EDD5764}"/>
              </a:ext>
            </a:extLst>
          </p:cNvPr>
          <p:cNvSpPr>
            <a:spLocks noGrp="1"/>
          </p:cNvSpPr>
          <p:nvPr>
            <p:ph type="title"/>
          </p:nvPr>
        </p:nvSpPr>
        <p:spPr/>
        <p:txBody>
          <a:bodyPr/>
          <a:lstStyle/>
          <a:p>
            <a:r>
              <a:rPr lang="en-GB" sz="2100">
                <a:ea typeface="+mj-lt"/>
                <a:cs typeface="+mj-lt"/>
              </a:rPr>
              <a:t>The Hierarchy of AI: From Machine Learning to Generative AI</a:t>
            </a:r>
            <a:endParaRPr lang="en-US"/>
          </a:p>
        </p:txBody>
      </p:sp>
      <p:sp>
        <p:nvSpPr>
          <p:cNvPr id="4" name="Date Placeholder 3">
            <a:extLst>
              <a:ext uri="{FF2B5EF4-FFF2-40B4-BE49-F238E27FC236}">
                <a16:creationId xmlns:a16="http://schemas.microsoft.com/office/drawing/2014/main" id="{65A36A2B-3C09-EFFD-FD4F-06709EA0DF00}"/>
              </a:ext>
            </a:extLst>
          </p:cNvPr>
          <p:cNvSpPr>
            <a:spLocks noGrp="1"/>
          </p:cNvSpPr>
          <p:nvPr>
            <p:ph type="dt" sz="half" idx="10"/>
          </p:nvPr>
        </p:nvSpPr>
        <p:spPr/>
        <p:txBody>
          <a:bodyPr/>
          <a:lstStyle/>
          <a:p>
            <a:fld id="{BEF28905-D5AB-4289-BE97-6E4AD5680DB3}" type="datetime2">
              <a:rPr lang="en-US" smtClean="0"/>
              <a:pPr/>
              <a:t>Thursday, January 30, 2025</a:t>
            </a:fld>
            <a:endParaRPr lang="en-US"/>
          </a:p>
        </p:txBody>
      </p:sp>
      <p:sp>
        <p:nvSpPr>
          <p:cNvPr id="5" name="Slide Number Placeholder 4">
            <a:extLst>
              <a:ext uri="{FF2B5EF4-FFF2-40B4-BE49-F238E27FC236}">
                <a16:creationId xmlns:a16="http://schemas.microsoft.com/office/drawing/2014/main" id="{0812B139-0EAB-C3FF-0F2A-3D5BE198C013}"/>
              </a:ext>
            </a:extLst>
          </p:cNvPr>
          <p:cNvSpPr>
            <a:spLocks noGrp="1"/>
          </p:cNvSpPr>
          <p:nvPr>
            <p:ph type="sldNum" sz="quarter" idx="12"/>
          </p:nvPr>
        </p:nvSpPr>
        <p:spPr/>
        <p:txBody>
          <a:bodyPr/>
          <a:lstStyle/>
          <a:p>
            <a:fld id="{6E1C90AF-3AA4-4CFC-B2BC-F2B6405EADE7}" type="slidenum">
              <a:rPr lang="en-US" smtClean="0"/>
              <a:pPr/>
              <a:t>2</a:t>
            </a:fld>
            <a:endParaRPr lang="en-US"/>
          </a:p>
        </p:txBody>
      </p:sp>
      <p:sp>
        <p:nvSpPr>
          <p:cNvPr id="7" name="Oval 6">
            <a:extLst>
              <a:ext uri="{FF2B5EF4-FFF2-40B4-BE49-F238E27FC236}">
                <a16:creationId xmlns:a16="http://schemas.microsoft.com/office/drawing/2014/main" id="{42794BA9-835A-E86A-624D-B672A886C0CB}"/>
              </a:ext>
            </a:extLst>
          </p:cNvPr>
          <p:cNvSpPr/>
          <p:nvPr/>
        </p:nvSpPr>
        <p:spPr>
          <a:xfrm>
            <a:off x="2696765" y="2150269"/>
            <a:ext cx="2970000" cy="29700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350" b="1">
                <a:solidFill>
                  <a:schemeClr val="tx1"/>
                </a:solidFill>
              </a:rPr>
              <a:t>Artificial Intelligence</a:t>
            </a:r>
          </a:p>
          <a:p>
            <a:endParaRPr lang="en-GB" sz="1350">
              <a:solidFill>
                <a:schemeClr val="tx1"/>
              </a:solidFill>
            </a:endParaRPr>
          </a:p>
          <a:p>
            <a:endParaRPr lang="en-GB" sz="1350">
              <a:solidFill>
                <a:schemeClr val="tx1"/>
              </a:solidFill>
            </a:endParaRPr>
          </a:p>
          <a:p>
            <a:endParaRPr lang="en-GB" sz="1350">
              <a:solidFill>
                <a:schemeClr val="tx1"/>
              </a:solidFill>
            </a:endParaRPr>
          </a:p>
          <a:p>
            <a:endParaRPr lang="en-GB" sz="1350">
              <a:solidFill>
                <a:schemeClr val="tx1"/>
              </a:solidFill>
            </a:endParaRPr>
          </a:p>
          <a:p>
            <a:endParaRPr lang="en-GB" sz="1350">
              <a:solidFill>
                <a:schemeClr val="tx1"/>
              </a:solidFill>
            </a:endParaRPr>
          </a:p>
          <a:p>
            <a:endParaRPr lang="en-GB" sz="1350">
              <a:solidFill>
                <a:schemeClr val="tx1"/>
              </a:solidFill>
            </a:endParaRPr>
          </a:p>
          <a:p>
            <a:endParaRPr lang="en-GB" sz="1350">
              <a:solidFill>
                <a:schemeClr val="tx1"/>
              </a:solidFill>
            </a:endParaRPr>
          </a:p>
          <a:p>
            <a:endParaRPr lang="en-GB" sz="1350">
              <a:solidFill>
                <a:schemeClr val="tx1"/>
              </a:solidFill>
            </a:endParaRPr>
          </a:p>
          <a:p>
            <a:endParaRPr lang="en-GB" sz="1350">
              <a:solidFill>
                <a:schemeClr val="tx1"/>
              </a:solidFill>
            </a:endParaRPr>
          </a:p>
          <a:p>
            <a:r>
              <a:rPr lang="en-GB" sz="1350"/>
              <a:t>   </a:t>
            </a:r>
          </a:p>
        </p:txBody>
      </p:sp>
      <p:sp>
        <p:nvSpPr>
          <p:cNvPr id="9" name="Oval 8">
            <a:extLst>
              <a:ext uri="{FF2B5EF4-FFF2-40B4-BE49-F238E27FC236}">
                <a16:creationId xmlns:a16="http://schemas.microsoft.com/office/drawing/2014/main" id="{CC8940FD-03E8-8598-B0FD-27D66B8554EA}"/>
              </a:ext>
            </a:extLst>
          </p:cNvPr>
          <p:cNvSpPr/>
          <p:nvPr/>
        </p:nvSpPr>
        <p:spPr>
          <a:xfrm>
            <a:off x="3314699" y="2807494"/>
            <a:ext cx="2160000" cy="2160000"/>
          </a:xfrm>
          <a:prstGeom prst="ellipse">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350" b="1">
                <a:solidFill>
                  <a:srgbClr val="C00000"/>
                </a:solidFill>
              </a:rPr>
              <a:t>Machine Learning </a:t>
            </a:r>
          </a:p>
          <a:p>
            <a:pPr algn="ctr"/>
            <a:endParaRPr lang="en-GB" sz="1350"/>
          </a:p>
          <a:p>
            <a:pPr algn="ctr"/>
            <a:endParaRPr lang="en-GB" sz="1350"/>
          </a:p>
          <a:p>
            <a:pPr algn="ctr"/>
            <a:endParaRPr lang="en-GB" sz="1350"/>
          </a:p>
          <a:p>
            <a:pPr algn="ctr"/>
            <a:endParaRPr lang="en-GB" sz="1350"/>
          </a:p>
          <a:p>
            <a:pPr algn="ctr"/>
            <a:endParaRPr lang="en-GB" sz="1350"/>
          </a:p>
          <a:p>
            <a:pPr algn="ctr"/>
            <a:endParaRPr lang="en-GB" sz="1350"/>
          </a:p>
        </p:txBody>
      </p:sp>
      <p:sp>
        <p:nvSpPr>
          <p:cNvPr id="11" name="Oval 10">
            <a:extLst>
              <a:ext uri="{FF2B5EF4-FFF2-40B4-BE49-F238E27FC236}">
                <a16:creationId xmlns:a16="http://schemas.microsoft.com/office/drawing/2014/main" id="{9AAC3158-9F00-3E59-153E-E9127EAA7C26}"/>
              </a:ext>
            </a:extLst>
          </p:cNvPr>
          <p:cNvSpPr/>
          <p:nvPr/>
        </p:nvSpPr>
        <p:spPr>
          <a:xfrm>
            <a:off x="4025865" y="3433760"/>
            <a:ext cx="1350000" cy="1350000"/>
          </a:xfrm>
          <a:prstGeom prst="ellipse">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sz="1500" b="1">
              <a:solidFill>
                <a:srgbClr val="C00000"/>
              </a:solidFill>
              <a:ea typeface="Calibri"/>
              <a:cs typeface="Calibri"/>
            </a:endParaRPr>
          </a:p>
        </p:txBody>
      </p:sp>
      <p:sp>
        <p:nvSpPr>
          <p:cNvPr id="13" name="Oval 12">
            <a:extLst>
              <a:ext uri="{FF2B5EF4-FFF2-40B4-BE49-F238E27FC236}">
                <a16:creationId xmlns:a16="http://schemas.microsoft.com/office/drawing/2014/main" id="{59D0F590-CB19-D261-79BE-A2933D63B1C8}"/>
              </a:ext>
            </a:extLst>
          </p:cNvPr>
          <p:cNvSpPr/>
          <p:nvPr/>
        </p:nvSpPr>
        <p:spPr>
          <a:xfrm>
            <a:off x="5072063" y="2657474"/>
            <a:ext cx="2160000" cy="2160000"/>
          </a:xfrm>
          <a:prstGeom prst="ellipse">
            <a:avLst/>
          </a:prstGeom>
          <a:solidFill>
            <a:schemeClr val="tx2">
              <a:lumMod val="10000"/>
              <a:lumOff val="90000"/>
              <a:alpha val="40000"/>
            </a:schemeClr>
          </a:solidFill>
          <a:ln>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500" b="1">
                <a:solidFill>
                  <a:schemeClr val="tx1"/>
                </a:solidFill>
              </a:rPr>
              <a:t>      Data Science</a:t>
            </a:r>
          </a:p>
        </p:txBody>
      </p:sp>
      <p:sp>
        <p:nvSpPr>
          <p:cNvPr id="15" name="TextBox 14">
            <a:extLst>
              <a:ext uri="{FF2B5EF4-FFF2-40B4-BE49-F238E27FC236}">
                <a16:creationId xmlns:a16="http://schemas.microsoft.com/office/drawing/2014/main" id="{D96E359E-C92C-8F9F-A8B2-F6ECC6587011}"/>
              </a:ext>
            </a:extLst>
          </p:cNvPr>
          <p:cNvSpPr txBox="1"/>
          <p:nvPr/>
        </p:nvSpPr>
        <p:spPr>
          <a:xfrm>
            <a:off x="752925" y="2146599"/>
            <a:ext cx="2034425" cy="830997"/>
          </a:xfrm>
          <a:custGeom>
            <a:avLst/>
            <a:gdLst>
              <a:gd name="connsiteX0" fmla="*/ 0 w 2034425"/>
              <a:gd name="connsiteY0" fmla="*/ 0 h 830997"/>
              <a:gd name="connsiteX1" fmla="*/ 718830 w 2034425"/>
              <a:gd name="connsiteY1" fmla="*/ 0 h 830997"/>
              <a:gd name="connsiteX2" fmla="*/ 1437660 w 2034425"/>
              <a:gd name="connsiteY2" fmla="*/ 0 h 830997"/>
              <a:gd name="connsiteX3" fmla="*/ 2034425 w 2034425"/>
              <a:gd name="connsiteY3" fmla="*/ 0 h 830997"/>
              <a:gd name="connsiteX4" fmla="*/ 2034425 w 2034425"/>
              <a:gd name="connsiteY4" fmla="*/ 432118 h 830997"/>
              <a:gd name="connsiteX5" fmla="*/ 2034425 w 2034425"/>
              <a:gd name="connsiteY5" fmla="*/ 830997 h 830997"/>
              <a:gd name="connsiteX6" fmla="*/ 1417316 w 2034425"/>
              <a:gd name="connsiteY6" fmla="*/ 830997 h 830997"/>
              <a:gd name="connsiteX7" fmla="*/ 779863 w 2034425"/>
              <a:gd name="connsiteY7" fmla="*/ 830997 h 830997"/>
              <a:gd name="connsiteX8" fmla="*/ 0 w 2034425"/>
              <a:gd name="connsiteY8" fmla="*/ 830997 h 830997"/>
              <a:gd name="connsiteX9" fmla="*/ 0 w 2034425"/>
              <a:gd name="connsiteY9" fmla="*/ 415499 h 830997"/>
              <a:gd name="connsiteX10" fmla="*/ 0 w 2034425"/>
              <a:gd name="connsiteY10" fmla="*/ 0 h 830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34425" h="830997" extrusionOk="0">
                <a:moveTo>
                  <a:pt x="0" y="0"/>
                </a:moveTo>
                <a:cubicBezTo>
                  <a:pt x="252961" y="-10550"/>
                  <a:pt x="484194" y="-17684"/>
                  <a:pt x="718830" y="0"/>
                </a:cubicBezTo>
                <a:cubicBezTo>
                  <a:pt x="953466" y="17684"/>
                  <a:pt x="1268964" y="26785"/>
                  <a:pt x="1437660" y="0"/>
                </a:cubicBezTo>
                <a:cubicBezTo>
                  <a:pt x="1606356" y="-26785"/>
                  <a:pt x="1807428" y="-5185"/>
                  <a:pt x="2034425" y="0"/>
                </a:cubicBezTo>
                <a:cubicBezTo>
                  <a:pt x="2034312" y="184903"/>
                  <a:pt x="2040621" y="342537"/>
                  <a:pt x="2034425" y="432118"/>
                </a:cubicBezTo>
                <a:cubicBezTo>
                  <a:pt x="2028229" y="521699"/>
                  <a:pt x="2029629" y="748918"/>
                  <a:pt x="2034425" y="830997"/>
                </a:cubicBezTo>
                <a:cubicBezTo>
                  <a:pt x="1884650" y="819158"/>
                  <a:pt x="1672657" y="829797"/>
                  <a:pt x="1417316" y="830997"/>
                </a:cubicBezTo>
                <a:cubicBezTo>
                  <a:pt x="1161975" y="832197"/>
                  <a:pt x="945172" y="847381"/>
                  <a:pt x="779863" y="830997"/>
                </a:cubicBezTo>
                <a:cubicBezTo>
                  <a:pt x="614554" y="814613"/>
                  <a:pt x="386098" y="826759"/>
                  <a:pt x="0" y="830997"/>
                </a:cubicBezTo>
                <a:cubicBezTo>
                  <a:pt x="-7168" y="738521"/>
                  <a:pt x="-14956" y="505235"/>
                  <a:pt x="0" y="415499"/>
                </a:cubicBezTo>
                <a:cubicBezTo>
                  <a:pt x="14956" y="325763"/>
                  <a:pt x="-2443" y="119243"/>
                  <a:pt x="0" y="0"/>
                </a:cubicBezTo>
                <a:close/>
              </a:path>
            </a:pathLst>
          </a:custGeom>
          <a:noFill/>
          <a:ln>
            <a:solidFill>
              <a:schemeClr val="tx1"/>
            </a:solidFill>
            <a:extLst>
              <a:ext uri="{C807C97D-BFC1-408E-A445-0C87EB9F89A2}">
                <ask:lineSketchStyleProps xmlns:ask="http://schemas.microsoft.com/office/drawing/2018/sketchyshapes" sd="1725446443">
                  <a:prstGeom prst="rect">
                    <a:avLst/>
                  </a:prstGeom>
                  <ask:type>
                    <ask:lineSketchFreehand/>
                  </ask:type>
                </ask:lineSketchStyleProps>
              </a:ext>
            </a:extLst>
          </a:ln>
        </p:spPr>
        <p:txBody>
          <a:bodyPr wrap="square" lIns="91440" tIns="45720" rIns="91440" bIns="45720" rtlCol="0" anchor="t">
            <a:spAutoFit/>
          </a:bodyPr>
          <a:lstStyle/>
          <a:p>
            <a:pPr algn="ctr"/>
            <a:r>
              <a:rPr lang="en-GB" sz="1200" b="1" i="0">
                <a:solidFill>
                  <a:srgbClr val="333333"/>
                </a:solidFill>
                <a:effectLst/>
                <a:latin typeface="Quicksand"/>
              </a:rPr>
              <a:t>AI </a:t>
            </a:r>
            <a:r>
              <a:rPr lang="en-GB" sz="1200" b="0" i="0">
                <a:solidFill>
                  <a:srgbClr val="333333"/>
                </a:solidFill>
                <a:effectLst/>
                <a:latin typeface="Quicksand"/>
              </a:rPr>
              <a:t>is the broad concept of developing machines that can </a:t>
            </a:r>
            <a:r>
              <a:rPr lang="en-GB" sz="1200" b="1" i="0">
                <a:solidFill>
                  <a:srgbClr val="333333"/>
                </a:solidFill>
                <a:effectLst/>
                <a:latin typeface="Quicksand"/>
              </a:rPr>
              <a:t>simulate human thinking, reasoning and behaviour</a:t>
            </a:r>
            <a:r>
              <a:rPr lang="en-GB" sz="1200" b="0" i="0">
                <a:solidFill>
                  <a:srgbClr val="333333"/>
                </a:solidFill>
                <a:effectLst/>
                <a:latin typeface="Quicksand"/>
              </a:rPr>
              <a:t>.</a:t>
            </a:r>
            <a:endParaRPr lang="en-GB" sz="1200">
              <a:ea typeface="Calibri"/>
              <a:cs typeface="Calibri"/>
            </a:endParaRPr>
          </a:p>
        </p:txBody>
      </p:sp>
      <p:sp>
        <p:nvSpPr>
          <p:cNvPr id="17" name="TextBox 16">
            <a:extLst>
              <a:ext uri="{FF2B5EF4-FFF2-40B4-BE49-F238E27FC236}">
                <a16:creationId xmlns:a16="http://schemas.microsoft.com/office/drawing/2014/main" id="{D00D6FC5-8893-0146-0BB7-EC8DF7DB3AD5}"/>
              </a:ext>
            </a:extLst>
          </p:cNvPr>
          <p:cNvSpPr txBox="1"/>
          <p:nvPr/>
        </p:nvSpPr>
        <p:spPr>
          <a:xfrm>
            <a:off x="607927" y="3882980"/>
            <a:ext cx="2013830" cy="1200329"/>
          </a:xfrm>
          <a:custGeom>
            <a:avLst/>
            <a:gdLst>
              <a:gd name="connsiteX0" fmla="*/ 0 w 2013830"/>
              <a:gd name="connsiteY0" fmla="*/ 0 h 1200329"/>
              <a:gd name="connsiteX1" fmla="*/ 711553 w 2013830"/>
              <a:gd name="connsiteY1" fmla="*/ 0 h 1200329"/>
              <a:gd name="connsiteX2" fmla="*/ 1423107 w 2013830"/>
              <a:gd name="connsiteY2" fmla="*/ 0 h 1200329"/>
              <a:gd name="connsiteX3" fmla="*/ 2013830 w 2013830"/>
              <a:gd name="connsiteY3" fmla="*/ 0 h 1200329"/>
              <a:gd name="connsiteX4" fmla="*/ 2013830 w 2013830"/>
              <a:gd name="connsiteY4" fmla="*/ 624171 h 1200329"/>
              <a:gd name="connsiteX5" fmla="*/ 2013830 w 2013830"/>
              <a:gd name="connsiteY5" fmla="*/ 1200329 h 1200329"/>
              <a:gd name="connsiteX6" fmla="*/ 1402968 w 2013830"/>
              <a:gd name="connsiteY6" fmla="*/ 1200329 h 1200329"/>
              <a:gd name="connsiteX7" fmla="*/ 771968 w 2013830"/>
              <a:gd name="connsiteY7" fmla="*/ 1200329 h 1200329"/>
              <a:gd name="connsiteX8" fmla="*/ 0 w 2013830"/>
              <a:gd name="connsiteY8" fmla="*/ 1200329 h 1200329"/>
              <a:gd name="connsiteX9" fmla="*/ 0 w 2013830"/>
              <a:gd name="connsiteY9" fmla="*/ 600165 h 1200329"/>
              <a:gd name="connsiteX10" fmla="*/ 0 w 2013830"/>
              <a:gd name="connsiteY10" fmla="*/ 0 h 120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3830" h="1200329" extrusionOk="0">
                <a:moveTo>
                  <a:pt x="0" y="0"/>
                </a:moveTo>
                <a:cubicBezTo>
                  <a:pt x="144302" y="15679"/>
                  <a:pt x="401466" y="932"/>
                  <a:pt x="711553" y="0"/>
                </a:cubicBezTo>
                <a:cubicBezTo>
                  <a:pt x="1021640" y="-932"/>
                  <a:pt x="1184504" y="-8171"/>
                  <a:pt x="1423107" y="0"/>
                </a:cubicBezTo>
                <a:cubicBezTo>
                  <a:pt x="1661710" y="8171"/>
                  <a:pt x="1757934" y="-17392"/>
                  <a:pt x="2013830" y="0"/>
                </a:cubicBezTo>
                <a:cubicBezTo>
                  <a:pt x="2007934" y="227263"/>
                  <a:pt x="2020253" y="397447"/>
                  <a:pt x="2013830" y="624171"/>
                </a:cubicBezTo>
                <a:cubicBezTo>
                  <a:pt x="2007407" y="850895"/>
                  <a:pt x="2042261" y="1056850"/>
                  <a:pt x="2013830" y="1200329"/>
                </a:cubicBezTo>
                <a:cubicBezTo>
                  <a:pt x="1829251" y="1214679"/>
                  <a:pt x="1673653" y="1230812"/>
                  <a:pt x="1402968" y="1200329"/>
                </a:cubicBezTo>
                <a:cubicBezTo>
                  <a:pt x="1132283" y="1169846"/>
                  <a:pt x="921939" y="1203823"/>
                  <a:pt x="771968" y="1200329"/>
                </a:cubicBezTo>
                <a:cubicBezTo>
                  <a:pt x="621997" y="1196835"/>
                  <a:pt x="211619" y="1199159"/>
                  <a:pt x="0" y="1200329"/>
                </a:cubicBezTo>
                <a:cubicBezTo>
                  <a:pt x="1928" y="917330"/>
                  <a:pt x="-29699" y="736040"/>
                  <a:pt x="0" y="600165"/>
                </a:cubicBezTo>
                <a:cubicBezTo>
                  <a:pt x="29699" y="464290"/>
                  <a:pt x="21136" y="271264"/>
                  <a:pt x="0" y="0"/>
                </a:cubicBezTo>
                <a:close/>
              </a:path>
            </a:pathLst>
          </a:custGeom>
          <a:noFill/>
          <a:ln>
            <a:solidFill>
              <a:schemeClr val="tx1"/>
            </a:solidFill>
            <a:extLst>
              <a:ext uri="{C807C97D-BFC1-408E-A445-0C87EB9F89A2}">
                <ask:lineSketchStyleProps xmlns:ask="http://schemas.microsoft.com/office/drawing/2018/sketchyshapes" sd="1725446443">
                  <a:prstGeom prst="rect">
                    <a:avLst/>
                  </a:prstGeom>
                  <ask:type>
                    <ask:lineSketchFreehand/>
                  </ask:type>
                </ask:lineSketchStyleProps>
              </a:ext>
            </a:extLst>
          </a:ln>
        </p:spPr>
        <p:txBody>
          <a:bodyPr wrap="square" lIns="91440" tIns="45720" rIns="91440" bIns="45720" rtlCol="0" anchor="t">
            <a:spAutoFit/>
          </a:bodyPr>
          <a:lstStyle/>
          <a:p>
            <a:pPr algn="ctr"/>
            <a:r>
              <a:rPr lang="en-GB" sz="1200" b="0" i="1">
                <a:solidFill>
                  <a:srgbClr val="C00000"/>
                </a:solidFill>
                <a:effectLst/>
                <a:latin typeface="Quicksand"/>
              </a:rPr>
              <a:t>ML is a subset of AI </a:t>
            </a:r>
            <a:r>
              <a:rPr lang="en-GB" sz="1200" b="0" i="0">
                <a:solidFill>
                  <a:srgbClr val="333333"/>
                </a:solidFill>
                <a:effectLst/>
                <a:latin typeface="Quicksand"/>
              </a:rPr>
              <a:t>wherein computer systems </a:t>
            </a:r>
            <a:r>
              <a:rPr lang="en-GB" sz="1200" b="1" i="0">
                <a:solidFill>
                  <a:srgbClr val="C00000"/>
                </a:solidFill>
                <a:effectLst/>
                <a:latin typeface="Quicksand"/>
              </a:rPr>
              <a:t>learn from the environment </a:t>
            </a:r>
            <a:r>
              <a:rPr lang="en-GB" sz="1200" b="0" i="0">
                <a:solidFill>
                  <a:srgbClr val="333333"/>
                </a:solidFill>
                <a:effectLst/>
                <a:latin typeface="Quicksand"/>
              </a:rPr>
              <a:t>and, in turn,  use these learnings to improve experiences and processes.</a:t>
            </a:r>
            <a:endParaRPr lang="en-GB" sz="1200">
              <a:ea typeface="Calibri"/>
              <a:cs typeface="Calibri"/>
            </a:endParaRPr>
          </a:p>
        </p:txBody>
      </p:sp>
      <p:sp>
        <p:nvSpPr>
          <p:cNvPr id="19" name="TextBox 18">
            <a:extLst>
              <a:ext uri="{FF2B5EF4-FFF2-40B4-BE49-F238E27FC236}">
                <a16:creationId xmlns:a16="http://schemas.microsoft.com/office/drawing/2014/main" id="{06C42525-D800-511F-3BA0-C8E68EAA7ACF}"/>
              </a:ext>
            </a:extLst>
          </p:cNvPr>
          <p:cNvSpPr txBox="1"/>
          <p:nvPr/>
        </p:nvSpPr>
        <p:spPr>
          <a:xfrm>
            <a:off x="1451532" y="5196024"/>
            <a:ext cx="3250869" cy="1015663"/>
          </a:xfrm>
          <a:custGeom>
            <a:avLst/>
            <a:gdLst>
              <a:gd name="connsiteX0" fmla="*/ 0 w 3250869"/>
              <a:gd name="connsiteY0" fmla="*/ 0 h 1015663"/>
              <a:gd name="connsiteX1" fmla="*/ 715191 w 3250869"/>
              <a:gd name="connsiteY1" fmla="*/ 0 h 1015663"/>
              <a:gd name="connsiteX2" fmla="*/ 1430382 w 3250869"/>
              <a:gd name="connsiteY2" fmla="*/ 0 h 1015663"/>
              <a:gd name="connsiteX3" fmla="*/ 1983030 w 3250869"/>
              <a:gd name="connsiteY3" fmla="*/ 0 h 1015663"/>
              <a:gd name="connsiteX4" fmla="*/ 2698221 w 3250869"/>
              <a:gd name="connsiteY4" fmla="*/ 0 h 1015663"/>
              <a:gd name="connsiteX5" fmla="*/ 3250869 w 3250869"/>
              <a:gd name="connsiteY5" fmla="*/ 0 h 1015663"/>
              <a:gd name="connsiteX6" fmla="*/ 3250869 w 3250869"/>
              <a:gd name="connsiteY6" fmla="*/ 487518 h 1015663"/>
              <a:gd name="connsiteX7" fmla="*/ 3250869 w 3250869"/>
              <a:gd name="connsiteY7" fmla="*/ 1015663 h 1015663"/>
              <a:gd name="connsiteX8" fmla="*/ 2568187 w 3250869"/>
              <a:gd name="connsiteY8" fmla="*/ 1015663 h 1015663"/>
              <a:gd name="connsiteX9" fmla="*/ 1918013 w 3250869"/>
              <a:gd name="connsiteY9" fmla="*/ 1015663 h 1015663"/>
              <a:gd name="connsiteX10" fmla="*/ 1267839 w 3250869"/>
              <a:gd name="connsiteY10" fmla="*/ 1015663 h 1015663"/>
              <a:gd name="connsiteX11" fmla="*/ 715191 w 3250869"/>
              <a:gd name="connsiteY11" fmla="*/ 1015663 h 1015663"/>
              <a:gd name="connsiteX12" fmla="*/ 0 w 3250869"/>
              <a:gd name="connsiteY12" fmla="*/ 1015663 h 1015663"/>
              <a:gd name="connsiteX13" fmla="*/ 0 w 3250869"/>
              <a:gd name="connsiteY13" fmla="*/ 497675 h 1015663"/>
              <a:gd name="connsiteX14" fmla="*/ 0 w 3250869"/>
              <a:gd name="connsiteY14" fmla="*/ 0 h 1015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50869" h="1015663" extrusionOk="0">
                <a:moveTo>
                  <a:pt x="0" y="0"/>
                </a:moveTo>
                <a:cubicBezTo>
                  <a:pt x="335652" y="25758"/>
                  <a:pt x="533642" y="-27485"/>
                  <a:pt x="715191" y="0"/>
                </a:cubicBezTo>
                <a:cubicBezTo>
                  <a:pt x="896740" y="27485"/>
                  <a:pt x="1173037" y="-31306"/>
                  <a:pt x="1430382" y="0"/>
                </a:cubicBezTo>
                <a:cubicBezTo>
                  <a:pt x="1687727" y="31306"/>
                  <a:pt x="1764119" y="-15059"/>
                  <a:pt x="1983030" y="0"/>
                </a:cubicBezTo>
                <a:cubicBezTo>
                  <a:pt x="2201941" y="15059"/>
                  <a:pt x="2502258" y="20571"/>
                  <a:pt x="2698221" y="0"/>
                </a:cubicBezTo>
                <a:cubicBezTo>
                  <a:pt x="2894184" y="-20571"/>
                  <a:pt x="3061782" y="26672"/>
                  <a:pt x="3250869" y="0"/>
                </a:cubicBezTo>
                <a:cubicBezTo>
                  <a:pt x="3245334" y="150015"/>
                  <a:pt x="3228498" y="359535"/>
                  <a:pt x="3250869" y="487518"/>
                </a:cubicBezTo>
                <a:cubicBezTo>
                  <a:pt x="3273240" y="615501"/>
                  <a:pt x="3272194" y="858413"/>
                  <a:pt x="3250869" y="1015663"/>
                </a:cubicBezTo>
                <a:cubicBezTo>
                  <a:pt x="3006447" y="1016083"/>
                  <a:pt x="2854641" y="1042779"/>
                  <a:pt x="2568187" y="1015663"/>
                </a:cubicBezTo>
                <a:cubicBezTo>
                  <a:pt x="2281733" y="988547"/>
                  <a:pt x="2136568" y="1009136"/>
                  <a:pt x="1918013" y="1015663"/>
                </a:cubicBezTo>
                <a:cubicBezTo>
                  <a:pt x="1699458" y="1022190"/>
                  <a:pt x="1441339" y="1047578"/>
                  <a:pt x="1267839" y="1015663"/>
                </a:cubicBezTo>
                <a:cubicBezTo>
                  <a:pt x="1094339" y="983748"/>
                  <a:pt x="907398" y="1019238"/>
                  <a:pt x="715191" y="1015663"/>
                </a:cubicBezTo>
                <a:cubicBezTo>
                  <a:pt x="522984" y="1012088"/>
                  <a:pt x="334293" y="1016071"/>
                  <a:pt x="0" y="1015663"/>
                </a:cubicBezTo>
                <a:cubicBezTo>
                  <a:pt x="8348" y="868155"/>
                  <a:pt x="5278" y="617400"/>
                  <a:pt x="0" y="497675"/>
                </a:cubicBezTo>
                <a:cubicBezTo>
                  <a:pt x="-5278" y="377950"/>
                  <a:pt x="1619" y="231010"/>
                  <a:pt x="0" y="0"/>
                </a:cubicBezTo>
                <a:close/>
              </a:path>
            </a:pathLst>
          </a:custGeom>
          <a:noFill/>
          <a:ln>
            <a:solidFill>
              <a:schemeClr val="tx1"/>
            </a:solidFill>
            <a:extLst>
              <a:ext uri="{C807C97D-BFC1-408E-A445-0C87EB9F89A2}">
                <ask:lineSketchStyleProps xmlns:ask="http://schemas.microsoft.com/office/drawing/2018/sketchyshapes" sd="1725446443">
                  <a:prstGeom prst="rect">
                    <a:avLst/>
                  </a:prstGeom>
                  <ask:type>
                    <ask:lineSketchFreehand/>
                  </ask:type>
                </ask:lineSketchStyleProps>
              </a:ext>
            </a:extLst>
          </a:ln>
        </p:spPr>
        <p:txBody>
          <a:bodyPr wrap="square" lIns="91440" tIns="45720" rIns="91440" bIns="45720" rtlCol="0" anchor="t">
            <a:spAutoFit/>
          </a:bodyPr>
          <a:lstStyle/>
          <a:p>
            <a:pPr algn="ctr"/>
            <a:r>
              <a:rPr lang="en-GB" sz="1200" b="1" i="1">
                <a:effectLst/>
                <a:latin typeface="Quicksand"/>
              </a:rPr>
              <a:t>DL algorithm</a:t>
            </a:r>
            <a:r>
              <a:rPr lang="en-GB" sz="1200" b="0" i="1">
                <a:effectLst/>
                <a:latin typeface="Quicksand"/>
              </a:rPr>
              <a:t> involves </a:t>
            </a:r>
            <a:r>
              <a:rPr lang="en-GB" sz="1200" b="0" i="1">
                <a:solidFill>
                  <a:srgbClr val="C00000"/>
                </a:solidFill>
                <a:effectLst/>
                <a:latin typeface="Quicksand"/>
              </a:rPr>
              <a:t>networks with many layers. </a:t>
            </a:r>
            <a:r>
              <a:rPr lang="en-GB" sz="1200" b="0" i="1">
                <a:effectLst/>
                <a:latin typeface="Quicksand"/>
              </a:rPr>
              <a:t>(Hence the term deep)</a:t>
            </a:r>
          </a:p>
          <a:p>
            <a:pPr algn="ctr"/>
            <a:r>
              <a:rPr lang="en-GB" sz="1200" i="1">
                <a:latin typeface="Quicksand"/>
                <a:ea typeface="Calibri"/>
                <a:cs typeface="Calibri"/>
              </a:rPr>
              <a:t>It mimics the human brain using artificial neural network, particularly allowing computers to perform complex tasks.  </a:t>
            </a:r>
          </a:p>
        </p:txBody>
      </p:sp>
      <p:sp>
        <p:nvSpPr>
          <p:cNvPr id="21" name="TextBox 20">
            <a:extLst>
              <a:ext uri="{FF2B5EF4-FFF2-40B4-BE49-F238E27FC236}">
                <a16:creationId xmlns:a16="http://schemas.microsoft.com/office/drawing/2014/main" id="{05B61973-5C86-1AA0-080F-9EFF9E9E78A3}"/>
              </a:ext>
            </a:extLst>
          </p:cNvPr>
          <p:cNvSpPr txBox="1"/>
          <p:nvPr/>
        </p:nvSpPr>
        <p:spPr>
          <a:xfrm>
            <a:off x="6152435" y="1821446"/>
            <a:ext cx="2231438" cy="646331"/>
          </a:xfrm>
          <a:custGeom>
            <a:avLst/>
            <a:gdLst>
              <a:gd name="connsiteX0" fmla="*/ 0 w 2231438"/>
              <a:gd name="connsiteY0" fmla="*/ 0 h 646331"/>
              <a:gd name="connsiteX1" fmla="*/ 513231 w 2231438"/>
              <a:gd name="connsiteY1" fmla="*/ 0 h 646331"/>
              <a:gd name="connsiteX2" fmla="*/ 1048776 w 2231438"/>
              <a:gd name="connsiteY2" fmla="*/ 0 h 646331"/>
              <a:gd name="connsiteX3" fmla="*/ 1584321 w 2231438"/>
              <a:gd name="connsiteY3" fmla="*/ 0 h 646331"/>
              <a:gd name="connsiteX4" fmla="*/ 2231438 w 2231438"/>
              <a:gd name="connsiteY4" fmla="*/ 0 h 646331"/>
              <a:gd name="connsiteX5" fmla="*/ 2231438 w 2231438"/>
              <a:gd name="connsiteY5" fmla="*/ 646331 h 646331"/>
              <a:gd name="connsiteX6" fmla="*/ 1718207 w 2231438"/>
              <a:gd name="connsiteY6" fmla="*/ 646331 h 646331"/>
              <a:gd name="connsiteX7" fmla="*/ 1182662 w 2231438"/>
              <a:gd name="connsiteY7" fmla="*/ 646331 h 646331"/>
              <a:gd name="connsiteX8" fmla="*/ 580174 w 2231438"/>
              <a:gd name="connsiteY8" fmla="*/ 646331 h 646331"/>
              <a:gd name="connsiteX9" fmla="*/ 0 w 2231438"/>
              <a:gd name="connsiteY9" fmla="*/ 646331 h 646331"/>
              <a:gd name="connsiteX10" fmla="*/ 0 w 2231438"/>
              <a:gd name="connsiteY10" fmla="*/ 0 h 646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1438" h="646331" fill="none" extrusionOk="0">
                <a:moveTo>
                  <a:pt x="0" y="0"/>
                </a:moveTo>
                <a:cubicBezTo>
                  <a:pt x="118291" y="-10408"/>
                  <a:pt x="337100" y="18752"/>
                  <a:pt x="513231" y="0"/>
                </a:cubicBezTo>
                <a:cubicBezTo>
                  <a:pt x="689362" y="-18752"/>
                  <a:pt x="907826" y="21983"/>
                  <a:pt x="1048776" y="0"/>
                </a:cubicBezTo>
                <a:cubicBezTo>
                  <a:pt x="1189727" y="-21983"/>
                  <a:pt x="1368509" y="14563"/>
                  <a:pt x="1584321" y="0"/>
                </a:cubicBezTo>
                <a:cubicBezTo>
                  <a:pt x="1800134" y="-14563"/>
                  <a:pt x="2048052" y="1568"/>
                  <a:pt x="2231438" y="0"/>
                </a:cubicBezTo>
                <a:cubicBezTo>
                  <a:pt x="2205114" y="157401"/>
                  <a:pt x="2208965" y="329366"/>
                  <a:pt x="2231438" y="646331"/>
                </a:cubicBezTo>
                <a:cubicBezTo>
                  <a:pt x="2080706" y="666906"/>
                  <a:pt x="1907862" y="631643"/>
                  <a:pt x="1718207" y="646331"/>
                </a:cubicBezTo>
                <a:cubicBezTo>
                  <a:pt x="1528552" y="661019"/>
                  <a:pt x="1371484" y="662867"/>
                  <a:pt x="1182662" y="646331"/>
                </a:cubicBezTo>
                <a:cubicBezTo>
                  <a:pt x="993841" y="629795"/>
                  <a:pt x="784894" y="634770"/>
                  <a:pt x="580174" y="646331"/>
                </a:cubicBezTo>
                <a:cubicBezTo>
                  <a:pt x="375454" y="657892"/>
                  <a:pt x="273690" y="621526"/>
                  <a:pt x="0" y="646331"/>
                </a:cubicBezTo>
                <a:cubicBezTo>
                  <a:pt x="15141" y="436946"/>
                  <a:pt x="-1709" y="295424"/>
                  <a:pt x="0" y="0"/>
                </a:cubicBezTo>
                <a:close/>
              </a:path>
              <a:path w="2231438" h="646331" stroke="0" extrusionOk="0">
                <a:moveTo>
                  <a:pt x="0" y="0"/>
                </a:moveTo>
                <a:cubicBezTo>
                  <a:pt x="275875" y="23582"/>
                  <a:pt x="306565" y="7184"/>
                  <a:pt x="602488" y="0"/>
                </a:cubicBezTo>
                <a:cubicBezTo>
                  <a:pt x="898411" y="-7184"/>
                  <a:pt x="995070" y="-9549"/>
                  <a:pt x="1204977" y="0"/>
                </a:cubicBezTo>
                <a:cubicBezTo>
                  <a:pt x="1414884" y="9549"/>
                  <a:pt x="1485297" y="23915"/>
                  <a:pt x="1695893" y="0"/>
                </a:cubicBezTo>
                <a:cubicBezTo>
                  <a:pt x="1906489" y="-23915"/>
                  <a:pt x="2101042" y="-2815"/>
                  <a:pt x="2231438" y="0"/>
                </a:cubicBezTo>
                <a:cubicBezTo>
                  <a:pt x="2210604" y="287143"/>
                  <a:pt x="2248653" y="417607"/>
                  <a:pt x="2231438" y="646331"/>
                </a:cubicBezTo>
                <a:cubicBezTo>
                  <a:pt x="2016608" y="653235"/>
                  <a:pt x="1957994" y="647052"/>
                  <a:pt x="1740522" y="646331"/>
                </a:cubicBezTo>
                <a:cubicBezTo>
                  <a:pt x="1523050" y="645610"/>
                  <a:pt x="1377590" y="632333"/>
                  <a:pt x="1227291" y="646331"/>
                </a:cubicBezTo>
                <a:cubicBezTo>
                  <a:pt x="1076992" y="660329"/>
                  <a:pt x="922328" y="627911"/>
                  <a:pt x="736375" y="646331"/>
                </a:cubicBezTo>
                <a:cubicBezTo>
                  <a:pt x="550422" y="664751"/>
                  <a:pt x="363265" y="639821"/>
                  <a:pt x="0" y="646331"/>
                </a:cubicBezTo>
                <a:cubicBezTo>
                  <a:pt x="14230" y="457339"/>
                  <a:pt x="19943" y="179403"/>
                  <a:pt x="0" y="0"/>
                </a:cubicBezTo>
                <a:close/>
              </a:path>
            </a:pathLst>
          </a:custGeom>
          <a:solidFill>
            <a:schemeClr val="tx2">
              <a:lumMod val="10000"/>
              <a:lumOff val="90000"/>
              <a:alpha val="40000"/>
            </a:schemeClr>
          </a:solidFill>
          <a:ln>
            <a:solidFill>
              <a:schemeClr val="tx1"/>
            </a:solidFill>
            <a:extLst>
              <a:ext uri="{C807C97D-BFC1-408E-A445-0C87EB9F89A2}">
                <ask:lineSketchStyleProps xmlns:ask="http://schemas.microsoft.com/office/drawing/2018/sketchyshapes" sd="1725446443">
                  <a:prstGeom prst="rect">
                    <a:avLst/>
                  </a:prstGeom>
                  <ask:type>
                    <ask:lineSketchFreehand/>
                  </ask:type>
                </ask:lineSketchStyleProps>
              </a:ext>
            </a:extLst>
          </a:ln>
        </p:spPr>
        <p:txBody>
          <a:bodyPr wrap="square" lIns="91440" tIns="45720" rIns="91440" bIns="45720" rtlCol="0" anchor="t">
            <a:spAutoFit/>
          </a:bodyPr>
          <a:lstStyle/>
          <a:p>
            <a:pPr algn="ctr"/>
            <a:r>
              <a:rPr lang="en-GB" sz="1200" b="1" i="0">
                <a:solidFill>
                  <a:srgbClr val="333333"/>
                </a:solidFill>
                <a:effectLst/>
                <a:latin typeface="Quicksand"/>
              </a:rPr>
              <a:t>Data Science </a:t>
            </a:r>
            <a:r>
              <a:rPr lang="en-GB" sz="1200" b="0" i="0">
                <a:solidFill>
                  <a:srgbClr val="333333"/>
                </a:solidFill>
                <a:effectLst/>
                <a:latin typeface="Quicksand"/>
              </a:rPr>
              <a:t>is the </a:t>
            </a:r>
            <a:r>
              <a:rPr lang="en-GB" sz="1200" b="1" i="0">
                <a:solidFill>
                  <a:srgbClr val="333333"/>
                </a:solidFill>
                <a:effectLst/>
                <a:latin typeface="Quicksand"/>
              </a:rPr>
              <a:t>processing</a:t>
            </a:r>
            <a:r>
              <a:rPr lang="en-GB" sz="1200" b="0" i="0">
                <a:solidFill>
                  <a:srgbClr val="333333"/>
                </a:solidFill>
                <a:effectLst/>
                <a:latin typeface="Quicksand"/>
              </a:rPr>
              <a:t>, </a:t>
            </a:r>
            <a:r>
              <a:rPr lang="en-GB" sz="1200" b="1" i="0">
                <a:solidFill>
                  <a:srgbClr val="333333"/>
                </a:solidFill>
                <a:effectLst/>
                <a:latin typeface="Quicksand"/>
              </a:rPr>
              <a:t>analysis</a:t>
            </a:r>
            <a:r>
              <a:rPr lang="en-GB" sz="1200" b="0" i="0">
                <a:solidFill>
                  <a:srgbClr val="333333"/>
                </a:solidFill>
                <a:effectLst/>
                <a:latin typeface="Quicksand"/>
              </a:rPr>
              <a:t> and </a:t>
            </a:r>
            <a:r>
              <a:rPr lang="en-GB" sz="1200" b="1" i="0">
                <a:solidFill>
                  <a:srgbClr val="333333"/>
                </a:solidFill>
                <a:effectLst/>
                <a:latin typeface="Quicksand"/>
              </a:rPr>
              <a:t>extraction</a:t>
            </a:r>
            <a:r>
              <a:rPr lang="en-GB" sz="1200" b="0" i="0">
                <a:solidFill>
                  <a:srgbClr val="333333"/>
                </a:solidFill>
                <a:effectLst/>
                <a:latin typeface="Quicksand"/>
              </a:rPr>
              <a:t> of relevant assumptions from data.</a:t>
            </a:r>
            <a:endParaRPr lang="en-GB" sz="1200">
              <a:ea typeface="Calibri"/>
              <a:cs typeface="Calibri"/>
            </a:endParaRPr>
          </a:p>
        </p:txBody>
      </p:sp>
      <p:sp>
        <p:nvSpPr>
          <p:cNvPr id="23" name="Oval 22">
            <a:extLst>
              <a:ext uri="{FF2B5EF4-FFF2-40B4-BE49-F238E27FC236}">
                <a16:creationId xmlns:a16="http://schemas.microsoft.com/office/drawing/2014/main" id="{282C1AA2-D5E6-C5B4-C1D3-72130D6D0BA2}"/>
              </a:ext>
            </a:extLst>
          </p:cNvPr>
          <p:cNvSpPr/>
          <p:nvPr/>
        </p:nvSpPr>
        <p:spPr>
          <a:xfrm>
            <a:off x="4270940" y="4101025"/>
            <a:ext cx="804244" cy="690973"/>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100" b="1" err="1">
                <a:solidFill>
                  <a:srgbClr val="C00000"/>
                </a:solidFill>
              </a:rPr>
              <a:t>GenAI</a:t>
            </a:r>
            <a:endParaRPr lang="en-GB" sz="1100" b="1">
              <a:solidFill>
                <a:srgbClr val="C00000"/>
              </a:solidFill>
              <a:ea typeface="Calibri"/>
              <a:cs typeface="Calibri"/>
            </a:endParaRPr>
          </a:p>
        </p:txBody>
      </p:sp>
      <p:sp>
        <p:nvSpPr>
          <p:cNvPr id="26" name="TextBox 25">
            <a:extLst>
              <a:ext uri="{FF2B5EF4-FFF2-40B4-BE49-F238E27FC236}">
                <a16:creationId xmlns:a16="http://schemas.microsoft.com/office/drawing/2014/main" id="{467C7B3C-3DDC-D3DC-A832-121E5BA1F281}"/>
              </a:ext>
            </a:extLst>
          </p:cNvPr>
          <p:cNvSpPr txBox="1"/>
          <p:nvPr/>
        </p:nvSpPr>
        <p:spPr>
          <a:xfrm>
            <a:off x="4034333" y="3635637"/>
            <a:ext cx="104414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200" b="1">
                <a:solidFill>
                  <a:srgbClr val="C00000"/>
                </a:solidFill>
                <a:ea typeface="Calibri"/>
                <a:cs typeface="Calibri"/>
              </a:rPr>
              <a:t>Deep Learning</a:t>
            </a:r>
            <a:endParaRPr lang="en-US" sz="1200">
              <a:ea typeface="Calibri"/>
              <a:cs typeface="Calibri"/>
            </a:endParaRPr>
          </a:p>
        </p:txBody>
      </p:sp>
      <p:sp>
        <p:nvSpPr>
          <p:cNvPr id="28" name="TextBox 27">
            <a:extLst>
              <a:ext uri="{FF2B5EF4-FFF2-40B4-BE49-F238E27FC236}">
                <a16:creationId xmlns:a16="http://schemas.microsoft.com/office/drawing/2014/main" id="{654A0B81-4F02-DFF4-5FFA-5DF257B1C6AA}"/>
              </a:ext>
            </a:extLst>
          </p:cNvPr>
          <p:cNvSpPr txBox="1"/>
          <p:nvPr/>
        </p:nvSpPr>
        <p:spPr>
          <a:xfrm>
            <a:off x="5151538" y="5114522"/>
            <a:ext cx="2231438" cy="1015663"/>
          </a:xfrm>
          <a:custGeom>
            <a:avLst/>
            <a:gdLst>
              <a:gd name="connsiteX0" fmla="*/ 0 w 2231438"/>
              <a:gd name="connsiteY0" fmla="*/ 0 h 1015663"/>
              <a:gd name="connsiteX1" fmla="*/ 602488 w 2231438"/>
              <a:gd name="connsiteY1" fmla="*/ 0 h 1015663"/>
              <a:gd name="connsiteX2" fmla="*/ 1204977 w 2231438"/>
              <a:gd name="connsiteY2" fmla="*/ 0 h 1015663"/>
              <a:gd name="connsiteX3" fmla="*/ 1695893 w 2231438"/>
              <a:gd name="connsiteY3" fmla="*/ 0 h 1015663"/>
              <a:gd name="connsiteX4" fmla="*/ 2231438 w 2231438"/>
              <a:gd name="connsiteY4" fmla="*/ 0 h 1015663"/>
              <a:gd name="connsiteX5" fmla="*/ 2231438 w 2231438"/>
              <a:gd name="connsiteY5" fmla="*/ 487518 h 1015663"/>
              <a:gd name="connsiteX6" fmla="*/ 2231438 w 2231438"/>
              <a:gd name="connsiteY6" fmla="*/ 1015663 h 1015663"/>
              <a:gd name="connsiteX7" fmla="*/ 1628950 w 2231438"/>
              <a:gd name="connsiteY7" fmla="*/ 1015663 h 1015663"/>
              <a:gd name="connsiteX8" fmla="*/ 1138033 w 2231438"/>
              <a:gd name="connsiteY8" fmla="*/ 1015663 h 1015663"/>
              <a:gd name="connsiteX9" fmla="*/ 580174 w 2231438"/>
              <a:gd name="connsiteY9" fmla="*/ 1015663 h 1015663"/>
              <a:gd name="connsiteX10" fmla="*/ 0 w 2231438"/>
              <a:gd name="connsiteY10" fmla="*/ 1015663 h 1015663"/>
              <a:gd name="connsiteX11" fmla="*/ 0 w 2231438"/>
              <a:gd name="connsiteY11" fmla="*/ 538301 h 1015663"/>
              <a:gd name="connsiteX12" fmla="*/ 0 w 2231438"/>
              <a:gd name="connsiteY12" fmla="*/ 0 h 1015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31438" h="1015663" extrusionOk="0">
                <a:moveTo>
                  <a:pt x="0" y="0"/>
                </a:moveTo>
                <a:cubicBezTo>
                  <a:pt x="275875" y="23582"/>
                  <a:pt x="306565" y="7184"/>
                  <a:pt x="602488" y="0"/>
                </a:cubicBezTo>
                <a:cubicBezTo>
                  <a:pt x="898411" y="-7184"/>
                  <a:pt x="995070" y="-9549"/>
                  <a:pt x="1204977" y="0"/>
                </a:cubicBezTo>
                <a:cubicBezTo>
                  <a:pt x="1414884" y="9549"/>
                  <a:pt x="1485297" y="23915"/>
                  <a:pt x="1695893" y="0"/>
                </a:cubicBezTo>
                <a:cubicBezTo>
                  <a:pt x="1906489" y="-23915"/>
                  <a:pt x="2101042" y="-2815"/>
                  <a:pt x="2231438" y="0"/>
                </a:cubicBezTo>
                <a:cubicBezTo>
                  <a:pt x="2243862" y="214082"/>
                  <a:pt x="2236250" y="320220"/>
                  <a:pt x="2231438" y="487518"/>
                </a:cubicBezTo>
                <a:cubicBezTo>
                  <a:pt x="2226626" y="654816"/>
                  <a:pt x="2227866" y="891201"/>
                  <a:pt x="2231438" y="1015663"/>
                </a:cubicBezTo>
                <a:cubicBezTo>
                  <a:pt x="2031648" y="998938"/>
                  <a:pt x="1762858" y="1007789"/>
                  <a:pt x="1628950" y="1015663"/>
                </a:cubicBezTo>
                <a:cubicBezTo>
                  <a:pt x="1495042" y="1023537"/>
                  <a:pt x="1324021" y="1004326"/>
                  <a:pt x="1138033" y="1015663"/>
                </a:cubicBezTo>
                <a:cubicBezTo>
                  <a:pt x="952045" y="1027000"/>
                  <a:pt x="740334" y="1001893"/>
                  <a:pt x="580174" y="1015663"/>
                </a:cubicBezTo>
                <a:cubicBezTo>
                  <a:pt x="420014" y="1029433"/>
                  <a:pt x="139875" y="1030235"/>
                  <a:pt x="0" y="1015663"/>
                </a:cubicBezTo>
                <a:cubicBezTo>
                  <a:pt x="10119" y="837012"/>
                  <a:pt x="19353" y="747075"/>
                  <a:pt x="0" y="538301"/>
                </a:cubicBezTo>
                <a:cubicBezTo>
                  <a:pt x="-19353" y="329527"/>
                  <a:pt x="-6470" y="258409"/>
                  <a:pt x="0" y="0"/>
                </a:cubicBezTo>
                <a:close/>
              </a:path>
            </a:pathLst>
          </a:custGeom>
          <a:noFill/>
          <a:ln>
            <a:solidFill>
              <a:schemeClr val="tx1"/>
            </a:solidFill>
            <a:extLst>
              <a:ext uri="{C807C97D-BFC1-408E-A445-0C87EB9F89A2}">
                <ask:lineSketchStyleProps xmlns:ask="http://schemas.microsoft.com/office/drawing/2018/sketchyshapes" sd="1725446443">
                  <a:prstGeom prst="rect">
                    <a:avLst/>
                  </a:prstGeom>
                  <ask:type>
                    <ask:lineSketchFreehand/>
                  </ask:type>
                </ask:lineSketchStyleProps>
              </a:ext>
            </a:extLst>
          </a:ln>
        </p:spPr>
        <p:txBody>
          <a:bodyPr wrap="square" lIns="91440" tIns="45720" rIns="91440" bIns="45720" rtlCol="0" anchor="t">
            <a:spAutoFit/>
          </a:bodyPr>
          <a:lstStyle/>
          <a:p>
            <a:pPr algn="ctr"/>
            <a:r>
              <a:rPr lang="en-GB" sz="1200" b="1" err="1">
                <a:solidFill>
                  <a:srgbClr val="333333"/>
                </a:solidFill>
                <a:latin typeface="Quicksand"/>
                <a:ea typeface="Calibri"/>
                <a:cs typeface="Calibri"/>
              </a:rPr>
              <a:t>GenAI</a:t>
            </a:r>
            <a:r>
              <a:rPr lang="en-GB" sz="1200" b="1">
                <a:solidFill>
                  <a:srgbClr val="333333"/>
                </a:solidFill>
                <a:latin typeface="Quicksand"/>
                <a:ea typeface="Calibri"/>
                <a:cs typeface="Calibri"/>
              </a:rPr>
              <a:t>:</a:t>
            </a:r>
            <a:r>
              <a:rPr lang="en-GB" sz="1200">
                <a:solidFill>
                  <a:srgbClr val="333333"/>
                </a:solidFill>
                <a:latin typeface="Quicksand"/>
                <a:ea typeface="Calibri"/>
                <a:cs typeface="Calibri"/>
              </a:rPr>
              <a:t> A branch of AI focused on creating new data that resembles the input data. Emphasis on generation rather than prediction or classification. </a:t>
            </a:r>
          </a:p>
        </p:txBody>
      </p:sp>
    </p:spTree>
    <p:extLst>
      <p:ext uri="{BB962C8B-B14F-4D97-AF65-F5344CB8AC3E}">
        <p14:creationId xmlns:p14="http://schemas.microsoft.com/office/powerpoint/2010/main" val="3487724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7" grpId="0" animBg="1"/>
      <p:bldP spid="19" grpId="0" animBg="1"/>
      <p:bldP spid="21" grpId="0" animBg="1"/>
      <p:bldP spid="23" grpId="0" animBg="1"/>
      <p:bldP spid="2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82CE34F-74FF-F716-68F2-2DCB910BDE5E}"/>
              </a:ext>
            </a:extLst>
          </p:cNvPr>
          <p:cNvSpPr>
            <a:spLocks noGrp="1"/>
          </p:cNvSpPr>
          <p:nvPr>
            <p:ph idx="1"/>
          </p:nvPr>
        </p:nvSpPr>
        <p:spPr/>
        <p:txBody>
          <a:bodyPr vert="horz" lIns="91440" tIns="45720" rIns="91440" bIns="45720" rtlCol="0" anchor="t">
            <a:normAutofit fontScale="85000" lnSpcReduction="20000"/>
          </a:bodyPr>
          <a:lstStyle/>
          <a:p>
            <a:pPr marL="0" indent="0" algn="ctr">
              <a:buNone/>
            </a:pPr>
            <a:r>
              <a:rPr lang="en-US" sz="2600" b="1">
                <a:solidFill>
                  <a:srgbClr val="C00000"/>
                </a:solidFill>
                <a:ea typeface="+mn-lt"/>
                <a:cs typeface="+mn-lt"/>
              </a:rPr>
              <a:t>According to Arthur Samuel</a:t>
            </a:r>
            <a:endParaRPr lang="en-US">
              <a:solidFill>
                <a:srgbClr val="000000"/>
              </a:solidFill>
              <a:ea typeface="+mn-lt"/>
              <a:cs typeface="+mn-lt"/>
            </a:endParaRPr>
          </a:p>
          <a:p>
            <a:pPr marL="0" indent="0">
              <a:buNone/>
            </a:pPr>
            <a:r>
              <a:rPr lang="en-US" sz="2600">
                <a:solidFill>
                  <a:srgbClr val="242424"/>
                </a:solidFill>
                <a:ea typeface="+mn-lt"/>
                <a:cs typeface="+mn-lt"/>
              </a:rPr>
              <a:t>Machine learning is a “Field of study that gives computers the ability to learn without being explicitly programmed</a:t>
            </a:r>
            <a:r>
              <a:rPr lang="en-US" sz="2600" i="1">
                <a:solidFill>
                  <a:srgbClr val="242424"/>
                </a:solidFill>
                <a:ea typeface="+mn-lt"/>
                <a:cs typeface="+mn-lt"/>
              </a:rPr>
              <a:t>.</a:t>
            </a:r>
            <a:r>
              <a:rPr lang="en-US" sz="2600">
                <a:solidFill>
                  <a:srgbClr val="242424"/>
                </a:solidFill>
                <a:ea typeface="+mn-lt"/>
                <a:cs typeface="+mn-lt"/>
              </a:rPr>
              <a:t>”</a:t>
            </a:r>
            <a:endParaRPr lang="en-US">
              <a:ea typeface="Calibri"/>
              <a:cs typeface="Calibri"/>
            </a:endParaRPr>
          </a:p>
          <a:p>
            <a:pPr marL="0" indent="0">
              <a:buNone/>
            </a:pPr>
            <a:endParaRPr lang="en-US" sz="2600">
              <a:solidFill>
                <a:srgbClr val="242424"/>
              </a:solidFill>
              <a:latin typeface="Calibri"/>
              <a:ea typeface="Calibri"/>
              <a:cs typeface="Calibri"/>
            </a:endParaRPr>
          </a:p>
          <a:p>
            <a:pPr marL="0" indent="0" algn="ctr">
              <a:buNone/>
            </a:pPr>
            <a:r>
              <a:rPr lang="en-US" sz="2600" b="1">
                <a:solidFill>
                  <a:srgbClr val="C00000"/>
                </a:solidFill>
                <a:latin typeface="Aptos"/>
                <a:ea typeface="Calibri"/>
                <a:cs typeface="Calibri"/>
              </a:rPr>
              <a:t>More formal definition provided by Tom M. Mitchell </a:t>
            </a:r>
            <a:endParaRPr lang="en-US" sz="2000">
              <a:latin typeface="Aptos"/>
              <a:ea typeface="Calibri"/>
              <a:cs typeface="Calibri"/>
            </a:endParaRPr>
          </a:p>
          <a:p>
            <a:pPr marL="0" indent="0" algn="just">
              <a:buNone/>
            </a:pPr>
            <a:r>
              <a:rPr lang="en-US" sz="2600">
                <a:latin typeface="Aptos"/>
                <a:ea typeface="Calibri"/>
                <a:cs typeface="Calibri"/>
              </a:rPr>
              <a:t>A computer program is said to learn from </a:t>
            </a:r>
            <a:r>
              <a:rPr lang="en-US" sz="2600" b="1">
                <a:solidFill>
                  <a:srgbClr val="7030A0"/>
                </a:solidFill>
                <a:latin typeface="Aptos"/>
                <a:ea typeface="Calibri"/>
                <a:cs typeface="Calibri"/>
              </a:rPr>
              <a:t>experience E </a:t>
            </a:r>
            <a:r>
              <a:rPr lang="en-US" sz="2600">
                <a:latin typeface="Aptos"/>
                <a:ea typeface="Calibri"/>
                <a:cs typeface="Calibri"/>
              </a:rPr>
              <a:t>with respect to some class of </a:t>
            </a:r>
            <a:r>
              <a:rPr lang="en-US" sz="2600" b="1">
                <a:solidFill>
                  <a:srgbClr val="7030A0"/>
                </a:solidFill>
                <a:latin typeface="Aptos"/>
                <a:ea typeface="Calibri"/>
                <a:cs typeface="Calibri"/>
              </a:rPr>
              <a:t>tasks T </a:t>
            </a:r>
            <a:r>
              <a:rPr lang="en-US" sz="2600">
                <a:latin typeface="Aptos"/>
                <a:ea typeface="Calibri"/>
                <a:cs typeface="Calibri"/>
              </a:rPr>
              <a:t>and </a:t>
            </a:r>
            <a:r>
              <a:rPr lang="en-US" sz="2600" b="1">
                <a:solidFill>
                  <a:srgbClr val="7030A0"/>
                </a:solidFill>
                <a:latin typeface="Aptos"/>
                <a:ea typeface="Calibri"/>
                <a:cs typeface="Calibri"/>
              </a:rPr>
              <a:t>performance measure P </a:t>
            </a:r>
            <a:r>
              <a:rPr lang="en-US" sz="2600">
                <a:latin typeface="Aptos"/>
                <a:ea typeface="Calibri"/>
                <a:cs typeface="Calibri"/>
              </a:rPr>
              <a:t>if its performance at tasks in T, as measured by P, improves with experience E.</a:t>
            </a:r>
            <a:endParaRPr lang="en-US">
              <a:ea typeface="Calibri"/>
              <a:cs typeface="Calibri"/>
            </a:endParaRPr>
          </a:p>
          <a:p>
            <a:pPr marL="0" indent="0" algn="just">
              <a:buNone/>
            </a:pPr>
            <a:r>
              <a:rPr lang="en-US" sz="2400" i="1">
                <a:solidFill>
                  <a:srgbClr val="7030A0"/>
                </a:solidFill>
                <a:latin typeface="Aptos"/>
                <a:ea typeface="Calibri"/>
                <a:cs typeface="Calibri"/>
              </a:rPr>
              <a:t>Experience (E): </a:t>
            </a:r>
            <a:r>
              <a:rPr lang="en-US" sz="2400" i="1">
                <a:latin typeface="Aptos"/>
                <a:ea typeface="Calibri"/>
                <a:cs typeface="Calibri"/>
              </a:rPr>
              <a:t>Data or input that the computer program learn from.</a:t>
            </a:r>
            <a:endParaRPr lang="en-US">
              <a:ea typeface="Calibri"/>
              <a:cs typeface="Calibri"/>
            </a:endParaRPr>
          </a:p>
          <a:p>
            <a:pPr marL="0" indent="0" algn="just">
              <a:buNone/>
            </a:pPr>
            <a:r>
              <a:rPr lang="en-US" sz="2400" i="1">
                <a:solidFill>
                  <a:srgbClr val="7030A0"/>
                </a:solidFill>
                <a:latin typeface="Aptos"/>
                <a:ea typeface="Calibri"/>
                <a:cs typeface="Calibri"/>
              </a:rPr>
              <a:t>Tasks (T): </a:t>
            </a:r>
            <a:r>
              <a:rPr lang="en-US" sz="2400" i="1">
                <a:latin typeface="Aptos"/>
                <a:ea typeface="Calibri"/>
                <a:cs typeface="Calibri"/>
              </a:rPr>
              <a:t>Specific activities or goals that the ML algorithm is designed to perform.</a:t>
            </a:r>
            <a:endParaRPr lang="en-US">
              <a:ea typeface="Calibri"/>
              <a:cs typeface="Calibri"/>
            </a:endParaRPr>
          </a:p>
          <a:p>
            <a:pPr marL="0" indent="0" algn="just">
              <a:buNone/>
            </a:pPr>
            <a:r>
              <a:rPr lang="en-US" sz="2400" i="1">
                <a:solidFill>
                  <a:srgbClr val="7030A0"/>
                </a:solidFill>
                <a:latin typeface="Aptos"/>
                <a:ea typeface="Calibri"/>
                <a:cs typeface="Calibri"/>
              </a:rPr>
              <a:t>Performance Measure (P): </a:t>
            </a:r>
            <a:r>
              <a:rPr lang="en-US" sz="2400" i="1">
                <a:latin typeface="Aptos"/>
                <a:ea typeface="Calibri"/>
                <a:cs typeface="Calibri"/>
              </a:rPr>
              <a:t>measure of the success or effectiveness of the algorithm </a:t>
            </a:r>
            <a:r>
              <a:rPr lang="en-US" sz="2400" i="1" err="1">
                <a:latin typeface="Aptos"/>
                <a:ea typeface="Calibri"/>
                <a:cs typeface="Calibri"/>
              </a:rPr>
              <a:t>wrt</a:t>
            </a:r>
            <a:r>
              <a:rPr lang="en-US" sz="2400" i="1">
                <a:latin typeface="Aptos"/>
                <a:ea typeface="Calibri"/>
                <a:cs typeface="Calibri"/>
              </a:rPr>
              <a:t> the tasks it perform.</a:t>
            </a:r>
            <a:endParaRPr lang="en-US">
              <a:ea typeface="Calibri"/>
              <a:cs typeface="Calibri"/>
            </a:endParaRPr>
          </a:p>
          <a:p>
            <a:endParaRPr lang="en-US">
              <a:ea typeface="Calibri"/>
              <a:cs typeface="Calibri"/>
            </a:endParaRPr>
          </a:p>
        </p:txBody>
      </p:sp>
      <p:sp>
        <p:nvSpPr>
          <p:cNvPr id="3" name="Title 2">
            <a:extLst>
              <a:ext uri="{FF2B5EF4-FFF2-40B4-BE49-F238E27FC236}">
                <a16:creationId xmlns:a16="http://schemas.microsoft.com/office/drawing/2014/main" id="{E15C67CF-931C-971F-0EF1-A66DCC875F1D}"/>
              </a:ext>
            </a:extLst>
          </p:cNvPr>
          <p:cNvSpPr>
            <a:spLocks noGrp="1"/>
          </p:cNvSpPr>
          <p:nvPr>
            <p:ph type="title"/>
          </p:nvPr>
        </p:nvSpPr>
        <p:spPr/>
        <p:txBody>
          <a:bodyPr/>
          <a:lstStyle/>
          <a:p>
            <a:r>
              <a:rPr lang="en-US">
                <a:ea typeface="Calibri"/>
                <a:cs typeface="Calibri"/>
              </a:rPr>
              <a:t>What is Machine Learning</a:t>
            </a:r>
            <a:endParaRPr lang="en-US"/>
          </a:p>
        </p:txBody>
      </p:sp>
      <p:sp>
        <p:nvSpPr>
          <p:cNvPr id="4" name="Date Placeholder 3">
            <a:extLst>
              <a:ext uri="{FF2B5EF4-FFF2-40B4-BE49-F238E27FC236}">
                <a16:creationId xmlns:a16="http://schemas.microsoft.com/office/drawing/2014/main" id="{29CED75A-4F5B-16BF-59E8-2AF8A719C83E}"/>
              </a:ext>
            </a:extLst>
          </p:cNvPr>
          <p:cNvSpPr>
            <a:spLocks noGrp="1"/>
          </p:cNvSpPr>
          <p:nvPr>
            <p:ph type="dt" sz="half" idx="10"/>
          </p:nvPr>
        </p:nvSpPr>
        <p:spPr/>
        <p:txBody>
          <a:bodyPr/>
          <a:lstStyle/>
          <a:p>
            <a:fld id="{BEF28905-D5AB-4289-BE97-6E4AD5680DB3}" type="datetime2">
              <a:rPr lang="en-US" smtClean="0"/>
              <a:pPr/>
              <a:t>Thursday, January 30, 2025</a:t>
            </a:fld>
            <a:endParaRPr lang="en-US"/>
          </a:p>
        </p:txBody>
      </p:sp>
      <p:sp>
        <p:nvSpPr>
          <p:cNvPr id="5" name="Slide Number Placeholder 4">
            <a:extLst>
              <a:ext uri="{FF2B5EF4-FFF2-40B4-BE49-F238E27FC236}">
                <a16:creationId xmlns:a16="http://schemas.microsoft.com/office/drawing/2014/main" id="{D434880E-E8EA-4603-9D99-47A59FF06059}"/>
              </a:ext>
            </a:extLst>
          </p:cNvPr>
          <p:cNvSpPr>
            <a:spLocks noGrp="1"/>
          </p:cNvSpPr>
          <p:nvPr>
            <p:ph type="sldNum" sz="quarter" idx="12"/>
          </p:nvPr>
        </p:nvSpPr>
        <p:spPr/>
        <p:txBody>
          <a:bodyPr/>
          <a:lstStyle/>
          <a:p>
            <a:fld id="{6E1C90AF-3AA4-4CFC-B2BC-F2B6405EADE7}" type="slidenum">
              <a:rPr lang="en-US" smtClean="0"/>
              <a:pPr/>
              <a:t>3</a:t>
            </a:fld>
            <a:endParaRPr lang="en-US"/>
          </a:p>
        </p:txBody>
      </p:sp>
    </p:spTree>
    <p:extLst>
      <p:ext uri="{BB962C8B-B14F-4D97-AF65-F5344CB8AC3E}">
        <p14:creationId xmlns:p14="http://schemas.microsoft.com/office/powerpoint/2010/main" val="2158211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157CFD-DED0-3EE5-5E84-FBF7915D53CA}"/>
              </a:ext>
            </a:extLst>
          </p:cNvPr>
          <p:cNvSpPr>
            <a:spLocks noGrp="1"/>
          </p:cNvSpPr>
          <p:nvPr>
            <p:ph idx="1"/>
          </p:nvPr>
        </p:nvSpPr>
        <p:spPr/>
        <p:txBody>
          <a:bodyPr vert="horz" lIns="91440" tIns="45720" rIns="91440" bIns="45720" rtlCol="0" anchor="t">
            <a:normAutofit/>
          </a:bodyPr>
          <a:lstStyle/>
          <a:p>
            <a:pPr marL="0" indent="0" algn="ctr">
              <a:buNone/>
            </a:pPr>
            <a:r>
              <a:rPr lang="en-US" b="1">
                <a:solidFill>
                  <a:srgbClr val="C00000"/>
                </a:solidFill>
                <a:ea typeface="+mn-lt"/>
                <a:cs typeface="+mn-lt"/>
              </a:rPr>
              <a:t>According to Ian Goodfellow et al.</a:t>
            </a:r>
          </a:p>
          <a:p>
            <a:pPr marL="0" indent="0" algn="just">
              <a:buNone/>
            </a:pPr>
            <a:r>
              <a:rPr lang="en-US" sz="2400">
                <a:ea typeface="+mn-lt"/>
                <a:cs typeface="+mn-lt"/>
              </a:rPr>
              <a:t>Deep learning is a subfield of machine learning concerned with algorithms inspired by the structure and function of the brain called artificial neural networks</a:t>
            </a:r>
          </a:p>
          <a:p>
            <a:pPr marL="0" indent="0" algn="ctr">
              <a:buNone/>
            </a:pPr>
            <a:r>
              <a:rPr lang="en-US" b="1">
                <a:solidFill>
                  <a:srgbClr val="C00000"/>
                </a:solidFill>
                <a:ea typeface="+mn-lt"/>
                <a:cs typeface="+mn-lt"/>
              </a:rPr>
              <a:t>According to Yann LeCun</a:t>
            </a:r>
          </a:p>
          <a:p>
            <a:pPr marL="0" indent="0" algn="just">
              <a:buNone/>
            </a:pPr>
            <a:r>
              <a:rPr lang="en-US" sz="2400">
                <a:ea typeface="+mn-lt"/>
                <a:cs typeface="+mn-lt"/>
              </a:rPr>
              <a:t>Deep learning uses hierarchical layers of neural networks to extract progressively higher-level features from raw input.</a:t>
            </a:r>
          </a:p>
          <a:p>
            <a:pPr marL="0" indent="0" algn="just">
              <a:buNone/>
            </a:pPr>
            <a:endParaRPr lang="en-US" sz="2400">
              <a:ea typeface="Calibri"/>
              <a:cs typeface="Calibri"/>
            </a:endParaRPr>
          </a:p>
          <a:p>
            <a:pPr marL="0" indent="0" algn="just">
              <a:buNone/>
            </a:pPr>
            <a:r>
              <a:rPr lang="en-US" sz="2400">
                <a:ea typeface="Calibri"/>
                <a:cs typeface="Calibri"/>
              </a:rPr>
              <a:t>Deep learning automatically extracts features from raw data (e.g., image, audio)</a:t>
            </a:r>
          </a:p>
        </p:txBody>
      </p:sp>
      <p:sp>
        <p:nvSpPr>
          <p:cNvPr id="3" name="Title 2">
            <a:extLst>
              <a:ext uri="{FF2B5EF4-FFF2-40B4-BE49-F238E27FC236}">
                <a16:creationId xmlns:a16="http://schemas.microsoft.com/office/drawing/2014/main" id="{7E1D0E65-14EE-5B84-BB2C-31F5CE625915}"/>
              </a:ext>
            </a:extLst>
          </p:cNvPr>
          <p:cNvSpPr>
            <a:spLocks noGrp="1"/>
          </p:cNvSpPr>
          <p:nvPr>
            <p:ph type="title"/>
          </p:nvPr>
        </p:nvSpPr>
        <p:spPr/>
        <p:txBody>
          <a:bodyPr/>
          <a:lstStyle/>
          <a:p>
            <a:r>
              <a:rPr lang="en-US">
                <a:ea typeface="Calibri"/>
                <a:cs typeface="Calibri"/>
              </a:rPr>
              <a:t>What is deep Learning</a:t>
            </a:r>
            <a:endParaRPr lang="en-US"/>
          </a:p>
        </p:txBody>
      </p:sp>
      <p:sp>
        <p:nvSpPr>
          <p:cNvPr id="4" name="Date Placeholder 3">
            <a:extLst>
              <a:ext uri="{FF2B5EF4-FFF2-40B4-BE49-F238E27FC236}">
                <a16:creationId xmlns:a16="http://schemas.microsoft.com/office/drawing/2014/main" id="{2C9A2C99-2B20-7EA3-0B0F-A1C84FD78DDF}"/>
              </a:ext>
            </a:extLst>
          </p:cNvPr>
          <p:cNvSpPr>
            <a:spLocks noGrp="1"/>
          </p:cNvSpPr>
          <p:nvPr>
            <p:ph type="dt" sz="half" idx="10"/>
          </p:nvPr>
        </p:nvSpPr>
        <p:spPr/>
        <p:txBody>
          <a:bodyPr/>
          <a:lstStyle/>
          <a:p>
            <a:fld id="{BEF28905-D5AB-4289-BE97-6E4AD5680DB3}" type="datetime2">
              <a:rPr lang="en-US" smtClean="0"/>
              <a:pPr/>
              <a:t>Thursday, January 30, 2025</a:t>
            </a:fld>
            <a:endParaRPr lang="en-US"/>
          </a:p>
        </p:txBody>
      </p:sp>
      <p:sp>
        <p:nvSpPr>
          <p:cNvPr id="5" name="Slide Number Placeholder 4">
            <a:extLst>
              <a:ext uri="{FF2B5EF4-FFF2-40B4-BE49-F238E27FC236}">
                <a16:creationId xmlns:a16="http://schemas.microsoft.com/office/drawing/2014/main" id="{6C4F3012-E0FE-CBAB-23A8-D8E979D32667}"/>
              </a:ext>
            </a:extLst>
          </p:cNvPr>
          <p:cNvSpPr>
            <a:spLocks noGrp="1"/>
          </p:cNvSpPr>
          <p:nvPr>
            <p:ph type="sldNum" sz="quarter" idx="12"/>
          </p:nvPr>
        </p:nvSpPr>
        <p:spPr/>
        <p:txBody>
          <a:bodyPr/>
          <a:lstStyle/>
          <a:p>
            <a:fld id="{6E1C90AF-3AA4-4CFC-B2BC-F2B6405EADE7}" type="slidenum">
              <a:rPr lang="en-US" smtClean="0"/>
              <a:pPr/>
              <a:t>4</a:t>
            </a:fld>
            <a:endParaRPr lang="en-US"/>
          </a:p>
        </p:txBody>
      </p:sp>
    </p:spTree>
    <p:extLst>
      <p:ext uri="{BB962C8B-B14F-4D97-AF65-F5344CB8AC3E}">
        <p14:creationId xmlns:p14="http://schemas.microsoft.com/office/powerpoint/2010/main" val="345138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E4B23A-A96D-26C4-0822-3E172FD794AB}"/>
              </a:ext>
            </a:extLst>
          </p:cNvPr>
          <p:cNvSpPr>
            <a:spLocks noGrp="1"/>
          </p:cNvSpPr>
          <p:nvPr>
            <p:ph idx="1"/>
          </p:nvPr>
        </p:nvSpPr>
        <p:spPr/>
        <p:txBody>
          <a:bodyPr vert="horz" lIns="91440" tIns="45720" rIns="91440" bIns="45720" rtlCol="0" anchor="t">
            <a:normAutofit fontScale="92500"/>
          </a:bodyPr>
          <a:lstStyle/>
          <a:p>
            <a:pPr marL="0" indent="0" algn="ctr">
              <a:buNone/>
            </a:pPr>
            <a:r>
              <a:rPr lang="en-US" b="1">
                <a:solidFill>
                  <a:srgbClr val="C00000"/>
                </a:solidFill>
                <a:ea typeface="Calibri"/>
                <a:cs typeface="Calibri"/>
              </a:rPr>
              <a:t>According to Ian Goodfellow (2014) </a:t>
            </a:r>
            <a:r>
              <a:rPr lang="en-US" sz="1600" b="1">
                <a:solidFill>
                  <a:srgbClr val="C00000"/>
                </a:solidFill>
                <a:ea typeface="Calibri"/>
                <a:cs typeface="Calibri"/>
              </a:rPr>
              <a:t>(creator of GANs)</a:t>
            </a:r>
          </a:p>
          <a:p>
            <a:pPr marL="0" indent="0" algn="just">
              <a:buNone/>
            </a:pPr>
            <a:r>
              <a:rPr lang="en-US">
                <a:ea typeface="Calibri"/>
                <a:cs typeface="Calibri"/>
              </a:rPr>
              <a:t>Generative AI refers to models designed to generate new data samples that resemble the input data distribution, such as images, text, or audio.</a:t>
            </a:r>
          </a:p>
          <a:p>
            <a:pPr marL="0" indent="0" algn="ctr">
              <a:buNone/>
            </a:pPr>
            <a:r>
              <a:rPr lang="en-US" b="1">
                <a:solidFill>
                  <a:srgbClr val="C00000"/>
                </a:solidFill>
                <a:ea typeface="Calibri"/>
                <a:cs typeface="Calibri"/>
              </a:rPr>
              <a:t>According to Andrej </a:t>
            </a:r>
            <a:r>
              <a:rPr lang="en-US" b="1" err="1">
                <a:solidFill>
                  <a:srgbClr val="C00000"/>
                </a:solidFill>
                <a:ea typeface="Calibri"/>
                <a:cs typeface="Calibri"/>
              </a:rPr>
              <a:t>Karpathy</a:t>
            </a:r>
            <a:r>
              <a:rPr lang="en-US" b="1">
                <a:solidFill>
                  <a:srgbClr val="C00000"/>
                </a:solidFill>
                <a:ea typeface="Calibri"/>
                <a:cs typeface="Calibri"/>
              </a:rPr>
              <a:t> (2022) </a:t>
            </a:r>
          </a:p>
          <a:p>
            <a:pPr marL="0" indent="0" algn="just">
              <a:buNone/>
            </a:pPr>
            <a:r>
              <a:rPr lang="en-US">
                <a:ea typeface="+mn-lt"/>
                <a:cs typeface="+mn-lt"/>
              </a:rPr>
              <a:t>Generative AI builds on large datasets and neural network architectures to create new content, often using transformers and models like GPT</a:t>
            </a:r>
            <a:endParaRPr lang="en-US">
              <a:ea typeface="Calibri"/>
              <a:cs typeface="Calibri"/>
            </a:endParaRPr>
          </a:p>
          <a:p>
            <a:pPr marL="0" indent="0" algn="ctr">
              <a:buNone/>
            </a:pPr>
            <a:endParaRPr lang="en-US">
              <a:solidFill>
                <a:srgbClr val="C00000"/>
              </a:solidFill>
              <a:ea typeface="Calibri"/>
              <a:cs typeface="Calibri"/>
            </a:endParaRPr>
          </a:p>
          <a:p>
            <a:pPr marL="0" indent="0">
              <a:buNone/>
            </a:pPr>
            <a:endParaRPr lang="en-US">
              <a:ea typeface="Calibri"/>
              <a:cs typeface="Calibri"/>
            </a:endParaRPr>
          </a:p>
        </p:txBody>
      </p:sp>
      <p:sp>
        <p:nvSpPr>
          <p:cNvPr id="3" name="Title 2">
            <a:extLst>
              <a:ext uri="{FF2B5EF4-FFF2-40B4-BE49-F238E27FC236}">
                <a16:creationId xmlns:a16="http://schemas.microsoft.com/office/drawing/2014/main" id="{E3DC82D3-0F64-B95C-06E3-F3230EBBB7D3}"/>
              </a:ext>
            </a:extLst>
          </p:cNvPr>
          <p:cNvSpPr>
            <a:spLocks noGrp="1"/>
          </p:cNvSpPr>
          <p:nvPr>
            <p:ph type="title"/>
          </p:nvPr>
        </p:nvSpPr>
        <p:spPr/>
        <p:txBody>
          <a:bodyPr/>
          <a:lstStyle/>
          <a:p>
            <a:r>
              <a:rPr lang="en-US">
                <a:ea typeface="Calibri"/>
                <a:cs typeface="Calibri"/>
              </a:rPr>
              <a:t>What is Generative AI</a:t>
            </a:r>
            <a:endParaRPr lang="en-US"/>
          </a:p>
        </p:txBody>
      </p:sp>
      <p:sp>
        <p:nvSpPr>
          <p:cNvPr id="4" name="Date Placeholder 3">
            <a:extLst>
              <a:ext uri="{FF2B5EF4-FFF2-40B4-BE49-F238E27FC236}">
                <a16:creationId xmlns:a16="http://schemas.microsoft.com/office/drawing/2014/main" id="{FF74EC8B-32ED-4020-A670-936224399ABD}"/>
              </a:ext>
            </a:extLst>
          </p:cNvPr>
          <p:cNvSpPr>
            <a:spLocks noGrp="1"/>
          </p:cNvSpPr>
          <p:nvPr>
            <p:ph type="dt" sz="half" idx="10"/>
          </p:nvPr>
        </p:nvSpPr>
        <p:spPr/>
        <p:txBody>
          <a:bodyPr/>
          <a:lstStyle/>
          <a:p>
            <a:fld id="{BEF28905-D5AB-4289-BE97-6E4AD5680DB3}" type="datetime2">
              <a:rPr lang="en-US" smtClean="0"/>
              <a:pPr/>
              <a:t>Thursday, January 30, 2025</a:t>
            </a:fld>
            <a:endParaRPr lang="en-US"/>
          </a:p>
        </p:txBody>
      </p:sp>
      <p:sp>
        <p:nvSpPr>
          <p:cNvPr id="5" name="Slide Number Placeholder 4">
            <a:extLst>
              <a:ext uri="{FF2B5EF4-FFF2-40B4-BE49-F238E27FC236}">
                <a16:creationId xmlns:a16="http://schemas.microsoft.com/office/drawing/2014/main" id="{B25C0617-D130-5B7C-6B98-6C1BB6BF64A1}"/>
              </a:ext>
            </a:extLst>
          </p:cNvPr>
          <p:cNvSpPr>
            <a:spLocks noGrp="1"/>
          </p:cNvSpPr>
          <p:nvPr>
            <p:ph type="sldNum" sz="quarter" idx="12"/>
          </p:nvPr>
        </p:nvSpPr>
        <p:spPr/>
        <p:txBody>
          <a:bodyPr/>
          <a:lstStyle/>
          <a:p>
            <a:fld id="{6E1C90AF-3AA4-4CFC-B2BC-F2B6405EADE7}" type="slidenum">
              <a:rPr lang="en-US" smtClean="0"/>
              <a:pPr/>
              <a:t>5</a:t>
            </a:fld>
            <a:endParaRPr lang="en-US"/>
          </a:p>
        </p:txBody>
      </p:sp>
    </p:spTree>
    <p:extLst>
      <p:ext uri="{BB962C8B-B14F-4D97-AF65-F5344CB8AC3E}">
        <p14:creationId xmlns:p14="http://schemas.microsoft.com/office/powerpoint/2010/main" val="896700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3D53219F-5084-D0CC-A3E9-09C8CA970B61}"/>
              </a:ext>
            </a:extLst>
          </p:cNvPr>
          <p:cNvGraphicFramePr>
            <a:graphicFrameLocks noGrp="1"/>
          </p:cNvGraphicFramePr>
          <p:nvPr>
            <p:ph idx="1"/>
            <p:extLst>
              <p:ext uri="{D42A27DB-BD31-4B8C-83A1-F6EECF244321}">
                <p14:modId xmlns:p14="http://schemas.microsoft.com/office/powerpoint/2010/main" val="3410695813"/>
              </p:ext>
            </p:extLst>
          </p:nvPr>
        </p:nvGraphicFramePr>
        <p:xfrm>
          <a:off x="457200" y="1600200"/>
          <a:ext cx="8265452" cy="4273938"/>
        </p:xfrm>
        <a:graphic>
          <a:graphicData uri="http://schemas.openxmlformats.org/drawingml/2006/table">
            <a:tbl>
              <a:tblPr firstRow="1" firstCol="1" bandRow="1">
                <a:tableStyleId>{5C22544A-7EE6-4342-B048-85BDC9FD1C3A}</a:tableStyleId>
              </a:tblPr>
              <a:tblGrid>
                <a:gridCol w="2066363">
                  <a:extLst>
                    <a:ext uri="{9D8B030D-6E8A-4147-A177-3AD203B41FA5}">
                      <a16:colId xmlns:a16="http://schemas.microsoft.com/office/drawing/2014/main" val="3906758778"/>
                    </a:ext>
                  </a:extLst>
                </a:gridCol>
                <a:gridCol w="2066363">
                  <a:extLst>
                    <a:ext uri="{9D8B030D-6E8A-4147-A177-3AD203B41FA5}">
                      <a16:colId xmlns:a16="http://schemas.microsoft.com/office/drawing/2014/main" val="2450256093"/>
                    </a:ext>
                  </a:extLst>
                </a:gridCol>
                <a:gridCol w="2066363">
                  <a:extLst>
                    <a:ext uri="{9D8B030D-6E8A-4147-A177-3AD203B41FA5}">
                      <a16:colId xmlns:a16="http://schemas.microsoft.com/office/drawing/2014/main" val="1000583070"/>
                    </a:ext>
                  </a:extLst>
                </a:gridCol>
                <a:gridCol w="2066363">
                  <a:extLst>
                    <a:ext uri="{9D8B030D-6E8A-4147-A177-3AD203B41FA5}">
                      <a16:colId xmlns:a16="http://schemas.microsoft.com/office/drawing/2014/main" val="804813449"/>
                    </a:ext>
                  </a:extLst>
                </a:gridCol>
              </a:tblGrid>
              <a:tr h="548946">
                <a:tc>
                  <a:txBody>
                    <a:bodyPr/>
                    <a:lstStyle/>
                    <a:p>
                      <a:pPr algn="ctr"/>
                      <a:r>
                        <a:rPr lang="en-US">
                          <a:effectLst/>
                        </a:rPr>
                        <a:t>Aspect</a:t>
                      </a:r>
                    </a:p>
                  </a:txBody>
                  <a:tcPr marL="9525" marR="9525" marT="9525" marB="9525" anchor="ctr"/>
                </a:tc>
                <a:tc>
                  <a:txBody>
                    <a:bodyPr/>
                    <a:lstStyle/>
                    <a:p>
                      <a:pPr algn="ctr"/>
                      <a:r>
                        <a:rPr lang="en-US">
                          <a:effectLst/>
                        </a:rPr>
                        <a:t>Machine Learning</a:t>
                      </a:r>
                    </a:p>
                  </a:txBody>
                  <a:tcPr marL="9525" marR="9525" marT="9525" marB="9525" anchor="ctr"/>
                </a:tc>
                <a:tc>
                  <a:txBody>
                    <a:bodyPr/>
                    <a:lstStyle/>
                    <a:p>
                      <a:pPr algn="ctr"/>
                      <a:r>
                        <a:rPr lang="en-US">
                          <a:effectLst/>
                        </a:rPr>
                        <a:t>Deep Learning</a:t>
                      </a:r>
                    </a:p>
                  </a:txBody>
                  <a:tcPr marL="9525" marR="9525" marT="9525" marB="9525" anchor="ctr"/>
                </a:tc>
                <a:tc>
                  <a:txBody>
                    <a:bodyPr/>
                    <a:lstStyle/>
                    <a:p>
                      <a:pPr algn="ctr"/>
                      <a:r>
                        <a:rPr lang="en-US">
                          <a:effectLst/>
                        </a:rPr>
                        <a:t>Generative AI</a:t>
                      </a:r>
                    </a:p>
                  </a:txBody>
                  <a:tcPr marL="9525" marR="9525" marT="9525" marB="9525" anchor="ctr"/>
                </a:tc>
                <a:extLst>
                  <a:ext uri="{0D108BD9-81ED-4DB2-BD59-A6C34878D82A}">
                    <a16:rowId xmlns:a16="http://schemas.microsoft.com/office/drawing/2014/main" val="3723837295"/>
                  </a:ext>
                </a:extLst>
              </a:tr>
              <a:tr h="1058682">
                <a:tc>
                  <a:txBody>
                    <a:bodyPr/>
                    <a:lstStyle/>
                    <a:p>
                      <a:pPr algn="ctr"/>
                      <a:r>
                        <a:rPr lang="en-US">
                          <a:effectLst/>
                        </a:rPr>
                        <a:t>Focus</a:t>
                      </a:r>
                    </a:p>
                  </a:txBody>
                  <a:tcPr marL="9525" marR="9525" marT="9525" marB="9525" anchor="ctr"/>
                </a:tc>
                <a:tc>
                  <a:txBody>
                    <a:bodyPr/>
                    <a:lstStyle/>
                    <a:p>
                      <a:pPr algn="ctr"/>
                      <a:r>
                        <a:rPr lang="en-US">
                          <a:effectLst/>
                        </a:rPr>
                        <a:t>Pattern recognition, prediction</a:t>
                      </a:r>
                    </a:p>
                  </a:txBody>
                  <a:tcPr marL="9525" marR="9525" marT="9525" marB="9525" anchor="ctr"/>
                </a:tc>
                <a:tc>
                  <a:txBody>
                    <a:bodyPr/>
                    <a:lstStyle/>
                    <a:p>
                      <a:pPr algn="ctr"/>
                      <a:r>
                        <a:rPr lang="en-US">
                          <a:effectLst/>
                        </a:rPr>
                        <a:t>Complex feature learning</a:t>
                      </a:r>
                    </a:p>
                  </a:txBody>
                  <a:tcPr marL="9525" marR="9525" marT="9525" marB="9525" anchor="ctr"/>
                </a:tc>
                <a:tc>
                  <a:txBody>
                    <a:bodyPr/>
                    <a:lstStyle/>
                    <a:p>
                      <a:pPr algn="ctr"/>
                      <a:r>
                        <a:rPr lang="en-US">
                          <a:effectLst/>
                        </a:rPr>
                        <a:t>Content creation</a:t>
                      </a:r>
                    </a:p>
                  </a:txBody>
                  <a:tcPr marL="9525" marR="9525" marT="9525" marB="9525" anchor="ctr"/>
                </a:tc>
                <a:extLst>
                  <a:ext uri="{0D108BD9-81ED-4DB2-BD59-A6C34878D82A}">
                    <a16:rowId xmlns:a16="http://schemas.microsoft.com/office/drawing/2014/main" val="3124104995"/>
                  </a:ext>
                </a:extLst>
              </a:tr>
              <a:tr h="548946">
                <a:tc>
                  <a:txBody>
                    <a:bodyPr/>
                    <a:lstStyle/>
                    <a:p>
                      <a:pPr algn="ctr"/>
                      <a:r>
                        <a:rPr lang="en-US">
                          <a:effectLst/>
                        </a:rPr>
                        <a:t>Data Dependency</a:t>
                      </a:r>
                    </a:p>
                  </a:txBody>
                  <a:tcPr marL="9525" marR="9525" marT="9525" marB="9525" anchor="ctr"/>
                </a:tc>
                <a:tc>
                  <a:txBody>
                    <a:bodyPr/>
                    <a:lstStyle/>
                    <a:p>
                      <a:pPr algn="ctr"/>
                      <a:r>
                        <a:rPr lang="en-US">
                          <a:effectLst/>
                        </a:rPr>
                        <a:t>Moderate</a:t>
                      </a:r>
                    </a:p>
                  </a:txBody>
                  <a:tcPr marL="9525" marR="9525" marT="9525" marB="9525" anchor="ctr"/>
                </a:tc>
                <a:tc>
                  <a:txBody>
                    <a:bodyPr/>
                    <a:lstStyle/>
                    <a:p>
                      <a:pPr algn="ctr"/>
                      <a:r>
                        <a:rPr lang="en-US">
                          <a:effectLst/>
                        </a:rPr>
                        <a:t>High</a:t>
                      </a:r>
                    </a:p>
                  </a:txBody>
                  <a:tcPr marL="9525" marR="9525" marT="9525" marB="9525" anchor="ctr"/>
                </a:tc>
                <a:tc>
                  <a:txBody>
                    <a:bodyPr/>
                    <a:lstStyle/>
                    <a:p>
                      <a:pPr algn="ctr"/>
                      <a:r>
                        <a:rPr lang="en-US">
                          <a:effectLst/>
                        </a:rPr>
                        <a:t>High</a:t>
                      </a:r>
                    </a:p>
                  </a:txBody>
                  <a:tcPr marL="9525" marR="9525" marT="9525" marB="9525" anchor="ctr"/>
                </a:tc>
                <a:extLst>
                  <a:ext uri="{0D108BD9-81ED-4DB2-BD59-A6C34878D82A}">
                    <a16:rowId xmlns:a16="http://schemas.microsoft.com/office/drawing/2014/main" val="1257930445"/>
                  </a:ext>
                </a:extLst>
              </a:tr>
              <a:tr h="1058682">
                <a:tc>
                  <a:txBody>
                    <a:bodyPr/>
                    <a:lstStyle/>
                    <a:p>
                      <a:pPr algn="ctr"/>
                      <a:r>
                        <a:rPr lang="en-US">
                          <a:effectLst/>
                        </a:rPr>
                        <a:t>Key Algorithms</a:t>
                      </a:r>
                    </a:p>
                  </a:txBody>
                  <a:tcPr marL="9525" marR="9525" marT="9525" marB="9525" anchor="ctr"/>
                </a:tc>
                <a:tc>
                  <a:txBody>
                    <a:bodyPr/>
                    <a:lstStyle/>
                    <a:p>
                      <a:pPr algn="ctr"/>
                      <a:r>
                        <a:rPr lang="en-US">
                          <a:effectLst/>
                        </a:rPr>
                        <a:t>Regression, SVM, etc.</a:t>
                      </a:r>
                    </a:p>
                  </a:txBody>
                  <a:tcPr marL="9525" marR="9525" marT="9525" marB="9525" anchor="ctr"/>
                </a:tc>
                <a:tc>
                  <a:txBody>
                    <a:bodyPr/>
                    <a:lstStyle/>
                    <a:p>
                      <a:pPr algn="ctr"/>
                      <a:r>
                        <a:rPr lang="en-US">
                          <a:effectLst/>
                        </a:rPr>
                        <a:t>Neural networks (CNNs, RNNs)</a:t>
                      </a:r>
                    </a:p>
                  </a:txBody>
                  <a:tcPr marL="9525" marR="9525" marT="9525" marB="9525" anchor="ctr"/>
                </a:tc>
                <a:tc>
                  <a:txBody>
                    <a:bodyPr/>
                    <a:lstStyle/>
                    <a:p>
                      <a:pPr algn="ctr"/>
                      <a:r>
                        <a:rPr lang="en-US">
                          <a:effectLst/>
                        </a:rPr>
                        <a:t>GANs, Transformers</a:t>
                      </a:r>
                    </a:p>
                  </a:txBody>
                  <a:tcPr marL="9525" marR="9525" marT="9525" marB="9525" anchor="ctr"/>
                </a:tc>
                <a:extLst>
                  <a:ext uri="{0D108BD9-81ED-4DB2-BD59-A6C34878D82A}">
                    <a16:rowId xmlns:a16="http://schemas.microsoft.com/office/drawing/2014/main" val="3178959271"/>
                  </a:ext>
                </a:extLst>
              </a:tr>
              <a:tr h="1058682">
                <a:tc>
                  <a:txBody>
                    <a:bodyPr/>
                    <a:lstStyle/>
                    <a:p>
                      <a:pPr algn="ctr"/>
                      <a:r>
                        <a:rPr lang="en-US">
                          <a:effectLst/>
                        </a:rPr>
                        <a:t>Applications</a:t>
                      </a:r>
                    </a:p>
                  </a:txBody>
                  <a:tcPr marL="9525" marR="9525" marT="9525" marB="9525" anchor="ctr"/>
                </a:tc>
                <a:tc>
                  <a:txBody>
                    <a:bodyPr/>
                    <a:lstStyle/>
                    <a:p>
                      <a:pPr algn="ctr"/>
                      <a:r>
                        <a:rPr lang="en-US">
                          <a:effectLst/>
                        </a:rPr>
                        <a:t>Predictive analytics</a:t>
                      </a:r>
                    </a:p>
                  </a:txBody>
                  <a:tcPr marL="9525" marR="9525" marT="9525" marB="9525" anchor="ctr"/>
                </a:tc>
                <a:tc>
                  <a:txBody>
                    <a:bodyPr/>
                    <a:lstStyle/>
                    <a:p>
                      <a:pPr algn="ctr"/>
                      <a:r>
                        <a:rPr lang="en-US">
                          <a:effectLst/>
                        </a:rPr>
                        <a:t>Object detection, NLP</a:t>
                      </a:r>
                    </a:p>
                  </a:txBody>
                  <a:tcPr marL="9525" marR="9525" marT="9525" marB="9525" anchor="ctr"/>
                </a:tc>
                <a:tc>
                  <a:txBody>
                    <a:bodyPr/>
                    <a:lstStyle/>
                    <a:p>
                      <a:pPr algn="ctr"/>
                      <a:r>
                        <a:rPr lang="en-US">
                          <a:effectLst/>
                        </a:rPr>
                        <a:t>Text/image generation</a:t>
                      </a:r>
                    </a:p>
                  </a:txBody>
                  <a:tcPr marL="9525" marR="9525" marT="9525" marB="9525" anchor="ctr"/>
                </a:tc>
                <a:extLst>
                  <a:ext uri="{0D108BD9-81ED-4DB2-BD59-A6C34878D82A}">
                    <a16:rowId xmlns:a16="http://schemas.microsoft.com/office/drawing/2014/main" val="2013794418"/>
                  </a:ext>
                </a:extLst>
              </a:tr>
            </a:tbl>
          </a:graphicData>
        </a:graphic>
      </p:graphicFrame>
      <p:sp>
        <p:nvSpPr>
          <p:cNvPr id="3" name="Title 2">
            <a:extLst>
              <a:ext uri="{FF2B5EF4-FFF2-40B4-BE49-F238E27FC236}">
                <a16:creationId xmlns:a16="http://schemas.microsoft.com/office/drawing/2014/main" id="{7B21E36C-EF83-1389-4BE5-FF67DDB1456D}"/>
              </a:ext>
            </a:extLst>
          </p:cNvPr>
          <p:cNvSpPr>
            <a:spLocks noGrp="1"/>
          </p:cNvSpPr>
          <p:nvPr>
            <p:ph type="title"/>
          </p:nvPr>
        </p:nvSpPr>
        <p:spPr/>
        <p:txBody>
          <a:bodyPr/>
          <a:lstStyle/>
          <a:p>
            <a:r>
              <a:rPr lang="en-US">
                <a:ea typeface="Calibri"/>
                <a:cs typeface="Calibri"/>
              </a:rPr>
              <a:t>Key Differences</a:t>
            </a:r>
            <a:endParaRPr lang="en-US"/>
          </a:p>
        </p:txBody>
      </p:sp>
      <p:sp>
        <p:nvSpPr>
          <p:cNvPr id="4" name="Date Placeholder 3">
            <a:extLst>
              <a:ext uri="{FF2B5EF4-FFF2-40B4-BE49-F238E27FC236}">
                <a16:creationId xmlns:a16="http://schemas.microsoft.com/office/drawing/2014/main" id="{CD4949E2-AAF5-5152-2FBE-384CC16CD2D6}"/>
              </a:ext>
            </a:extLst>
          </p:cNvPr>
          <p:cNvSpPr>
            <a:spLocks noGrp="1"/>
          </p:cNvSpPr>
          <p:nvPr>
            <p:ph type="dt" sz="half" idx="10"/>
          </p:nvPr>
        </p:nvSpPr>
        <p:spPr/>
        <p:txBody>
          <a:bodyPr/>
          <a:lstStyle/>
          <a:p>
            <a:fld id="{BEF28905-D5AB-4289-BE97-6E4AD5680DB3}" type="datetime2">
              <a:rPr lang="en-US" smtClean="0"/>
              <a:pPr/>
              <a:t>Thursday, January 30, 2025</a:t>
            </a:fld>
            <a:endParaRPr lang="en-US"/>
          </a:p>
        </p:txBody>
      </p:sp>
      <p:sp>
        <p:nvSpPr>
          <p:cNvPr id="5" name="Slide Number Placeholder 4">
            <a:extLst>
              <a:ext uri="{FF2B5EF4-FFF2-40B4-BE49-F238E27FC236}">
                <a16:creationId xmlns:a16="http://schemas.microsoft.com/office/drawing/2014/main" id="{5CEB76E0-5970-D63C-75BE-8757C4143EE9}"/>
              </a:ext>
            </a:extLst>
          </p:cNvPr>
          <p:cNvSpPr>
            <a:spLocks noGrp="1"/>
          </p:cNvSpPr>
          <p:nvPr>
            <p:ph type="sldNum" sz="quarter" idx="12"/>
          </p:nvPr>
        </p:nvSpPr>
        <p:spPr/>
        <p:txBody>
          <a:bodyPr/>
          <a:lstStyle/>
          <a:p>
            <a:fld id="{6E1C90AF-3AA4-4CFC-B2BC-F2B6405EADE7}" type="slidenum">
              <a:rPr lang="en-US" smtClean="0"/>
              <a:pPr/>
              <a:t>6</a:t>
            </a:fld>
            <a:endParaRPr lang="en-US"/>
          </a:p>
        </p:txBody>
      </p:sp>
    </p:spTree>
    <p:extLst>
      <p:ext uri="{BB962C8B-B14F-4D97-AF65-F5344CB8AC3E}">
        <p14:creationId xmlns:p14="http://schemas.microsoft.com/office/powerpoint/2010/main" val="2580908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A47366-C486-9A8F-5EEC-333E50A8D272}"/>
              </a:ext>
            </a:extLst>
          </p:cNvPr>
          <p:cNvSpPr>
            <a:spLocks noGrp="1"/>
          </p:cNvSpPr>
          <p:nvPr>
            <p:ph idx="1"/>
          </p:nvPr>
        </p:nvSpPr>
        <p:spPr/>
        <p:txBody>
          <a:bodyPr vert="horz" lIns="91440" tIns="45720" rIns="91440" bIns="45720" rtlCol="0" anchor="t">
            <a:normAutofit fontScale="70000" lnSpcReduction="20000"/>
          </a:bodyPr>
          <a:lstStyle/>
          <a:p>
            <a:pPr marL="0" indent="0">
              <a:buNone/>
            </a:pPr>
            <a:r>
              <a:rPr lang="en-US" b="1"/>
              <a:t>When to Use Machine Learning (ML):</a:t>
            </a:r>
            <a:endParaRPr lang="en-US">
              <a:ea typeface="Calibri"/>
              <a:cs typeface="Calibri"/>
            </a:endParaRPr>
          </a:p>
          <a:p>
            <a:r>
              <a:rPr lang="en-US">
                <a:ea typeface="+mn-lt"/>
                <a:cs typeface="+mn-lt"/>
              </a:rPr>
              <a:t>Best for structured/tabular data with smaller datasets and limited computational resources.</a:t>
            </a:r>
            <a:endParaRPr lang="en-US">
              <a:ea typeface="Calibri"/>
              <a:cs typeface="Calibri"/>
            </a:endParaRPr>
          </a:p>
          <a:p>
            <a:r>
              <a:rPr lang="en-US">
                <a:ea typeface="+mn-lt"/>
                <a:cs typeface="+mn-lt"/>
              </a:rPr>
              <a:t>Use for tasks like regression, classification, and clustering where interpretability matters.</a:t>
            </a:r>
            <a:endParaRPr lang="en-US"/>
          </a:p>
          <a:p>
            <a:pPr marL="0" indent="0">
              <a:buNone/>
            </a:pPr>
            <a:r>
              <a:rPr lang="en-US" b="1"/>
              <a:t>When to Use Deep Learning (DL):</a:t>
            </a:r>
            <a:endParaRPr lang="en-US">
              <a:ea typeface="Calibri"/>
              <a:cs typeface="Calibri"/>
            </a:endParaRPr>
          </a:p>
          <a:p>
            <a:r>
              <a:rPr lang="en-US">
                <a:ea typeface="+mn-lt"/>
                <a:cs typeface="+mn-lt"/>
              </a:rPr>
              <a:t>Ideal for unstructured data (images, text, audio) with large datasets and high computational power.</a:t>
            </a:r>
            <a:endParaRPr lang="en-US"/>
          </a:p>
          <a:p>
            <a:r>
              <a:rPr lang="en-US">
                <a:ea typeface="+mn-lt"/>
                <a:cs typeface="+mn-lt"/>
              </a:rPr>
              <a:t>Use for complex tasks like image recognition, NLP, and autonomous systems.</a:t>
            </a:r>
            <a:endParaRPr lang="en-US"/>
          </a:p>
          <a:p>
            <a:pPr marL="0" indent="0">
              <a:buNone/>
            </a:pPr>
            <a:r>
              <a:rPr lang="en-US" b="1"/>
              <a:t>When to Use Generative AI (</a:t>
            </a:r>
            <a:r>
              <a:rPr lang="en-US" b="1" err="1"/>
              <a:t>GenAI</a:t>
            </a:r>
            <a:r>
              <a:rPr lang="en-US" b="1"/>
              <a:t>):</a:t>
            </a:r>
            <a:endParaRPr lang="en-US">
              <a:ea typeface="Calibri"/>
              <a:cs typeface="Calibri"/>
            </a:endParaRPr>
          </a:p>
          <a:p>
            <a:r>
              <a:rPr lang="en-US">
                <a:ea typeface="+mn-lt"/>
                <a:cs typeface="+mn-lt"/>
              </a:rPr>
              <a:t>For creating new data (text, images, audio) resembling input data.</a:t>
            </a:r>
            <a:endParaRPr lang="en-US"/>
          </a:p>
          <a:p>
            <a:r>
              <a:rPr lang="en-US">
                <a:ea typeface="+mn-lt"/>
                <a:cs typeface="+mn-lt"/>
              </a:rPr>
              <a:t>Use in creative tasks like content generation, chatbots, or image synthesis.</a:t>
            </a:r>
            <a:endParaRPr lang="en-US"/>
          </a:p>
          <a:p>
            <a:endParaRPr lang="en-US">
              <a:ea typeface="Calibri"/>
              <a:cs typeface="Calibri"/>
            </a:endParaRPr>
          </a:p>
        </p:txBody>
      </p:sp>
      <p:sp>
        <p:nvSpPr>
          <p:cNvPr id="3" name="Title 2">
            <a:extLst>
              <a:ext uri="{FF2B5EF4-FFF2-40B4-BE49-F238E27FC236}">
                <a16:creationId xmlns:a16="http://schemas.microsoft.com/office/drawing/2014/main" id="{F77B5AEC-4D6A-62BC-42D2-3176ADBD5735}"/>
              </a:ext>
            </a:extLst>
          </p:cNvPr>
          <p:cNvSpPr>
            <a:spLocks noGrp="1"/>
          </p:cNvSpPr>
          <p:nvPr>
            <p:ph type="title"/>
          </p:nvPr>
        </p:nvSpPr>
        <p:spPr/>
        <p:txBody>
          <a:bodyPr/>
          <a:lstStyle/>
          <a:p>
            <a:r>
              <a:rPr lang="en-US">
                <a:ea typeface="Calibri"/>
                <a:cs typeface="Calibri"/>
              </a:rPr>
              <a:t>When to use </a:t>
            </a:r>
            <a:endParaRPr lang="en-US"/>
          </a:p>
        </p:txBody>
      </p:sp>
      <p:sp>
        <p:nvSpPr>
          <p:cNvPr id="4" name="Date Placeholder 3">
            <a:extLst>
              <a:ext uri="{FF2B5EF4-FFF2-40B4-BE49-F238E27FC236}">
                <a16:creationId xmlns:a16="http://schemas.microsoft.com/office/drawing/2014/main" id="{C0320C83-4580-A1FA-E417-C6F4E395BD96}"/>
              </a:ext>
            </a:extLst>
          </p:cNvPr>
          <p:cNvSpPr>
            <a:spLocks noGrp="1"/>
          </p:cNvSpPr>
          <p:nvPr>
            <p:ph type="dt" sz="half" idx="10"/>
          </p:nvPr>
        </p:nvSpPr>
        <p:spPr/>
        <p:txBody>
          <a:bodyPr/>
          <a:lstStyle/>
          <a:p>
            <a:fld id="{BEF28905-D5AB-4289-BE97-6E4AD5680DB3}" type="datetime2">
              <a:rPr lang="en-US" smtClean="0"/>
              <a:pPr/>
              <a:t>Thursday, January 30, 2025</a:t>
            </a:fld>
            <a:endParaRPr lang="en-US"/>
          </a:p>
        </p:txBody>
      </p:sp>
      <p:sp>
        <p:nvSpPr>
          <p:cNvPr id="5" name="Slide Number Placeholder 4">
            <a:extLst>
              <a:ext uri="{FF2B5EF4-FFF2-40B4-BE49-F238E27FC236}">
                <a16:creationId xmlns:a16="http://schemas.microsoft.com/office/drawing/2014/main" id="{E1456AF6-2221-A140-366D-46155F4312CE}"/>
              </a:ext>
            </a:extLst>
          </p:cNvPr>
          <p:cNvSpPr>
            <a:spLocks noGrp="1"/>
          </p:cNvSpPr>
          <p:nvPr>
            <p:ph type="sldNum" sz="quarter" idx="12"/>
          </p:nvPr>
        </p:nvSpPr>
        <p:spPr/>
        <p:txBody>
          <a:bodyPr/>
          <a:lstStyle/>
          <a:p>
            <a:fld id="{6E1C90AF-3AA4-4CFC-B2BC-F2B6405EADE7}" type="slidenum">
              <a:rPr lang="en-US" smtClean="0"/>
              <a:pPr/>
              <a:t>7</a:t>
            </a:fld>
            <a:endParaRPr lang="en-US"/>
          </a:p>
        </p:txBody>
      </p:sp>
    </p:spTree>
    <p:extLst>
      <p:ext uri="{BB962C8B-B14F-4D97-AF65-F5344CB8AC3E}">
        <p14:creationId xmlns:p14="http://schemas.microsoft.com/office/powerpoint/2010/main" val="16306096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BDFBB5C-D39A-1D3C-76BE-0E9F6323F5DD}"/>
              </a:ext>
            </a:extLst>
          </p:cNvPr>
          <p:cNvSpPr>
            <a:spLocks noGrp="1"/>
          </p:cNvSpPr>
          <p:nvPr>
            <p:ph idx="1"/>
          </p:nvPr>
        </p:nvSpPr>
        <p:spPr>
          <a:xfrm>
            <a:off x="457200" y="2328483"/>
            <a:ext cx="8229600" cy="4525963"/>
          </a:xfrm>
        </p:spPr>
        <p:txBody>
          <a:bodyPr vert="horz" lIns="91440" tIns="45720" rIns="91440" bIns="45720" rtlCol="0" anchor="t">
            <a:normAutofit/>
          </a:bodyPr>
          <a:lstStyle/>
          <a:p>
            <a:pPr marL="0" indent="0">
              <a:buNone/>
            </a:pPr>
            <a:r>
              <a:rPr lang="en-US" sz="2600">
                <a:solidFill>
                  <a:srgbClr val="333333"/>
                </a:solidFill>
                <a:latin typeface="Calibri"/>
                <a:ea typeface="Verdana"/>
                <a:cs typeface="Calibri"/>
              </a:rPr>
              <a:t>There are different types of machine learning we will focus on during the next sections of the course:</a:t>
            </a:r>
            <a:endParaRPr lang="en-US">
              <a:latin typeface="Calibri"/>
              <a:ea typeface="Calibri"/>
              <a:cs typeface="Calibri"/>
            </a:endParaRPr>
          </a:p>
          <a:p>
            <a:r>
              <a:rPr lang="en-US" sz="2600">
                <a:solidFill>
                  <a:srgbClr val="333333"/>
                </a:solidFill>
                <a:latin typeface="Calibri"/>
                <a:ea typeface="Verdana"/>
                <a:cs typeface="Calibri"/>
              </a:rPr>
              <a:t>Supervised Learning</a:t>
            </a:r>
            <a:endParaRPr lang="en-US">
              <a:latin typeface="Calibri"/>
              <a:ea typeface="Calibri"/>
              <a:cs typeface="Calibri"/>
            </a:endParaRPr>
          </a:p>
          <a:p>
            <a:r>
              <a:rPr lang="en-US" sz="2600">
                <a:solidFill>
                  <a:srgbClr val="333333"/>
                </a:solidFill>
                <a:latin typeface="Calibri"/>
                <a:ea typeface="Verdana"/>
                <a:cs typeface="Calibri"/>
              </a:rPr>
              <a:t>Unsupervised Learning</a:t>
            </a:r>
            <a:endParaRPr lang="en-US">
              <a:latin typeface="Calibri"/>
              <a:ea typeface="Calibri"/>
              <a:cs typeface="Calibri"/>
            </a:endParaRPr>
          </a:p>
          <a:p>
            <a:endParaRPr lang="en-US">
              <a:ea typeface="Calibri"/>
              <a:cs typeface="Calibri"/>
            </a:endParaRPr>
          </a:p>
        </p:txBody>
      </p:sp>
      <p:sp>
        <p:nvSpPr>
          <p:cNvPr id="3" name="Title 2">
            <a:extLst>
              <a:ext uri="{FF2B5EF4-FFF2-40B4-BE49-F238E27FC236}">
                <a16:creationId xmlns:a16="http://schemas.microsoft.com/office/drawing/2014/main" id="{FE70A34A-59FF-BDE0-08DA-90075BF64F03}"/>
              </a:ext>
            </a:extLst>
          </p:cNvPr>
          <p:cNvSpPr>
            <a:spLocks noGrp="1"/>
          </p:cNvSpPr>
          <p:nvPr>
            <p:ph type="title"/>
          </p:nvPr>
        </p:nvSpPr>
        <p:spPr/>
        <p:txBody>
          <a:bodyPr>
            <a:normAutofit/>
          </a:bodyPr>
          <a:lstStyle/>
          <a:p>
            <a:r>
              <a:rPr lang="en-US">
                <a:solidFill>
                  <a:schemeClr val="bg1"/>
                </a:solidFill>
                <a:latin typeface="Calibri"/>
                <a:ea typeface="Verdana"/>
                <a:cs typeface="Calibri"/>
              </a:rPr>
              <a:t>Machine Learning</a:t>
            </a:r>
            <a:endParaRPr lang="en-US">
              <a:solidFill>
                <a:schemeClr val="bg1"/>
              </a:solidFill>
              <a:latin typeface="Calibri"/>
              <a:ea typeface="Calibri"/>
              <a:cs typeface="Calibri"/>
            </a:endParaRPr>
          </a:p>
        </p:txBody>
      </p:sp>
      <p:sp>
        <p:nvSpPr>
          <p:cNvPr id="4" name="Date Placeholder 3">
            <a:extLst>
              <a:ext uri="{FF2B5EF4-FFF2-40B4-BE49-F238E27FC236}">
                <a16:creationId xmlns:a16="http://schemas.microsoft.com/office/drawing/2014/main" id="{07BCE044-1095-E415-E53E-E8B7417A56DA}"/>
              </a:ext>
            </a:extLst>
          </p:cNvPr>
          <p:cNvSpPr>
            <a:spLocks noGrp="1"/>
          </p:cNvSpPr>
          <p:nvPr>
            <p:ph type="dt" sz="half" idx="10"/>
          </p:nvPr>
        </p:nvSpPr>
        <p:spPr/>
        <p:txBody>
          <a:bodyPr/>
          <a:lstStyle/>
          <a:p>
            <a:fld id="{BEF28905-D5AB-4289-BE97-6E4AD5680DB3}" type="datetime2">
              <a:rPr lang="en-US" smtClean="0"/>
              <a:pPr/>
              <a:t>Thursday, January 30, 2025</a:t>
            </a:fld>
            <a:endParaRPr lang="en-US"/>
          </a:p>
        </p:txBody>
      </p:sp>
      <p:sp>
        <p:nvSpPr>
          <p:cNvPr id="5" name="Slide Number Placeholder 4">
            <a:extLst>
              <a:ext uri="{FF2B5EF4-FFF2-40B4-BE49-F238E27FC236}">
                <a16:creationId xmlns:a16="http://schemas.microsoft.com/office/drawing/2014/main" id="{65F58739-A584-B1A5-8E54-9FBEA8B5211A}"/>
              </a:ext>
            </a:extLst>
          </p:cNvPr>
          <p:cNvSpPr>
            <a:spLocks noGrp="1"/>
          </p:cNvSpPr>
          <p:nvPr>
            <p:ph type="sldNum" sz="quarter" idx="12"/>
          </p:nvPr>
        </p:nvSpPr>
        <p:spPr/>
        <p:txBody>
          <a:bodyPr/>
          <a:lstStyle/>
          <a:p>
            <a:fld id="{6E1C90AF-3AA4-4CFC-B2BC-F2B6405EADE7}" type="slidenum">
              <a:rPr lang="en-US" smtClean="0"/>
              <a:pPr/>
              <a:t>8</a:t>
            </a:fld>
            <a:endParaRPr lang="en-US"/>
          </a:p>
        </p:txBody>
      </p:sp>
    </p:spTree>
    <p:extLst>
      <p:ext uri="{BB962C8B-B14F-4D97-AF65-F5344CB8AC3E}">
        <p14:creationId xmlns:p14="http://schemas.microsoft.com/office/powerpoint/2010/main" val="1321113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89BC1EF-338C-356F-25F5-8927760A83C0}"/>
              </a:ext>
            </a:extLst>
          </p:cNvPr>
          <p:cNvSpPr>
            <a:spLocks noGrp="1"/>
          </p:cNvSpPr>
          <p:nvPr>
            <p:ph idx="1"/>
          </p:nvPr>
        </p:nvSpPr>
        <p:spPr>
          <a:xfrm>
            <a:off x="457200" y="1711465"/>
            <a:ext cx="8229600" cy="4525963"/>
          </a:xfrm>
        </p:spPr>
        <p:txBody>
          <a:bodyPr vert="horz" lIns="91440" tIns="45720" rIns="91440" bIns="45720" rtlCol="0" anchor="t">
            <a:normAutofit/>
          </a:bodyPr>
          <a:lstStyle/>
          <a:p>
            <a:pPr marL="0" indent="0">
              <a:buNone/>
            </a:pPr>
            <a:r>
              <a:rPr lang="en-US" sz="2600" b="1">
                <a:solidFill>
                  <a:srgbClr val="434343"/>
                </a:solidFill>
                <a:latin typeface="Calibri"/>
                <a:ea typeface="Calibri"/>
                <a:cs typeface="Calibri"/>
              </a:rPr>
              <a:t>Supervised learning </a:t>
            </a:r>
            <a:r>
              <a:rPr lang="en-US" sz="2600">
                <a:solidFill>
                  <a:srgbClr val="434343"/>
                </a:solidFill>
                <a:latin typeface="Calibri"/>
                <a:ea typeface="Calibri"/>
                <a:cs typeface="Calibri"/>
              </a:rPr>
              <a:t>algorithms are trained using </a:t>
            </a:r>
            <a:r>
              <a:rPr lang="en-US" sz="2600" b="1">
                <a:solidFill>
                  <a:srgbClr val="434343"/>
                </a:solidFill>
                <a:latin typeface="Calibri"/>
                <a:ea typeface="Calibri"/>
                <a:cs typeface="Calibri"/>
              </a:rPr>
              <a:t>labeled</a:t>
            </a:r>
            <a:r>
              <a:rPr lang="en-US" sz="2600">
                <a:solidFill>
                  <a:srgbClr val="434343"/>
                </a:solidFill>
                <a:latin typeface="Calibri"/>
                <a:ea typeface="Calibri"/>
                <a:cs typeface="Calibri"/>
              </a:rPr>
              <a:t> examples, such as an input where the desired output is known. </a:t>
            </a:r>
            <a:endParaRPr lang="en-US">
              <a:latin typeface="Calibri"/>
              <a:ea typeface="Calibri"/>
              <a:cs typeface="Calibri"/>
            </a:endParaRPr>
          </a:p>
          <a:p>
            <a:pPr marL="0" indent="0">
              <a:buNone/>
            </a:pPr>
            <a:r>
              <a:rPr lang="en-US" sz="2600">
                <a:solidFill>
                  <a:srgbClr val="434343"/>
                </a:solidFill>
                <a:latin typeface="Calibri"/>
                <a:ea typeface="Calibri"/>
                <a:cs typeface="Calibri"/>
              </a:rPr>
              <a:t>For example, a segment of text could have a category label, such as:</a:t>
            </a:r>
            <a:endParaRPr lang="en-US">
              <a:latin typeface="Calibri"/>
              <a:ea typeface="Calibri"/>
              <a:cs typeface="Calibri"/>
            </a:endParaRPr>
          </a:p>
          <a:p>
            <a:pPr marL="0" indent="0">
              <a:buNone/>
            </a:pPr>
            <a:r>
              <a:rPr lang="en-US" sz="2600" b="1">
                <a:solidFill>
                  <a:srgbClr val="434343"/>
                </a:solidFill>
                <a:latin typeface="Calibri"/>
                <a:ea typeface="Calibri"/>
                <a:cs typeface="Calibri"/>
              </a:rPr>
              <a:t>Spam</a:t>
            </a:r>
            <a:r>
              <a:rPr lang="en-US" sz="2600">
                <a:solidFill>
                  <a:srgbClr val="434343"/>
                </a:solidFill>
                <a:latin typeface="Calibri"/>
                <a:ea typeface="Calibri"/>
                <a:cs typeface="Calibri"/>
              </a:rPr>
              <a:t> vs. </a:t>
            </a:r>
            <a:r>
              <a:rPr lang="en-US" sz="2600" b="1">
                <a:solidFill>
                  <a:srgbClr val="434343"/>
                </a:solidFill>
                <a:latin typeface="Calibri"/>
                <a:ea typeface="Calibri"/>
                <a:cs typeface="Calibri"/>
              </a:rPr>
              <a:t>Legitimate</a:t>
            </a:r>
            <a:r>
              <a:rPr lang="en-US" sz="2600">
                <a:solidFill>
                  <a:srgbClr val="434343"/>
                </a:solidFill>
                <a:latin typeface="Calibri"/>
                <a:ea typeface="Calibri"/>
                <a:cs typeface="Calibri"/>
              </a:rPr>
              <a:t> Email</a:t>
            </a:r>
            <a:endParaRPr lang="en-US">
              <a:latin typeface="Calibri"/>
              <a:ea typeface="Calibri"/>
              <a:cs typeface="Calibri"/>
            </a:endParaRPr>
          </a:p>
          <a:p>
            <a:pPr marL="0" indent="0">
              <a:buNone/>
            </a:pPr>
            <a:r>
              <a:rPr lang="en-US" sz="2600" b="1">
                <a:solidFill>
                  <a:srgbClr val="434343"/>
                </a:solidFill>
                <a:latin typeface="Calibri"/>
                <a:ea typeface="Calibri"/>
                <a:cs typeface="Calibri"/>
              </a:rPr>
              <a:t>Positive</a:t>
            </a:r>
            <a:r>
              <a:rPr lang="en-US" sz="2600">
                <a:solidFill>
                  <a:srgbClr val="434343"/>
                </a:solidFill>
                <a:latin typeface="Calibri"/>
                <a:ea typeface="Calibri"/>
                <a:cs typeface="Calibri"/>
              </a:rPr>
              <a:t> vs. </a:t>
            </a:r>
            <a:r>
              <a:rPr lang="en-US" sz="2600" b="1">
                <a:solidFill>
                  <a:srgbClr val="434343"/>
                </a:solidFill>
                <a:latin typeface="Calibri"/>
                <a:ea typeface="Calibri"/>
                <a:cs typeface="Calibri"/>
              </a:rPr>
              <a:t>Negative</a:t>
            </a:r>
            <a:r>
              <a:rPr lang="en-US" sz="2600">
                <a:solidFill>
                  <a:srgbClr val="434343"/>
                </a:solidFill>
                <a:latin typeface="Calibri"/>
                <a:ea typeface="Calibri"/>
                <a:cs typeface="Calibri"/>
              </a:rPr>
              <a:t> Movie Review</a:t>
            </a:r>
            <a:endParaRPr lang="en-US">
              <a:latin typeface="Calibri"/>
              <a:ea typeface="Calibri"/>
              <a:cs typeface="Calibri"/>
            </a:endParaRPr>
          </a:p>
          <a:p>
            <a:endParaRPr lang="en-US">
              <a:ea typeface="Calibri"/>
              <a:cs typeface="Calibri"/>
            </a:endParaRPr>
          </a:p>
        </p:txBody>
      </p:sp>
      <p:sp>
        <p:nvSpPr>
          <p:cNvPr id="3" name="Title 2">
            <a:extLst>
              <a:ext uri="{FF2B5EF4-FFF2-40B4-BE49-F238E27FC236}">
                <a16:creationId xmlns:a16="http://schemas.microsoft.com/office/drawing/2014/main" id="{21F208FB-F3CA-4609-59CA-05A052FCA17D}"/>
              </a:ext>
            </a:extLst>
          </p:cNvPr>
          <p:cNvSpPr>
            <a:spLocks noGrp="1"/>
          </p:cNvSpPr>
          <p:nvPr>
            <p:ph type="title"/>
          </p:nvPr>
        </p:nvSpPr>
        <p:spPr/>
        <p:txBody>
          <a:bodyPr>
            <a:normAutofit fontScale="90000"/>
          </a:bodyPr>
          <a:lstStyle/>
          <a:p>
            <a:br>
              <a:rPr lang="en-US" sz="3000">
                <a:latin typeface="Calibri"/>
                <a:ea typeface="Verdana"/>
              </a:rPr>
            </a:br>
            <a:r>
              <a:rPr lang="en-US">
                <a:solidFill>
                  <a:schemeClr val="bg1"/>
                </a:solidFill>
                <a:latin typeface="Calibri"/>
                <a:ea typeface="Verdana"/>
                <a:cs typeface="Calibri"/>
              </a:rPr>
              <a:t>Machine Learning</a:t>
            </a:r>
            <a:br>
              <a:rPr lang="en-US" sz="3000">
                <a:latin typeface="Calibri"/>
                <a:ea typeface="Verdana"/>
              </a:rPr>
            </a:br>
            <a:r>
              <a:rPr lang="en-US" sz="2700">
                <a:solidFill>
                  <a:schemeClr val="bg1"/>
                </a:solidFill>
                <a:latin typeface="Calibri"/>
                <a:ea typeface="Calibri"/>
                <a:cs typeface="Calibri"/>
              </a:rPr>
              <a:t>Supervised learning</a:t>
            </a:r>
            <a:endParaRPr lang="en-US" sz="2700">
              <a:solidFill>
                <a:schemeClr val="bg1"/>
              </a:solidFill>
              <a:latin typeface="Calibri"/>
              <a:ea typeface="Verdana"/>
              <a:cs typeface="Calibri"/>
            </a:endParaRPr>
          </a:p>
          <a:p>
            <a:endParaRPr lang="en-US">
              <a:ea typeface="Calibri"/>
              <a:cs typeface="Calibri"/>
            </a:endParaRPr>
          </a:p>
        </p:txBody>
      </p:sp>
      <p:sp>
        <p:nvSpPr>
          <p:cNvPr id="4" name="Date Placeholder 3">
            <a:extLst>
              <a:ext uri="{FF2B5EF4-FFF2-40B4-BE49-F238E27FC236}">
                <a16:creationId xmlns:a16="http://schemas.microsoft.com/office/drawing/2014/main" id="{2D450477-1890-6141-8D02-85F0C3DC7D32}"/>
              </a:ext>
            </a:extLst>
          </p:cNvPr>
          <p:cNvSpPr>
            <a:spLocks noGrp="1"/>
          </p:cNvSpPr>
          <p:nvPr>
            <p:ph type="dt" sz="half" idx="10"/>
          </p:nvPr>
        </p:nvSpPr>
        <p:spPr/>
        <p:txBody>
          <a:bodyPr/>
          <a:lstStyle/>
          <a:p>
            <a:fld id="{BEF28905-D5AB-4289-BE97-6E4AD5680DB3}" type="datetime2">
              <a:rPr lang="en-US" smtClean="0"/>
              <a:pPr/>
              <a:t>Thursday, January 30, 2025</a:t>
            </a:fld>
            <a:endParaRPr lang="en-US"/>
          </a:p>
        </p:txBody>
      </p:sp>
      <p:sp>
        <p:nvSpPr>
          <p:cNvPr id="5" name="Slide Number Placeholder 4">
            <a:extLst>
              <a:ext uri="{FF2B5EF4-FFF2-40B4-BE49-F238E27FC236}">
                <a16:creationId xmlns:a16="http://schemas.microsoft.com/office/drawing/2014/main" id="{5E012851-31A2-E1A3-C03C-2117146EDCBD}"/>
              </a:ext>
            </a:extLst>
          </p:cNvPr>
          <p:cNvSpPr>
            <a:spLocks noGrp="1"/>
          </p:cNvSpPr>
          <p:nvPr>
            <p:ph type="sldNum" sz="quarter" idx="12"/>
          </p:nvPr>
        </p:nvSpPr>
        <p:spPr/>
        <p:txBody>
          <a:bodyPr/>
          <a:lstStyle/>
          <a:p>
            <a:fld id="{6E1C90AF-3AA4-4CFC-B2BC-F2B6405EADE7}" type="slidenum">
              <a:rPr lang="en-US" smtClean="0"/>
              <a:pPr/>
              <a:t>9</a:t>
            </a:fld>
            <a:endParaRPr lang="en-US"/>
          </a:p>
        </p:txBody>
      </p:sp>
    </p:spTree>
    <p:extLst>
      <p:ext uri="{BB962C8B-B14F-4D97-AF65-F5344CB8AC3E}">
        <p14:creationId xmlns:p14="http://schemas.microsoft.com/office/powerpoint/2010/main" val="4097930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8966EC2-7339-03F5-4B43-F6CD87A37877}"/>
              </a:ext>
            </a:extLst>
          </p:cNvPr>
          <p:cNvSpPr>
            <a:spLocks noGrp="1"/>
          </p:cNvSpPr>
          <p:nvPr>
            <p:ph idx="1"/>
          </p:nvPr>
        </p:nvSpPr>
        <p:spPr>
          <a:xfrm>
            <a:off x="457200" y="1711465"/>
            <a:ext cx="8229600" cy="4525963"/>
          </a:xfrm>
        </p:spPr>
        <p:txBody>
          <a:bodyPr vert="horz" lIns="91440" tIns="45720" rIns="91440" bIns="45720" rtlCol="0" anchor="t">
            <a:normAutofit/>
          </a:bodyPr>
          <a:lstStyle/>
          <a:p>
            <a:pPr marL="0" indent="0">
              <a:buNone/>
            </a:pPr>
            <a:r>
              <a:rPr lang="en-US" sz="2600" b="1">
                <a:solidFill>
                  <a:srgbClr val="434343"/>
                </a:solidFill>
                <a:latin typeface="Calibri"/>
                <a:ea typeface="Verdana"/>
                <a:cs typeface="Calibri"/>
              </a:rPr>
              <a:t>Supervised learning </a:t>
            </a:r>
            <a:r>
              <a:rPr lang="en-US" sz="2600">
                <a:solidFill>
                  <a:srgbClr val="434343"/>
                </a:solidFill>
                <a:latin typeface="Calibri"/>
                <a:ea typeface="Verdana"/>
                <a:cs typeface="Calibri"/>
              </a:rPr>
              <a:t>algorithms are trained using </a:t>
            </a:r>
            <a:r>
              <a:rPr lang="en-US" sz="2600" b="1">
                <a:solidFill>
                  <a:srgbClr val="434343"/>
                </a:solidFill>
                <a:latin typeface="Calibri"/>
                <a:ea typeface="Verdana"/>
                <a:cs typeface="Calibri"/>
              </a:rPr>
              <a:t>labeled </a:t>
            </a:r>
            <a:r>
              <a:rPr lang="en-US" sz="2600">
                <a:solidFill>
                  <a:srgbClr val="434343"/>
                </a:solidFill>
                <a:latin typeface="Calibri"/>
                <a:ea typeface="Verdana"/>
                <a:cs typeface="Calibri"/>
              </a:rPr>
              <a:t>examples, such as an input where the desired output is known.</a:t>
            </a:r>
          </a:p>
          <a:p>
            <a:pPr marL="0" indent="0">
              <a:buNone/>
            </a:pPr>
            <a:r>
              <a:rPr lang="en-US" sz="2600">
                <a:solidFill>
                  <a:srgbClr val="434343"/>
                </a:solidFill>
                <a:latin typeface="Calibri"/>
                <a:ea typeface="Verdana"/>
                <a:cs typeface="Calibri"/>
              </a:rPr>
              <a:t>For example, a segment of text could have a category label, such as:</a:t>
            </a:r>
            <a:endParaRPr lang="en-US">
              <a:latin typeface="Calibri"/>
              <a:ea typeface="Calibri"/>
              <a:cs typeface="Calibri"/>
            </a:endParaRPr>
          </a:p>
          <a:p>
            <a:pPr marL="0" indent="0">
              <a:buNone/>
            </a:pPr>
            <a:r>
              <a:rPr lang="en-US" sz="2600">
                <a:solidFill>
                  <a:srgbClr val="000000"/>
                </a:solidFill>
                <a:latin typeface="Calibri"/>
                <a:ea typeface="Verdana"/>
                <a:cs typeface="Times New Roman"/>
              </a:rPr>
              <a:t>○</a:t>
            </a:r>
            <a:r>
              <a:rPr lang="en-US" sz="2600" b="1">
                <a:solidFill>
                  <a:srgbClr val="434343"/>
                </a:solidFill>
                <a:latin typeface="Calibri"/>
                <a:ea typeface="Verdana"/>
                <a:cs typeface="Calibri"/>
              </a:rPr>
              <a:t>Spam </a:t>
            </a:r>
            <a:r>
              <a:rPr lang="en-US" sz="2600">
                <a:solidFill>
                  <a:srgbClr val="434343"/>
                </a:solidFill>
                <a:latin typeface="Calibri"/>
                <a:ea typeface="Verdana"/>
                <a:cs typeface="Calibri"/>
              </a:rPr>
              <a:t>vs. </a:t>
            </a:r>
            <a:r>
              <a:rPr lang="en-US" sz="2600" b="1">
                <a:solidFill>
                  <a:srgbClr val="434343"/>
                </a:solidFill>
                <a:latin typeface="Calibri"/>
                <a:ea typeface="Verdana"/>
                <a:cs typeface="Calibri"/>
              </a:rPr>
              <a:t>Legitimate </a:t>
            </a:r>
            <a:r>
              <a:rPr lang="en-US" sz="2600">
                <a:solidFill>
                  <a:srgbClr val="434343"/>
                </a:solidFill>
                <a:latin typeface="Calibri"/>
                <a:ea typeface="Verdana"/>
                <a:cs typeface="Calibri"/>
              </a:rPr>
              <a:t>Email</a:t>
            </a:r>
          </a:p>
          <a:p>
            <a:pPr marL="0" indent="0">
              <a:buNone/>
            </a:pPr>
            <a:r>
              <a:rPr lang="en-US" sz="2600">
                <a:latin typeface="Calibri"/>
                <a:ea typeface="Calibri"/>
                <a:cs typeface="Times New Roman"/>
              </a:rPr>
              <a:t>○</a:t>
            </a:r>
            <a:r>
              <a:rPr lang="en-US" sz="2600" b="1">
                <a:solidFill>
                  <a:srgbClr val="434343"/>
                </a:solidFill>
                <a:latin typeface="Calibri"/>
                <a:ea typeface="Verdana"/>
                <a:cs typeface="Calibri"/>
              </a:rPr>
              <a:t>Positive </a:t>
            </a:r>
            <a:r>
              <a:rPr lang="en-US" sz="2600">
                <a:solidFill>
                  <a:srgbClr val="434343"/>
                </a:solidFill>
                <a:latin typeface="Calibri"/>
                <a:ea typeface="Verdana"/>
                <a:cs typeface="Calibri"/>
              </a:rPr>
              <a:t>vs. </a:t>
            </a:r>
            <a:r>
              <a:rPr lang="en-US" sz="2600" b="1">
                <a:solidFill>
                  <a:srgbClr val="434343"/>
                </a:solidFill>
                <a:latin typeface="Calibri"/>
                <a:ea typeface="Verdana"/>
                <a:cs typeface="Calibri"/>
              </a:rPr>
              <a:t>Negative </a:t>
            </a:r>
            <a:r>
              <a:rPr lang="en-US" sz="2600">
                <a:solidFill>
                  <a:srgbClr val="434343"/>
                </a:solidFill>
                <a:latin typeface="Calibri"/>
                <a:ea typeface="Verdana"/>
                <a:cs typeface="Calibri"/>
              </a:rPr>
              <a:t>Movie Review</a:t>
            </a:r>
          </a:p>
          <a:p>
            <a:endParaRPr lang="en-US">
              <a:ea typeface="Calibri"/>
              <a:cs typeface="Calibri"/>
            </a:endParaRPr>
          </a:p>
        </p:txBody>
      </p:sp>
      <p:sp>
        <p:nvSpPr>
          <p:cNvPr id="3" name="Title 2">
            <a:extLst>
              <a:ext uri="{FF2B5EF4-FFF2-40B4-BE49-F238E27FC236}">
                <a16:creationId xmlns:a16="http://schemas.microsoft.com/office/drawing/2014/main" id="{4DC774A9-D6E1-6621-DB97-691098D2B99A}"/>
              </a:ext>
            </a:extLst>
          </p:cNvPr>
          <p:cNvSpPr>
            <a:spLocks noGrp="1"/>
          </p:cNvSpPr>
          <p:nvPr>
            <p:ph type="title"/>
          </p:nvPr>
        </p:nvSpPr>
        <p:spPr/>
        <p:txBody>
          <a:bodyPr>
            <a:normAutofit fontScale="90000"/>
          </a:bodyPr>
          <a:lstStyle/>
          <a:p>
            <a:br>
              <a:rPr lang="en-US" sz="3000">
                <a:latin typeface="Calibri"/>
                <a:ea typeface="Verdana"/>
                <a:cs typeface="Roboto"/>
              </a:rPr>
            </a:br>
            <a:r>
              <a:rPr lang="en-US" sz="3000">
                <a:solidFill>
                  <a:srgbClr val="2A3990"/>
                </a:solidFill>
                <a:latin typeface="Calibri"/>
                <a:ea typeface="Verdana"/>
                <a:cs typeface="Roboto"/>
              </a:rPr>
              <a:t>           </a:t>
            </a:r>
            <a:br>
              <a:rPr lang="en-US" sz="3000">
                <a:latin typeface="Calibri"/>
                <a:ea typeface="Verdana"/>
                <a:cs typeface="Roboto"/>
              </a:rPr>
            </a:br>
            <a:r>
              <a:rPr lang="en-US" sz="4000">
                <a:solidFill>
                  <a:schemeClr val="bg1"/>
                </a:solidFill>
                <a:latin typeface="Calibri"/>
                <a:ea typeface="Verdana"/>
                <a:cs typeface="Roboto"/>
              </a:rPr>
              <a:t>Machine Learning  </a:t>
            </a:r>
            <a:r>
              <a:rPr lang="en-US" sz="3000">
                <a:solidFill>
                  <a:schemeClr val="bg1"/>
                </a:solidFill>
                <a:latin typeface="Calibri"/>
                <a:ea typeface="Verdana"/>
                <a:cs typeface="Roboto"/>
              </a:rPr>
              <a:t> </a:t>
            </a:r>
            <a:br>
              <a:rPr lang="en-US" sz="3000">
                <a:latin typeface="Calibri"/>
                <a:ea typeface="Verdana"/>
                <a:cs typeface="Roboto"/>
              </a:rPr>
            </a:br>
            <a:r>
              <a:rPr lang="en-US" sz="3100">
                <a:solidFill>
                  <a:schemeClr val="bg1"/>
                </a:solidFill>
                <a:latin typeface="Calibri"/>
                <a:ea typeface="Verdana"/>
                <a:cs typeface="Roboto"/>
              </a:rPr>
              <a:t>Supervised Learning</a:t>
            </a:r>
            <a:endParaRPr lang="en-US" sz="3100">
              <a:solidFill>
                <a:schemeClr val="bg1"/>
              </a:solidFill>
              <a:latin typeface="Calibri"/>
              <a:ea typeface="Calibri"/>
              <a:cs typeface="Calibri"/>
            </a:endParaRPr>
          </a:p>
          <a:p>
            <a:endParaRPr lang="en-US" sz="3000">
              <a:solidFill>
                <a:srgbClr val="2A3990"/>
              </a:solidFill>
              <a:latin typeface="Calibri"/>
              <a:ea typeface="Verdana"/>
              <a:cs typeface="Roboto"/>
            </a:endParaRPr>
          </a:p>
          <a:p>
            <a:endParaRPr lang="en-US" sz="3000">
              <a:solidFill>
                <a:srgbClr val="2A3990"/>
              </a:solidFill>
              <a:latin typeface="Calibri"/>
              <a:ea typeface="Roboto"/>
              <a:cs typeface="Roboto"/>
            </a:endParaRPr>
          </a:p>
        </p:txBody>
      </p:sp>
      <p:sp>
        <p:nvSpPr>
          <p:cNvPr id="4" name="Date Placeholder 3">
            <a:extLst>
              <a:ext uri="{FF2B5EF4-FFF2-40B4-BE49-F238E27FC236}">
                <a16:creationId xmlns:a16="http://schemas.microsoft.com/office/drawing/2014/main" id="{88536D16-70C3-8B87-4723-D0DBA287E72E}"/>
              </a:ext>
            </a:extLst>
          </p:cNvPr>
          <p:cNvSpPr>
            <a:spLocks noGrp="1"/>
          </p:cNvSpPr>
          <p:nvPr>
            <p:ph type="dt" sz="half" idx="10"/>
          </p:nvPr>
        </p:nvSpPr>
        <p:spPr/>
        <p:txBody>
          <a:bodyPr/>
          <a:lstStyle/>
          <a:p>
            <a:fld id="{BEF28905-D5AB-4289-BE97-6E4AD5680DB3}" type="datetime2">
              <a:rPr lang="en-US" smtClean="0"/>
              <a:pPr/>
              <a:t>Thursday, January 30, 2025</a:t>
            </a:fld>
            <a:endParaRPr lang="en-US"/>
          </a:p>
        </p:txBody>
      </p:sp>
      <p:sp>
        <p:nvSpPr>
          <p:cNvPr id="5" name="Slide Number Placeholder 4">
            <a:extLst>
              <a:ext uri="{FF2B5EF4-FFF2-40B4-BE49-F238E27FC236}">
                <a16:creationId xmlns:a16="http://schemas.microsoft.com/office/drawing/2014/main" id="{F90EEE75-830B-6BAA-E682-D86CD2D006D9}"/>
              </a:ext>
            </a:extLst>
          </p:cNvPr>
          <p:cNvSpPr>
            <a:spLocks noGrp="1"/>
          </p:cNvSpPr>
          <p:nvPr>
            <p:ph type="sldNum" sz="quarter" idx="12"/>
          </p:nvPr>
        </p:nvSpPr>
        <p:spPr/>
        <p:txBody>
          <a:bodyPr/>
          <a:lstStyle/>
          <a:p>
            <a:fld id="{6E1C90AF-3AA4-4CFC-B2BC-F2B6405EADE7}" type="slidenum">
              <a:rPr lang="en-US" smtClean="0"/>
              <a:pPr/>
              <a:t>10</a:t>
            </a:fld>
            <a:endParaRPr lang="en-US"/>
          </a:p>
        </p:txBody>
      </p:sp>
    </p:spTree>
    <p:extLst>
      <p:ext uri="{BB962C8B-B14F-4D97-AF65-F5344CB8AC3E}">
        <p14:creationId xmlns:p14="http://schemas.microsoft.com/office/powerpoint/2010/main" val="2264752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371649"/>
            <a:ext cx="8229600" cy="948978"/>
          </a:xfrm>
          <a:prstGeom prst="rect">
            <a:avLst/>
          </a:prstGeom>
        </p:spPr>
        <p:txBody>
          <a:bodyPr vert="horz" wrap="square" lIns="0" tIns="12700" rIns="0" bIns="0" rtlCol="0">
            <a:spAutoFit/>
          </a:bodyPr>
          <a:lstStyle/>
          <a:p>
            <a:r>
              <a:rPr lang="en-US" sz="3200" spc="-10">
                <a:solidFill>
                  <a:schemeClr val="bg1"/>
                </a:solidFill>
                <a:latin typeface="Calibri"/>
                <a:ea typeface="Verdana"/>
                <a:cs typeface="Roboto"/>
              </a:rPr>
              <a:t>Machine Learning</a:t>
            </a:r>
          </a:p>
          <a:p>
            <a:pPr marL="79375">
              <a:spcBef>
                <a:spcPts val="100"/>
              </a:spcBef>
            </a:pPr>
            <a:r>
              <a:rPr lang="en-US" sz="2800" spc="-10">
                <a:latin typeface="Calibri"/>
                <a:ea typeface="Roboto"/>
                <a:cs typeface="Roboto"/>
              </a:rPr>
              <a:t>Pipeline</a:t>
            </a:r>
            <a:endParaRPr sz="2800" spc="-10">
              <a:latin typeface="Calibri"/>
              <a:ea typeface="Roboto"/>
              <a:cs typeface="Roboto"/>
            </a:endParaRPr>
          </a:p>
        </p:txBody>
      </p:sp>
      <p:grpSp>
        <p:nvGrpSpPr>
          <p:cNvPr id="3" name="object 3"/>
          <p:cNvGrpSpPr/>
          <p:nvPr/>
        </p:nvGrpSpPr>
        <p:grpSpPr>
          <a:xfrm>
            <a:off x="180365" y="2415350"/>
            <a:ext cx="8608060" cy="2314575"/>
            <a:chOff x="180365" y="1558099"/>
            <a:chExt cx="8608060" cy="2314575"/>
          </a:xfrm>
        </p:grpSpPr>
        <p:sp>
          <p:nvSpPr>
            <p:cNvPr id="4" name="object 4"/>
            <p:cNvSpPr/>
            <p:nvPr/>
          </p:nvSpPr>
          <p:spPr>
            <a:xfrm>
              <a:off x="185127" y="2707894"/>
              <a:ext cx="1340485" cy="908050"/>
            </a:xfrm>
            <a:custGeom>
              <a:avLst/>
              <a:gdLst/>
              <a:ahLst/>
              <a:cxnLst/>
              <a:rect l="l" t="t" r="r" b="b"/>
              <a:pathLst>
                <a:path w="1340485" h="908050">
                  <a:moveTo>
                    <a:pt x="1189139" y="0"/>
                  </a:moveTo>
                  <a:lnTo>
                    <a:pt x="151295" y="0"/>
                  </a:lnTo>
                  <a:lnTo>
                    <a:pt x="103475" y="7708"/>
                  </a:lnTo>
                  <a:lnTo>
                    <a:pt x="61944" y="29175"/>
                  </a:lnTo>
                  <a:lnTo>
                    <a:pt x="29192" y="61914"/>
                  </a:lnTo>
                  <a:lnTo>
                    <a:pt x="7713" y="103436"/>
                  </a:lnTo>
                  <a:lnTo>
                    <a:pt x="0" y="151256"/>
                  </a:lnTo>
                  <a:lnTo>
                    <a:pt x="0" y="756538"/>
                  </a:lnTo>
                  <a:lnTo>
                    <a:pt x="7713" y="804310"/>
                  </a:lnTo>
                  <a:lnTo>
                    <a:pt x="29192" y="845827"/>
                  </a:lnTo>
                  <a:lnTo>
                    <a:pt x="61944" y="878583"/>
                  </a:lnTo>
                  <a:lnTo>
                    <a:pt x="103475" y="900075"/>
                  </a:lnTo>
                  <a:lnTo>
                    <a:pt x="151295" y="907796"/>
                  </a:lnTo>
                  <a:lnTo>
                    <a:pt x="1189139" y="907796"/>
                  </a:lnTo>
                  <a:lnTo>
                    <a:pt x="1236959" y="900075"/>
                  </a:lnTo>
                  <a:lnTo>
                    <a:pt x="1278482" y="878583"/>
                  </a:lnTo>
                  <a:lnTo>
                    <a:pt x="1311220" y="845827"/>
                  </a:lnTo>
                  <a:lnTo>
                    <a:pt x="1332687" y="804310"/>
                  </a:lnTo>
                  <a:lnTo>
                    <a:pt x="1340396" y="756538"/>
                  </a:lnTo>
                  <a:lnTo>
                    <a:pt x="1340396" y="151256"/>
                  </a:lnTo>
                  <a:lnTo>
                    <a:pt x="1332687" y="103436"/>
                  </a:lnTo>
                  <a:lnTo>
                    <a:pt x="1311220" y="61914"/>
                  </a:lnTo>
                  <a:lnTo>
                    <a:pt x="1278482" y="29175"/>
                  </a:lnTo>
                  <a:lnTo>
                    <a:pt x="1236959" y="7708"/>
                  </a:lnTo>
                  <a:lnTo>
                    <a:pt x="1189139" y="0"/>
                  </a:lnTo>
                  <a:close/>
                </a:path>
              </a:pathLst>
            </a:custGeom>
            <a:solidFill>
              <a:srgbClr val="1F124D"/>
            </a:solidFill>
          </p:spPr>
          <p:txBody>
            <a:bodyPr wrap="square" lIns="0" tIns="0" rIns="0" bIns="0" rtlCol="0"/>
            <a:lstStyle/>
            <a:p>
              <a:endParaRPr/>
            </a:p>
          </p:txBody>
        </p:sp>
        <p:sp>
          <p:nvSpPr>
            <p:cNvPr id="5" name="object 5"/>
            <p:cNvSpPr/>
            <p:nvPr/>
          </p:nvSpPr>
          <p:spPr>
            <a:xfrm>
              <a:off x="185127" y="2707894"/>
              <a:ext cx="1340485" cy="908050"/>
            </a:xfrm>
            <a:custGeom>
              <a:avLst/>
              <a:gdLst/>
              <a:ahLst/>
              <a:cxnLst/>
              <a:rect l="l" t="t" r="r" b="b"/>
              <a:pathLst>
                <a:path w="1340485" h="908050">
                  <a:moveTo>
                    <a:pt x="0" y="151256"/>
                  </a:moveTo>
                  <a:lnTo>
                    <a:pt x="7713" y="103436"/>
                  </a:lnTo>
                  <a:lnTo>
                    <a:pt x="29192" y="61914"/>
                  </a:lnTo>
                  <a:lnTo>
                    <a:pt x="61944" y="29175"/>
                  </a:lnTo>
                  <a:lnTo>
                    <a:pt x="103475" y="7708"/>
                  </a:lnTo>
                  <a:lnTo>
                    <a:pt x="151295" y="0"/>
                  </a:lnTo>
                  <a:lnTo>
                    <a:pt x="1189139" y="0"/>
                  </a:lnTo>
                  <a:lnTo>
                    <a:pt x="1236959" y="7708"/>
                  </a:lnTo>
                  <a:lnTo>
                    <a:pt x="1278482" y="29175"/>
                  </a:lnTo>
                  <a:lnTo>
                    <a:pt x="1311220" y="61914"/>
                  </a:lnTo>
                  <a:lnTo>
                    <a:pt x="1332687" y="103436"/>
                  </a:lnTo>
                  <a:lnTo>
                    <a:pt x="1340396" y="151256"/>
                  </a:lnTo>
                  <a:lnTo>
                    <a:pt x="1340396" y="756538"/>
                  </a:lnTo>
                  <a:lnTo>
                    <a:pt x="1332687" y="804310"/>
                  </a:lnTo>
                  <a:lnTo>
                    <a:pt x="1311220" y="845827"/>
                  </a:lnTo>
                  <a:lnTo>
                    <a:pt x="1278482" y="878583"/>
                  </a:lnTo>
                  <a:lnTo>
                    <a:pt x="1236959" y="900075"/>
                  </a:lnTo>
                  <a:lnTo>
                    <a:pt x="1189139" y="907796"/>
                  </a:lnTo>
                  <a:lnTo>
                    <a:pt x="151295" y="907796"/>
                  </a:lnTo>
                  <a:lnTo>
                    <a:pt x="103475" y="900075"/>
                  </a:lnTo>
                  <a:lnTo>
                    <a:pt x="61944" y="878583"/>
                  </a:lnTo>
                  <a:lnTo>
                    <a:pt x="29192" y="845827"/>
                  </a:lnTo>
                  <a:lnTo>
                    <a:pt x="7713" y="804310"/>
                  </a:lnTo>
                  <a:lnTo>
                    <a:pt x="0" y="756538"/>
                  </a:lnTo>
                  <a:lnTo>
                    <a:pt x="0" y="151256"/>
                  </a:lnTo>
                  <a:close/>
                </a:path>
              </a:pathLst>
            </a:custGeom>
            <a:ln w="9525">
              <a:solidFill>
                <a:srgbClr val="3C85C5"/>
              </a:solidFill>
            </a:ln>
          </p:spPr>
          <p:txBody>
            <a:bodyPr wrap="square" lIns="0" tIns="0" rIns="0" bIns="0" rtlCol="0"/>
            <a:lstStyle/>
            <a:p>
              <a:endParaRPr/>
            </a:p>
          </p:txBody>
        </p:sp>
        <p:sp>
          <p:nvSpPr>
            <p:cNvPr id="6" name="object 6"/>
            <p:cNvSpPr/>
            <p:nvPr/>
          </p:nvSpPr>
          <p:spPr>
            <a:xfrm>
              <a:off x="1948434" y="2707894"/>
              <a:ext cx="1340485" cy="908050"/>
            </a:xfrm>
            <a:custGeom>
              <a:avLst/>
              <a:gdLst/>
              <a:ahLst/>
              <a:cxnLst/>
              <a:rect l="l" t="t" r="r" b="b"/>
              <a:pathLst>
                <a:path w="1340485" h="908050">
                  <a:moveTo>
                    <a:pt x="1189101" y="0"/>
                  </a:moveTo>
                  <a:lnTo>
                    <a:pt x="151257" y="0"/>
                  </a:lnTo>
                  <a:lnTo>
                    <a:pt x="103485" y="7708"/>
                  </a:lnTo>
                  <a:lnTo>
                    <a:pt x="61968" y="29175"/>
                  </a:lnTo>
                  <a:lnTo>
                    <a:pt x="29212" y="61914"/>
                  </a:lnTo>
                  <a:lnTo>
                    <a:pt x="7720" y="103436"/>
                  </a:lnTo>
                  <a:lnTo>
                    <a:pt x="0" y="151256"/>
                  </a:lnTo>
                  <a:lnTo>
                    <a:pt x="0" y="756538"/>
                  </a:lnTo>
                  <a:lnTo>
                    <a:pt x="7720" y="804310"/>
                  </a:lnTo>
                  <a:lnTo>
                    <a:pt x="29212" y="845827"/>
                  </a:lnTo>
                  <a:lnTo>
                    <a:pt x="61968" y="878583"/>
                  </a:lnTo>
                  <a:lnTo>
                    <a:pt x="103485" y="900075"/>
                  </a:lnTo>
                  <a:lnTo>
                    <a:pt x="151257" y="907796"/>
                  </a:lnTo>
                  <a:lnTo>
                    <a:pt x="1189101" y="907796"/>
                  </a:lnTo>
                  <a:lnTo>
                    <a:pt x="1236921" y="900075"/>
                  </a:lnTo>
                  <a:lnTo>
                    <a:pt x="1278443" y="878583"/>
                  </a:lnTo>
                  <a:lnTo>
                    <a:pt x="1311182" y="845827"/>
                  </a:lnTo>
                  <a:lnTo>
                    <a:pt x="1332649" y="804310"/>
                  </a:lnTo>
                  <a:lnTo>
                    <a:pt x="1340358" y="756538"/>
                  </a:lnTo>
                  <a:lnTo>
                    <a:pt x="1340358" y="151256"/>
                  </a:lnTo>
                  <a:lnTo>
                    <a:pt x="1332649" y="103436"/>
                  </a:lnTo>
                  <a:lnTo>
                    <a:pt x="1311182" y="61914"/>
                  </a:lnTo>
                  <a:lnTo>
                    <a:pt x="1278443" y="29175"/>
                  </a:lnTo>
                  <a:lnTo>
                    <a:pt x="1236921" y="7708"/>
                  </a:lnTo>
                  <a:lnTo>
                    <a:pt x="1189101" y="0"/>
                  </a:lnTo>
                  <a:close/>
                </a:path>
              </a:pathLst>
            </a:custGeom>
            <a:solidFill>
              <a:srgbClr val="1F124D"/>
            </a:solidFill>
          </p:spPr>
          <p:txBody>
            <a:bodyPr wrap="square" lIns="0" tIns="0" rIns="0" bIns="0" rtlCol="0"/>
            <a:lstStyle/>
            <a:p>
              <a:endParaRPr/>
            </a:p>
          </p:txBody>
        </p:sp>
        <p:sp>
          <p:nvSpPr>
            <p:cNvPr id="7" name="object 7"/>
            <p:cNvSpPr/>
            <p:nvPr/>
          </p:nvSpPr>
          <p:spPr>
            <a:xfrm>
              <a:off x="1948434" y="2707894"/>
              <a:ext cx="1340485" cy="908050"/>
            </a:xfrm>
            <a:custGeom>
              <a:avLst/>
              <a:gdLst/>
              <a:ahLst/>
              <a:cxnLst/>
              <a:rect l="l" t="t" r="r" b="b"/>
              <a:pathLst>
                <a:path w="1340485" h="908050">
                  <a:moveTo>
                    <a:pt x="0" y="151256"/>
                  </a:moveTo>
                  <a:lnTo>
                    <a:pt x="7720" y="103436"/>
                  </a:lnTo>
                  <a:lnTo>
                    <a:pt x="29212" y="61914"/>
                  </a:lnTo>
                  <a:lnTo>
                    <a:pt x="61968" y="29175"/>
                  </a:lnTo>
                  <a:lnTo>
                    <a:pt x="103485" y="7708"/>
                  </a:lnTo>
                  <a:lnTo>
                    <a:pt x="151257" y="0"/>
                  </a:lnTo>
                  <a:lnTo>
                    <a:pt x="1189101" y="0"/>
                  </a:lnTo>
                  <a:lnTo>
                    <a:pt x="1236921" y="7708"/>
                  </a:lnTo>
                  <a:lnTo>
                    <a:pt x="1278443" y="29175"/>
                  </a:lnTo>
                  <a:lnTo>
                    <a:pt x="1311182" y="61914"/>
                  </a:lnTo>
                  <a:lnTo>
                    <a:pt x="1332649" y="103436"/>
                  </a:lnTo>
                  <a:lnTo>
                    <a:pt x="1340358" y="151256"/>
                  </a:lnTo>
                  <a:lnTo>
                    <a:pt x="1340358" y="756538"/>
                  </a:lnTo>
                  <a:lnTo>
                    <a:pt x="1332649" y="804310"/>
                  </a:lnTo>
                  <a:lnTo>
                    <a:pt x="1311182" y="845827"/>
                  </a:lnTo>
                  <a:lnTo>
                    <a:pt x="1278443" y="878583"/>
                  </a:lnTo>
                  <a:lnTo>
                    <a:pt x="1236921" y="900075"/>
                  </a:lnTo>
                  <a:lnTo>
                    <a:pt x="1189101" y="907796"/>
                  </a:lnTo>
                  <a:lnTo>
                    <a:pt x="151257" y="907796"/>
                  </a:lnTo>
                  <a:lnTo>
                    <a:pt x="103485" y="900075"/>
                  </a:lnTo>
                  <a:lnTo>
                    <a:pt x="61968" y="878583"/>
                  </a:lnTo>
                  <a:lnTo>
                    <a:pt x="29212" y="845827"/>
                  </a:lnTo>
                  <a:lnTo>
                    <a:pt x="7720" y="804310"/>
                  </a:lnTo>
                  <a:lnTo>
                    <a:pt x="0" y="756538"/>
                  </a:lnTo>
                  <a:lnTo>
                    <a:pt x="0" y="151256"/>
                  </a:lnTo>
                  <a:close/>
                </a:path>
              </a:pathLst>
            </a:custGeom>
            <a:ln w="9525">
              <a:solidFill>
                <a:srgbClr val="3C85C5"/>
              </a:solidFill>
            </a:ln>
          </p:spPr>
          <p:txBody>
            <a:bodyPr wrap="square" lIns="0" tIns="0" rIns="0" bIns="0" rtlCol="0"/>
            <a:lstStyle/>
            <a:p>
              <a:endParaRPr/>
            </a:p>
          </p:txBody>
        </p:sp>
        <p:sp>
          <p:nvSpPr>
            <p:cNvPr id="8" name="object 8"/>
            <p:cNvSpPr/>
            <p:nvPr/>
          </p:nvSpPr>
          <p:spPr>
            <a:xfrm>
              <a:off x="3813937" y="2707894"/>
              <a:ext cx="1340485" cy="908050"/>
            </a:xfrm>
            <a:custGeom>
              <a:avLst/>
              <a:gdLst/>
              <a:ahLst/>
              <a:cxnLst/>
              <a:rect l="l" t="t" r="r" b="b"/>
              <a:pathLst>
                <a:path w="1340485" h="908050">
                  <a:moveTo>
                    <a:pt x="1189101" y="0"/>
                  </a:moveTo>
                  <a:lnTo>
                    <a:pt x="151384" y="0"/>
                  </a:lnTo>
                  <a:lnTo>
                    <a:pt x="103550" y="7708"/>
                  </a:lnTo>
                  <a:lnTo>
                    <a:pt x="61996" y="29175"/>
                  </a:lnTo>
                  <a:lnTo>
                    <a:pt x="29220" y="61914"/>
                  </a:lnTo>
                  <a:lnTo>
                    <a:pt x="7721" y="103436"/>
                  </a:lnTo>
                  <a:lnTo>
                    <a:pt x="0" y="151256"/>
                  </a:lnTo>
                  <a:lnTo>
                    <a:pt x="0" y="756538"/>
                  </a:lnTo>
                  <a:lnTo>
                    <a:pt x="7721" y="804310"/>
                  </a:lnTo>
                  <a:lnTo>
                    <a:pt x="29220" y="845827"/>
                  </a:lnTo>
                  <a:lnTo>
                    <a:pt x="61996" y="878583"/>
                  </a:lnTo>
                  <a:lnTo>
                    <a:pt x="103550" y="900075"/>
                  </a:lnTo>
                  <a:lnTo>
                    <a:pt x="151384" y="907796"/>
                  </a:lnTo>
                  <a:lnTo>
                    <a:pt x="1189101" y="907796"/>
                  </a:lnTo>
                  <a:lnTo>
                    <a:pt x="1236934" y="900075"/>
                  </a:lnTo>
                  <a:lnTo>
                    <a:pt x="1278488" y="878583"/>
                  </a:lnTo>
                  <a:lnTo>
                    <a:pt x="1311264" y="845827"/>
                  </a:lnTo>
                  <a:lnTo>
                    <a:pt x="1332763" y="804310"/>
                  </a:lnTo>
                  <a:lnTo>
                    <a:pt x="1340485" y="756538"/>
                  </a:lnTo>
                  <a:lnTo>
                    <a:pt x="1340485" y="151256"/>
                  </a:lnTo>
                  <a:lnTo>
                    <a:pt x="1332763" y="103436"/>
                  </a:lnTo>
                  <a:lnTo>
                    <a:pt x="1311264" y="61914"/>
                  </a:lnTo>
                  <a:lnTo>
                    <a:pt x="1278488" y="29175"/>
                  </a:lnTo>
                  <a:lnTo>
                    <a:pt x="1236934" y="7708"/>
                  </a:lnTo>
                  <a:lnTo>
                    <a:pt x="1189101" y="0"/>
                  </a:lnTo>
                  <a:close/>
                </a:path>
              </a:pathLst>
            </a:custGeom>
            <a:solidFill>
              <a:srgbClr val="1F124D"/>
            </a:solidFill>
          </p:spPr>
          <p:txBody>
            <a:bodyPr wrap="square" lIns="0" tIns="0" rIns="0" bIns="0" rtlCol="0"/>
            <a:lstStyle/>
            <a:p>
              <a:endParaRPr/>
            </a:p>
          </p:txBody>
        </p:sp>
        <p:sp>
          <p:nvSpPr>
            <p:cNvPr id="9" name="object 9"/>
            <p:cNvSpPr/>
            <p:nvPr/>
          </p:nvSpPr>
          <p:spPr>
            <a:xfrm>
              <a:off x="3813937" y="2707894"/>
              <a:ext cx="1340485" cy="908050"/>
            </a:xfrm>
            <a:custGeom>
              <a:avLst/>
              <a:gdLst/>
              <a:ahLst/>
              <a:cxnLst/>
              <a:rect l="l" t="t" r="r" b="b"/>
              <a:pathLst>
                <a:path w="1340485" h="908050">
                  <a:moveTo>
                    <a:pt x="0" y="151256"/>
                  </a:moveTo>
                  <a:lnTo>
                    <a:pt x="7721" y="103436"/>
                  </a:lnTo>
                  <a:lnTo>
                    <a:pt x="29220" y="61914"/>
                  </a:lnTo>
                  <a:lnTo>
                    <a:pt x="61996" y="29175"/>
                  </a:lnTo>
                  <a:lnTo>
                    <a:pt x="103550" y="7708"/>
                  </a:lnTo>
                  <a:lnTo>
                    <a:pt x="151384" y="0"/>
                  </a:lnTo>
                  <a:lnTo>
                    <a:pt x="1189101" y="0"/>
                  </a:lnTo>
                  <a:lnTo>
                    <a:pt x="1236934" y="7708"/>
                  </a:lnTo>
                  <a:lnTo>
                    <a:pt x="1278488" y="29175"/>
                  </a:lnTo>
                  <a:lnTo>
                    <a:pt x="1311264" y="61914"/>
                  </a:lnTo>
                  <a:lnTo>
                    <a:pt x="1332763" y="103436"/>
                  </a:lnTo>
                  <a:lnTo>
                    <a:pt x="1340485" y="151256"/>
                  </a:lnTo>
                  <a:lnTo>
                    <a:pt x="1340485" y="756538"/>
                  </a:lnTo>
                  <a:lnTo>
                    <a:pt x="1332763" y="804310"/>
                  </a:lnTo>
                  <a:lnTo>
                    <a:pt x="1311264" y="845827"/>
                  </a:lnTo>
                  <a:lnTo>
                    <a:pt x="1278488" y="878583"/>
                  </a:lnTo>
                  <a:lnTo>
                    <a:pt x="1236934" y="900075"/>
                  </a:lnTo>
                  <a:lnTo>
                    <a:pt x="1189101" y="907796"/>
                  </a:lnTo>
                  <a:lnTo>
                    <a:pt x="151384" y="907796"/>
                  </a:lnTo>
                  <a:lnTo>
                    <a:pt x="103550" y="900075"/>
                  </a:lnTo>
                  <a:lnTo>
                    <a:pt x="61996" y="878583"/>
                  </a:lnTo>
                  <a:lnTo>
                    <a:pt x="29220" y="845827"/>
                  </a:lnTo>
                  <a:lnTo>
                    <a:pt x="7721" y="804310"/>
                  </a:lnTo>
                  <a:lnTo>
                    <a:pt x="0" y="756538"/>
                  </a:lnTo>
                  <a:lnTo>
                    <a:pt x="0" y="151256"/>
                  </a:lnTo>
                  <a:close/>
                </a:path>
              </a:pathLst>
            </a:custGeom>
            <a:ln w="9525">
              <a:solidFill>
                <a:srgbClr val="3C85C5"/>
              </a:solidFill>
            </a:ln>
          </p:spPr>
          <p:txBody>
            <a:bodyPr wrap="square" lIns="0" tIns="0" rIns="0" bIns="0" rtlCol="0"/>
            <a:lstStyle/>
            <a:p>
              <a:endParaRPr/>
            </a:p>
          </p:txBody>
        </p:sp>
        <p:sp>
          <p:nvSpPr>
            <p:cNvPr id="10" name="object 10"/>
            <p:cNvSpPr/>
            <p:nvPr/>
          </p:nvSpPr>
          <p:spPr>
            <a:xfrm>
              <a:off x="5628385" y="2707894"/>
              <a:ext cx="1340485" cy="908050"/>
            </a:xfrm>
            <a:custGeom>
              <a:avLst/>
              <a:gdLst/>
              <a:ahLst/>
              <a:cxnLst/>
              <a:rect l="l" t="t" r="r" b="b"/>
              <a:pathLst>
                <a:path w="1340484" h="908050">
                  <a:moveTo>
                    <a:pt x="1189100" y="0"/>
                  </a:moveTo>
                  <a:lnTo>
                    <a:pt x="151256" y="0"/>
                  </a:lnTo>
                  <a:lnTo>
                    <a:pt x="103436" y="7708"/>
                  </a:lnTo>
                  <a:lnTo>
                    <a:pt x="61914" y="29175"/>
                  </a:lnTo>
                  <a:lnTo>
                    <a:pt x="29175" y="61914"/>
                  </a:lnTo>
                  <a:lnTo>
                    <a:pt x="7708" y="103436"/>
                  </a:lnTo>
                  <a:lnTo>
                    <a:pt x="0" y="151256"/>
                  </a:lnTo>
                  <a:lnTo>
                    <a:pt x="0" y="756538"/>
                  </a:lnTo>
                  <a:lnTo>
                    <a:pt x="7708" y="804310"/>
                  </a:lnTo>
                  <a:lnTo>
                    <a:pt x="29175" y="845827"/>
                  </a:lnTo>
                  <a:lnTo>
                    <a:pt x="61914" y="878583"/>
                  </a:lnTo>
                  <a:lnTo>
                    <a:pt x="103436" y="900075"/>
                  </a:lnTo>
                  <a:lnTo>
                    <a:pt x="151256" y="907796"/>
                  </a:lnTo>
                  <a:lnTo>
                    <a:pt x="1189100" y="907796"/>
                  </a:lnTo>
                  <a:lnTo>
                    <a:pt x="1236921" y="900075"/>
                  </a:lnTo>
                  <a:lnTo>
                    <a:pt x="1278443" y="878583"/>
                  </a:lnTo>
                  <a:lnTo>
                    <a:pt x="1311182" y="845827"/>
                  </a:lnTo>
                  <a:lnTo>
                    <a:pt x="1332649" y="804310"/>
                  </a:lnTo>
                  <a:lnTo>
                    <a:pt x="1340358" y="756538"/>
                  </a:lnTo>
                  <a:lnTo>
                    <a:pt x="1340358" y="151256"/>
                  </a:lnTo>
                  <a:lnTo>
                    <a:pt x="1332649" y="103436"/>
                  </a:lnTo>
                  <a:lnTo>
                    <a:pt x="1311182" y="61914"/>
                  </a:lnTo>
                  <a:lnTo>
                    <a:pt x="1278443" y="29175"/>
                  </a:lnTo>
                  <a:lnTo>
                    <a:pt x="1236921" y="7708"/>
                  </a:lnTo>
                  <a:lnTo>
                    <a:pt x="1189100" y="0"/>
                  </a:lnTo>
                  <a:close/>
                </a:path>
              </a:pathLst>
            </a:custGeom>
            <a:solidFill>
              <a:srgbClr val="1F124D"/>
            </a:solidFill>
          </p:spPr>
          <p:txBody>
            <a:bodyPr wrap="square" lIns="0" tIns="0" rIns="0" bIns="0" rtlCol="0"/>
            <a:lstStyle/>
            <a:p>
              <a:endParaRPr/>
            </a:p>
          </p:txBody>
        </p:sp>
        <p:sp>
          <p:nvSpPr>
            <p:cNvPr id="11" name="object 11"/>
            <p:cNvSpPr/>
            <p:nvPr/>
          </p:nvSpPr>
          <p:spPr>
            <a:xfrm>
              <a:off x="5628385" y="2707894"/>
              <a:ext cx="1340485" cy="908050"/>
            </a:xfrm>
            <a:custGeom>
              <a:avLst/>
              <a:gdLst/>
              <a:ahLst/>
              <a:cxnLst/>
              <a:rect l="l" t="t" r="r" b="b"/>
              <a:pathLst>
                <a:path w="1340484" h="908050">
                  <a:moveTo>
                    <a:pt x="0" y="151256"/>
                  </a:moveTo>
                  <a:lnTo>
                    <a:pt x="7708" y="103436"/>
                  </a:lnTo>
                  <a:lnTo>
                    <a:pt x="29175" y="61914"/>
                  </a:lnTo>
                  <a:lnTo>
                    <a:pt x="61914" y="29175"/>
                  </a:lnTo>
                  <a:lnTo>
                    <a:pt x="103436" y="7708"/>
                  </a:lnTo>
                  <a:lnTo>
                    <a:pt x="151256" y="0"/>
                  </a:lnTo>
                  <a:lnTo>
                    <a:pt x="1189100" y="0"/>
                  </a:lnTo>
                  <a:lnTo>
                    <a:pt x="1236921" y="7708"/>
                  </a:lnTo>
                  <a:lnTo>
                    <a:pt x="1278443" y="29175"/>
                  </a:lnTo>
                  <a:lnTo>
                    <a:pt x="1311182" y="61914"/>
                  </a:lnTo>
                  <a:lnTo>
                    <a:pt x="1332649" y="103436"/>
                  </a:lnTo>
                  <a:lnTo>
                    <a:pt x="1340358" y="151256"/>
                  </a:lnTo>
                  <a:lnTo>
                    <a:pt x="1340358" y="756538"/>
                  </a:lnTo>
                  <a:lnTo>
                    <a:pt x="1332649" y="804310"/>
                  </a:lnTo>
                  <a:lnTo>
                    <a:pt x="1311182" y="845827"/>
                  </a:lnTo>
                  <a:lnTo>
                    <a:pt x="1278443" y="878583"/>
                  </a:lnTo>
                  <a:lnTo>
                    <a:pt x="1236921" y="900075"/>
                  </a:lnTo>
                  <a:lnTo>
                    <a:pt x="1189100" y="907796"/>
                  </a:lnTo>
                  <a:lnTo>
                    <a:pt x="151256" y="907796"/>
                  </a:lnTo>
                  <a:lnTo>
                    <a:pt x="103436" y="900075"/>
                  </a:lnTo>
                  <a:lnTo>
                    <a:pt x="61914" y="878583"/>
                  </a:lnTo>
                  <a:lnTo>
                    <a:pt x="29175" y="845827"/>
                  </a:lnTo>
                  <a:lnTo>
                    <a:pt x="7708" y="804310"/>
                  </a:lnTo>
                  <a:lnTo>
                    <a:pt x="0" y="756538"/>
                  </a:lnTo>
                  <a:lnTo>
                    <a:pt x="0" y="151256"/>
                  </a:lnTo>
                  <a:close/>
                </a:path>
              </a:pathLst>
            </a:custGeom>
            <a:ln w="9525">
              <a:solidFill>
                <a:srgbClr val="3C85C5"/>
              </a:solidFill>
            </a:ln>
          </p:spPr>
          <p:txBody>
            <a:bodyPr wrap="square" lIns="0" tIns="0" rIns="0" bIns="0" rtlCol="0"/>
            <a:lstStyle/>
            <a:p>
              <a:endParaRPr/>
            </a:p>
          </p:txBody>
        </p:sp>
        <p:sp>
          <p:nvSpPr>
            <p:cNvPr id="12" name="object 12"/>
            <p:cNvSpPr/>
            <p:nvPr/>
          </p:nvSpPr>
          <p:spPr>
            <a:xfrm>
              <a:off x="7442835" y="2707894"/>
              <a:ext cx="1340485" cy="908050"/>
            </a:xfrm>
            <a:custGeom>
              <a:avLst/>
              <a:gdLst/>
              <a:ahLst/>
              <a:cxnLst/>
              <a:rect l="l" t="t" r="r" b="b"/>
              <a:pathLst>
                <a:path w="1340484" h="908050">
                  <a:moveTo>
                    <a:pt x="1189101" y="0"/>
                  </a:moveTo>
                  <a:lnTo>
                    <a:pt x="151257" y="0"/>
                  </a:lnTo>
                  <a:lnTo>
                    <a:pt x="103436" y="7708"/>
                  </a:lnTo>
                  <a:lnTo>
                    <a:pt x="61914" y="29175"/>
                  </a:lnTo>
                  <a:lnTo>
                    <a:pt x="29175" y="61914"/>
                  </a:lnTo>
                  <a:lnTo>
                    <a:pt x="7708" y="103436"/>
                  </a:lnTo>
                  <a:lnTo>
                    <a:pt x="0" y="151256"/>
                  </a:lnTo>
                  <a:lnTo>
                    <a:pt x="0" y="756538"/>
                  </a:lnTo>
                  <a:lnTo>
                    <a:pt x="7708" y="804310"/>
                  </a:lnTo>
                  <a:lnTo>
                    <a:pt x="29175" y="845827"/>
                  </a:lnTo>
                  <a:lnTo>
                    <a:pt x="61914" y="878583"/>
                  </a:lnTo>
                  <a:lnTo>
                    <a:pt x="103436" y="900075"/>
                  </a:lnTo>
                  <a:lnTo>
                    <a:pt x="151257" y="907796"/>
                  </a:lnTo>
                  <a:lnTo>
                    <a:pt x="1189101" y="907796"/>
                  </a:lnTo>
                  <a:lnTo>
                    <a:pt x="1236921" y="900075"/>
                  </a:lnTo>
                  <a:lnTo>
                    <a:pt x="1278443" y="878583"/>
                  </a:lnTo>
                  <a:lnTo>
                    <a:pt x="1311182" y="845827"/>
                  </a:lnTo>
                  <a:lnTo>
                    <a:pt x="1332649" y="804310"/>
                  </a:lnTo>
                  <a:lnTo>
                    <a:pt x="1340358" y="756538"/>
                  </a:lnTo>
                  <a:lnTo>
                    <a:pt x="1340358" y="151256"/>
                  </a:lnTo>
                  <a:lnTo>
                    <a:pt x="1332649" y="103436"/>
                  </a:lnTo>
                  <a:lnTo>
                    <a:pt x="1311182" y="61914"/>
                  </a:lnTo>
                  <a:lnTo>
                    <a:pt x="1278443" y="29175"/>
                  </a:lnTo>
                  <a:lnTo>
                    <a:pt x="1236921" y="7708"/>
                  </a:lnTo>
                  <a:lnTo>
                    <a:pt x="1189101" y="0"/>
                  </a:lnTo>
                  <a:close/>
                </a:path>
              </a:pathLst>
            </a:custGeom>
            <a:solidFill>
              <a:srgbClr val="1F124D"/>
            </a:solidFill>
          </p:spPr>
          <p:txBody>
            <a:bodyPr wrap="square" lIns="0" tIns="0" rIns="0" bIns="0" rtlCol="0"/>
            <a:lstStyle/>
            <a:p>
              <a:endParaRPr/>
            </a:p>
          </p:txBody>
        </p:sp>
        <p:sp>
          <p:nvSpPr>
            <p:cNvPr id="13" name="object 13"/>
            <p:cNvSpPr/>
            <p:nvPr/>
          </p:nvSpPr>
          <p:spPr>
            <a:xfrm>
              <a:off x="7442835" y="2707894"/>
              <a:ext cx="1340485" cy="908050"/>
            </a:xfrm>
            <a:custGeom>
              <a:avLst/>
              <a:gdLst/>
              <a:ahLst/>
              <a:cxnLst/>
              <a:rect l="l" t="t" r="r" b="b"/>
              <a:pathLst>
                <a:path w="1340484" h="908050">
                  <a:moveTo>
                    <a:pt x="0" y="151256"/>
                  </a:moveTo>
                  <a:lnTo>
                    <a:pt x="7708" y="103436"/>
                  </a:lnTo>
                  <a:lnTo>
                    <a:pt x="29175" y="61914"/>
                  </a:lnTo>
                  <a:lnTo>
                    <a:pt x="61914" y="29175"/>
                  </a:lnTo>
                  <a:lnTo>
                    <a:pt x="103436" y="7708"/>
                  </a:lnTo>
                  <a:lnTo>
                    <a:pt x="151257" y="0"/>
                  </a:lnTo>
                  <a:lnTo>
                    <a:pt x="1189101" y="0"/>
                  </a:lnTo>
                  <a:lnTo>
                    <a:pt x="1236921" y="7708"/>
                  </a:lnTo>
                  <a:lnTo>
                    <a:pt x="1278443" y="29175"/>
                  </a:lnTo>
                  <a:lnTo>
                    <a:pt x="1311182" y="61914"/>
                  </a:lnTo>
                  <a:lnTo>
                    <a:pt x="1332649" y="103436"/>
                  </a:lnTo>
                  <a:lnTo>
                    <a:pt x="1340358" y="151256"/>
                  </a:lnTo>
                  <a:lnTo>
                    <a:pt x="1340358" y="756538"/>
                  </a:lnTo>
                  <a:lnTo>
                    <a:pt x="1332649" y="804310"/>
                  </a:lnTo>
                  <a:lnTo>
                    <a:pt x="1311182" y="845827"/>
                  </a:lnTo>
                  <a:lnTo>
                    <a:pt x="1278443" y="878583"/>
                  </a:lnTo>
                  <a:lnTo>
                    <a:pt x="1236921" y="900075"/>
                  </a:lnTo>
                  <a:lnTo>
                    <a:pt x="1189101" y="907796"/>
                  </a:lnTo>
                  <a:lnTo>
                    <a:pt x="151257" y="907796"/>
                  </a:lnTo>
                  <a:lnTo>
                    <a:pt x="103436" y="900075"/>
                  </a:lnTo>
                  <a:lnTo>
                    <a:pt x="61914" y="878583"/>
                  </a:lnTo>
                  <a:lnTo>
                    <a:pt x="29175" y="845827"/>
                  </a:lnTo>
                  <a:lnTo>
                    <a:pt x="7708" y="804310"/>
                  </a:lnTo>
                  <a:lnTo>
                    <a:pt x="0" y="756538"/>
                  </a:lnTo>
                  <a:lnTo>
                    <a:pt x="0" y="151256"/>
                  </a:lnTo>
                  <a:close/>
                </a:path>
              </a:pathLst>
            </a:custGeom>
            <a:ln w="9525">
              <a:solidFill>
                <a:srgbClr val="3C85C5"/>
              </a:solidFill>
            </a:ln>
          </p:spPr>
          <p:txBody>
            <a:bodyPr wrap="square" lIns="0" tIns="0" rIns="0" bIns="0" rtlCol="0"/>
            <a:lstStyle/>
            <a:p>
              <a:endParaRPr/>
            </a:p>
          </p:txBody>
        </p:sp>
        <p:sp>
          <p:nvSpPr>
            <p:cNvPr id="14" name="object 14"/>
            <p:cNvSpPr/>
            <p:nvPr/>
          </p:nvSpPr>
          <p:spPr>
            <a:xfrm>
              <a:off x="3813937" y="1562861"/>
              <a:ext cx="1340485" cy="908050"/>
            </a:xfrm>
            <a:custGeom>
              <a:avLst/>
              <a:gdLst/>
              <a:ahLst/>
              <a:cxnLst/>
              <a:rect l="l" t="t" r="r" b="b"/>
              <a:pathLst>
                <a:path w="1340485" h="908050">
                  <a:moveTo>
                    <a:pt x="1189101" y="0"/>
                  </a:moveTo>
                  <a:lnTo>
                    <a:pt x="151384" y="0"/>
                  </a:lnTo>
                  <a:lnTo>
                    <a:pt x="103550" y="7708"/>
                  </a:lnTo>
                  <a:lnTo>
                    <a:pt x="61996" y="29175"/>
                  </a:lnTo>
                  <a:lnTo>
                    <a:pt x="29220" y="61914"/>
                  </a:lnTo>
                  <a:lnTo>
                    <a:pt x="7721" y="103436"/>
                  </a:lnTo>
                  <a:lnTo>
                    <a:pt x="0" y="151257"/>
                  </a:lnTo>
                  <a:lnTo>
                    <a:pt x="0" y="756538"/>
                  </a:lnTo>
                  <a:lnTo>
                    <a:pt x="7721" y="804359"/>
                  </a:lnTo>
                  <a:lnTo>
                    <a:pt x="29220" y="845881"/>
                  </a:lnTo>
                  <a:lnTo>
                    <a:pt x="61996" y="878620"/>
                  </a:lnTo>
                  <a:lnTo>
                    <a:pt x="103550" y="900087"/>
                  </a:lnTo>
                  <a:lnTo>
                    <a:pt x="151384" y="907795"/>
                  </a:lnTo>
                  <a:lnTo>
                    <a:pt x="1189101" y="907795"/>
                  </a:lnTo>
                  <a:lnTo>
                    <a:pt x="1236934" y="900087"/>
                  </a:lnTo>
                  <a:lnTo>
                    <a:pt x="1278488" y="878620"/>
                  </a:lnTo>
                  <a:lnTo>
                    <a:pt x="1311264" y="845881"/>
                  </a:lnTo>
                  <a:lnTo>
                    <a:pt x="1332763" y="804359"/>
                  </a:lnTo>
                  <a:lnTo>
                    <a:pt x="1340485" y="756538"/>
                  </a:lnTo>
                  <a:lnTo>
                    <a:pt x="1340485" y="151257"/>
                  </a:lnTo>
                  <a:lnTo>
                    <a:pt x="1332763" y="103436"/>
                  </a:lnTo>
                  <a:lnTo>
                    <a:pt x="1311264" y="61914"/>
                  </a:lnTo>
                  <a:lnTo>
                    <a:pt x="1278488" y="29175"/>
                  </a:lnTo>
                  <a:lnTo>
                    <a:pt x="1236934" y="7708"/>
                  </a:lnTo>
                  <a:lnTo>
                    <a:pt x="1189101" y="0"/>
                  </a:lnTo>
                  <a:close/>
                </a:path>
              </a:pathLst>
            </a:custGeom>
            <a:solidFill>
              <a:srgbClr val="1F124D"/>
            </a:solidFill>
          </p:spPr>
          <p:txBody>
            <a:bodyPr wrap="square" lIns="0" tIns="0" rIns="0" bIns="0" rtlCol="0"/>
            <a:lstStyle/>
            <a:p>
              <a:endParaRPr/>
            </a:p>
          </p:txBody>
        </p:sp>
        <p:sp>
          <p:nvSpPr>
            <p:cNvPr id="15" name="object 15"/>
            <p:cNvSpPr/>
            <p:nvPr/>
          </p:nvSpPr>
          <p:spPr>
            <a:xfrm>
              <a:off x="3813937" y="1562861"/>
              <a:ext cx="1340485" cy="908050"/>
            </a:xfrm>
            <a:custGeom>
              <a:avLst/>
              <a:gdLst/>
              <a:ahLst/>
              <a:cxnLst/>
              <a:rect l="l" t="t" r="r" b="b"/>
              <a:pathLst>
                <a:path w="1340485" h="908050">
                  <a:moveTo>
                    <a:pt x="0" y="151257"/>
                  </a:moveTo>
                  <a:lnTo>
                    <a:pt x="7721" y="103436"/>
                  </a:lnTo>
                  <a:lnTo>
                    <a:pt x="29220" y="61914"/>
                  </a:lnTo>
                  <a:lnTo>
                    <a:pt x="61996" y="29175"/>
                  </a:lnTo>
                  <a:lnTo>
                    <a:pt x="103550" y="7708"/>
                  </a:lnTo>
                  <a:lnTo>
                    <a:pt x="151384" y="0"/>
                  </a:lnTo>
                  <a:lnTo>
                    <a:pt x="1189101" y="0"/>
                  </a:lnTo>
                  <a:lnTo>
                    <a:pt x="1236934" y="7708"/>
                  </a:lnTo>
                  <a:lnTo>
                    <a:pt x="1278488" y="29175"/>
                  </a:lnTo>
                  <a:lnTo>
                    <a:pt x="1311264" y="61914"/>
                  </a:lnTo>
                  <a:lnTo>
                    <a:pt x="1332763" y="103436"/>
                  </a:lnTo>
                  <a:lnTo>
                    <a:pt x="1340485" y="151257"/>
                  </a:lnTo>
                  <a:lnTo>
                    <a:pt x="1340485" y="756538"/>
                  </a:lnTo>
                  <a:lnTo>
                    <a:pt x="1332763" y="804359"/>
                  </a:lnTo>
                  <a:lnTo>
                    <a:pt x="1311264" y="845881"/>
                  </a:lnTo>
                  <a:lnTo>
                    <a:pt x="1278488" y="878620"/>
                  </a:lnTo>
                  <a:lnTo>
                    <a:pt x="1236934" y="900087"/>
                  </a:lnTo>
                  <a:lnTo>
                    <a:pt x="1189101" y="907795"/>
                  </a:lnTo>
                  <a:lnTo>
                    <a:pt x="151384" y="907795"/>
                  </a:lnTo>
                  <a:lnTo>
                    <a:pt x="103550" y="900087"/>
                  </a:lnTo>
                  <a:lnTo>
                    <a:pt x="61996" y="878620"/>
                  </a:lnTo>
                  <a:lnTo>
                    <a:pt x="29220" y="845881"/>
                  </a:lnTo>
                  <a:lnTo>
                    <a:pt x="7721" y="804359"/>
                  </a:lnTo>
                  <a:lnTo>
                    <a:pt x="0" y="756538"/>
                  </a:lnTo>
                  <a:lnTo>
                    <a:pt x="0" y="151257"/>
                  </a:lnTo>
                  <a:close/>
                </a:path>
              </a:pathLst>
            </a:custGeom>
            <a:ln w="9525">
              <a:solidFill>
                <a:srgbClr val="3C85C5"/>
              </a:solidFill>
            </a:ln>
          </p:spPr>
          <p:txBody>
            <a:bodyPr wrap="square" lIns="0" tIns="0" rIns="0" bIns="0" rtlCol="0"/>
            <a:lstStyle/>
            <a:p>
              <a:endParaRPr/>
            </a:p>
          </p:txBody>
        </p:sp>
        <p:sp>
          <p:nvSpPr>
            <p:cNvPr id="16" name="object 16"/>
            <p:cNvSpPr/>
            <p:nvPr/>
          </p:nvSpPr>
          <p:spPr>
            <a:xfrm>
              <a:off x="1525524" y="1963673"/>
              <a:ext cx="5917565" cy="1909445"/>
            </a:xfrm>
            <a:custGeom>
              <a:avLst/>
              <a:gdLst/>
              <a:ahLst/>
              <a:cxnLst/>
              <a:rect l="l" t="t" r="r" b="b"/>
              <a:pathLst>
                <a:path w="5917565" h="1909445">
                  <a:moveTo>
                    <a:pt x="423037" y="1198118"/>
                  </a:moveTo>
                  <a:lnTo>
                    <a:pt x="384937" y="1179068"/>
                  </a:lnTo>
                  <a:lnTo>
                    <a:pt x="308737" y="1140968"/>
                  </a:lnTo>
                  <a:lnTo>
                    <a:pt x="308737" y="1179068"/>
                  </a:lnTo>
                  <a:lnTo>
                    <a:pt x="0" y="1179068"/>
                  </a:lnTo>
                  <a:lnTo>
                    <a:pt x="0" y="1217168"/>
                  </a:lnTo>
                  <a:lnTo>
                    <a:pt x="308737" y="1217168"/>
                  </a:lnTo>
                  <a:lnTo>
                    <a:pt x="308737" y="1255268"/>
                  </a:lnTo>
                  <a:lnTo>
                    <a:pt x="384937" y="1217168"/>
                  </a:lnTo>
                  <a:lnTo>
                    <a:pt x="423037" y="1198118"/>
                  </a:lnTo>
                  <a:close/>
                </a:path>
                <a:path w="5917565" h="1909445">
                  <a:moveTo>
                    <a:pt x="2174557" y="76911"/>
                  </a:moveTo>
                  <a:lnTo>
                    <a:pt x="2173198" y="38836"/>
                  </a:lnTo>
                  <a:lnTo>
                    <a:pt x="2118233" y="42926"/>
                  </a:lnTo>
                  <a:lnTo>
                    <a:pt x="2062353" y="49784"/>
                  </a:lnTo>
                  <a:lnTo>
                    <a:pt x="2006854" y="58293"/>
                  </a:lnTo>
                  <a:lnTo>
                    <a:pt x="1951863" y="68707"/>
                  </a:lnTo>
                  <a:lnTo>
                    <a:pt x="1897126" y="80772"/>
                  </a:lnTo>
                  <a:lnTo>
                    <a:pt x="1844167" y="94107"/>
                  </a:lnTo>
                  <a:lnTo>
                    <a:pt x="1791589" y="109220"/>
                  </a:lnTo>
                  <a:lnTo>
                    <a:pt x="1739900" y="125730"/>
                  </a:lnTo>
                  <a:lnTo>
                    <a:pt x="1689354" y="143764"/>
                  </a:lnTo>
                  <a:lnTo>
                    <a:pt x="1640078" y="163068"/>
                  </a:lnTo>
                  <a:lnTo>
                    <a:pt x="1592072" y="183769"/>
                  </a:lnTo>
                  <a:lnTo>
                    <a:pt x="1545336" y="205486"/>
                  </a:lnTo>
                  <a:lnTo>
                    <a:pt x="1500251" y="228600"/>
                  </a:lnTo>
                  <a:lnTo>
                    <a:pt x="1456817" y="252730"/>
                  </a:lnTo>
                  <a:lnTo>
                    <a:pt x="1415034" y="277876"/>
                  </a:lnTo>
                  <a:lnTo>
                    <a:pt x="1375156" y="304038"/>
                  </a:lnTo>
                  <a:lnTo>
                    <a:pt x="1337183" y="331216"/>
                  </a:lnTo>
                  <a:lnTo>
                    <a:pt x="1301623" y="359029"/>
                  </a:lnTo>
                  <a:lnTo>
                    <a:pt x="1267841" y="387858"/>
                  </a:lnTo>
                  <a:lnTo>
                    <a:pt x="1236472" y="417449"/>
                  </a:lnTo>
                  <a:lnTo>
                    <a:pt x="1207389" y="447675"/>
                  </a:lnTo>
                  <a:lnTo>
                    <a:pt x="1180846" y="478663"/>
                  </a:lnTo>
                  <a:lnTo>
                    <a:pt x="1156970" y="510286"/>
                  </a:lnTo>
                  <a:lnTo>
                    <a:pt x="1135761" y="542544"/>
                  </a:lnTo>
                  <a:lnTo>
                    <a:pt x="1109535" y="591947"/>
                  </a:lnTo>
                  <a:lnTo>
                    <a:pt x="1090041" y="642112"/>
                  </a:lnTo>
                  <a:lnTo>
                    <a:pt x="1078230" y="693166"/>
                  </a:lnTo>
                  <a:lnTo>
                    <a:pt x="1074166" y="743712"/>
                  </a:lnTo>
                  <a:lnTo>
                    <a:pt x="1112266" y="744855"/>
                  </a:lnTo>
                  <a:lnTo>
                    <a:pt x="1112647" y="728599"/>
                  </a:lnTo>
                  <a:lnTo>
                    <a:pt x="1113917" y="713359"/>
                  </a:lnTo>
                  <a:lnTo>
                    <a:pt x="1122426" y="667766"/>
                  </a:lnTo>
                  <a:lnTo>
                    <a:pt x="1137793" y="622173"/>
                  </a:lnTo>
                  <a:lnTo>
                    <a:pt x="1159891" y="576707"/>
                  </a:lnTo>
                  <a:lnTo>
                    <a:pt x="1188466" y="531876"/>
                  </a:lnTo>
                  <a:lnTo>
                    <a:pt x="1223137" y="487426"/>
                  </a:lnTo>
                  <a:lnTo>
                    <a:pt x="1249553" y="458470"/>
                  </a:lnTo>
                  <a:lnTo>
                    <a:pt x="1278382" y="429895"/>
                  </a:lnTo>
                  <a:lnTo>
                    <a:pt x="1309497" y="402082"/>
                  </a:lnTo>
                  <a:lnTo>
                    <a:pt x="1360678" y="361315"/>
                  </a:lnTo>
                  <a:lnTo>
                    <a:pt x="1397381" y="335026"/>
                  </a:lnTo>
                  <a:lnTo>
                    <a:pt x="1435989" y="309753"/>
                  </a:lnTo>
                  <a:lnTo>
                    <a:pt x="1476502" y="285369"/>
                  </a:lnTo>
                  <a:lnTo>
                    <a:pt x="1518793" y="261874"/>
                  </a:lnTo>
                  <a:lnTo>
                    <a:pt x="1562735" y="239522"/>
                  </a:lnTo>
                  <a:lnTo>
                    <a:pt x="1608201" y="218186"/>
                  </a:lnTo>
                  <a:lnTo>
                    <a:pt x="1655064" y="198120"/>
                  </a:lnTo>
                  <a:lnTo>
                    <a:pt x="1703197" y="179324"/>
                  </a:lnTo>
                  <a:lnTo>
                    <a:pt x="1752727" y="161671"/>
                  </a:lnTo>
                  <a:lnTo>
                    <a:pt x="1803146" y="145542"/>
                  </a:lnTo>
                  <a:lnTo>
                    <a:pt x="1854581" y="130683"/>
                  </a:lnTo>
                  <a:lnTo>
                    <a:pt x="1907032" y="117475"/>
                  </a:lnTo>
                  <a:lnTo>
                    <a:pt x="1960118" y="105791"/>
                  </a:lnTo>
                  <a:lnTo>
                    <a:pt x="2013839" y="95758"/>
                  </a:lnTo>
                  <a:lnTo>
                    <a:pt x="2068068" y="87376"/>
                  </a:lnTo>
                  <a:lnTo>
                    <a:pt x="2122805" y="80772"/>
                  </a:lnTo>
                  <a:lnTo>
                    <a:pt x="2174557" y="76911"/>
                  </a:lnTo>
                  <a:close/>
                </a:path>
                <a:path w="5917565" h="1909445">
                  <a:moveTo>
                    <a:pt x="2288032" y="53086"/>
                  </a:moveTo>
                  <a:lnTo>
                    <a:pt x="2253831" y="37465"/>
                  </a:lnTo>
                  <a:lnTo>
                    <a:pt x="2171827" y="0"/>
                  </a:lnTo>
                  <a:lnTo>
                    <a:pt x="2173147" y="37465"/>
                  </a:lnTo>
                  <a:lnTo>
                    <a:pt x="2173198" y="38836"/>
                  </a:lnTo>
                  <a:lnTo>
                    <a:pt x="2174506" y="75438"/>
                  </a:lnTo>
                  <a:lnTo>
                    <a:pt x="2174557" y="76911"/>
                  </a:lnTo>
                  <a:lnTo>
                    <a:pt x="2175891" y="114300"/>
                  </a:lnTo>
                  <a:lnTo>
                    <a:pt x="2288032" y="53086"/>
                  </a:lnTo>
                  <a:close/>
                </a:path>
                <a:path w="5917565" h="1909445">
                  <a:moveTo>
                    <a:pt x="2288413" y="1198118"/>
                  </a:moveTo>
                  <a:lnTo>
                    <a:pt x="2250313" y="1179068"/>
                  </a:lnTo>
                  <a:lnTo>
                    <a:pt x="2174113" y="1140968"/>
                  </a:lnTo>
                  <a:lnTo>
                    <a:pt x="2174113" y="1179068"/>
                  </a:lnTo>
                  <a:lnTo>
                    <a:pt x="1763395" y="1179068"/>
                  </a:lnTo>
                  <a:lnTo>
                    <a:pt x="1763395" y="1217168"/>
                  </a:lnTo>
                  <a:lnTo>
                    <a:pt x="2174113" y="1217168"/>
                  </a:lnTo>
                  <a:lnTo>
                    <a:pt x="2174113" y="1255268"/>
                  </a:lnTo>
                  <a:lnTo>
                    <a:pt x="2250313" y="1217168"/>
                  </a:lnTo>
                  <a:lnTo>
                    <a:pt x="2288413" y="1198118"/>
                  </a:lnTo>
                  <a:close/>
                </a:path>
                <a:path w="5917565" h="1909445">
                  <a:moveTo>
                    <a:pt x="4102862" y="1198118"/>
                  </a:moveTo>
                  <a:lnTo>
                    <a:pt x="4064762" y="1179068"/>
                  </a:lnTo>
                  <a:lnTo>
                    <a:pt x="3988562" y="1140968"/>
                  </a:lnTo>
                  <a:lnTo>
                    <a:pt x="3988562" y="1179068"/>
                  </a:lnTo>
                  <a:lnTo>
                    <a:pt x="3628898" y="1179068"/>
                  </a:lnTo>
                  <a:lnTo>
                    <a:pt x="3628898" y="1217168"/>
                  </a:lnTo>
                  <a:lnTo>
                    <a:pt x="3988562" y="1217168"/>
                  </a:lnTo>
                  <a:lnTo>
                    <a:pt x="3988562" y="1255268"/>
                  </a:lnTo>
                  <a:lnTo>
                    <a:pt x="4064762" y="1217168"/>
                  </a:lnTo>
                  <a:lnTo>
                    <a:pt x="4102862" y="1198118"/>
                  </a:lnTo>
                  <a:close/>
                </a:path>
                <a:path w="5917565" h="1909445">
                  <a:moveTo>
                    <a:pt x="4792091" y="1653032"/>
                  </a:moveTo>
                  <a:lnTo>
                    <a:pt x="4753991" y="1651000"/>
                  </a:lnTo>
                  <a:lnTo>
                    <a:pt x="4753737" y="1656715"/>
                  </a:lnTo>
                  <a:lnTo>
                    <a:pt x="4752975" y="1659636"/>
                  </a:lnTo>
                  <a:lnTo>
                    <a:pt x="4751832" y="1663446"/>
                  </a:lnTo>
                  <a:lnTo>
                    <a:pt x="4750295" y="1666748"/>
                  </a:lnTo>
                  <a:lnTo>
                    <a:pt x="4750181" y="1667002"/>
                  </a:lnTo>
                  <a:lnTo>
                    <a:pt x="4716145" y="1703451"/>
                  </a:lnTo>
                  <a:lnTo>
                    <a:pt x="4666615" y="1733042"/>
                  </a:lnTo>
                  <a:lnTo>
                    <a:pt x="4623181" y="1752346"/>
                  </a:lnTo>
                  <a:lnTo>
                    <a:pt x="4572508" y="1771142"/>
                  </a:lnTo>
                  <a:lnTo>
                    <a:pt x="4514888" y="1789049"/>
                  </a:lnTo>
                  <a:lnTo>
                    <a:pt x="4452239" y="1805432"/>
                  </a:lnTo>
                  <a:lnTo>
                    <a:pt x="4384167" y="1820418"/>
                  </a:lnTo>
                  <a:lnTo>
                    <a:pt x="4311777" y="1834007"/>
                  </a:lnTo>
                  <a:lnTo>
                    <a:pt x="4235577" y="1845564"/>
                  </a:lnTo>
                  <a:lnTo>
                    <a:pt x="4197312" y="1850517"/>
                  </a:lnTo>
                  <a:lnTo>
                    <a:pt x="4155338" y="1855343"/>
                  </a:lnTo>
                  <a:lnTo>
                    <a:pt x="4155186" y="1855343"/>
                  </a:lnTo>
                  <a:lnTo>
                    <a:pt x="4115943" y="1859280"/>
                  </a:lnTo>
                  <a:lnTo>
                    <a:pt x="4073398" y="1862836"/>
                  </a:lnTo>
                  <a:lnTo>
                    <a:pt x="4073106" y="1862836"/>
                  </a:lnTo>
                  <a:lnTo>
                    <a:pt x="4033393" y="1865630"/>
                  </a:lnTo>
                  <a:lnTo>
                    <a:pt x="3989413" y="1868043"/>
                  </a:lnTo>
                  <a:lnTo>
                    <a:pt x="3988244" y="1868043"/>
                  </a:lnTo>
                  <a:lnTo>
                    <a:pt x="3949827" y="1869440"/>
                  </a:lnTo>
                  <a:lnTo>
                    <a:pt x="3907536" y="1870456"/>
                  </a:lnTo>
                  <a:lnTo>
                    <a:pt x="3865245" y="1870837"/>
                  </a:lnTo>
                  <a:lnTo>
                    <a:pt x="3823462" y="1870710"/>
                  </a:lnTo>
                  <a:lnTo>
                    <a:pt x="3781425" y="1869821"/>
                  </a:lnTo>
                  <a:lnTo>
                    <a:pt x="3739515" y="1868043"/>
                  </a:lnTo>
                  <a:lnTo>
                    <a:pt x="3697732" y="1865757"/>
                  </a:lnTo>
                  <a:lnTo>
                    <a:pt x="3656330" y="1862836"/>
                  </a:lnTo>
                  <a:lnTo>
                    <a:pt x="3615309" y="1859407"/>
                  </a:lnTo>
                  <a:lnTo>
                    <a:pt x="3574923" y="1855343"/>
                  </a:lnTo>
                  <a:lnTo>
                    <a:pt x="3534918" y="1850771"/>
                  </a:lnTo>
                  <a:lnTo>
                    <a:pt x="3495802" y="1845691"/>
                  </a:lnTo>
                  <a:lnTo>
                    <a:pt x="3457321" y="1840103"/>
                  </a:lnTo>
                  <a:lnTo>
                    <a:pt x="3419602" y="1834134"/>
                  </a:lnTo>
                  <a:lnTo>
                    <a:pt x="3347212" y="1820545"/>
                  </a:lnTo>
                  <a:lnTo>
                    <a:pt x="3279013" y="1805559"/>
                  </a:lnTo>
                  <a:lnTo>
                    <a:pt x="3216148" y="1789049"/>
                  </a:lnTo>
                  <a:lnTo>
                    <a:pt x="3158744" y="1771269"/>
                  </a:lnTo>
                  <a:lnTo>
                    <a:pt x="3107944" y="1752473"/>
                  </a:lnTo>
                  <a:lnTo>
                    <a:pt x="3064383" y="1732915"/>
                  </a:lnTo>
                  <a:lnTo>
                    <a:pt x="3052572" y="1726692"/>
                  </a:lnTo>
                  <a:lnTo>
                    <a:pt x="3049498" y="1725079"/>
                  </a:lnTo>
                  <a:lnTo>
                    <a:pt x="3065386" y="1711071"/>
                  </a:lnTo>
                  <a:lnTo>
                    <a:pt x="3077210" y="1700657"/>
                  </a:lnTo>
                  <a:lnTo>
                    <a:pt x="3047136" y="1688477"/>
                  </a:lnTo>
                  <a:lnTo>
                    <a:pt x="3047136" y="1724202"/>
                  </a:lnTo>
                  <a:lnTo>
                    <a:pt x="3045752" y="1723136"/>
                  </a:lnTo>
                  <a:lnTo>
                    <a:pt x="3047136" y="1724202"/>
                  </a:lnTo>
                  <a:lnTo>
                    <a:pt x="3047136" y="1688477"/>
                  </a:lnTo>
                  <a:lnTo>
                    <a:pt x="2958719" y="1652651"/>
                  </a:lnTo>
                  <a:lnTo>
                    <a:pt x="2991485" y="1776222"/>
                  </a:lnTo>
                  <a:lnTo>
                    <a:pt x="3020568" y="1750593"/>
                  </a:lnTo>
                  <a:lnTo>
                    <a:pt x="3022854" y="1752981"/>
                  </a:lnTo>
                  <a:lnTo>
                    <a:pt x="3024251" y="1754505"/>
                  </a:lnTo>
                  <a:lnTo>
                    <a:pt x="3025902" y="1755775"/>
                  </a:lnTo>
                  <a:lnTo>
                    <a:pt x="3027807" y="1756664"/>
                  </a:lnTo>
                  <a:lnTo>
                    <a:pt x="3048254" y="1767459"/>
                  </a:lnTo>
                  <a:lnTo>
                    <a:pt x="3094355" y="1788160"/>
                  </a:lnTo>
                  <a:lnTo>
                    <a:pt x="3147060" y="1807464"/>
                  </a:lnTo>
                  <a:lnTo>
                    <a:pt x="3205988" y="1825752"/>
                  </a:lnTo>
                  <a:lnTo>
                    <a:pt x="3270504" y="1842643"/>
                  </a:lnTo>
                  <a:lnTo>
                    <a:pt x="3339846" y="1858010"/>
                  </a:lnTo>
                  <a:lnTo>
                    <a:pt x="3413633" y="1871726"/>
                  </a:lnTo>
                  <a:lnTo>
                    <a:pt x="3451733" y="1877822"/>
                  </a:lnTo>
                  <a:lnTo>
                    <a:pt x="3490849" y="1883537"/>
                  </a:lnTo>
                  <a:lnTo>
                    <a:pt x="3530727" y="1888744"/>
                  </a:lnTo>
                  <a:lnTo>
                    <a:pt x="3571113" y="1893316"/>
                  </a:lnTo>
                  <a:lnTo>
                    <a:pt x="3612261" y="1897380"/>
                  </a:lnTo>
                  <a:lnTo>
                    <a:pt x="3653663" y="1900809"/>
                  </a:lnTo>
                  <a:lnTo>
                    <a:pt x="3695700" y="1903857"/>
                  </a:lnTo>
                  <a:lnTo>
                    <a:pt x="3737991" y="1906143"/>
                  </a:lnTo>
                  <a:lnTo>
                    <a:pt x="3780536" y="1907794"/>
                  </a:lnTo>
                  <a:lnTo>
                    <a:pt x="3823335" y="1908810"/>
                  </a:lnTo>
                  <a:lnTo>
                    <a:pt x="3865626" y="1908937"/>
                  </a:lnTo>
                  <a:lnTo>
                    <a:pt x="3908425" y="1908556"/>
                  </a:lnTo>
                  <a:lnTo>
                    <a:pt x="3951224" y="1907540"/>
                  </a:lnTo>
                  <a:lnTo>
                    <a:pt x="3993769" y="1905889"/>
                  </a:lnTo>
                  <a:lnTo>
                    <a:pt x="4036187" y="1903603"/>
                  </a:lnTo>
                  <a:lnTo>
                    <a:pt x="4078097" y="1900682"/>
                  </a:lnTo>
                  <a:lnTo>
                    <a:pt x="4119753" y="1897126"/>
                  </a:lnTo>
                  <a:lnTo>
                    <a:pt x="4160774" y="1893062"/>
                  </a:lnTo>
                  <a:lnTo>
                    <a:pt x="4201287" y="1888490"/>
                  </a:lnTo>
                  <a:lnTo>
                    <a:pt x="4241038" y="1883283"/>
                  </a:lnTo>
                  <a:lnTo>
                    <a:pt x="4280281" y="1877568"/>
                  </a:lnTo>
                  <a:lnTo>
                    <a:pt x="4318381" y="1871472"/>
                  </a:lnTo>
                  <a:lnTo>
                    <a:pt x="4321975" y="1870837"/>
                  </a:lnTo>
                  <a:lnTo>
                    <a:pt x="4355846" y="1864868"/>
                  </a:lnTo>
                  <a:lnTo>
                    <a:pt x="4427474" y="1850263"/>
                  </a:lnTo>
                  <a:lnTo>
                    <a:pt x="4494530" y="1834007"/>
                  </a:lnTo>
                  <a:lnTo>
                    <a:pt x="4556506" y="1816481"/>
                  </a:lnTo>
                  <a:lnTo>
                    <a:pt x="4612513" y="1797431"/>
                  </a:lnTo>
                  <a:lnTo>
                    <a:pt x="4662170" y="1777238"/>
                  </a:lnTo>
                  <a:lnTo>
                    <a:pt x="4704842" y="1755775"/>
                  </a:lnTo>
                  <a:lnTo>
                    <a:pt x="4740275" y="1733042"/>
                  </a:lnTo>
                  <a:lnTo>
                    <a:pt x="4772660" y="1702308"/>
                  </a:lnTo>
                  <a:lnTo>
                    <a:pt x="4790364" y="1667002"/>
                  </a:lnTo>
                  <a:lnTo>
                    <a:pt x="4790440" y="1666748"/>
                  </a:lnTo>
                  <a:lnTo>
                    <a:pt x="4791837" y="1658620"/>
                  </a:lnTo>
                  <a:lnTo>
                    <a:pt x="4792091" y="1653032"/>
                  </a:lnTo>
                  <a:close/>
                </a:path>
                <a:path w="5917565" h="1909445">
                  <a:moveTo>
                    <a:pt x="4809617" y="621792"/>
                  </a:moveTo>
                  <a:lnTo>
                    <a:pt x="4772076" y="628357"/>
                  </a:lnTo>
                  <a:lnTo>
                    <a:pt x="4734636" y="634923"/>
                  </a:lnTo>
                  <a:lnTo>
                    <a:pt x="4734852" y="636371"/>
                  </a:lnTo>
                  <a:lnTo>
                    <a:pt x="4734611" y="634974"/>
                  </a:lnTo>
                  <a:lnTo>
                    <a:pt x="4734560" y="634619"/>
                  </a:lnTo>
                  <a:lnTo>
                    <a:pt x="4734636" y="634923"/>
                  </a:lnTo>
                  <a:lnTo>
                    <a:pt x="4736287" y="634619"/>
                  </a:lnTo>
                  <a:lnTo>
                    <a:pt x="4772076" y="628357"/>
                  </a:lnTo>
                  <a:lnTo>
                    <a:pt x="4771517" y="625729"/>
                  </a:lnTo>
                  <a:lnTo>
                    <a:pt x="4764913" y="608076"/>
                  </a:lnTo>
                  <a:lnTo>
                    <a:pt x="4741926" y="558546"/>
                  </a:lnTo>
                  <a:lnTo>
                    <a:pt x="4712589" y="510159"/>
                  </a:lnTo>
                  <a:lnTo>
                    <a:pt x="4689602" y="478663"/>
                  </a:lnTo>
                  <a:lnTo>
                    <a:pt x="4664202" y="447802"/>
                  </a:lnTo>
                  <a:lnTo>
                    <a:pt x="4636389" y="417322"/>
                  </a:lnTo>
                  <a:lnTo>
                    <a:pt x="4606163" y="387731"/>
                  </a:lnTo>
                  <a:lnTo>
                    <a:pt x="4573905" y="359029"/>
                  </a:lnTo>
                  <a:lnTo>
                    <a:pt x="4539615" y="331089"/>
                  </a:lnTo>
                  <a:lnTo>
                    <a:pt x="4503293" y="303911"/>
                  </a:lnTo>
                  <a:lnTo>
                    <a:pt x="4465066" y="277749"/>
                  </a:lnTo>
                  <a:lnTo>
                    <a:pt x="4425061" y="252730"/>
                  </a:lnTo>
                  <a:lnTo>
                    <a:pt x="4383405" y="228600"/>
                  </a:lnTo>
                  <a:lnTo>
                    <a:pt x="4340225" y="205486"/>
                  </a:lnTo>
                  <a:lnTo>
                    <a:pt x="4295521" y="183642"/>
                  </a:lnTo>
                  <a:lnTo>
                    <a:pt x="4249547" y="163068"/>
                  </a:lnTo>
                  <a:lnTo>
                    <a:pt x="4202303" y="143764"/>
                  </a:lnTo>
                  <a:lnTo>
                    <a:pt x="4153789" y="125730"/>
                  </a:lnTo>
                  <a:lnTo>
                    <a:pt x="4104386" y="109220"/>
                  </a:lnTo>
                  <a:lnTo>
                    <a:pt x="4053967" y="94234"/>
                  </a:lnTo>
                  <a:lnTo>
                    <a:pt x="4002659" y="80645"/>
                  </a:lnTo>
                  <a:lnTo>
                    <a:pt x="3950589" y="68707"/>
                  </a:lnTo>
                  <a:lnTo>
                    <a:pt x="3897884" y="58293"/>
                  </a:lnTo>
                  <a:lnTo>
                    <a:pt x="3844798" y="49784"/>
                  </a:lnTo>
                  <a:lnTo>
                    <a:pt x="3791077" y="43053"/>
                  </a:lnTo>
                  <a:lnTo>
                    <a:pt x="3737102" y="38100"/>
                  </a:lnTo>
                  <a:lnTo>
                    <a:pt x="3682873" y="35179"/>
                  </a:lnTo>
                  <a:lnTo>
                    <a:pt x="3629279" y="34163"/>
                  </a:lnTo>
                  <a:lnTo>
                    <a:pt x="3628580" y="68707"/>
                  </a:lnTo>
                  <a:lnTo>
                    <a:pt x="3628517" y="72136"/>
                  </a:lnTo>
                  <a:lnTo>
                    <a:pt x="3682238" y="73279"/>
                  </a:lnTo>
                  <a:lnTo>
                    <a:pt x="3735070" y="76200"/>
                  </a:lnTo>
                  <a:lnTo>
                    <a:pt x="3787648" y="81026"/>
                  </a:lnTo>
                  <a:lnTo>
                    <a:pt x="3839972" y="87630"/>
                  </a:lnTo>
                  <a:lnTo>
                    <a:pt x="3891788" y="96012"/>
                  </a:lnTo>
                  <a:lnTo>
                    <a:pt x="3943350" y="106045"/>
                  </a:lnTo>
                  <a:lnTo>
                    <a:pt x="3994150" y="117729"/>
                  </a:lnTo>
                  <a:lnTo>
                    <a:pt x="4044188" y="130937"/>
                  </a:lnTo>
                  <a:lnTo>
                    <a:pt x="4093464" y="145669"/>
                  </a:lnTo>
                  <a:lnTo>
                    <a:pt x="4141724" y="161925"/>
                  </a:lnTo>
                  <a:lnTo>
                    <a:pt x="4188968" y="179451"/>
                  </a:lnTo>
                  <a:lnTo>
                    <a:pt x="4235196" y="198374"/>
                  </a:lnTo>
                  <a:lnTo>
                    <a:pt x="4280027" y="218440"/>
                  </a:lnTo>
                  <a:lnTo>
                    <a:pt x="4323461" y="239776"/>
                  </a:lnTo>
                  <a:lnTo>
                    <a:pt x="4365498" y="262128"/>
                  </a:lnTo>
                  <a:lnTo>
                    <a:pt x="4405884" y="285623"/>
                  </a:lnTo>
                  <a:lnTo>
                    <a:pt x="4444746" y="310134"/>
                  </a:lnTo>
                  <a:lnTo>
                    <a:pt x="4481703" y="335407"/>
                  </a:lnTo>
                  <a:lnTo>
                    <a:pt x="4516755" y="361569"/>
                  </a:lnTo>
                  <a:lnTo>
                    <a:pt x="4549902" y="388493"/>
                  </a:lnTo>
                  <a:lnTo>
                    <a:pt x="4580890" y="416179"/>
                  </a:lnTo>
                  <a:lnTo>
                    <a:pt x="4609465" y="444246"/>
                  </a:lnTo>
                  <a:lnTo>
                    <a:pt x="4635754" y="473075"/>
                  </a:lnTo>
                  <a:lnTo>
                    <a:pt x="4670933" y="517144"/>
                  </a:lnTo>
                  <a:lnTo>
                    <a:pt x="4700270" y="562102"/>
                  </a:lnTo>
                  <a:lnTo>
                    <a:pt x="4723384" y="607441"/>
                  </a:lnTo>
                  <a:lnTo>
                    <a:pt x="4734318" y="634974"/>
                  </a:lnTo>
                  <a:lnTo>
                    <a:pt x="4697095" y="641477"/>
                  </a:lnTo>
                  <a:lnTo>
                    <a:pt x="4773041" y="744220"/>
                  </a:lnTo>
                  <a:lnTo>
                    <a:pt x="4800054" y="653796"/>
                  </a:lnTo>
                  <a:lnTo>
                    <a:pt x="4809617" y="621792"/>
                  </a:lnTo>
                  <a:close/>
                </a:path>
                <a:path w="5917565" h="1909445">
                  <a:moveTo>
                    <a:pt x="5917311" y="1198118"/>
                  </a:moveTo>
                  <a:lnTo>
                    <a:pt x="5879211" y="1179068"/>
                  </a:lnTo>
                  <a:lnTo>
                    <a:pt x="5803011" y="1140968"/>
                  </a:lnTo>
                  <a:lnTo>
                    <a:pt x="5803011" y="1179068"/>
                  </a:lnTo>
                  <a:lnTo>
                    <a:pt x="5443347" y="1179068"/>
                  </a:lnTo>
                  <a:lnTo>
                    <a:pt x="5443347" y="1217168"/>
                  </a:lnTo>
                  <a:lnTo>
                    <a:pt x="5803011" y="1217168"/>
                  </a:lnTo>
                  <a:lnTo>
                    <a:pt x="5803011" y="1255268"/>
                  </a:lnTo>
                  <a:lnTo>
                    <a:pt x="5879211" y="1217168"/>
                  </a:lnTo>
                  <a:lnTo>
                    <a:pt x="5917311" y="1198118"/>
                  </a:lnTo>
                  <a:close/>
                </a:path>
              </a:pathLst>
            </a:custGeom>
            <a:solidFill>
              <a:srgbClr val="424242"/>
            </a:solidFill>
          </p:spPr>
          <p:txBody>
            <a:bodyPr wrap="square" lIns="0" tIns="0" rIns="0" bIns="0" rtlCol="0"/>
            <a:lstStyle/>
            <a:p>
              <a:endParaRPr/>
            </a:p>
          </p:txBody>
        </p:sp>
      </p:grpSp>
      <p:sp>
        <p:nvSpPr>
          <p:cNvPr id="17" name="object 17"/>
          <p:cNvSpPr txBox="1"/>
          <p:nvPr/>
        </p:nvSpPr>
        <p:spPr>
          <a:xfrm>
            <a:off x="271679" y="3726383"/>
            <a:ext cx="1165225" cy="575310"/>
          </a:xfrm>
          <a:prstGeom prst="rect">
            <a:avLst/>
          </a:prstGeom>
        </p:spPr>
        <p:txBody>
          <a:bodyPr vert="horz" wrap="square" lIns="0" tIns="12700" rIns="0" bIns="0" rtlCol="0">
            <a:spAutoFit/>
          </a:bodyPr>
          <a:lstStyle/>
          <a:p>
            <a:pPr marL="1270" algn="ctr">
              <a:lnSpc>
                <a:spcPct val="100000"/>
              </a:lnSpc>
              <a:spcBef>
                <a:spcPts val="100"/>
              </a:spcBef>
            </a:pPr>
            <a:r>
              <a:rPr sz="1800" spc="-20">
                <a:solidFill>
                  <a:srgbClr val="FFFFFF"/>
                </a:solidFill>
                <a:latin typeface="Roboto"/>
                <a:cs typeface="Roboto"/>
              </a:rPr>
              <a:t>Data</a:t>
            </a:r>
            <a:endParaRPr sz="1800">
              <a:latin typeface="Roboto"/>
              <a:cs typeface="Roboto"/>
            </a:endParaRPr>
          </a:p>
          <a:p>
            <a:pPr algn="ctr">
              <a:lnSpc>
                <a:spcPct val="100000"/>
              </a:lnSpc>
              <a:spcBef>
                <a:spcPts val="5"/>
              </a:spcBef>
            </a:pPr>
            <a:r>
              <a:rPr sz="1800" spc="-10">
                <a:solidFill>
                  <a:srgbClr val="FFFFFF"/>
                </a:solidFill>
                <a:latin typeface="Roboto"/>
                <a:cs typeface="Roboto"/>
              </a:rPr>
              <a:t>Acquisition</a:t>
            </a:r>
            <a:endParaRPr sz="1800">
              <a:latin typeface="Roboto"/>
              <a:cs typeface="Roboto"/>
            </a:endParaRPr>
          </a:p>
        </p:txBody>
      </p:sp>
      <p:sp>
        <p:nvSpPr>
          <p:cNvPr id="18" name="object 18"/>
          <p:cNvSpPr txBox="1"/>
          <p:nvPr/>
        </p:nvSpPr>
        <p:spPr>
          <a:xfrm>
            <a:off x="2161795" y="3726383"/>
            <a:ext cx="913765" cy="575310"/>
          </a:xfrm>
          <a:prstGeom prst="rect">
            <a:avLst/>
          </a:prstGeom>
        </p:spPr>
        <p:txBody>
          <a:bodyPr vert="horz" wrap="square" lIns="0" tIns="12700" rIns="0" bIns="0" rtlCol="0">
            <a:spAutoFit/>
          </a:bodyPr>
          <a:lstStyle/>
          <a:p>
            <a:pPr algn="ctr">
              <a:lnSpc>
                <a:spcPct val="100000"/>
              </a:lnSpc>
              <a:spcBef>
                <a:spcPts val="100"/>
              </a:spcBef>
            </a:pPr>
            <a:r>
              <a:rPr sz="1800" spc="-20">
                <a:solidFill>
                  <a:srgbClr val="FFFFFF"/>
                </a:solidFill>
                <a:latin typeface="Roboto"/>
                <a:cs typeface="Roboto"/>
              </a:rPr>
              <a:t>Data</a:t>
            </a:r>
            <a:endParaRPr sz="1800">
              <a:latin typeface="Roboto"/>
              <a:cs typeface="Roboto"/>
            </a:endParaRPr>
          </a:p>
          <a:p>
            <a:pPr algn="ctr">
              <a:lnSpc>
                <a:spcPct val="100000"/>
              </a:lnSpc>
              <a:spcBef>
                <a:spcPts val="5"/>
              </a:spcBef>
            </a:pPr>
            <a:r>
              <a:rPr sz="1800" spc="-10">
                <a:solidFill>
                  <a:srgbClr val="FFFFFF"/>
                </a:solidFill>
                <a:latin typeface="Roboto"/>
                <a:cs typeface="Roboto"/>
              </a:rPr>
              <a:t>Cleaning</a:t>
            </a:r>
            <a:endParaRPr sz="1800">
              <a:latin typeface="Roboto"/>
              <a:cs typeface="Roboto"/>
            </a:endParaRPr>
          </a:p>
        </p:txBody>
      </p:sp>
      <p:sp>
        <p:nvSpPr>
          <p:cNvPr id="19" name="object 19"/>
          <p:cNvSpPr txBox="1"/>
          <p:nvPr/>
        </p:nvSpPr>
        <p:spPr>
          <a:xfrm>
            <a:off x="4234942" y="2562047"/>
            <a:ext cx="499109" cy="575310"/>
          </a:xfrm>
          <a:prstGeom prst="rect">
            <a:avLst/>
          </a:prstGeom>
        </p:spPr>
        <p:txBody>
          <a:bodyPr vert="horz" wrap="square" lIns="0" tIns="12700" rIns="0" bIns="0" rtlCol="0">
            <a:spAutoFit/>
          </a:bodyPr>
          <a:lstStyle/>
          <a:p>
            <a:pPr marL="22860">
              <a:lnSpc>
                <a:spcPct val="100000"/>
              </a:lnSpc>
              <a:spcBef>
                <a:spcPts val="100"/>
              </a:spcBef>
            </a:pPr>
            <a:r>
              <a:rPr sz="1800" spc="-20">
                <a:solidFill>
                  <a:srgbClr val="FFFFFF"/>
                </a:solidFill>
                <a:latin typeface="Roboto"/>
                <a:cs typeface="Roboto"/>
              </a:rPr>
              <a:t>Test</a:t>
            </a:r>
            <a:endParaRPr sz="1800">
              <a:latin typeface="Roboto"/>
              <a:cs typeface="Roboto"/>
            </a:endParaRPr>
          </a:p>
          <a:p>
            <a:pPr marL="12700">
              <a:lnSpc>
                <a:spcPct val="100000"/>
              </a:lnSpc>
              <a:spcBef>
                <a:spcPts val="5"/>
              </a:spcBef>
            </a:pPr>
            <a:r>
              <a:rPr sz="1800" spc="-20">
                <a:solidFill>
                  <a:srgbClr val="FFFFFF"/>
                </a:solidFill>
                <a:latin typeface="Roboto"/>
                <a:cs typeface="Roboto"/>
              </a:rPr>
              <a:t>Data</a:t>
            </a:r>
            <a:endParaRPr sz="1800">
              <a:latin typeface="Roboto"/>
              <a:cs typeface="Roboto"/>
            </a:endParaRPr>
          </a:p>
        </p:txBody>
      </p:sp>
      <p:sp>
        <p:nvSpPr>
          <p:cNvPr id="20" name="object 20"/>
          <p:cNvSpPr txBox="1"/>
          <p:nvPr/>
        </p:nvSpPr>
        <p:spPr>
          <a:xfrm>
            <a:off x="3955796" y="3557904"/>
            <a:ext cx="1057910" cy="848360"/>
          </a:xfrm>
          <a:prstGeom prst="rect">
            <a:avLst/>
          </a:prstGeom>
        </p:spPr>
        <p:txBody>
          <a:bodyPr vert="horz" wrap="square" lIns="0" tIns="12700" rIns="0" bIns="0" rtlCol="0">
            <a:spAutoFit/>
          </a:bodyPr>
          <a:lstStyle/>
          <a:p>
            <a:pPr marL="12700" marR="5080" indent="-1270" algn="ctr">
              <a:lnSpc>
                <a:spcPct val="100000"/>
              </a:lnSpc>
              <a:spcBef>
                <a:spcPts val="100"/>
              </a:spcBef>
            </a:pPr>
            <a:r>
              <a:rPr sz="1800" spc="-10">
                <a:solidFill>
                  <a:srgbClr val="FFFFFF"/>
                </a:solidFill>
                <a:latin typeface="Roboto"/>
                <a:cs typeface="Roboto"/>
              </a:rPr>
              <a:t>Model Training</a:t>
            </a:r>
            <a:r>
              <a:rPr sz="1800" spc="-75">
                <a:solidFill>
                  <a:srgbClr val="FFFFFF"/>
                </a:solidFill>
                <a:latin typeface="Roboto"/>
                <a:cs typeface="Roboto"/>
              </a:rPr>
              <a:t> </a:t>
            </a:r>
            <a:r>
              <a:rPr sz="1800" spc="-50">
                <a:solidFill>
                  <a:srgbClr val="FFFFFF"/>
                </a:solidFill>
                <a:latin typeface="Roboto"/>
                <a:cs typeface="Roboto"/>
              </a:rPr>
              <a:t>&amp; </a:t>
            </a:r>
            <a:r>
              <a:rPr sz="1800" spc="-10">
                <a:solidFill>
                  <a:srgbClr val="FFFFFF"/>
                </a:solidFill>
                <a:latin typeface="Roboto"/>
                <a:cs typeface="Roboto"/>
              </a:rPr>
              <a:t>Building</a:t>
            </a:r>
            <a:endParaRPr sz="1800">
              <a:latin typeface="Roboto"/>
              <a:cs typeface="Roboto"/>
            </a:endParaRPr>
          </a:p>
        </p:txBody>
      </p:sp>
      <p:sp>
        <p:nvSpPr>
          <p:cNvPr id="21" name="object 21"/>
          <p:cNvSpPr txBox="1"/>
          <p:nvPr/>
        </p:nvSpPr>
        <p:spPr>
          <a:xfrm>
            <a:off x="5906262" y="3707893"/>
            <a:ext cx="786765" cy="574675"/>
          </a:xfrm>
          <a:prstGeom prst="rect">
            <a:avLst/>
          </a:prstGeom>
        </p:spPr>
        <p:txBody>
          <a:bodyPr vert="horz" wrap="square" lIns="0" tIns="12700" rIns="0" bIns="0" rtlCol="0">
            <a:spAutoFit/>
          </a:bodyPr>
          <a:lstStyle/>
          <a:p>
            <a:pPr marL="73660">
              <a:lnSpc>
                <a:spcPct val="100000"/>
              </a:lnSpc>
              <a:spcBef>
                <a:spcPts val="100"/>
              </a:spcBef>
            </a:pPr>
            <a:r>
              <a:rPr sz="1800" spc="-10">
                <a:solidFill>
                  <a:srgbClr val="FFFFFF"/>
                </a:solidFill>
                <a:latin typeface="Roboto"/>
                <a:cs typeface="Roboto"/>
              </a:rPr>
              <a:t>Model</a:t>
            </a:r>
            <a:endParaRPr sz="1800">
              <a:latin typeface="Roboto"/>
              <a:cs typeface="Roboto"/>
            </a:endParaRPr>
          </a:p>
          <a:p>
            <a:pPr marL="12700">
              <a:lnSpc>
                <a:spcPct val="100000"/>
              </a:lnSpc>
            </a:pPr>
            <a:r>
              <a:rPr sz="1800" spc="-10">
                <a:solidFill>
                  <a:srgbClr val="FFFFFF"/>
                </a:solidFill>
                <a:latin typeface="Roboto"/>
                <a:cs typeface="Roboto"/>
              </a:rPr>
              <a:t>Testing</a:t>
            </a:r>
            <a:endParaRPr sz="1800">
              <a:latin typeface="Roboto"/>
              <a:cs typeface="Roboto"/>
            </a:endParaRPr>
          </a:p>
        </p:txBody>
      </p:sp>
      <p:sp>
        <p:nvSpPr>
          <p:cNvPr id="22" name="object 22"/>
          <p:cNvSpPr txBox="1"/>
          <p:nvPr/>
        </p:nvSpPr>
        <p:spPr>
          <a:xfrm>
            <a:off x="7492110" y="3726383"/>
            <a:ext cx="1242060" cy="575310"/>
          </a:xfrm>
          <a:prstGeom prst="rect">
            <a:avLst/>
          </a:prstGeom>
        </p:spPr>
        <p:txBody>
          <a:bodyPr vert="horz" wrap="square" lIns="0" tIns="12700" rIns="0" bIns="0" rtlCol="0">
            <a:spAutoFit/>
          </a:bodyPr>
          <a:lstStyle/>
          <a:p>
            <a:pPr marL="2540" algn="ctr">
              <a:lnSpc>
                <a:spcPct val="100000"/>
              </a:lnSpc>
              <a:spcBef>
                <a:spcPts val="100"/>
              </a:spcBef>
            </a:pPr>
            <a:r>
              <a:rPr sz="1800" spc="-10">
                <a:solidFill>
                  <a:srgbClr val="FFFFFF"/>
                </a:solidFill>
                <a:latin typeface="Roboto"/>
                <a:cs typeface="Roboto"/>
              </a:rPr>
              <a:t>Model</a:t>
            </a:r>
            <a:endParaRPr sz="1800">
              <a:latin typeface="Roboto"/>
              <a:cs typeface="Roboto"/>
            </a:endParaRPr>
          </a:p>
          <a:p>
            <a:pPr algn="ctr">
              <a:lnSpc>
                <a:spcPct val="100000"/>
              </a:lnSpc>
              <a:spcBef>
                <a:spcPts val="5"/>
              </a:spcBef>
            </a:pPr>
            <a:r>
              <a:rPr sz="1800" spc="-10">
                <a:solidFill>
                  <a:srgbClr val="FFFFFF"/>
                </a:solidFill>
                <a:latin typeface="Roboto"/>
                <a:cs typeface="Roboto"/>
              </a:rPr>
              <a:t>Deployment</a:t>
            </a:r>
            <a:endParaRPr sz="1800">
              <a:latin typeface="Roboto"/>
              <a:cs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469322" y="1955749"/>
            <a:ext cx="1311489" cy="259686"/>
          </a:xfrm>
          <a:prstGeom prst="rect">
            <a:avLst/>
          </a:prstGeom>
        </p:spPr>
        <p:txBody>
          <a:bodyPr vert="horz" wrap="square" lIns="0" tIns="13335" rIns="0" bIns="0" rtlCol="0" anchor="t">
            <a:spAutoFit/>
          </a:bodyPr>
          <a:lstStyle/>
          <a:p>
            <a:pPr marL="12700">
              <a:spcBef>
                <a:spcPts val="105"/>
              </a:spcBef>
              <a:tabLst>
                <a:tab pos="405765" algn="l"/>
              </a:tabLst>
            </a:pPr>
            <a:r>
              <a:rPr lang="en-US" sz="1600" b="1" spc="-80">
                <a:solidFill>
                  <a:srgbClr val="434343"/>
                </a:solidFill>
                <a:latin typeface="Verdana"/>
                <a:cs typeface="Verdana"/>
              </a:rPr>
              <a:t>  </a:t>
            </a:r>
            <a:r>
              <a:rPr sz="1600" b="1" spc="-80">
                <a:solidFill>
                  <a:srgbClr val="434343"/>
                </a:solidFill>
                <a:latin typeface="Verdana"/>
                <a:cs typeface="Verdana"/>
              </a:rPr>
              <a:t>Overfitting</a:t>
            </a:r>
            <a:endParaRPr lang="en-US" sz="1600">
              <a:latin typeface="Verdana"/>
              <a:ea typeface="Verdana"/>
              <a:cs typeface="Verdana"/>
            </a:endParaRPr>
          </a:p>
        </p:txBody>
      </p:sp>
      <p:grpSp>
        <p:nvGrpSpPr>
          <p:cNvPr id="4" name="object 4"/>
          <p:cNvGrpSpPr/>
          <p:nvPr/>
        </p:nvGrpSpPr>
        <p:grpSpPr>
          <a:xfrm>
            <a:off x="1288930" y="2550190"/>
            <a:ext cx="1674727" cy="1314091"/>
            <a:chOff x="3059938" y="1840312"/>
            <a:chExt cx="2988945" cy="2063750"/>
          </a:xfrm>
        </p:grpSpPr>
        <p:sp>
          <p:nvSpPr>
            <p:cNvPr id="5" name="object 5"/>
            <p:cNvSpPr/>
            <p:nvPr/>
          </p:nvSpPr>
          <p:spPr>
            <a:xfrm>
              <a:off x="3059938" y="1933320"/>
              <a:ext cx="2988945" cy="1970405"/>
            </a:xfrm>
            <a:custGeom>
              <a:avLst/>
              <a:gdLst/>
              <a:ahLst/>
              <a:cxnLst/>
              <a:rect l="l" t="t" r="r" b="b"/>
              <a:pathLst>
                <a:path w="2988945" h="1970404">
                  <a:moveTo>
                    <a:pt x="2988564" y="1932051"/>
                  </a:moveTo>
                  <a:lnTo>
                    <a:pt x="2969514" y="1922526"/>
                  </a:lnTo>
                  <a:lnTo>
                    <a:pt x="2912364" y="1893951"/>
                  </a:lnTo>
                  <a:lnTo>
                    <a:pt x="2912364" y="1922526"/>
                  </a:lnTo>
                  <a:lnTo>
                    <a:pt x="47625" y="1922526"/>
                  </a:lnTo>
                  <a:lnTo>
                    <a:pt x="47625" y="76212"/>
                  </a:lnTo>
                  <a:lnTo>
                    <a:pt x="76200" y="76212"/>
                  </a:lnTo>
                  <a:lnTo>
                    <a:pt x="69850" y="63500"/>
                  </a:lnTo>
                  <a:lnTo>
                    <a:pt x="38100" y="0"/>
                  </a:lnTo>
                  <a:lnTo>
                    <a:pt x="0" y="76212"/>
                  </a:lnTo>
                  <a:lnTo>
                    <a:pt x="28575" y="76212"/>
                  </a:lnTo>
                  <a:lnTo>
                    <a:pt x="28575" y="1932051"/>
                  </a:lnTo>
                  <a:lnTo>
                    <a:pt x="38100" y="1932051"/>
                  </a:lnTo>
                  <a:lnTo>
                    <a:pt x="38100" y="1941576"/>
                  </a:lnTo>
                  <a:lnTo>
                    <a:pt x="2912364" y="1941576"/>
                  </a:lnTo>
                  <a:lnTo>
                    <a:pt x="2912364" y="1970151"/>
                  </a:lnTo>
                  <a:lnTo>
                    <a:pt x="2969514" y="1941576"/>
                  </a:lnTo>
                  <a:lnTo>
                    <a:pt x="2988564" y="1932051"/>
                  </a:lnTo>
                  <a:close/>
                </a:path>
              </a:pathLst>
            </a:custGeom>
            <a:solidFill>
              <a:srgbClr val="424242"/>
            </a:solidFill>
          </p:spPr>
          <p:txBody>
            <a:bodyPr wrap="square" lIns="0" tIns="0" rIns="0" bIns="0" rtlCol="0"/>
            <a:lstStyle/>
            <a:p>
              <a:endParaRPr sz="1600"/>
            </a:p>
          </p:txBody>
        </p:sp>
        <p:pic>
          <p:nvPicPr>
            <p:cNvPr id="6" name="object 6"/>
            <p:cNvPicPr/>
            <p:nvPr/>
          </p:nvPicPr>
          <p:blipFill>
            <a:blip r:embed="rId2" cstate="print"/>
            <a:stretch>
              <a:fillRect/>
            </a:stretch>
          </p:blipFill>
          <p:spPr>
            <a:xfrm>
              <a:off x="3206940" y="1840312"/>
              <a:ext cx="2822702" cy="1891241"/>
            </a:xfrm>
            <a:prstGeom prst="rect">
              <a:avLst/>
            </a:prstGeom>
          </p:spPr>
        </p:pic>
      </p:grpSp>
      <p:sp>
        <p:nvSpPr>
          <p:cNvPr id="7" name="object 7"/>
          <p:cNvSpPr txBox="1"/>
          <p:nvPr/>
        </p:nvSpPr>
        <p:spPr>
          <a:xfrm>
            <a:off x="1079552" y="3127754"/>
            <a:ext cx="82535" cy="259045"/>
          </a:xfrm>
          <a:prstGeom prst="rect">
            <a:avLst/>
          </a:prstGeom>
        </p:spPr>
        <p:txBody>
          <a:bodyPr vert="horz" wrap="square" lIns="0" tIns="12700" rIns="0" bIns="0" rtlCol="0">
            <a:spAutoFit/>
          </a:bodyPr>
          <a:lstStyle/>
          <a:p>
            <a:pPr marL="12700">
              <a:lnSpc>
                <a:spcPct val="100000"/>
              </a:lnSpc>
              <a:spcBef>
                <a:spcPts val="100"/>
              </a:spcBef>
            </a:pPr>
            <a:r>
              <a:rPr sz="1600" b="1" spc="-50">
                <a:latin typeface="Arial"/>
                <a:cs typeface="Arial"/>
              </a:rPr>
              <a:t>Y</a:t>
            </a:r>
            <a:endParaRPr sz="1600">
              <a:latin typeface="Arial"/>
              <a:cs typeface="Arial"/>
            </a:endParaRPr>
          </a:p>
        </p:txBody>
      </p:sp>
      <p:sp>
        <p:nvSpPr>
          <p:cNvPr id="8" name="object 8"/>
          <p:cNvSpPr txBox="1"/>
          <p:nvPr/>
        </p:nvSpPr>
        <p:spPr>
          <a:xfrm>
            <a:off x="2041679" y="3984873"/>
            <a:ext cx="81900" cy="259045"/>
          </a:xfrm>
          <a:prstGeom prst="rect">
            <a:avLst/>
          </a:prstGeom>
        </p:spPr>
        <p:txBody>
          <a:bodyPr vert="horz" wrap="square" lIns="0" tIns="12700" rIns="0" bIns="0" rtlCol="0">
            <a:spAutoFit/>
          </a:bodyPr>
          <a:lstStyle/>
          <a:p>
            <a:pPr marL="12700">
              <a:lnSpc>
                <a:spcPct val="100000"/>
              </a:lnSpc>
              <a:spcBef>
                <a:spcPts val="100"/>
              </a:spcBef>
            </a:pPr>
            <a:r>
              <a:rPr sz="1600" b="1" spc="-50">
                <a:latin typeface="Arial"/>
                <a:cs typeface="Arial"/>
              </a:rPr>
              <a:t>X</a:t>
            </a:r>
            <a:endParaRPr sz="1600">
              <a:latin typeface="Arial"/>
              <a:cs typeface="Arial"/>
            </a:endParaRPr>
          </a:p>
        </p:txBody>
      </p:sp>
      <p:sp>
        <p:nvSpPr>
          <p:cNvPr id="10" name="object 3">
            <a:extLst>
              <a:ext uri="{FF2B5EF4-FFF2-40B4-BE49-F238E27FC236}">
                <a16:creationId xmlns:a16="http://schemas.microsoft.com/office/drawing/2014/main" id="{FD999AC0-A082-E767-CF94-7A93F7AE58D9}"/>
              </a:ext>
            </a:extLst>
          </p:cNvPr>
          <p:cNvSpPr txBox="1"/>
          <p:nvPr/>
        </p:nvSpPr>
        <p:spPr>
          <a:xfrm>
            <a:off x="3728336" y="1955749"/>
            <a:ext cx="1715028" cy="259686"/>
          </a:xfrm>
          <a:prstGeom prst="rect">
            <a:avLst/>
          </a:prstGeom>
        </p:spPr>
        <p:txBody>
          <a:bodyPr vert="horz" wrap="square" lIns="0" tIns="13335" rIns="0" bIns="0" rtlCol="0" anchor="t">
            <a:spAutoFit/>
          </a:bodyPr>
          <a:lstStyle/>
          <a:p>
            <a:pPr marL="12700">
              <a:lnSpc>
                <a:spcPct val="100000"/>
              </a:lnSpc>
              <a:spcBef>
                <a:spcPts val="105"/>
              </a:spcBef>
            </a:pPr>
            <a:r>
              <a:rPr sz="1600" b="1" spc="-70">
                <a:solidFill>
                  <a:srgbClr val="434343"/>
                </a:solidFill>
                <a:latin typeface="Verdana"/>
                <a:cs typeface="Verdana"/>
              </a:rPr>
              <a:t>Underfitting</a:t>
            </a:r>
            <a:endParaRPr lang="en-US" sz="1600">
              <a:latin typeface="Verdana"/>
              <a:ea typeface="Verdana"/>
              <a:cs typeface="Verdana"/>
            </a:endParaRPr>
          </a:p>
        </p:txBody>
      </p:sp>
      <p:grpSp>
        <p:nvGrpSpPr>
          <p:cNvPr id="26" name="object 4">
            <a:extLst>
              <a:ext uri="{FF2B5EF4-FFF2-40B4-BE49-F238E27FC236}">
                <a16:creationId xmlns:a16="http://schemas.microsoft.com/office/drawing/2014/main" id="{34343929-388B-4E9A-C570-FFFDE2A2C19F}"/>
              </a:ext>
            </a:extLst>
          </p:cNvPr>
          <p:cNvGrpSpPr/>
          <p:nvPr/>
        </p:nvGrpSpPr>
        <p:grpSpPr>
          <a:xfrm>
            <a:off x="3500890" y="2591454"/>
            <a:ext cx="1943122" cy="1224666"/>
            <a:chOff x="3059938" y="1716532"/>
            <a:chExt cx="2988945" cy="2187193"/>
          </a:xfrm>
        </p:grpSpPr>
        <p:sp>
          <p:nvSpPr>
            <p:cNvPr id="12" name="object 5">
              <a:extLst>
                <a:ext uri="{FF2B5EF4-FFF2-40B4-BE49-F238E27FC236}">
                  <a16:creationId xmlns:a16="http://schemas.microsoft.com/office/drawing/2014/main" id="{9B422154-D46B-469B-DDFF-7AF1DA2341B0}"/>
                </a:ext>
              </a:extLst>
            </p:cNvPr>
            <p:cNvSpPr/>
            <p:nvPr/>
          </p:nvSpPr>
          <p:spPr>
            <a:xfrm>
              <a:off x="3059938" y="1933320"/>
              <a:ext cx="2988945" cy="1970405"/>
            </a:xfrm>
            <a:custGeom>
              <a:avLst/>
              <a:gdLst/>
              <a:ahLst/>
              <a:cxnLst/>
              <a:rect l="l" t="t" r="r" b="b"/>
              <a:pathLst>
                <a:path w="2988945" h="1970404">
                  <a:moveTo>
                    <a:pt x="2988564" y="1932051"/>
                  </a:moveTo>
                  <a:lnTo>
                    <a:pt x="2969514" y="1922526"/>
                  </a:lnTo>
                  <a:lnTo>
                    <a:pt x="2912364" y="1893951"/>
                  </a:lnTo>
                  <a:lnTo>
                    <a:pt x="2912364" y="1922526"/>
                  </a:lnTo>
                  <a:lnTo>
                    <a:pt x="47625" y="1922526"/>
                  </a:lnTo>
                  <a:lnTo>
                    <a:pt x="47625" y="76212"/>
                  </a:lnTo>
                  <a:lnTo>
                    <a:pt x="76200" y="76212"/>
                  </a:lnTo>
                  <a:lnTo>
                    <a:pt x="69850" y="63500"/>
                  </a:lnTo>
                  <a:lnTo>
                    <a:pt x="38100" y="0"/>
                  </a:lnTo>
                  <a:lnTo>
                    <a:pt x="0" y="76212"/>
                  </a:lnTo>
                  <a:lnTo>
                    <a:pt x="28575" y="76212"/>
                  </a:lnTo>
                  <a:lnTo>
                    <a:pt x="28575" y="1932051"/>
                  </a:lnTo>
                  <a:lnTo>
                    <a:pt x="38100" y="1932051"/>
                  </a:lnTo>
                  <a:lnTo>
                    <a:pt x="38100" y="1941576"/>
                  </a:lnTo>
                  <a:lnTo>
                    <a:pt x="2912364" y="1941576"/>
                  </a:lnTo>
                  <a:lnTo>
                    <a:pt x="2912364" y="1970151"/>
                  </a:lnTo>
                  <a:lnTo>
                    <a:pt x="2969514" y="1941576"/>
                  </a:lnTo>
                  <a:lnTo>
                    <a:pt x="2988564" y="1932051"/>
                  </a:lnTo>
                  <a:close/>
                </a:path>
              </a:pathLst>
            </a:custGeom>
            <a:solidFill>
              <a:srgbClr val="424242"/>
            </a:solidFill>
          </p:spPr>
          <p:txBody>
            <a:bodyPr wrap="square" lIns="0" tIns="0" rIns="0" bIns="0" rtlCol="0"/>
            <a:lstStyle/>
            <a:p>
              <a:endParaRPr sz="1600"/>
            </a:p>
          </p:txBody>
        </p:sp>
        <p:pic>
          <p:nvPicPr>
            <p:cNvPr id="13" name="object 6">
              <a:extLst>
                <a:ext uri="{FF2B5EF4-FFF2-40B4-BE49-F238E27FC236}">
                  <a16:creationId xmlns:a16="http://schemas.microsoft.com/office/drawing/2014/main" id="{CF5E9841-1513-6280-E3BF-D33DA0E41869}"/>
                </a:ext>
              </a:extLst>
            </p:cNvPr>
            <p:cNvPicPr/>
            <p:nvPr/>
          </p:nvPicPr>
          <p:blipFill>
            <a:blip r:embed="rId3" cstate="print"/>
            <a:stretch>
              <a:fillRect/>
            </a:stretch>
          </p:blipFill>
          <p:spPr>
            <a:xfrm>
              <a:off x="3599370" y="3309556"/>
              <a:ext cx="127380" cy="127381"/>
            </a:xfrm>
            <a:prstGeom prst="rect">
              <a:avLst/>
            </a:prstGeom>
          </p:spPr>
        </p:pic>
        <p:pic>
          <p:nvPicPr>
            <p:cNvPr id="14" name="object 7">
              <a:extLst>
                <a:ext uri="{FF2B5EF4-FFF2-40B4-BE49-F238E27FC236}">
                  <a16:creationId xmlns:a16="http://schemas.microsoft.com/office/drawing/2014/main" id="{4AB68E63-C0F5-9004-ADDC-DF978C6208CC}"/>
                </a:ext>
              </a:extLst>
            </p:cNvPr>
            <p:cNvPicPr/>
            <p:nvPr/>
          </p:nvPicPr>
          <p:blipFill>
            <a:blip r:embed="rId4" cstate="print"/>
            <a:stretch>
              <a:fillRect/>
            </a:stretch>
          </p:blipFill>
          <p:spPr>
            <a:xfrm>
              <a:off x="3717226" y="2835719"/>
              <a:ext cx="127381" cy="127381"/>
            </a:xfrm>
            <a:prstGeom prst="rect">
              <a:avLst/>
            </a:prstGeom>
          </p:spPr>
        </p:pic>
        <p:pic>
          <p:nvPicPr>
            <p:cNvPr id="15" name="object 8">
              <a:extLst>
                <a:ext uri="{FF2B5EF4-FFF2-40B4-BE49-F238E27FC236}">
                  <a16:creationId xmlns:a16="http://schemas.microsoft.com/office/drawing/2014/main" id="{EB354D9E-F838-61A9-04A8-AEBF826A2862}"/>
                </a:ext>
              </a:extLst>
            </p:cNvPr>
            <p:cNvPicPr/>
            <p:nvPr/>
          </p:nvPicPr>
          <p:blipFill>
            <a:blip r:embed="rId5" cstate="print"/>
            <a:stretch>
              <a:fillRect/>
            </a:stretch>
          </p:blipFill>
          <p:spPr>
            <a:xfrm>
              <a:off x="4121467" y="2797873"/>
              <a:ext cx="127381" cy="127381"/>
            </a:xfrm>
            <a:prstGeom prst="rect">
              <a:avLst/>
            </a:prstGeom>
          </p:spPr>
        </p:pic>
        <p:pic>
          <p:nvPicPr>
            <p:cNvPr id="16" name="object 9">
              <a:extLst>
                <a:ext uri="{FF2B5EF4-FFF2-40B4-BE49-F238E27FC236}">
                  <a16:creationId xmlns:a16="http://schemas.microsoft.com/office/drawing/2014/main" id="{A613BD54-0A72-2100-BF8C-B0D3E9BD5A00}"/>
                </a:ext>
              </a:extLst>
            </p:cNvPr>
            <p:cNvPicPr/>
            <p:nvPr/>
          </p:nvPicPr>
          <p:blipFill>
            <a:blip r:embed="rId6" cstate="print"/>
            <a:stretch>
              <a:fillRect/>
            </a:stretch>
          </p:blipFill>
          <p:spPr>
            <a:xfrm>
              <a:off x="4279836" y="2444686"/>
              <a:ext cx="127508" cy="127381"/>
            </a:xfrm>
            <a:prstGeom prst="rect">
              <a:avLst/>
            </a:prstGeom>
          </p:spPr>
        </p:pic>
        <p:pic>
          <p:nvPicPr>
            <p:cNvPr id="17" name="object 10">
              <a:extLst>
                <a:ext uri="{FF2B5EF4-FFF2-40B4-BE49-F238E27FC236}">
                  <a16:creationId xmlns:a16="http://schemas.microsoft.com/office/drawing/2014/main" id="{D224707A-6FC8-0458-8E44-8B81CDD12E7B}"/>
                </a:ext>
              </a:extLst>
            </p:cNvPr>
            <p:cNvPicPr/>
            <p:nvPr/>
          </p:nvPicPr>
          <p:blipFill>
            <a:blip r:embed="rId7" cstate="print"/>
            <a:stretch>
              <a:fillRect/>
            </a:stretch>
          </p:blipFill>
          <p:spPr>
            <a:xfrm>
              <a:off x="4703889" y="2627185"/>
              <a:ext cx="127508" cy="127507"/>
            </a:xfrm>
            <a:prstGeom prst="rect">
              <a:avLst/>
            </a:prstGeom>
          </p:spPr>
        </p:pic>
        <p:pic>
          <p:nvPicPr>
            <p:cNvPr id="18" name="object 11">
              <a:extLst>
                <a:ext uri="{FF2B5EF4-FFF2-40B4-BE49-F238E27FC236}">
                  <a16:creationId xmlns:a16="http://schemas.microsoft.com/office/drawing/2014/main" id="{0F366546-2636-4D28-40B8-1874EBF1DFBF}"/>
                </a:ext>
              </a:extLst>
            </p:cNvPr>
            <p:cNvPicPr/>
            <p:nvPr/>
          </p:nvPicPr>
          <p:blipFill>
            <a:blip r:embed="rId8" cstate="print"/>
            <a:stretch>
              <a:fillRect/>
            </a:stretch>
          </p:blipFill>
          <p:spPr>
            <a:xfrm>
              <a:off x="4952936" y="2345626"/>
              <a:ext cx="127380" cy="127381"/>
            </a:xfrm>
            <a:prstGeom prst="rect">
              <a:avLst/>
            </a:prstGeom>
          </p:spPr>
        </p:pic>
        <p:pic>
          <p:nvPicPr>
            <p:cNvPr id="19" name="object 12">
              <a:extLst>
                <a:ext uri="{FF2B5EF4-FFF2-40B4-BE49-F238E27FC236}">
                  <a16:creationId xmlns:a16="http://schemas.microsoft.com/office/drawing/2014/main" id="{49BA7F32-79C3-6428-7A4B-4FEBD547B75D}"/>
                </a:ext>
              </a:extLst>
            </p:cNvPr>
            <p:cNvPicPr/>
            <p:nvPr/>
          </p:nvPicPr>
          <p:blipFill>
            <a:blip r:embed="rId9" cstate="print"/>
            <a:stretch>
              <a:fillRect/>
            </a:stretch>
          </p:blipFill>
          <p:spPr>
            <a:xfrm>
              <a:off x="5370893" y="2627185"/>
              <a:ext cx="127508" cy="127507"/>
            </a:xfrm>
            <a:prstGeom prst="rect">
              <a:avLst/>
            </a:prstGeom>
          </p:spPr>
        </p:pic>
        <p:pic>
          <p:nvPicPr>
            <p:cNvPr id="20" name="object 13">
              <a:extLst>
                <a:ext uri="{FF2B5EF4-FFF2-40B4-BE49-F238E27FC236}">
                  <a16:creationId xmlns:a16="http://schemas.microsoft.com/office/drawing/2014/main" id="{2BF5E0E7-D728-BC45-5121-5CD3901E2272}"/>
                </a:ext>
              </a:extLst>
            </p:cNvPr>
            <p:cNvPicPr/>
            <p:nvPr/>
          </p:nvPicPr>
          <p:blipFill>
            <a:blip r:embed="rId3" cstate="print"/>
            <a:stretch>
              <a:fillRect/>
            </a:stretch>
          </p:blipFill>
          <p:spPr>
            <a:xfrm>
              <a:off x="5130990" y="2562542"/>
              <a:ext cx="127381" cy="127381"/>
            </a:xfrm>
            <a:prstGeom prst="rect">
              <a:avLst/>
            </a:prstGeom>
          </p:spPr>
        </p:pic>
        <p:pic>
          <p:nvPicPr>
            <p:cNvPr id="21" name="object 14">
              <a:extLst>
                <a:ext uri="{FF2B5EF4-FFF2-40B4-BE49-F238E27FC236}">
                  <a16:creationId xmlns:a16="http://schemas.microsoft.com/office/drawing/2014/main" id="{2287333C-2657-1D0F-A76B-8C66E9B8FA30}"/>
                </a:ext>
              </a:extLst>
            </p:cNvPr>
            <p:cNvPicPr/>
            <p:nvPr/>
          </p:nvPicPr>
          <p:blipFill>
            <a:blip r:embed="rId10" cstate="print"/>
            <a:stretch>
              <a:fillRect/>
            </a:stretch>
          </p:blipFill>
          <p:spPr>
            <a:xfrm>
              <a:off x="5548947" y="2345626"/>
              <a:ext cx="127380" cy="127381"/>
            </a:xfrm>
            <a:prstGeom prst="rect">
              <a:avLst/>
            </a:prstGeom>
          </p:spPr>
        </p:pic>
        <p:pic>
          <p:nvPicPr>
            <p:cNvPr id="22" name="object 15">
              <a:extLst>
                <a:ext uri="{FF2B5EF4-FFF2-40B4-BE49-F238E27FC236}">
                  <a16:creationId xmlns:a16="http://schemas.microsoft.com/office/drawing/2014/main" id="{07562FDA-127C-150C-A4DE-3925B1711CBD}"/>
                </a:ext>
              </a:extLst>
            </p:cNvPr>
            <p:cNvPicPr/>
            <p:nvPr/>
          </p:nvPicPr>
          <p:blipFill>
            <a:blip r:embed="rId5" cstate="print"/>
            <a:stretch>
              <a:fillRect/>
            </a:stretch>
          </p:blipFill>
          <p:spPr>
            <a:xfrm>
              <a:off x="5797994" y="2745168"/>
              <a:ext cx="127380" cy="127381"/>
            </a:xfrm>
            <a:prstGeom prst="rect">
              <a:avLst/>
            </a:prstGeom>
          </p:spPr>
        </p:pic>
        <p:pic>
          <p:nvPicPr>
            <p:cNvPr id="23" name="object 16">
              <a:extLst>
                <a:ext uri="{FF2B5EF4-FFF2-40B4-BE49-F238E27FC236}">
                  <a16:creationId xmlns:a16="http://schemas.microsoft.com/office/drawing/2014/main" id="{D3EF7400-29D2-DABF-3BFA-44117F6C3558}"/>
                </a:ext>
              </a:extLst>
            </p:cNvPr>
            <p:cNvPicPr/>
            <p:nvPr/>
          </p:nvPicPr>
          <p:blipFill>
            <a:blip r:embed="rId6" cstate="print"/>
            <a:stretch>
              <a:fillRect/>
            </a:stretch>
          </p:blipFill>
          <p:spPr>
            <a:xfrm>
              <a:off x="3903789" y="3106991"/>
              <a:ext cx="127508" cy="127381"/>
            </a:xfrm>
            <a:prstGeom prst="rect">
              <a:avLst/>
            </a:prstGeom>
          </p:spPr>
        </p:pic>
        <p:pic>
          <p:nvPicPr>
            <p:cNvPr id="24" name="object 17">
              <a:extLst>
                <a:ext uri="{FF2B5EF4-FFF2-40B4-BE49-F238E27FC236}">
                  <a16:creationId xmlns:a16="http://schemas.microsoft.com/office/drawing/2014/main" id="{DE109E2E-B19B-11AF-FA88-74CD7E11C86C}"/>
                </a:ext>
              </a:extLst>
            </p:cNvPr>
            <p:cNvPicPr/>
            <p:nvPr/>
          </p:nvPicPr>
          <p:blipFill>
            <a:blip r:embed="rId11" cstate="print"/>
            <a:stretch>
              <a:fillRect/>
            </a:stretch>
          </p:blipFill>
          <p:spPr>
            <a:xfrm>
              <a:off x="3287331" y="3398202"/>
              <a:ext cx="127380" cy="127381"/>
            </a:xfrm>
            <a:prstGeom prst="rect">
              <a:avLst/>
            </a:prstGeom>
          </p:spPr>
        </p:pic>
        <p:sp>
          <p:nvSpPr>
            <p:cNvPr id="25" name="object 18">
              <a:extLst>
                <a:ext uri="{FF2B5EF4-FFF2-40B4-BE49-F238E27FC236}">
                  <a16:creationId xmlns:a16="http://schemas.microsoft.com/office/drawing/2014/main" id="{16BF13BE-43C2-E5FB-03A2-182D3B09CF6A}"/>
                </a:ext>
              </a:extLst>
            </p:cNvPr>
            <p:cNvSpPr/>
            <p:nvPr/>
          </p:nvSpPr>
          <p:spPr>
            <a:xfrm>
              <a:off x="3124835" y="1716532"/>
              <a:ext cx="2315210" cy="1940560"/>
            </a:xfrm>
            <a:custGeom>
              <a:avLst/>
              <a:gdLst/>
              <a:ahLst/>
              <a:cxnLst/>
              <a:rect l="l" t="t" r="r" b="b"/>
              <a:pathLst>
                <a:path w="2315210" h="1940560">
                  <a:moveTo>
                    <a:pt x="0" y="1940178"/>
                  </a:moveTo>
                  <a:lnTo>
                    <a:pt x="2314702" y="0"/>
                  </a:lnTo>
                </a:path>
              </a:pathLst>
            </a:custGeom>
            <a:ln w="19050">
              <a:solidFill>
                <a:srgbClr val="990000"/>
              </a:solidFill>
            </a:ln>
          </p:spPr>
          <p:txBody>
            <a:bodyPr wrap="square" lIns="0" tIns="0" rIns="0" bIns="0" rtlCol="0"/>
            <a:lstStyle/>
            <a:p>
              <a:endParaRPr sz="1600"/>
            </a:p>
          </p:txBody>
        </p:sp>
      </p:grpSp>
      <p:sp>
        <p:nvSpPr>
          <p:cNvPr id="28" name="object 19">
            <a:extLst>
              <a:ext uri="{FF2B5EF4-FFF2-40B4-BE49-F238E27FC236}">
                <a16:creationId xmlns:a16="http://schemas.microsoft.com/office/drawing/2014/main" id="{EA1749A8-B9CE-A695-EE96-625DFEFB30B8}"/>
              </a:ext>
            </a:extLst>
          </p:cNvPr>
          <p:cNvSpPr txBox="1"/>
          <p:nvPr/>
        </p:nvSpPr>
        <p:spPr>
          <a:xfrm>
            <a:off x="3356296" y="3025948"/>
            <a:ext cx="147320" cy="259045"/>
          </a:xfrm>
          <a:prstGeom prst="rect">
            <a:avLst/>
          </a:prstGeom>
        </p:spPr>
        <p:txBody>
          <a:bodyPr vert="horz" wrap="square" lIns="0" tIns="12700" rIns="0" bIns="0" rtlCol="0">
            <a:spAutoFit/>
          </a:bodyPr>
          <a:lstStyle/>
          <a:p>
            <a:pPr marL="12700">
              <a:lnSpc>
                <a:spcPct val="100000"/>
              </a:lnSpc>
              <a:spcBef>
                <a:spcPts val="100"/>
              </a:spcBef>
            </a:pPr>
            <a:r>
              <a:rPr sz="1600" b="1" spc="-50">
                <a:latin typeface="Arial"/>
                <a:cs typeface="Arial"/>
              </a:rPr>
              <a:t>Y</a:t>
            </a:r>
            <a:endParaRPr sz="1600">
              <a:latin typeface="Arial"/>
              <a:cs typeface="Arial"/>
            </a:endParaRPr>
          </a:p>
        </p:txBody>
      </p:sp>
      <p:sp>
        <p:nvSpPr>
          <p:cNvPr id="30" name="object 20">
            <a:extLst>
              <a:ext uri="{FF2B5EF4-FFF2-40B4-BE49-F238E27FC236}">
                <a16:creationId xmlns:a16="http://schemas.microsoft.com/office/drawing/2014/main" id="{F3EDE5D8-EEF8-6351-44C5-3FE1EA028813}"/>
              </a:ext>
            </a:extLst>
          </p:cNvPr>
          <p:cNvSpPr txBox="1"/>
          <p:nvPr/>
        </p:nvSpPr>
        <p:spPr>
          <a:xfrm>
            <a:off x="4467434" y="3984873"/>
            <a:ext cx="51038" cy="259045"/>
          </a:xfrm>
          <a:prstGeom prst="rect">
            <a:avLst/>
          </a:prstGeom>
        </p:spPr>
        <p:txBody>
          <a:bodyPr vert="horz" wrap="square" lIns="0" tIns="12700" rIns="0" bIns="0" rtlCol="0">
            <a:spAutoFit/>
          </a:bodyPr>
          <a:lstStyle/>
          <a:p>
            <a:pPr marL="12700">
              <a:lnSpc>
                <a:spcPct val="100000"/>
              </a:lnSpc>
              <a:spcBef>
                <a:spcPts val="100"/>
              </a:spcBef>
            </a:pPr>
            <a:r>
              <a:rPr sz="1600" b="1" spc="-50">
                <a:latin typeface="Arial"/>
                <a:cs typeface="Arial"/>
              </a:rPr>
              <a:t>X</a:t>
            </a:r>
            <a:endParaRPr sz="1600">
              <a:latin typeface="Arial"/>
              <a:cs typeface="Arial"/>
            </a:endParaRPr>
          </a:p>
        </p:txBody>
      </p:sp>
      <p:grpSp>
        <p:nvGrpSpPr>
          <p:cNvPr id="46" name="object 4">
            <a:extLst>
              <a:ext uri="{FF2B5EF4-FFF2-40B4-BE49-F238E27FC236}">
                <a16:creationId xmlns:a16="http://schemas.microsoft.com/office/drawing/2014/main" id="{227F4A34-2B7E-3FDF-48D1-B35529308C68}"/>
              </a:ext>
            </a:extLst>
          </p:cNvPr>
          <p:cNvGrpSpPr/>
          <p:nvPr/>
        </p:nvGrpSpPr>
        <p:grpSpPr>
          <a:xfrm>
            <a:off x="5906276" y="2564511"/>
            <a:ext cx="2166290" cy="1308687"/>
            <a:chOff x="3059938" y="1933320"/>
            <a:chExt cx="2988945" cy="1970405"/>
          </a:xfrm>
        </p:grpSpPr>
        <p:sp>
          <p:nvSpPr>
            <p:cNvPr id="32" name="object 5">
              <a:extLst>
                <a:ext uri="{FF2B5EF4-FFF2-40B4-BE49-F238E27FC236}">
                  <a16:creationId xmlns:a16="http://schemas.microsoft.com/office/drawing/2014/main" id="{346777BC-C549-CF1B-40F0-38C76006F980}"/>
                </a:ext>
              </a:extLst>
            </p:cNvPr>
            <p:cNvSpPr/>
            <p:nvPr/>
          </p:nvSpPr>
          <p:spPr>
            <a:xfrm>
              <a:off x="3059938" y="1933320"/>
              <a:ext cx="2988945" cy="1970405"/>
            </a:xfrm>
            <a:custGeom>
              <a:avLst/>
              <a:gdLst/>
              <a:ahLst/>
              <a:cxnLst/>
              <a:rect l="l" t="t" r="r" b="b"/>
              <a:pathLst>
                <a:path w="2988945" h="1970404">
                  <a:moveTo>
                    <a:pt x="2988564" y="1932051"/>
                  </a:moveTo>
                  <a:lnTo>
                    <a:pt x="2969514" y="1922526"/>
                  </a:lnTo>
                  <a:lnTo>
                    <a:pt x="2912364" y="1893951"/>
                  </a:lnTo>
                  <a:lnTo>
                    <a:pt x="2912364" y="1922526"/>
                  </a:lnTo>
                  <a:lnTo>
                    <a:pt x="47625" y="1922526"/>
                  </a:lnTo>
                  <a:lnTo>
                    <a:pt x="47625" y="76212"/>
                  </a:lnTo>
                  <a:lnTo>
                    <a:pt x="76200" y="76212"/>
                  </a:lnTo>
                  <a:lnTo>
                    <a:pt x="69850" y="63500"/>
                  </a:lnTo>
                  <a:lnTo>
                    <a:pt x="38100" y="0"/>
                  </a:lnTo>
                  <a:lnTo>
                    <a:pt x="0" y="76212"/>
                  </a:lnTo>
                  <a:lnTo>
                    <a:pt x="28575" y="76212"/>
                  </a:lnTo>
                  <a:lnTo>
                    <a:pt x="28575" y="1932051"/>
                  </a:lnTo>
                  <a:lnTo>
                    <a:pt x="38100" y="1932051"/>
                  </a:lnTo>
                  <a:lnTo>
                    <a:pt x="38100" y="1941576"/>
                  </a:lnTo>
                  <a:lnTo>
                    <a:pt x="2912364" y="1941576"/>
                  </a:lnTo>
                  <a:lnTo>
                    <a:pt x="2912364" y="1970151"/>
                  </a:lnTo>
                  <a:lnTo>
                    <a:pt x="2969514" y="1941576"/>
                  </a:lnTo>
                  <a:lnTo>
                    <a:pt x="2988564" y="1932051"/>
                  </a:lnTo>
                  <a:close/>
                </a:path>
              </a:pathLst>
            </a:custGeom>
            <a:solidFill>
              <a:srgbClr val="424242"/>
            </a:solidFill>
          </p:spPr>
          <p:txBody>
            <a:bodyPr wrap="square" lIns="0" tIns="0" rIns="0" bIns="0" rtlCol="0"/>
            <a:lstStyle/>
            <a:p>
              <a:endParaRPr sz="1600"/>
            </a:p>
          </p:txBody>
        </p:sp>
        <p:pic>
          <p:nvPicPr>
            <p:cNvPr id="33" name="object 6">
              <a:extLst>
                <a:ext uri="{FF2B5EF4-FFF2-40B4-BE49-F238E27FC236}">
                  <a16:creationId xmlns:a16="http://schemas.microsoft.com/office/drawing/2014/main" id="{B095BF0B-2278-9912-AC47-C7B6A71DDFE8}"/>
                </a:ext>
              </a:extLst>
            </p:cNvPr>
            <p:cNvPicPr/>
            <p:nvPr/>
          </p:nvPicPr>
          <p:blipFill>
            <a:blip r:embed="rId3" cstate="print"/>
            <a:stretch>
              <a:fillRect/>
            </a:stretch>
          </p:blipFill>
          <p:spPr>
            <a:xfrm>
              <a:off x="3599370" y="3309556"/>
              <a:ext cx="127380" cy="127381"/>
            </a:xfrm>
            <a:prstGeom prst="rect">
              <a:avLst/>
            </a:prstGeom>
          </p:spPr>
        </p:pic>
        <p:pic>
          <p:nvPicPr>
            <p:cNvPr id="34" name="object 7">
              <a:extLst>
                <a:ext uri="{FF2B5EF4-FFF2-40B4-BE49-F238E27FC236}">
                  <a16:creationId xmlns:a16="http://schemas.microsoft.com/office/drawing/2014/main" id="{6AE7B346-ADAB-94DA-A51F-45DF2FAA1F78}"/>
                </a:ext>
              </a:extLst>
            </p:cNvPr>
            <p:cNvPicPr/>
            <p:nvPr/>
          </p:nvPicPr>
          <p:blipFill>
            <a:blip r:embed="rId4" cstate="print"/>
            <a:stretch>
              <a:fillRect/>
            </a:stretch>
          </p:blipFill>
          <p:spPr>
            <a:xfrm>
              <a:off x="3717226" y="2835719"/>
              <a:ext cx="127381" cy="127381"/>
            </a:xfrm>
            <a:prstGeom prst="rect">
              <a:avLst/>
            </a:prstGeom>
          </p:spPr>
        </p:pic>
        <p:pic>
          <p:nvPicPr>
            <p:cNvPr id="35" name="object 8">
              <a:extLst>
                <a:ext uri="{FF2B5EF4-FFF2-40B4-BE49-F238E27FC236}">
                  <a16:creationId xmlns:a16="http://schemas.microsoft.com/office/drawing/2014/main" id="{5CC81F5D-F8B9-63F9-21FD-4A53BF0308B4}"/>
                </a:ext>
              </a:extLst>
            </p:cNvPr>
            <p:cNvPicPr/>
            <p:nvPr/>
          </p:nvPicPr>
          <p:blipFill>
            <a:blip r:embed="rId5" cstate="print"/>
            <a:stretch>
              <a:fillRect/>
            </a:stretch>
          </p:blipFill>
          <p:spPr>
            <a:xfrm>
              <a:off x="4121467" y="2797873"/>
              <a:ext cx="127381" cy="127381"/>
            </a:xfrm>
            <a:prstGeom prst="rect">
              <a:avLst/>
            </a:prstGeom>
          </p:spPr>
        </p:pic>
        <p:pic>
          <p:nvPicPr>
            <p:cNvPr id="36" name="object 9">
              <a:extLst>
                <a:ext uri="{FF2B5EF4-FFF2-40B4-BE49-F238E27FC236}">
                  <a16:creationId xmlns:a16="http://schemas.microsoft.com/office/drawing/2014/main" id="{AD2D62BE-ED0F-2BB1-9C69-838539D4A2C6}"/>
                </a:ext>
              </a:extLst>
            </p:cNvPr>
            <p:cNvPicPr/>
            <p:nvPr/>
          </p:nvPicPr>
          <p:blipFill>
            <a:blip r:embed="rId6" cstate="print"/>
            <a:stretch>
              <a:fillRect/>
            </a:stretch>
          </p:blipFill>
          <p:spPr>
            <a:xfrm>
              <a:off x="4279836" y="2444686"/>
              <a:ext cx="127508" cy="127381"/>
            </a:xfrm>
            <a:prstGeom prst="rect">
              <a:avLst/>
            </a:prstGeom>
          </p:spPr>
        </p:pic>
        <p:pic>
          <p:nvPicPr>
            <p:cNvPr id="37" name="object 10">
              <a:extLst>
                <a:ext uri="{FF2B5EF4-FFF2-40B4-BE49-F238E27FC236}">
                  <a16:creationId xmlns:a16="http://schemas.microsoft.com/office/drawing/2014/main" id="{68290A50-14A6-DB14-8C17-2271FF10AD7E}"/>
                </a:ext>
              </a:extLst>
            </p:cNvPr>
            <p:cNvPicPr/>
            <p:nvPr/>
          </p:nvPicPr>
          <p:blipFill>
            <a:blip r:embed="rId7" cstate="print"/>
            <a:stretch>
              <a:fillRect/>
            </a:stretch>
          </p:blipFill>
          <p:spPr>
            <a:xfrm>
              <a:off x="4703889" y="2627185"/>
              <a:ext cx="127508" cy="127507"/>
            </a:xfrm>
            <a:prstGeom prst="rect">
              <a:avLst/>
            </a:prstGeom>
          </p:spPr>
        </p:pic>
        <p:pic>
          <p:nvPicPr>
            <p:cNvPr id="38" name="object 11">
              <a:extLst>
                <a:ext uri="{FF2B5EF4-FFF2-40B4-BE49-F238E27FC236}">
                  <a16:creationId xmlns:a16="http://schemas.microsoft.com/office/drawing/2014/main" id="{AA36C33B-D6B6-E050-B1EC-0486723D219C}"/>
                </a:ext>
              </a:extLst>
            </p:cNvPr>
            <p:cNvPicPr/>
            <p:nvPr/>
          </p:nvPicPr>
          <p:blipFill>
            <a:blip r:embed="rId8" cstate="print"/>
            <a:stretch>
              <a:fillRect/>
            </a:stretch>
          </p:blipFill>
          <p:spPr>
            <a:xfrm>
              <a:off x="4952936" y="2345626"/>
              <a:ext cx="127380" cy="127381"/>
            </a:xfrm>
            <a:prstGeom prst="rect">
              <a:avLst/>
            </a:prstGeom>
          </p:spPr>
        </p:pic>
        <p:pic>
          <p:nvPicPr>
            <p:cNvPr id="39" name="object 12">
              <a:extLst>
                <a:ext uri="{FF2B5EF4-FFF2-40B4-BE49-F238E27FC236}">
                  <a16:creationId xmlns:a16="http://schemas.microsoft.com/office/drawing/2014/main" id="{8C3D90F2-FBD2-52C4-F46C-52E3BCF98520}"/>
                </a:ext>
              </a:extLst>
            </p:cNvPr>
            <p:cNvPicPr/>
            <p:nvPr/>
          </p:nvPicPr>
          <p:blipFill>
            <a:blip r:embed="rId9" cstate="print"/>
            <a:stretch>
              <a:fillRect/>
            </a:stretch>
          </p:blipFill>
          <p:spPr>
            <a:xfrm>
              <a:off x="5370893" y="2627185"/>
              <a:ext cx="127508" cy="127507"/>
            </a:xfrm>
            <a:prstGeom prst="rect">
              <a:avLst/>
            </a:prstGeom>
          </p:spPr>
        </p:pic>
        <p:pic>
          <p:nvPicPr>
            <p:cNvPr id="40" name="object 13">
              <a:extLst>
                <a:ext uri="{FF2B5EF4-FFF2-40B4-BE49-F238E27FC236}">
                  <a16:creationId xmlns:a16="http://schemas.microsoft.com/office/drawing/2014/main" id="{44B3113C-CF3C-D39B-7B70-E0378230B1BD}"/>
                </a:ext>
              </a:extLst>
            </p:cNvPr>
            <p:cNvPicPr/>
            <p:nvPr/>
          </p:nvPicPr>
          <p:blipFill>
            <a:blip r:embed="rId3" cstate="print"/>
            <a:stretch>
              <a:fillRect/>
            </a:stretch>
          </p:blipFill>
          <p:spPr>
            <a:xfrm>
              <a:off x="5130990" y="2562542"/>
              <a:ext cx="127381" cy="127381"/>
            </a:xfrm>
            <a:prstGeom prst="rect">
              <a:avLst/>
            </a:prstGeom>
          </p:spPr>
        </p:pic>
        <p:pic>
          <p:nvPicPr>
            <p:cNvPr id="41" name="object 14">
              <a:extLst>
                <a:ext uri="{FF2B5EF4-FFF2-40B4-BE49-F238E27FC236}">
                  <a16:creationId xmlns:a16="http://schemas.microsoft.com/office/drawing/2014/main" id="{411063BE-52BC-C184-73D3-78F2E88AEFF2}"/>
                </a:ext>
              </a:extLst>
            </p:cNvPr>
            <p:cNvPicPr/>
            <p:nvPr/>
          </p:nvPicPr>
          <p:blipFill>
            <a:blip r:embed="rId10" cstate="print"/>
            <a:stretch>
              <a:fillRect/>
            </a:stretch>
          </p:blipFill>
          <p:spPr>
            <a:xfrm>
              <a:off x="5548947" y="2345626"/>
              <a:ext cx="127380" cy="127381"/>
            </a:xfrm>
            <a:prstGeom prst="rect">
              <a:avLst/>
            </a:prstGeom>
          </p:spPr>
        </p:pic>
        <p:pic>
          <p:nvPicPr>
            <p:cNvPr id="42" name="object 15">
              <a:extLst>
                <a:ext uri="{FF2B5EF4-FFF2-40B4-BE49-F238E27FC236}">
                  <a16:creationId xmlns:a16="http://schemas.microsoft.com/office/drawing/2014/main" id="{2635C5BE-5F5D-730E-53F1-735CC2733A6E}"/>
                </a:ext>
              </a:extLst>
            </p:cNvPr>
            <p:cNvPicPr/>
            <p:nvPr/>
          </p:nvPicPr>
          <p:blipFill>
            <a:blip r:embed="rId5" cstate="print"/>
            <a:stretch>
              <a:fillRect/>
            </a:stretch>
          </p:blipFill>
          <p:spPr>
            <a:xfrm>
              <a:off x="5797994" y="2745168"/>
              <a:ext cx="127380" cy="127381"/>
            </a:xfrm>
            <a:prstGeom prst="rect">
              <a:avLst/>
            </a:prstGeom>
          </p:spPr>
        </p:pic>
        <p:pic>
          <p:nvPicPr>
            <p:cNvPr id="43" name="object 16">
              <a:extLst>
                <a:ext uri="{FF2B5EF4-FFF2-40B4-BE49-F238E27FC236}">
                  <a16:creationId xmlns:a16="http://schemas.microsoft.com/office/drawing/2014/main" id="{BBB677B2-ED91-9526-BAEA-ECD0EE7575BF}"/>
                </a:ext>
              </a:extLst>
            </p:cNvPr>
            <p:cNvPicPr/>
            <p:nvPr/>
          </p:nvPicPr>
          <p:blipFill>
            <a:blip r:embed="rId6" cstate="print"/>
            <a:stretch>
              <a:fillRect/>
            </a:stretch>
          </p:blipFill>
          <p:spPr>
            <a:xfrm>
              <a:off x="3903789" y="3106991"/>
              <a:ext cx="127508" cy="127381"/>
            </a:xfrm>
            <a:prstGeom prst="rect">
              <a:avLst/>
            </a:prstGeom>
          </p:spPr>
        </p:pic>
        <p:pic>
          <p:nvPicPr>
            <p:cNvPr id="44" name="object 17">
              <a:extLst>
                <a:ext uri="{FF2B5EF4-FFF2-40B4-BE49-F238E27FC236}">
                  <a16:creationId xmlns:a16="http://schemas.microsoft.com/office/drawing/2014/main" id="{68F53AEA-88FA-DF5E-48EC-8D5C7058C6CA}"/>
                </a:ext>
              </a:extLst>
            </p:cNvPr>
            <p:cNvPicPr/>
            <p:nvPr/>
          </p:nvPicPr>
          <p:blipFill>
            <a:blip r:embed="rId11" cstate="print"/>
            <a:stretch>
              <a:fillRect/>
            </a:stretch>
          </p:blipFill>
          <p:spPr>
            <a:xfrm>
              <a:off x="3287331" y="3398202"/>
              <a:ext cx="127380" cy="127381"/>
            </a:xfrm>
            <a:prstGeom prst="rect">
              <a:avLst/>
            </a:prstGeom>
          </p:spPr>
        </p:pic>
        <p:sp>
          <p:nvSpPr>
            <p:cNvPr id="45" name="object 18">
              <a:extLst>
                <a:ext uri="{FF2B5EF4-FFF2-40B4-BE49-F238E27FC236}">
                  <a16:creationId xmlns:a16="http://schemas.microsoft.com/office/drawing/2014/main" id="{5A2E3627-A35D-3A42-A5E7-3D7BF85F79F0}"/>
                </a:ext>
              </a:extLst>
            </p:cNvPr>
            <p:cNvSpPr/>
            <p:nvPr/>
          </p:nvSpPr>
          <p:spPr>
            <a:xfrm>
              <a:off x="3266059" y="2471997"/>
              <a:ext cx="2578100" cy="1198880"/>
            </a:xfrm>
            <a:custGeom>
              <a:avLst/>
              <a:gdLst/>
              <a:ahLst/>
              <a:cxnLst/>
              <a:rect l="l" t="t" r="r" b="b"/>
              <a:pathLst>
                <a:path w="2578100" h="1198879">
                  <a:moveTo>
                    <a:pt x="0" y="1198429"/>
                  </a:moveTo>
                  <a:lnTo>
                    <a:pt x="41242" y="1160263"/>
                  </a:lnTo>
                  <a:lnTo>
                    <a:pt x="90295" y="1111971"/>
                  </a:lnTo>
                  <a:lnTo>
                    <a:pt x="117520" y="1084449"/>
                  </a:lnTo>
                  <a:lnTo>
                    <a:pt x="146420" y="1054899"/>
                  </a:lnTo>
                  <a:lnTo>
                    <a:pt x="176905" y="1023491"/>
                  </a:lnTo>
                  <a:lnTo>
                    <a:pt x="208880" y="990392"/>
                  </a:lnTo>
                  <a:lnTo>
                    <a:pt x="242255" y="955772"/>
                  </a:lnTo>
                  <a:lnTo>
                    <a:pt x="276937" y="919797"/>
                  </a:lnTo>
                  <a:lnTo>
                    <a:pt x="312834" y="882637"/>
                  </a:lnTo>
                  <a:lnTo>
                    <a:pt x="349853" y="844460"/>
                  </a:lnTo>
                  <a:lnTo>
                    <a:pt x="387903" y="805433"/>
                  </a:lnTo>
                  <a:lnTo>
                    <a:pt x="426891" y="765726"/>
                  </a:lnTo>
                  <a:lnTo>
                    <a:pt x="466724" y="725506"/>
                  </a:lnTo>
                  <a:lnTo>
                    <a:pt x="507311" y="684942"/>
                  </a:lnTo>
                  <a:lnTo>
                    <a:pt x="548560" y="644201"/>
                  </a:lnTo>
                  <a:lnTo>
                    <a:pt x="590378" y="603452"/>
                  </a:lnTo>
                  <a:lnTo>
                    <a:pt x="632673" y="562864"/>
                  </a:lnTo>
                  <a:lnTo>
                    <a:pt x="675352" y="522605"/>
                  </a:lnTo>
                  <a:lnTo>
                    <a:pt x="718324" y="482842"/>
                  </a:lnTo>
                  <a:lnTo>
                    <a:pt x="761497" y="443744"/>
                  </a:lnTo>
                  <a:lnTo>
                    <a:pt x="804777" y="405480"/>
                  </a:lnTo>
                  <a:lnTo>
                    <a:pt x="848073" y="368217"/>
                  </a:lnTo>
                  <a:lnTo>
                    <a:pt x="891293" y="332124"/>
                  </a:lnTo>
                  <a:lnTo>
                    <a:pt x="934345" y="297369"/>
                  </a:lnTo>
                  <a:lnTo>
                    <a:pt x="977135" y="264120"/>
                  </a:lnTo>
                  <a:lnTo>
                    <a:pt x="1019572" y="232546"/>
                  </a:lnTo>
                  <a:lnTo>
                    <a:pt x="1061564" y="202814"/>
                  </a:lnTo>
                  <a:lnTo>
                    <a:pt x="1103019" y="175094"/>
                  </a:lnTo>
                  <a:lnTo>
                    <a:pt x="1143844" y="149553"/>
                  </a:lnTo>
                  <a:lnTo>
                    <a:pt x="1183947" y="126359"/>
                  </a:lnTo>
                  <a:lnTo>
                    <a:pt x="1223235" y="105681"/>
                  </a:lnTo>
                  <a:lnTo>
                    <a:pt x="1261617" y="87687"/>
                  </a:lnTo>
                  <a:lnTo>
                    <a:pt x="1310298" y="68247"/>
                  </a:lnTo>
                  <a:lnTo>
                    <a:pt x="1360724" y="51615"/>
                  </a:lnTo>
                  <a:lnTo>
                    <a:pt x="1412687" y="37627"/>
                  </a:lnTo>
                  <a:lnTo>
                    <a:pt x="1465978" y="26120"/>
                  </a:lnTo>
                  <a:lnTo>
                    <a:pt x="1520388" y="16930"/>
                  </a:lnTo>
                  <a:lnTo>
                    <a:pt x="1575708" y="9892"/>
                  </a:lnTo>
                  <a:lnTo>
                    <a:pt x="1631730" y="4844"/>
                  </a:lnTo>
                  <a:lnTo>
                    <a:pt x="1688243" y="1622"/>
                  </a:lnTo>
                  <a:lnTo>
                    <a:pt x="1745041" y="62"/>
                  </a:lnTo>
                  <a:lnTo>
                    <a:pt x="1801912" y="0"/>
                  </a:lnTo>
                  <a:lnTo>
                    <a:pt x="1858650" y="1272"/>
                  </a:lnTo>
                  <a:lnTo>
                    <a:pt x="1915044" y="3715"/>
                  </a:lnTo>
                  <a:lnTo>
                    <a:pt x="1970886" y="7165"/>
                  </a:lnTo>
                  <a:lnTo>
                    <a:pt x="2025967" y="11459"/>
                  </a:lnTo>
                  <a:lnTo>
                    <a:pt x="2080078" y="16432"/>
                  </a:lnTo>
                  <a:lnTo>
                    <a:pt x="2133011" y="21921"/>
                  </a:lnTo>
                  <a:lnTo>
                    <a:pt x="2184555" y="27762"/>
                  </a:lnTo>
                  <a:lnTo>
                    <a:pt x="2234503" y="33792"/>
                  </a:lnTo>
                  <a:lnTo>
                    <a:pt x="2282646" y="39846"/>
                  </a:lnTo>
                  <a:lnTo>
                    <a:pt x="2328774" y="45762"/>
                  </a:lnTo>
                  <a:lnTo>
                    <a:pt x="2372678" y="51375"/>
                  </a:lnTo>
                  <a:lnTo>
                    <a:pt x="2414151" y="56521"/>
                  </a:lnTo>
                  <a:lnTo>
                    <a:pt x="2452982" y="61037"/>
                  </a:lnTo>
                  <a:lnTo>
                    <a:pt x="2521886" y="67524"/>
                  </a:lnTo>
                  <a:lnTo>
                    <a:pt x="2551541" y="69168"/>
                  </a:lnTo>
                  <a:lnTo>
                    <a:pt x="2577718" y="69526"/>
                  </a:lnTo>
                </a:path>
              </a:pathLst>
            </a:custGeom>
            <a:ln w="19050">
              <a:solidFill>
                <a:srgbClr val="38761D"/>
              </a:solidFill>
            </a:ln>
          </p:spPr>
          <p:txBody>
            <a:bodyPr wrap="square" lIns="0" tIns="0" rIns="0" bIns="0" rtlCol="0"/>
            <a:lstStyle/>
            <a:p>
              <a:endParaRPr sz="1600"/>
            </a:p>
          </p:txBody>
        </p:sp>
      </p:grpSp>
      <p:sp>
        <p:nvSpPr>
          <p:cNvPr id="48" name="object 19">
            <a:extLst>
              <a:ext uri="{FF2B5EF4-FFF2-40B4-BE49-F238E27FC236}">
                <a16:creationId xmlns:a16="http://schemas.microsoft.com/office/drawing/2014/main" id="{D2628185-820F-4CF3-10E5-DB67DD1D8F7E}"/>
              </a:ext>
            </a:extLst>
          </p:cNvPr>
          <p:cNvSpPr txBox="1"/>
          <p:nvPr/>
        </p:nvSpPr>
        <p:spPr>
          <a:xfrm>
            <a:off x="5780503" y="3088564"/>
            <a:ext cx="64025" cy="259045"/>
          </a:xfrm>
          <a:prstGeom prst="rect">
            <a:avLst/>
          </a:prstGeom>
        </p:spPr>
        <p:txBody>
          <a:bodyPr vert="horz" wrap="square" lIns="0" tIns="12700" rIns="0" bIns="0" rtlCol="0">
            <a:spAutoFit/>
          </a:bodyPr>
          <a:lstStyle/>
          <a:p>
            <a:pPr marL="12700">
              <a:lnSpc>
                <a:spcPct val="100000"/>
              </a:lnSpc>
              <a:spcBef>
                <a:spcPts val="100"/>
              </a:spcBef>
            </a:pPr>
            <a:r>
              <a:rPr sz="1600" b="1" spc="-50">
                <a:latin typeface="Arial"/>
                <a:cs typeface="Arial"/>
              </a:rPr>
              <a:t>Y</a:t>
            </a:r>
            <a:endParaRPr sz="1600">
              <a:latin typeface="Arial"/>
              <a:cs typeface="Arial"/>
            </a:endParaRPr>
          </a:p>
        </p:txBody>
      </p:sp>
      <p:sp>
        <p:nvSpPr>
          <p:cNvPr id="50" name="object 20">
            <a:extLst>
              <a:ext uri="{FF2B5EF4-FFF2-40B4-BE49-F238E27FC236}">
                <a16:creationId xmlns:a16="http://schemas.microsoft.com/office/drawing/2014/main" id="{79DC6176-7B1B-1D96-403C-0047A0E21FFD}"/>
              </a:ext>
            </a:extLst>
          </p:cNvPr>
          <p:cNvSpPr txBox="1"/>
          <p:nvPr/>
        </p:nvSpPr>
        <p:spPr>
          <a:xfrm>
            <a:off x="6989186" y="3984873"/>
            <a:ext cx="63390" cy="259045"/>
          </a:xfrm>
          <a:prstGeom prst="rect">
            <a:avLst/>
          </a:prstGeom>
        </p:spPr>
        <p:txBody>
          <a:bodyPr vert="horz" wrap="square" lIns="0" tIns="12700" rIns="0" bIns="0" rtlCol="0">
            <a:spAutoFit/>
          </a:bodyPr>
          <a:lstStyle/>
          <a:p>
            <a:pPr marL="12700">
              <a:lnSpc>
                <a:spcPct val="100000"/>
              </a:lnSpc>
              <a:spcBef>
                <a:spcPts val="100"/>
              </a:spcBef>
            </a:pPr>
            <a:r>
              <a:rPr sz="1600" b="1" spc="-50">
                <a:latin typeface="Arial"/>
                <a:cs typeface="Arial"/>
              </a:rPr>
              <a:t>X</a:t>
            </a:r>
            <a:endParaRPr sz="1600">
              <a:latin typeface="Arial"/>
              <a:cs typeface="Arial"/>
            </a:endParaRPr>
          </a:p>
        </p:txBody>
      </p:sp>
      <p:sp>
        <p:nvSpPr>
          <p:cNvPr id="52" name="object 3">
            <a:extLst>
              <a:ext uri="{FF2B5EF4-FFF2-40B4-BE49-F238E27FC236}">
                <a16:creationId xmlns:a16="http://schemas.microsoft.com/office/drawing/2014/main" id="{2D5A684E-FEBD-EB16-D5AE-24C191E5439C}"/>
              </a:ext>
            </a:extLst>
          </p:cNvPr>
          <p:cNvSpPr txBox="1"/>
          <p:nvPr/>
        </p:nvSpPr>
        <p:spPr>
          <a:xfrm>
            <a:off x="6060612" y="1955748"/>
            <a:ext cx="1491651" cy="259686"/>
          </a:xfrm>
          <a:prstGeom prst="rect">
            <a:avLst/>
          </a:prstGeom>
        </p:spPr>
        <p:txBody>
          <a:bodyPr vert="horz" wrap="square" lIns="0" tIns="13335" rIns="0" bIns="0" rtlCol="0" anchor="t">
            <a:spAutoFit/>
          </a:bodyPr>
          <a:lstStyle/>
          <a:p>
            <a:pPr marL="12700">
              <a:lnSpc>
                <a:spcPct val="100000"/>
              </a:lnSpc>
              <a:spcBef>
                <a:spcPts val="105"/>
              </a:spcBef>
            </a:pPr>
            <a:r>
              <a:rPr sz="1600" b="1" spc="-75">
                <a:solidFill>
                  <a:srgbClr val="434343"/>
                </a:solidFill>
                <a:latin typeface="Verdana"/>
                <a:cs typeface="Verdana"/>
              </a:rPr>
              <a:t>Good</a:t>
            </a:r>
            <a:r>
              <a:rPr sz="1600" b="1" spc="-180">
                <a:solidFill>
                  <a:srgbClr val="434343"/>
                </a:solidFill>
                <a:latin typeface="Verdana"/>
                <a:cs typeface="Verdana"/>
              </a:rPr>
              <a:t> </a:t>
            </a:r>
            <a:r>
              <a:rPr sz="1600" b="1" spc="-45">
                <a:solidFill>
                  <a:srgbClr val="434343"/>
                </a:solidFill>
                <a:latin typeface="Verdana"/>
                <a:cs typeface="Verdana"/>
              </a:rPr>
              <a:t>Model</a:t>
            </a:r>
            <a:endParaRPr lang="en-US" sz="1600">
              <a:latin typeface="Verdana"/>
              <a:ea typeface="Verdana"/>
              <a:cs typeface="Verdana"/>
            </a:endParaRPr>
          </a:p>
        </p:txBody>
      </p:sp>
      <p:sp>
        <p:nvSpPr>
          <p:cNvPr id="54" name="Title 53">
            <a:extLst>
              <a:ext uri="{FF2B5EF4-FFF2-40B4-BE49-F238E27FC236}">
                <a16:creationId xmlns:a16="http://schemas.microsoft.com/office/drawing/2014/main" id="{9282DB68-6121-5042-5889-D68CFF6B6511}"/>
              </a:ext>
            </a:extLst>
          </p:cNvPr>
          <p:cNvSpPr>
            <a:spLocks noGrp="1"/>
          </p:cNvSpPr>
          <p:nvPr>
            <p:ph type="title"/>
          </p:nvPr>
        </p:nvSpPr>
        <p:spPr/>
        <p:txBody>
          <a:bodyPr>
            <a:normAutofit fontScale="90000"/>
          </a:bodyPr>
          <a:lstStyle/>
          <a:p>
            <a:br>
              <a:rPr lang="en-US">
                <a:solidFill>
                  <a:schemeClr val="bg1"/>
                </a:solidFill>
                <a:ea typeface="Calibri"/>
                <a:cs typeface="Calibri"/>
              </a:rPr>
            </a:br>
            <a:r>
              <a:rPr lang="en-US">
                <a:solidFill>
                  <a:schemeClr val="bg1"/>
                </a:solidFill>
                <a:ea typeface="Calibri"/>
                <a:cs typeface="Calibri"/>
              </a:rPr>
              <a:t>Machine Learning</a:t>
            </a:r>
          </a:p>
          <a:p>
            <a:endParaRPr lang="en-US">
              <a:solidFill>
                <a:schemeClr val="bg1"/>
              </a:solidFill>
              <a:ea typeface="Calibri"/>
              <a:cs typeface="Calibri"/>
            </a:endParaRPr>
          </a:p>
        </p:txBody>
      </p:sp>
      <p:sp>
        <p:nvSpPr>
          <p:cNvPr id="2" name="TextBox 1">
            <a:extLst>
              <a:ext uri="{FF2B5EF4-FFF2-40B4-BE49-F238E27FC236}">
                <a16:creationId xmlns:a16="http://schemas.microsoft.com/office/drawing/2014/main" id="{4F977B91-002E-5127-39E4-F6214B0F0ED3}"/>
              </a:ext>
            </a:extLst>
          </p:cNvPr>
          <p:cNvSpPr txBox="1"/>
          <p:nvPr/>
        </p:nvSpPr>
        <p:spPr>
          <a:xfrm>
            <a:off x="956735" y="4783677"/>
            <a:ext cx="7747684"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a:ea typeface="+mn-lt"/>
                <a:cs typeface="+mn-lt"/>
              </a:rPr>
              <a:t>Overfit:</a:t>
            </a:r>
            <a:r>
              <a:rPr lang="en-US">
                <a:ea typeface="+mn-lt"/>
                <a:cs typeface="+mn-lt"/>
              </a:rPr>
              <a:t> Model learns noise, performs well on training but poorly on new data.</a:t>
            </a:r>
            <a:endParaRPr lang="en-US"/>
          </a:p>
          <a:p>
            <a:pPr marL="285750" indent="-285750">
              <a:buFont typeface="Arial"/>
              <a:buChar char="•"/>
            </a:pPr>
            <a:r>
              <a:rPr lang="en-US" b="1" dirty="0">
                <a:ea typeface="+mn-lt"/>
                <a:cs typeface="+mn-lt"/>
              </a:rPr>
              <a:t>Underfit:</a:t>
            </a:r>
            <a:r>
              <a:rPr lang="en-US" dirty="0">
                <a:ea typeface="+mn-lt"/>
                <a:cs typeface="+mn-lt"/>
              </a:rPr>
              <a:t> Model is too simple, fails to capture patterns in data.</a:t>
            </a:r>
            <a:endParaRPr lang="en-US" dirty="0"/>
          </a:p>
          <a:p>
            <a:pPr marL="285750" indent="-285750">
              <a:buFont typeface="Arial"/>
              <a:buChar char="•"/>
            </a:pPr>
            <a:r>
              <a:rPr lang="en-US" b="1" dirty="0">
                <a:ea typeface="+mn-lt"/>
                <a:cs typeface="+mn-lt"/>
              </a:rPr>
              <a:t>Good fit:</a:t>
            </a:r>
            <a:r>
              <a:rPr lang="en-US" dirty="0">
                <a:ea typeface="+mn-lt"/>
                <a:cs typeface="+mn-lt"/>
              </a:rPr>
              <a:t> Model generalizes well, balancing bias and variance.</a:t>
            </a:r>
            <a:endParaRPr lang="en-US" dirty="0"/>
          </a:p>
          <a:p>
            <a:pPr algn="l"/>
            <a:endParaRPr lang="en-US" dirty="0">
              <a:ea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055937" y="1902290"/>
            <a:ext cx="1996168" cy="3996655"/>
          </a:xfrm>
          <a:prstGeom prst="rect">
            <a:avLst/>
          </a:prstGeom>
        </p:spPr>
      </p:pic>
      <p:grpSp>
        <p:nvGrpSpPr>
          <p:cNvPr id="6" name="object 6"/>
          <p:cNvGrpSpPr/>
          <p:nvPr/>
        </p:nvGrpSpPr>
        <p:grpSpPr>
          <a:xfrm>
            <a:off x="650759" y="2246697"/>
            <a:ext cx="7539088" cy="3044879"/>
            <a:chOff x="408297" y="1083233"/>
            <a:chExt cx="8307458" cy="3808368"/>
          </a:xfrm>
        </p:grpSpPr>
        <p:pic>
          <p:nvPicPr>
            <p:cNvPr id="8" name="object 8"/>
            <p:cNvPicPr/>
            <p:nvPr/>
          </p:nvPicPr>
          <p:blipFill>
            <a:blip r:embed="rId3" cstate="print"/>
            <a:stretch>
              <a:fillRect/>
            </a:stretch>
          </p:blipFill>
          <p:spPr>
            <a:xfrm>
              <a:off x="408297" y="1083233"/>
              <a:ext cx="8307458" cy="3808368"/>
            </a:xfrm>
            <a:prstGeom prst="rect">
              <a:avLst/>
            </a:prstGeom>
          </p:spPr>
        </p:pic>
        <p:pic>
          <p:nvPicPr>
            <p:cNvPr id="7" name="object 7"/>
            <p:cNvPicPr/>
            <p:nvPr/>
          </p:nvPicPr>
          <p:blipFill>
            <a:blip r:embed="rId4" cstate="print"/>
            <a:stretch>
              <a:fillRect/>
            </a:stretch>
          </p:blipFill>
          <p:spPr>
            <a:xfrm>
              <a:off x="455163" y="1121333"/>
              <a:ext cx="1805558" cy="1201496"/>
            </a:xfrm>
            <a:prstGeom prst="rect">
              <a:avLst/>
            </a:prstGeom>
          </p:spPr>
        </p:pic>
      </p:grpSp>
      <p:sp>
        <p:nvSpPr>
          <p:cNvPr id="9" name="object 9"/>
          <p:cNvSpPr txBox="1"/>
          <p:nvPr/>
        </p:nvSpPr>
        <p:spPr>
          <a:xfrm>
            <a:off x="700615" y="3350742"/>
            <a:ext cx="1583515" cy="689291"/>
          </a:xfrm>
          <a:prstGeom prst="rect">
            <a:avLst/>
          </a:prstGeom>
        </p:spPr>
        <p:txBody>
          <a:bodyPr vert="horz" wrap="square" lIns="0" tIns="12065" rIns="0" bIns="0" rtlCol="0">
            <a:spAutoFit/>
          </a:bodyPr>
          <a:lstStyle/>
          <a:p>
            <a:pPr marL="56515">
              <a:lnSpc>
                <a:spcPct val="100000"/>
              </a:lnSpc>
              <a:spcBef>
                <a:spcPts val="95"/>
              </a:spcBef>
            </a:pPr>
            <a:r>
              <a:rPr sz="2200" b="1">
                <a:latin typeface="Arial"/>
                <a:cs typeface="Arial"/>
              </a:rPr>
              <a:t>Test</a:t>
            </a:r>
            <a:r>
              <a:rPr sz="2200" b="1" spc="-125">
                <a:latin typeface="Arial"/>
                <a:cs typeface="Arial"/>
              </a:rPr>
              <a:t> </a:t>
            </a:r>
            <a:r>
              <a:rPr sz="2200" b="1" spc="-10">
                <a:latin typeface="Arial"/>
                <a:cs typeface="Arial"/>
              </a:rPr>
              <a:t>Image</a:t>
            </a:r>
            <a:endParaRPr sz="2200">
              <a:latin typeface="Arial"/>
              <a:cs typeface="Arial"/>
            </a:endParaRPr>
          </a:p>
          <a:p>
            <a:pPr marL="12700">
              <a:lnSpc>
                <a:spcPct val="100000"/>
              </a:lnSpc>
              <a:spcBef>
                <a:spcPts val="5"/>
              </a:spcBef>
            </a:pPr>
            <a:r>
              <a:rPr sz="2200" b="1">
                <a:latin typeface="Arial"/>
                <a:cs typeface="Arial"/>
              </a:rPr>
              <a:t>from</a:t>
            </a:r>
            <a:r>
              <a:rPr sz="2200" b="1" spc="-120">
                <a:latin typeface="Arial"/>
                <a:cs typeface="Arial"/>
              </a:rPr>
              <a:t> </a:t>
            </a:r>
            <a:r>
              <a:rPr sz="2200" b="1" spc="-10">
                <a:latin typeface="Arial"/>
                <a:cs typeface="Arial"/>
              </a:rPr>
              <a:t>X_test</a:t>
            </a:r>
            <a:endParaRPr sz="2200">
              <a:latin typeface="Arial"/>
              <a:cs typeface="Arial"/>
            </a:endParaRPr>
          </a:p>
        </p:txBody>
      </p:sp>
      <p:sp>
        <p:nvSpPr>
          <p:cNvPr id="10" name="object 10"/>
          <p:cNvSpPr txBox="1"/>
          <p:nvPr/>
        </p:nvSpPr>
        <p:spPr>
          <a:xfrm>
            <a:off x="584978" y="4149956"/>
            <a:ext cx="1819735" cy="1359346"/>
          </a:xfrm>
          <a:prstGeom prst="rect">
            <a:avLst/>
          </a:prstGeom>
        </p:spPr>
        <p:txBody>
          <a:bodyPr vert="horz" wrap="square" lIns="0" tIns="175260" rIns="0" bIns="0" rtlCol="0" anchor="t">
            <a:spAutoFit/>
          </a:bodyPr>
          <a:lstStyle/>
          <a:p>
            <a:pPr algn="ctr">
              <a:lnSpc>
                <a:spcPct val="100000"/>
              </a:lnSpc>
              <a:spcBef>
                <a:spcPts val="1380"/>
              </a:spcBef>
            </a:pPr>
            <a:r>
              <a:rPr sz="2200" spc="-25">
                <a:latin typeface="Tahoma"/>
                <a:cs typeface="Tahoma"/>
              </a:rPr>
              <a:t>DOG</a:t>
            </a:r>
            <a:endParaRPr sz="2200">
              <a:latin typeface="Tahoma"/>
              <a:cs typeface="Tahoma"/>
            </a:endParaRPr>
          </a:p>
          <a:p>
            <a:pPr algn="ctr">
              <a:lnSpc>
                <a:spcPct val="100000"/>
              </a:lnSpc>
              <a:spcBef>
                <a:spcPts val="1280"/>
              </a:spcBef>
            </a:pPr>
            <a:r>
              <a:rPr sz="2200" b="1">
                <a:latin typeface="Arial"/>
                <a:cs typeface="Arial"/>
              </a:rPr>
              <a:t>Correct</a:t>
            </a:r>
            <a:r>
              <a:rPr sz="2200" b="1" spc="-145">
                <a:latin typeface="Arial"/>
                <a:cs typeface="Arial"/>
              </a:rPr>
              <a:t> </a:t>
            </a:r>
            <a:r>
              <a:rPr sz="2200" b="1" spc="-10">
                <a:latin typeface="Arial"/>
                <a:cs typeface="Arial"/>
              </a:rPr>
              <a:t>Label</a:t>
            </a:r>
            <a:endParaRPr sz="2200">
              <a:latin typeface="Arial"/>
              <a:cs typeface="Arial"/>
            </a:endParaRPr>
          </a:p>
          <a:p>
            <a:pPr marL="1905" algn="ctr">
              <a:lnSpc>
                <a:spcPct val="100000"/>
              </a:lnSpc>
            </a:pPr>
            <a:r>
              <a:rPr sz="2200" b="1">
                <a:latin typeface="Arial"/>
                <a:cs typeface="Arial"/>
              </a:rPr>
              <a:t>from</a:t>
            </a:r>
            <a:r>
              <a:rPr sz="2200" b="1" spc="-90">
                <a:latin typeface="Arial"/>
                <a:cs typeface="Arial"/>
              </a:rPr>
              <a:t> </a:t>
            </a:r>
            <a:r>
              <a:rPr sz="2200" b="1" spc="-10">
                <a:latin typeface="Arial"/>
                <a:cs typeface="Arial"/>
              </a:rPr>
              <a:t>y_test</a:t>
            </a:r>
            <a:endParaRPr sz="2200">
              <a:latin typeface="Arial"/>
              <a:cs typeface="Arial"/>
            </a:endParaRPr>
          </a:p>
        </p:txBody>
      </p:sp>
      <p:sp>
        <p:nvSpPr>
          <p:cNvPr id="11" name="object 11"/>
          <p:cNvSpPr txBox="1"/>
          <p:nvPr/>
        </p:nvSpPr>
        <p:spPr>
          <a:xfrm>
            <a:off x="3517653" y="2969439"/>
            <a:ext cx="1816560" cy="936154"/>
          </a:xfrm>
          <a:prstGeom prst="rect">
            <a:avLst/>
          </a:prstGeom>
        </p:spPr>
        <p:txBody>
          <a:bodyPr vert="horz" wrap="square" lIns="0" tIns="12700" rIns="0" bIns="0" rtlCol="0">
            <a:spAutoFit/>
          </a:bodyPr>
          <a:lstStyle/>
          <a:p>
            <a:pPr marL="155575" marR="5080" indent="-143510">
              <a:lnSpc>
                <a:spcPct val="100000"/>
              </a:lnSpc>
              <a:spcBef>
                <a:spcPts val="100"/>
              </a:spcBef>
            </a:pPr>
            <a:r>
              <a:rPr sz="3000" spc="-10">
                <a:latin typeface="Verdana"/>
                <a:cs typeface="Verdana"/>
              </a:rPr>
              <a:t>TRAINED </a:t>
            </a:r>
            <a:r>
              <a:rPr sz="3000" spc="145">
                <a:latin typeface="Verdana"/>
                <a:cs typeface="Verdana"/>
              </a:rPr>
              <a:t>MODEL</a:t>
            </a:r>
            <a:endParaRPr sz="3000">
              <a:latin typeface="Verdana"/>
              <a:cs typeface="Verdana"/>
            </a:endParaRPr>
          </a:p>
        </p:txBody>
      </p:sp>
      <p:sp>
        <p:nvSpPr>
          <p:cNvPr id="12" name="object 12"/>
          <p:cNvSpPr txBox="1"/>
          <p:nvPr/>
        </p:nvSpPr>
        <p:spPr>
          <a:xfrm>
            <a:off x="6056871" y="3304091"/>
            <a:ext cx="1800050" cy="1233030"/>
          </a:xfrm>
          <a:prstGeom prst="rect">
            <a:avLst/>
          </a:prstGeom>
        </p:spPr>
        <p:txBody>
          <a:bodyPr vert="horz" wrap="square" lIns="0" tIns="12065" rIns="0" bIns="0" rtlCol="0">
            <a:spAutoFit/>
          </a:bodyPr>
          <a:lstStyle/>
          <a:p>
            <a:pPr marL="548005">
              <a:lnSpc>
                <a:spcPct val="100000"/>
              </a:lnSpc>
              <a:spcBef>
                <a:spcPts val="95"/>
              </a:spcBef>
            </a:pPr>
            <a:r>
              <a:rPr sz="2200" spc="-25">
                <a:latin typeface="Tahoma"/>
                <a:cs typeface="Tahoma"/>
              </a:rPr>
              <a:t>DOG</a:t>
            </a:r>
            <a:endParaRPr sz="2200">
              <a:latin typeface="Tahoma"/>
              <a:cs typeface="Tahoma"/>
            </a:endParaRPr>
          </a:p>
          <a:p>
            <a:pPr marL="12700">
              <a:lnSpc>
                <a:spcPct val="100000"/>
              </a:lnSpc>
              <a:spcBef>
                <a:spcPts val="1605"/>
              </a:spcBef>
            </a:pPr>
            <a:r>
              <a:rPr sz="2200" b="1" spc="-20">
                <a:latin typeface="Arial"/>
                <a:cs typeface="Arial"/>
              </a:rPr>
              <a:t>Prediction</a:t>
            </a:r>
            <a:r>
              <a:rPr sz="2200" b="1" spc="-85">
                <a:latin typeface="Arial"/>
                <a:cs typeface="Arial"/>
              </a:rPr>
              <a:t> </a:t>
            </a:r>
            <a:r>
              <a:rPr sz="2200" b="1" spc="-25">
                <a:latin typeface="Arial"/>
                <a:cs typeface="Arial"/>
              </a:rPr>
              <a:t>on</a:t>
            </a:r>
            <a:endParaRPr sz="2200">
              <a:latin typeface="Arial"/>
              <a:cs typeface="Arial"/>
            </a:endParaRPr>
          </a:p>
          <a:p>
            <a:pPr marL="165100">
              <a:lnSpc>
                <a:spcPct val="100000"/>
              </a:lnSpc>
              <a:spcBef>
                <a:spcPts val="5"/>
              </a:spcBef>
            </a:pPr>
            <a:r>
              <a:rPr sz="2200" b="1">
                <a:latin typeface="Arial"/>
                <a:cs typeface="Arial"/>
              </a:rPr>
              <a:t>Test</a:t>
            </a:r>
            <a:r>
              <a:rPr sz="2200" b="1" spc="-150">
                <a:latin typeface="Arial"/>
                <a:cs typeface="Arial"/>
              </a:rPr>
              <a:t> </a:t>
            </a:r>
            <a:r>
              <a:rPr sz="2200" b="1" spc="-10">
                <a:latin typeface="Arial"/>
                <a:cs typeface="Arial"/>
              </a:rPr>
              <a:t>Image</a:t>
            </a:r>
            <a:endParaRPr sz="2200">
              <a:latin typeface="Arial"/>
              <a:cs typeface="Arial"/>
            </a:endParaRPr>
          </a:p>
        </p:txBody>
      </p:sp>
      <p:sp>
        <p:nvSpPr>
          <p:cNvPr id="13" name="object 13"/>
          <p:cNvSpPr txBox="1"/>
          <p:nvPr/>
        </p:nvSpPr>
        <p:spPr>
          <a:xfrm>
            <a:off x="3323171" y="4686774"/>
            <a:ext cx="4875640" cy="1033616"/>
          </a:xfrm>
          <a:prstGeom prst="rect">
            <a:avLst/>
          </a:prstGeom>
        </p:spPr>
        <p:txBody>
          <a:bodyPr vert="horz" wrap="square" lIns="0" tIns="12700" rIns="0" bIns="0" rtlCol="0">
            <a:spAutoFit/>
          </a:bodyPr>
          <a:lstStyle/>
          <a:p>
            <a:pPr algn="ctr">
              <a:lnSpc>
                <a:spcPct val="100000"/>
              </a:lnSpc>
              <a:spcBef>
                <a:spcPts val="100"/>
              </a:spcBef>
            </a:pPr>
            <a:r>
              <a:rPr sz="2600">
                <a:latin typeface="Tahoma"/>
                <a:cs typeface="Tahoma"/>
              </a:rPr>
              <a:t>DOG</a:t>
            </a:r>
            <a:r>
              <a:rPr sz="2600" spc="-135">
                <a:latin typeface="Tahoma"/>
                <a:cs typeface="Tahoma"/>
              </a:rPr>
              <a:t> </a:t>
            </a:r>
            <a:r>
              <a:rPr sz="2600" spc="-235">
                <a:latin typeface="Tahoma"/>
                <a:cs typeface="Tahoma"/>
              </a:rPr>
              <a:t>==</a:t>
            </a:r>
            <a:r>
              <a:rPr sz="2600" spc="-140">
                <a:latin typeface="Tahoma"/>
                <a:cs typeface="Tahoma"/>
              </a:rPr>
              <a:t> </a:t>
            </a:r>
            <a:r>
              <a:rPr sz="2600">
                <a:latin typeface="Tahoma"/>
                <a:cs typeface="Tahoma"/>
              </a:rPr>
              <a:t>DOG</a:t>
            </a:r>
            <a:r>
              <a:rPr sz="2600" spc="-120">
                <a:latin typeface="Tahoma"/>
                <a:cs typeface="Tahoma"/>
              </a:rPr>
              <a:t> </a:t>
            </a:r>
            <a:r>
              <a:rPr sz="2600" spc="45">
                <a:latin typeface="Tahoma"/>
                <a:cs typeface="Tahoma"/>
              </a:rPr>
              <a:t>?</a:t>
            </a:r>
            <a:endParaRPr sz="2600">
              <a:latin typeface="Tahoma"/>
              <a:cs typeface="Tahoma"/>
            </a:endParaRPr>
          </a:p>
          <a:p>
            <a:pPr algn="ctr">
              <a:lnSpc>
                <a:spcPct val="100000"/>
              </a:lnSpc>
              <a:spcBef>
                <a:spcPts val="2170"/>
              </a:spcBef>
            </a:pPr>
            <a:r>
              <a:rPr sz="2200" b="1" spc="-55">
                <a:latin typeface="Arial"/>
                <a:cs typeface="Arial"/>
              </a:rPr>
              <a:t>Compare</a:t>
            </a:r>
            <a:r>
              <a:rPr sz="2200" b="1" spc="-75">
                <a:latin typeface="Arial"/>
                <a:cs typeface="Arial"/>
              </a:rPr>
              <a:t> </a:t>
            </a:r>
            <a:r>
              <a:rPr sz="2200" b="1" spc="-10">
                <a:latin typeface="Arial"/>
                <a:cs typeface="Arial"/>
              </a:rPr>
              <a:t>Prediction</a:t>
            </a:r>
            <a:r>
              <a:rPr sz="2200" b="1" spc="-85">
                <a:latin typeface="Arial"/>
                <a:cs typeface="Arial"/>
              </a:rPr>
              <a:t> </a:t>
            </a:r>
            <a:r>
              <a:rPr sz="2200" b="1">
                <a:latin typeface="Arial"/>
                <a:cs typeface="Arial"/>
              </a:rPr>
              <a:t>to</a:t>
            </a:r>
            <a:r>
              <a:rPr sz="2200" b="1" spc="-85">
                <a:latin typeface="Arial"/>
                <a:cs typeface="Arial"/>
              </a:rPr>
              <a:t> </a:t>
            </a:r>
            <a:r>
              <a:rPr sz="2200" b="1" spc="-10">
                <a:latin typeface="Arial"/>
                <a:cs typeface="Arial"/>
              </a:rPr>
              <a:t>Correct</a:t>
            </a:r>
            <a:r>
              <a:rPr sz="2200" b="1" spc="-95">
                <a:latin typeface="Arial"/>
                <a:cs typeface="Arial"/>
              </a:rPr>
              <a:t> </a:t>
            </a:r>
            <a:r>
              <a:rPr sz="2200" b="1" spc="-10">
                <a:latin typeface="Arial"/>
                <a:cs typeface="Arial"/>
              </a:rPr>
              <a:t>Label</a:t>
            </a:r>
            <a:endParaRPr sz="2200">
              <a:latin typeface="Arial"/>
              <a:cs typeface="Arial"/>
            </a:endParaRPr>
          </a:p>
        </p:txBody>
      </p:sp>
      <p:pic>
        <p:nvPicPr>
          <p:cNvPr id="15" name="Picture 14" descr="A blue rectangular object with white border&#10;&#10;AI-generated content may be incorrect.">
            <a:extLst>
              <a:ext uri="{FF2B5EF4-FFF2-40B4-BE49-F238E27FC236}">
                <a16:creationId xmlns:a16="http://schemas.microsoft.com/office/drawing/2014/main" id="{D063C103-7C38-B8F7-9F55-19B137352A9B}"/>
              </a:ext>
            </a:extLst>
          </p:cNvPr>
          <p:cNvPicPr>
            <a:picLocks noChangeAspect="1"/>
          </p:cNvPicPr>
          <p:nvPr/>
        </p:nvPicPr>
        <p:blipFill>
          <a:blip r:embed="rId5"/>
          <a:stretch>
            <a:fillRect/>
          </a:stretch>
        </p:blipFill>
        <p:spPr>
          <a:xfrm>
            <a:off x="701631" y="5977555"/>
            <a:ext cx="6981825" cy="85725"/>
          </a:xfrm>
          <a:prstGeom prst="rect">
            <a:avLst/>
          </a:prstGeom>
        </p:spPr>
      </p:pic>
      <p:sp>
        <p:nvSpPr>
          <p:cNvPr id="14" name="Title 53">
            <a:extLst>
              <a:ext uri="{FF2B5EF4-FFF2-40B4-BE49-F238E27FC236}">
                <a16:creationId xmlns:a16="http://schemas.microsoft.com/office/drawing/2014/main" id="{2FDB6A53-BE4C-C516-D8EE-5B60747DCD88}"/>
              </a:ext>
            </a:extLst>
          </p:cNvPr>
          <p:cNvSpPr>
            <a:spLocks noGrp="1"/>
          </p:cNvSpPr>
          <p:nvPr>
            <p:ph type="title"/>
          </p:nvPr>
        </p:nvSpPr>
        <p:spPr>
          <a:xfrm>
            <a:off x="457200" y="274638"/>
            <a:ext cx="8229600" cy="1143000"/>
          </a:xfrm>
        </p:spPr>
        <p:txBody>
          <a:bodyPr vert="horz" lIns="91440" tIns="45720" rIns="91440" bIns="45720" rtlCol="0" anchor="ctr">
            <a:noAutofit/>
          </a:bodyPr>
          <a:lstStyle/>
          <a:p>
            <a:br>
              <a:rPr lang="en-US" sz="3600" dirty="0">
                <a:ea typeface="Calibri"/>
                <a:cs typeface="Calibri"/>
              </a:rPr>
            </a:br>
            <a:br>
              <a:rPr lang="en-US" sz="3600" dirty="0">
                <a:ea typeface="Calibri"/>
                <a:cs typeface="Calibri"/>
              </a:rPr>
            </a:br>
            <a:r>
              <a:rPr lang="en-US" sz="3600" dirty="0">
                <a:solidFill>
                  <a:schemeClr val="bg1"/>
                </a:solidFill>
                <a:ea typeface="Calibri"/>
                <a:cs typeface="Calibri"/>
              </a:rPr>
              <a:t>Model Evaluation (classification Problem)</a:t>
            </a:r>
          </a:p>
          <a:p>
            <a:endParaRPr lang="en-US" sz="3600" dirty="0">
              <a:ea typeface="Calibri"/>
              <a:cs typeface="Calibri"/>
            </a:endParaRPr>
          </a:p>
          <a:p>
            <a:endParaRPr lang="en-US" sz="3600" dirty="0">
              <a:solidFill>
                <a:schemeClr val="bg1"/>
              </a:solidFill>
              <a:ea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157087" y="1624884"/>
            <a:ext cx="1986913" cy="4052184"/>
          </a:xfrm>
          <a:prstGeom prst="rect">
            <a:avLst/>
          </a:prstGeom>
        </p:spPr>
      </p:pic>
      <p:grpSp>
        <p:nvGrpSpPr>
          <p:cNvPr id="6" name="object 6"/>
          <p:cNvGrpSpPr/>
          <p:nvPr/>
        </p:nvGrpSpPr>
        <p:grpSpPr>
          <a:xfrm>
            <a:off x="340449" y="1619836"/>
            <a:ext cx="8310436" cy="3623651"/>
            <a:chOff x="388289" y="1109985"/>
            <a:chExt cx="8399026" cy="3194510"/>
          </a:xfrm>
        </p:grpSpPr>
        <p:pic>
          <p:nvPicPr>
            <p:cNvPr id="7" name="object 7"/>
            <p:cNvPicPr/>
            <p:nvPr/>
          </p:nvPicPr>
          <p:blipFill>
            <a:blip r:embed="rId3" cstate="print"/>
            <a:stretch>
              <a:fillRect/>
            </a:stretch>
          </p:blipFill>
          <p:spPr>
            <a:xfrm>
              <a:off x="388289" y="1121333"/>
              <a:ext cx="1805558" cy="1201496"/>
            </a:xfrm>
            <a:prstGeom prst="rect">
              <a:avLst/>
            </a:prstGeom>
          </p:spPr>
        </p:pic>
        <p:pic>
          <p:nvPicPr>
            <p:cNvPr id="8" name="object 8"/>
            <p:cNvPicPr/>
            <p:nvPr/>
          </p:nvPicPr>
          <p:blipFill>
            <a:blip r:embed="rId4" cstate="print"/>
            <a:stretch>
              <a:fillRect/>
            </a:stretch>
          </p:blipFill>
          <p:spPr>
            <a:xfrm>
              <a:off x="421749" y="1109985"/>
              <a:ext cx="8365566" cy="3194510"/>
            </a:xfrm>
            <a:prstGeom prst="rect">
              <a:avLst/>
            </a:prstGeom>
          </p:spPr>
        </p:pic>
      </p:grpSp>
      <p:sp>
        <p:nvSpPr>
          <p:cNvPr id="9" name="object 9"/>
          <p:cNvSpPr txBox="1"/>
          <p:nvPr/>
        </p:nvSpPr>
        <p:spPr>
          <a:xfrm>
            <a:off x="494014" y="3039755"/>
            <a:ext cx="1565005" cy="689291"/>
          </a:xfrm>
          <a:prstGeom prst="rect">
            <a:avLst/>
          </a:prstGeom>
        </p:spPr>
        <p:txBody>
          <a:bodyPr vert="horz" wrap="square" lIns="0" tIns="12065" rIns="0" bIns="0" rtlCol="0">
            <a:spAutoFit/>
          </a:bodyPr>
          <a:lstStyle/>
          <a:p>
            <a:pPr marL="56515">
              <a:lnSpc>
                <a:spcPct val="100000"/>
              </a:lnSpc>
              <a:spcBef>
                <a:spcPts val="95"/>
              </a:spcBef>
            </a:pPr>
            <a:r>
              <a:rPr sz="2200" b="1">
                <a:latin typeface="Arial"/>
                <a:cs typeface="Arial"/>
              </a:rPr>
              <a:t>Test</a:t>
            </a:r>
            <a:r>
              <a:rPr sz="2200" b="1" spc="-125">
                <a:latin typeface="Arial"/>
                <a:cs typeface="Arial"/>
              </a:rPr>
              <a:t> </a:t>
            </a:r>
            <a:r>
              <a:rPr sz="2200" b="1" spc="-10">
                <a:latin typeface="Arial"/>
                <a:cs typeface="Arial"/>
              </a:rPr>
              <a:t>Image</a:t>
            </a:r>
            <a:endParaRPr sz="2200">
              <a:latin typeface="Arial"/>
              <a:cs typeface="Arial"/>
            </a:endParaRPr>
          </a:p>
          <a:p>
            <a:pPr marL="12700">
              <a:lnSpc>
                <a:spcPct val="100000"/>
              </a:lnSpc>
              <a:spcBef>
                <a:spcPts val="5"/>
              </a:spcBef>
            </a:pPr>
            <a:r>
              <a:rPr sz="2200" b="1">
                <a:latin typeface="Arial"/>
                <a:cs typeface="Arial"/>
              </a:rPr>
              <a:t>from</a:t>
            </a:r>
            <a:r>
              <a:rPr sz="2200" b="1" spc="-120">
                <a:latin typeface="Arial"/>
                <a:cs typeface="Arial"/>
              </a:rPr>
              <a:t> </a:t>
            </a:r>
            <a:r>
              <a:rPr sz="2200" b="1" spc="-10">
                <a:latin typeface="Arial"/>
                <a:cs typeface="Arial"/>
              </a:rPr>
              <a:t>X_test</a:t>
            </a:r>
            <a:endParaRPr sz="2200">
              <a:latin typeface="Arial"/>
              <a:cs typeface="Arial"/>
            </a:endParaRPr>
          </a:p>
        </p:txBody>
      </p:sp>
      <p:sp>
        <p:nvSpPr>
          <p:cNvPr id="10" name="object 10"/>
          <p:cNvSpPr txBox="1"/>
          <p:nvPr/>
        </p:nvSpPr>
        <p:spPr>
          <a:xfrm>
            <a:off x="376002" y="3885901"/>
            <a:ext cx="1810480" cy="1359346"/>
          </a:xfrm>
          <a:prstGeom prst="rect">
            <a:avLst/>
          </a:prstGeom>
        </p:spPr>
        <p:txBody>
          <a:bodyPr vert="horz" wrap="square" lIns="0" tIns="175260" rIns="0" bIns="0" rtlCol="0">
            <a:spAutoFit/>
          </a:bodyPr>
          <a:lstStyle/>
          <a:p>
            <a:pPr algn="ctr">
              <a:lnSpc>
                <a:spcPct val="100000"/>
              </a:lnSpc>
              <a:spcBef>
                <a:spcPts val="1380"/>
              </a:spcBef>
            </a:pPr>
            <a:r>
              <a:rPr sz="2200" spc="-25">
                <a:latin typeface="Tahoma"/>
                <a:cs typeface="Tahoma"/>
              </a:rPr>
              <a:t>DOG</a:t>
            </a:r>
            <a:endParaRPr sz="2200">
              <a:latin typeface="Tahoma"/>
              <a:cs typeface="Tahoma"/>
            </a:endParaRPr>
          </a:p>
          <a:p>
            <a:pPr algn="ctr">
              <a:lnSpc>
                <a:spcPct val="100000"/>
              </a:lnSpc>
              <a:spcBef>
                <a:spcPts val="1280"/>
              </a:spcBef>
            </a:pPr>
            <a:r>
              <a:rPr sz="2200" b="1">
                <a:latin typeface="Arial"/>
                <a:cs typeface="Arial"/>
              </a:rPr>
              <a:t>Correct</a:t>
            </a:r>
            <a:r>
              <a:rPr sz="2200" b="1" spc="-145">
                <a:latin typeface="Arial"/>
                <a:cs typeface="Arial"/>
              </a:rPr>
              <a:t> </a:t>
            </a:r>
            <a:r>
              <a:rPr sz="2200" b="1" spc="-10">
                <a:latin typeface="Arial"/>
                <a:cs typeface="Arial"/>
              </a:rPr>
              <a:t>Label</a:t>
            </a:r>
            <a:endParaRPr sz="2200">
              <a:latin typeface="Arial"/>
              <a:cs typeface="Arial"/>
            </a:endParaRPr>
          </a:p>
          <a:p>
            <a:pPr marL="1905" algn="ctr">
              <a:lnSpc>
                <a:spcPct val="100000"/>
              </a:lnSpc>
            </a:pPr>
            <a:r>
              <a:rPr sz="2200" b="1">
                <a:latin typeface="Arial"/>
                <a:cs typeface="Arial"/>
              </a:rPr>
              <a:t>from</a:t>
            </a:r>
            <a:r>
              <a:rPr sz="2200" b="1" spc="-90">
                <a:latin typeface="Arial"/>
                <a:cs typeface="Arial"/>
              </a:rPr>
              <a:t> </a:t>
            </a:r>
            <a:r>
              <a:rPr sz="2200" b="1" spc="-10">
                <a:latin typeface="Arial"/>
                <a:cs typeface="Arial"/>
              </a:rPr>
              <a:t>y_test</a:t>
            </a:r>
            <a:endParaRPr sz="2200">
              <a:latin typeface="Arial"/>
              <a:cs typeface="Arial"/>
            </a:endParaRPr>
          </a:p>
        </p:txBody>
      </p:sp>
      <p:sp>
        <p:nvSpPr>
          <p:cNvPr id="11" name="object 11"/>
          <p:cNvSpPr txBox="1"/>
          <p:nvPr/>
        </p:nvSpPr>
        <p:spPr>
          <a:xfrm>
            <a:off x="3668764" y="2572370"/>
            <a:ext cx="1807305" cy="936154"/>
          </a:xfrm>
          <a:prstGeom prst="rect">
            <a:avLst/>
          </a:prstGeom>
        </p:spPr>
        <p:txBody>
          <a:bodyPr vert="horz" wrap="square" lIns="0" tIns="12700" rIns="0" bIns="0" rtlCol="0">
            <a:spAutoFit/>
          </a:bodyPr>
          <a:lstStyle/>
          <a:p>
            <a:pPr marL="155575" marR="5080" indent="-143510">
              <a:lnSpc>
                <a:spcPct val="100000"/>
              </a:lnSpc>
              <a:spcBef>
                <a:spcPts val="100"/>
              </a:spcBef>
            </a:pPr>
            <a:r>
              <a:rPr sz="3000" spc="-10">
                <a:latin typeface="Verdana"/>
                <a:cs typeface="Verdana"/>
              </a:rPr>
              <a:t>TRAINED </a:t>
            </a:r>
            <a:r>
              <a:rPr sz="3000" spc="145">
                <a:latin typeface="Verdana"/>
                <a:cs typeface="Verdana"/>
              </a:rPr>
              <a:t>MODEL</a:t>
            </a:r>
            <a:endParaRPr sz="3000">
              <a:latin typeface="Verdana"/>
              <a:cs typeface="Verdana"/>
            </a:endParaRPr>
          </a:p>
        </p:txBody>
      </p:sp>
      <p:sp>
        <p:nvSpPr>
          <p:cNvPr id="12" name="object 12"/>
          <p:cNvSpPr txBox="1"/>
          <p:nvPr/>
        </p:nvSpPr>
        <p:spPr>
          <a:xfrm>
            <a:off x="6473143" y="2862468"/>
            <a:ext cx="1790795" cy="1233030"/>
          </a:xfrm>
          <a:prstGeom prst="rect">
            <a:avLst/>
          </a:prstGeom>
        </p:spPr>
        <p:txBody>
          <a:bodyPr vert="horz" wrap="square" lIns="0" tIns="12065" rIns="0" bIns="0" rtlCol="0">
            <a:spAutoFit/>
          </a:bodyPr>
          <a:lstStyle/>
          <a:p>
            <a:pPr marL="575310">
              <a:lnSpc>
                <a:spcPct val="100000"/>
              </a:lnSpc>
              <a:spcBef>
                <a:spcPts val="95"/>
              </a:spcBef>
            </a:pPr>
            <a:r>
              <a:rPr sz="2200" spc="45">
                <a:latin typeface="Tahoma"/>
                <a:cs typeface="Tahoma"/>
              </a:rPr>
              <a:t>CAT</a:t>
            </a:r>
            <a:endParaRPr sz="2200">
              <a:latin typeface="Tahoma"/>
              <a:cs typeface="Tahoma"/>
            </a:endParaRPr>
          </a:p>
          <a:p>
            <a:pPr marL="12700">
              <a:lnSpc>
                <a:spcPct val="100000"/>
              </a:lnSpc>
              <a:spcBef>
                <a:spcPts val="1605"/>
              </a:spcBef>
            </a:pPr>
            <a:r>
              <a:rPr sz="2200" b="1" spc="-20">
                <a:latin typeface="Arial"/>
                <a:cs typeface="Arial"/>
              </a:rPr>
              <a:t>Prediction</a:t>
            </a:r>
            <a:r>
              <a:rPr sz="2200" b="1" spc="-85">
                <a:latin typeface="Arial"/>
                <a:cs typeface="Arial"/>
              </a:rPr>
              <a:t> </a:t>
            </a:r>
            <a:r>
              <a:rPr sz="2200" b="1" spc="-25">
                <a:latin typeface="Arial"/>
                <a:cs typeface="Arial"/>
              </a:rPr>
              <a:t>on</a:t>
            </a:r>
            <a:endParaRPr sz="2200">
              <a:latin typeface="Arial"/>
              <a:cs typeface="Arial"/>
            </a:endParaRPr>
          </a:p>
          <a:p>
            <a:pPr marL="165100">
              <a:lnSpc>
                <a:spcPct val="100000"/>
              </a:lnSpc>
              <a:spcBef>
                <a:spcPts val="5"/>
              </a:spcBef>
            </a:pPr>
            <a:r>
              <a:rPr sz="2200" b="1">
                <a:latin typeface="Arial"/>
                <a:cs typeface="Arial"/>
              </a:rPr>
              <a:t>Test</a:t>
            </a:r>
            <a:r>
              <a:rPr sz="2200" b="1" spc="-150">
                <a:latin typeface="Arial"/>
                <a:cs typeface="Arial"/>
              </a:rPr>
              <a:t> </a:t>
            </a:r>
            <a:r>
              <a:rPr sz="2200" b="1" spc="-10">
                <a:latin typeface="Arial"/>
                <a:cs typeface="Arial"/>
              </a:rPr>
              <a:t>Image</a:t>
            </a:r>
            <a:endParaRPr sz="2200">
              <a:latin typeface="Arial"/>
              <a:cs typeface="Arial"/>
            </a:endParaRPr>
          </a:p>
        </p:txBody>
      </p:sp>
      <p:sp>
        <p:nvSpPr>
          <p:cNvPr id="13" name="object 13"/>
          <p:cNvSpPr txBox="1"/>
          <p:nvPr/>
        </p:nvSpPr>
        <p:spPr>
          <a:xfrm>
            <a:off x="3688214" y="4626763"/>
            <a:ext cx="4829365" cy="1033616"/>
          </a:xfrm>
          <a:prstGeom prst="rect">
            <a:avLst/>
          </a:prstGeom>
        </p:spPr>
        <p:txBody>
          <a:bodyPr vert="horz" wrap="square" lIns="0" tIns="12700" rIns="0" bIns="0" rtlCol="0">
            <a:spAutoFit/>
          </a:bodyPr>
          <a:lstStyle/>
          <a:p>
            <a:pPr algn="ctr">
              <a:lnSpc>
                <a:spcPct val="100000"/>
              </a:lnSpc>
              <a:spcBef>
                <a:spcPts val="100"/>
              </a:spcBef>
            </a:pPr>
            <a:r>
              <a:rPr sz="2600">
                <a:latin typeface="Tahoma"/>
                <a:cs typeface="Tahoma"/>
              </a:rPr>
              <a:t>DOG</a:t>
            </a:r>
            <a:r>
              <a:rPr sz="2600" spc="-170">
                <a:latin typeface="Tahoma"/>
                <a:cs typeface="Tahoma"/>
              </a:rPr>
              <a:t> </a:t>
            </a:r>
            <a:r>
              <a:rPr sz="2600" spc="-235">
                <a:latin typeface="Tahoma"/>
                <a:cs typeface="Tahoma"/>
              </a:rPr>
              <a:t>==</a:t>
            </a:r>
            <a:r>
              <a:rPr sz="2600" spc="-175">
                <a:latin typeface="Tahoma"/>
                <a:cs typeface="Tahoma"/>
              </a:rPr>
              <a:t> </a:t>
            </a:r>
            <a:r>
              <a:rPr sz="2600" spc="100">
                <a:latin typeface="Tahoma"/>
                <a:cs typeface="Tahoma"/>
              </a:rPr>
              <a:t>CAT</a:t>
            </a:r>
            <a:r>
              <a:rPr sz="2600" spc="-160">
                <a:latin typeface="Tahoma"/>
                <a:cs typeface="Tahoma"/>
              </a:rPr>
              <a:t> </a:t>
            </a:r>
            <a:r>
              <a:rPr sz="2600" spc="45">
                <a:latin typeface="Tahoma"/>
                <a:cs typeface="Tahoma"/>
              </a:rPr>
              <a:t>?</a:t>
            </a:r>
            <a:endParaRPr sz="2600">
              <a:latin typeface="Tahoma"/>
              <a:cs typeface="Tahoma"/>
            </a:endParaRPr>
          </a:p>
          <a:p>
            <a:pPr algn="ctr">
              <a:lnSpc>
                <a:spcPct val="100000"/>
              </a:lnSpc>
              <a:spcBef>
                <a:spcPts val="2170"/>
              </a:spcBef>
            </a:pPr>
            <a:r>
              <a:rPr sz="2200" b="1" spc="-55">
                <a:latin typeface="Arial"/>
                <a:cs typeface="Arial"/>
              </a:rPr>
              <a:t>Compare</a:t>
            </a:r>
            <a:r>
              <a:rPr sz="2200" b="1" spc="-75">
                <a:latin typeface="Arial"/>
                <a:cs typeface="Arial"/>
              </a:rPr>
              <a:t> </a:t>
            </a:r>
            <a:r>
              <a:rPr sz="2200" b="1" spc="-10">
                <a:latin typeface="Arial"/>
                <a:cs typeface="Arial"/>
              </a:rPr>
              <a:t>Prediction</a:t>
            </a:r>
            <a:r>
              <a:rPr sz="2200" b="1" spc="-85">
                <a:latin typeface="Arial"/>
                <a:cs typeface="Arial"/>
              </a:rPr>
              <a:t> </a:t>
            </a:r>
            <a:r>
              <a:rPr sz="2200" b="1">
                <a:latin typeface="Arial"/>
                <a:cs typeface="Arial"/>
              </a:rPr>
              <a:t>to</a:t>
            </a:r>
            <a:r>
              <a:rPr sz="2200" b="1" spc="-85">
                <a:latin typeface="Arial"/>
                <a:cs typeface="Arial"/>
              </a:rPr>
              <a:t> </a:t>
            </a:r>
            <a:r>
              <a:rPr sz="2200" b="1" spc="-10">
                <a:latin typeface="Arial"/>
                <a:cs typeface="Arial"/>
              </a:rPr>
              <a:t>Correct</a:t>
            </a:r>
            <a:r>
              <a:rPr sz="2200" b="1" spc="-95">
                <a:latin typeface="Arial"/>
                <a:cs typeface="Arial"/>
              </a:rPr>
              <a:t> </a:t>
            </a:r>
            <a:r>
              <a:rPr sz="2200" b="1" spc="-10">
                <a:latin typeface="Arial"/>
                <a:cs typeface="Arial"/>
              </a:rPr>
              <a:t>Label</a:t>
            </a:r>
            <a:endParaRPr sz="2200">
              <a:latin typeface="Arial"/>
              <a:cs typeface="Arial"/>
            </a:endParaRPr>
          </a:p>
        </p:txBody>
      </p:sp>
      <p:pic>
        <p:nvPicPr>
          <p:cNvPr id="15" name="Picture 14" descr="A blue rectangular object with white border&#10;&#10;AI-generated content may be incorrect.">
            <a:extLst>
              <a:ext uri="{FF2B5EF4-FFF2-40B4-BE49-F238E27FC236}">
                <a16:creationId xmlns:a16="http://schemas.microsoft.com/office/drawing/2014/main" id="{B4671BB0-DC39-B97E-3F4C-7C52681676EA}"/>
              </a:ext>
            </a:extLst>
          </p:cNvPr>
          <p:cNvPicPr>
            <a:picLocks noChangeAspect="1"/>
          </p:cNvPicPr>
          <p:nvPr/>
        </p:nvPicPr>
        <p:blipFill>
          <a:blip r:embed="rId5"/>
          <a:stretch>
            <a:fillRect/>
          </a:stretch>
        </p:blipFill>
        <p:spPr>
          <a:xfrm>
            <a:off x="766417" y="6153401"/>
            <a:ext cx="6981825" cy="85725"/>
          </a:xfrm>
          <a:prstGeom prst="rect">
            <a:avLst/>
          </a:prstGeom>
        </p:spPr>
      </p:pic>
      <p:sp>
        <p:nvSpPr>
          <p:cNvPr id="4" name="Title 3">
            <a:extLst>
              <a:ext uri="{FF2B5EF4-FFF2-40B4-BE49-F238E27FC236}">
                <a16:creationId xmlns:a16="http://schemas.microsoft.com/office/drawing/2014/main" id="{731DF9F7-35B6-1F05-5BE4-1FCE01367079}"/>
              </a:ext>
            </a:extLst>
          </p:cNvPr>
          <p:cNvSpPr>
            <a:spLocks noGrp="1"/>
          </p:cNvSpPr>
          <p:nvPr>
            <p:ph type="title"/>
          </p:nvPr>
        </p:nvSpPr>
        <p:spPr>
          <a:xfrm>
            <a:off x="406625" y="193717"/>
            <a:ext cx="8229600" cy="1143000"/>
          </a:xfrm>
        </p:spPr>
        <p:txBody>
          <a:bodyPr vert="horz" lIns="91440" tIns="45720" rIns="91440" bIns="45720" rtlCol="0" anchor="ctr">
            <a:noAutofit/>
          </a:bodyPr>
          <a:lstStyle/>
          <a:p>
            <a:br>
              <a:rPr lang="en-US" sz="3600" dirty="0">
                <a:ea typeface="Calibri"/>
                <a:cs typeface="Calibri"/>
              </a:rPr>
            </a:br>
            <a:br>
              <a:rPr lang="en-US" sz="3600" dirty="0">
                <a:ea typeface="Calibri"/>
                <a:cs typeface="Calibri"/>
              </a:rPr>
            </a:br>
            <a:r>
              <a:rPr lang="en-US" sz="3600" dirty="0">
                <a:solidFill>
                  <a:schemeClr val="bg1"/>
                </a:solidFill>
                <a:ea typeface="Calibri"/>
                <a:cs typeface="Calibri"/>
              </a:rPr>
              <a:t>Model Evaluation (classification Problem)</a:t>
            </a:r>
          </a:p>
          <a:p>
            <a:endParaRPr lang="en-US" sz="4000" dirty="0">
              <a:ea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175597" y="1754209"/>
            <a:ext cx="1968403" cy="4246540"/>
          </a:xfrm>
          <a:prstGeom prst="rect">
            <a:avLst/>
          </a:prstGeom>
        </p:spPr>
      </p:pic>
      <p:pic>
        <p:nvPicPr>
          <p:cNvPr id="4" name="object 4"/>
          <p:cNvPicPr/>
          <p:nvPr/>
        </p:nvPicPr>
        <p:blipFill>
          <a:blip r:embed="rId3" cstate="print"/>
          <a:stretch>
            <a:fillRect/>
          </a:stretch>
        </p:blipFill>
        <p:spPr>
          <a:xfrm>
            <a:off x="934739" y="617648"/>
            <a:ext cx="6867525" cy="857250"/>
          </a:xfrm>
          <a:prstGeom prst="rect">
            <a:avLst/>
          </a:prstGeom>
        </p:spPr>
      </p:pic>
      <p:pic>
        <p:nvPicPr>
          <p:cNvPr id="8" name="object 8"/>
          <p:cNvPicPr/>
          <p:nvPr/>
        </p:nvPicPr>
        <p:blipFill>
          <a:blip r:embed="rId4" cstate="print"/>
          <a:stretch>
            <a:fillRect/>
          </a:stretch>
        </p:blipFill>
        <p:spPr>
          <a:xfrm>
            <a:off x="1793076" y="1564761"/>
            <a:ext cx="6009208" cy="3005190"/>
          </a:xfrm>
          <a:prstGeom prst="rect">
            <a:avLst/>
          </a:prstGeom>
        </p:spPr>
      </p:pic>
      <p:sp>
        <p:nvSpPr>
          <p:cNvPr id="9" name="object 9"/>
          <p:cNvSpPr txBox="1">
            <a:spLocks noGrp="1"/>
          </p:cNvSpPr>
          <p:nvPr>
            <p:ph type="title"/>
          </p:nvPr>
        </p:nvSpPr>
        <p:spPr>
          <a:xfrm>
            <a:off x="354129" y="714518"/>
            <a:ext cx="8229600" cy="689932"/>
          </a:xfrm>
          <a:prstGeom prst="rect">
            <a:avLst/>
          </a:prstGeom>
        </p:spPr>
        <p:txBody>
          <a:bodyPr vert="horz" wrap="square" lIns="0" tIns="12700" rIns="0" bIns="0" rtlCol="0">
            <a:spAutoFit/>
          </a:bodyPr>
          <a:lstStyle/>
          <a:p>
            <a:pPr marL="79375">
              <a:lnSpc>
                <a:spcPct val="100000"/>
              </a:lnSpc>
              <a:spcBef>
                <a:spcPts val="100"/>
              </a:spcBef>
            </a:pPr>
            <a:r>
              <a:rPr>
                <a:solidFill>
                  <a:schemeClr val="bg1"/>
                </a:solidFill>
              </a:rPr>
              <a:t>Confusion</a:t>
            </a:r>
            <a:r>
              <a:rPr spc="25">
                <a:solidFill>
                  <a:schemeClr val="bg1"/>
                </a:solidFill>
              </a:rPr>
              <a:t> </a:t>
            </a:r>
            <a:r>
              <a:rPr spc="-10">
                <a:solidFill>
                  <a:schemeClr val="bg1"/>
                </a:solidFill>
              </a:rPr>
              <a:t>Matrix</a:t>
            </a:r>
            <a:endParaRPr lang="en-US" spc="-10">
              <a:solidFill>
                <a:schemeClr val="bg1"/>
              </a:solidFill>
              <a:ea typeface="Calibri"/>
              <a:cs typeface="Calibri"/>
            </a:endParaRPr>
          </a:p>
        </p:txBody>
      </p:sp>
      <p:sp>
        <p:nvSpPr>
          <p:cNvPr id="3" name="TextBox 2">
            <a:extLst>
              <a:ext uri="{FF2B5EF4-FFF2-40B4-BE49-F238E27FC236}">
                <a16:creationId xmlns:a16="http://schemas.microsoft.com/office/drawing/2014/main" id="{886A76B7-89E8-A44B-D36B-F655A5C1408D}"/>
              </a:ext>
            </a:extLst>
          </p:cNvPr>
          <p:cNvSpPr txBox="1"/>
          <p:nvPr/>
        </p:nvSpPr>
        <p:spPr>
          <a:xfrm>
            <a:off x="462106" y="4802022"/>
            <a:ext cx="847879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A </a:t>
            </a:r>
            <a:r>
              <a:rPr lang="en-US" b="1" dirty="0">
                <a:ea typeface="+mn-lt"/>
                <a:cs typeface="+mn-lt"/>
              </a:rPr>
              <a:t>confusion matrix</a:t>
            </a:r>
            <a:r>
              <a:rPr lang="en-US" dirty="0">
                <a:ea typeface="+mn-lt"/>
                <a:cs typeface="+mn-lt"/>
              </a:rPr>
              <a:t> helps evaluate a classification model by showing actual vs. predicted results, providing insights into errors (false positives/negatives) and performance metrics (accuracy, precision, recall, F1-score). It’s essential for understanding model effectiveness beyond simple accuracy.</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6CFDB7-68D3-CB90-BB7E-50FECA7C0739}"/>
              </a:ext>
            </a:extLst>
          </p:cNvPr>
          <p:cNvSpPr>
            <a:spLocks noGrp="1"/>
          </p:cNvSpPr>
          <p:nvPr>
            <p:ph idx="1"/>
          </p:nvPr>
        </p:nvSpPr>
        <p:spPr/>
        <p:txBody>
          <a:bodyPr vert="horz" lIns="91440" tIns="45720" rIns="91440" bIns="45720" rtlCol="0" anchor="t">
            <a:normAutofit/>
          </a:bodyPr>
          <a:lstStyle/>
          <a:p>
            <a:pPr marL="0" indent="0" algn="just">
              <a:buNone/>
            </a:pPr>
            <a:r>
              <a:rPr lang="en-US" dirty="0">
                <a:ea typeface="+mn-lt"/>
                <a:cs typeface="+mn-lt"/>
              </a:rPr>
              <a:t>Unsupervised learning is a type of machine learning where the model finds patterns and structures in data without labeled outputs.</a:t>
            </a:r>
          </a:p>
          <a:p>
            <a:pPr marL="12700" marR="5080" indent="0">
              <a:spcBef>
                <a:spcPts val="3385"/>
              </a:spcBef>
              <a:buNone/>
            </a:pPr>
            <a:r>
              <a:rPr lang="en-US" sz="2800" dirty="0">
                <a:ea typeface="+mn-lt"/>
                <a:cs typeface="+mn-lt"/>
              </a:rPr>
              <a:t>There are certain tasks that fall under unsupervised learning:</a:t>
            </a:r>
          </a:p>
          <a:p>
            <a:pPr marL="1339850" lvl="1" indent="-412750">
              <a:spcBef>
                <a:spcPts val="0"/>
              </a:spcBef>
              <a:buFont typeface="Times New Roman,Serif"/>
              <a:buChar char="○"/>
            </a:pPr>
            <a:r>
              <a:rPr lang="en-US" sz="3200" dirty="0">
                <a:ea typeface="+mn-lt"/>
                <a:cs typeface="+mn-lt"/>
              </a:rPr>
              <a:t>Clustering</a:t>
            </a:r>
          </a:p>
          <a:p>
            <a:pPr marL="1339850" lvl="1" indent="-412750">
              <a:spcBef>
                <a:spcPts val="0"/>
              </a:spcBef>
              <a:buFont typeface="Times New Roman,Serif"/>
              <a:buChar char="○"/>
            </a:pPr>
            <a:r>
              <a:rPr lang="en-US" sz="3200" dirty="0">
                <a:ea typeface="+mn-lt"/>
                <a:cs typeface="+mn-lt"/>
              </a:rPr>
              <a:t>Anomaly Detection</a:t>
            </a:r>
          </a:p>
          <a:p>
            <a:pPr marL="1339850" lvl="1" indent="-412750">
              <a:spcBef>
                <a:spcPts val="0"/>
              </a:spcBef>
              <a:buFont typeface="Times New Roman,Serif"/>
              <a:buChar char="○"/>
            </a:pPr>
            <a:r>
              <a:rPr lang="en-US" sz="3200" dirty="0">
                <a:ea typeface="+mn-lt"/>
                <a:cs typeface="+mn-lt"/>
              </a:rPr>
              <a:t>Dimensionality Reduction</a:t>
            </a:r>
          </a:p>
          <a:p>
            <a:pPr>
              <a:buFont typeface="Arial"/>
              <a:buChar char="•"/>
            </a:pPr>
            <a:endParaRPr lang="en-US" dirty="0">
              <a:ea typeface="+mn-lt"/>
              <a:cs typeface="+mn-lt"/>
            </a:endParaRPr>
          </a:p>
          <a:p>
            <a:pPr marL="0" indent="0" algn="just">
              <a:buNone/>
            </a:pPr>
            <a:endParaRPr lang="en-US" dirty="0">
              <a:latin typeface="Calibri"/>
              <a:ea typeface="Calibri"/>
              <a:cs typeface="Calibri"/>
            </a:endParaRPr>
          </a:p>
        </p:txBody>
      </p:sp>
      <p:sp>
        <p:nvSpPr>
          <p:cNvPr id="3" name="Title 2">
            <a:extLst>
              <a:ext uri="{FF2B5EF4-FFF2-40B4-BE49-F238E27FC236}">
                <a16:creationId xmlns:a16="http://schemas.microsoft.com/office/drawing/2014/main" id="{22110166-6ACE-7D37-A9FE-EA53B349DF74}"/>
              </a:ext>
            </a:extLst>
          </p:cNvPr>
          <p:cNvSpPr>
            <a:spLocks noGrp="1"/>
          </p:cNvSpPr>
          <p:nvPr>
            <p:ph type="title"/>
          </p:nvPr>
        </p:nvSpPr>
        <p:spPr/>
        <p:txBody>
          <a:bodyPr vert="horz" lIns="91440" tIns="45720" rIns="91440" bIns="45720" rtlCol="0" anchor="ctr">
            <a:noAutofit/>
          </a:bodyPr>
          <a:lstStyle/>
          <a:p>
            <a:r>
              <a:rPr lang="en-US" sz="3200" dirty="0">
                <a:ea typeface="Calibri"/>
                <a:cs typeface="Calibri"/>
              </a:rPr>
              <a:t>Machine Learning</a:t>
            </a:r>
            <a:br>
              <a:rPr lang="en-US" sz="3200" dirty="0">
                <a:ea typeface="Calibri"/>
                <a:cs typeface="Calibri"/>
              </a:rPr>
            </a:br>
            <a:r>
              <a:rPr lang="en-US" sz="3200" dirty="0">
                <a:ea typeface="Calibri"/>
                <a:cs typeface="Calibri"/>
              </a:rPr>
              <a:t> (Unsupervised Learning )</a:t>
            </a:r>
            <a:endParaRPr lang="en-US" sz="3200">
              <a:ea typeface="Calibri"/>
              <a:cs typeface="Calibri"/>
            </a:endParaRPr>
          </a:p>
        </p:txBody>
      </p:sp>
      <p:sp>
        <p:nvSpPr>
          <p:cNvPr id="4" name="Date Placeholder 3">
            <a:extLst>
              <a:ext uri="{FF2B5EF4-FFF2-40B4-BE49-F238E27FC236}">
                <a16:creationId xmlns:a16="http://schemas.microsoft.com/office/drawing/2014/main" id="{0430E038-4110-023B-0B43-C8D1CDA8DB93}"/>
              </a:ext>
            </a:extLst>
          </p:cNvPr>
          <p:cNvSpPr>
            <a:spLocks noGrp="1"/>
          </p:cNvSpPr>
          <p:nvPr>
            <p:ph type="dt" sz="half" idx="10"/>
          </p:nvPr>
        </p:nvSpPr>
        <p:spPr/>
        <p:txBody>
          <a:bodyPr/>
          <a:lstStyle/>
          <a:p>
            <a:fld id="{BEF28905-D5AB-4289-BE97-6E4AD5680DB3}" type="datetime2">
              <a:rPr lang="en-US" smtClean="0"/>
              <a:pPr/>
              <a:t>Thursday, January 30, 2025</a:t>
            </a:fld>
            <a:endParaRPr lang="en-US"/>
          </a:p>
        </p:txBody>
      </p:sp>
      <p:sp>
        <p:nvSpPr>
          <p:cNvPr id="5" name="Slide Number Placeholder 4">
            <a:extLst>
              <a:ext uri="{FF2B5EF4-FFF2-40B4-BE49-F238E27FC236}">
                <a16:creationId xmlns:a16="http://schemas.microsoft.com/office/drawing/2014/main" id="{49AB65B9-ADD2-81A7-6671-37637545AAB5}"/>
              </a:ext>
            </a:extLst>
          </p:cNvPr>
          <p:cNvSpPr>
            <a:spLocks noGrp="1"/>
          </p:cNvSpPr>
          <p:nvPr>
            <p:ph type="sldNum" sz="quarter" idx="12"/>
          </p:nvPr>
        </p:nvSpPr>
        <p:spPr/>
        <p:txBody>
          <a:bodyPr/>
          <a:lstStyle/>
          <a:p>
            <a:fld id="{6E1C90AF-3AA4-4CFC-B2BC-F2B6405EADE7}" type="slidenum">
              <a:rPr lang="en-US" smtClean="0"/>
              <a:pPr/>
              <a:t>16</a:t>
            </a:fld>
            <a:endParaRPr lang="en-US"/>
          </a:p>
        </p:txBody>
      </p:sp>
    </p:spTree>
    <p:extLst>
      <p:ext uri="{BB962C8B-B14F-4D97-AF65-F5344CB8AC3E}">
        <p14:creationId xmlns:p14="http://schemas.microsoft.com/office/powerpoint/2010/main" val="27951071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0E9613-3992-3560-555F-E54B7F7CB53D}"/>
              </a:ext>
            </a:extLst>
          </p:cNvPr>
          <p:cNvSpPr>
            <a:spLocks noGrp="1"/>
          </p:cNvSpPr>
          <p:nvPr>
            <p:ph idx="1"/>
          </p:nvPr>
        </p:nvSpPr>
        <p:spPr/>
        <p:txBody>
          <a:bodyPr/>
          <a:lstStyle/>
          <a:p>
            <a:pPr algn="just"/>
            <a:r>
              <a:rPr lang="en-US" dirty="0"/>
              <a:t>Deep learning is a class of machine learning algorithms that uses </a:t>
            </a:r>
            <a:r>
              <a:rPr lang="en-US" i="1" dirty="0"/>
              <a:t>multiple stacked layers </a:t>
            </a:r>
            <a:r>
              <a:rPr lang="en-US" dirty="0"/>
              <a:t>of processing units to learn high-level representations from </a:t>
            </a:r>
            <a:r>
              <a:rPr lang="en-US" i="1" dirty="0"/>
              <a:t>unstructured</a:t>
            </a:r>
            <a:r>
              <a:rPr lang="en-US" dirty="0"/>
              <a:t> data.</a:t>
            </a:r>
          </a:p>
        </p:txBody>
      </p:sp>
      <p:sp>
        <p:nvSpPr>
          <p:cNvPr id="3" name="Title 2">
            <a:extLst>
              <a:ext uri="{FF2B5EF4-FFF2-40B4-BE49-F238E27FC236}">
                <a16:creationId xmlns:a16="http://schemas.microsoft.com/office/drawing/2014/main" id="{AB646E7D-DFA9-9922-8ED6-76DE8142D074}"/>
              </a:ext>
            </a:extLst>
          </p:cNvPr>
          <p:cNvSpPr>
            <a:spLocks noGrp="1"/>
          </p:cNvSpPr>
          <p:nvPr>
            <p:ph type="title"/>
          </p:nvPr>
        </p:nvSpPr>
        <p:spPr/>
        <p:txBody>
          <a:bodyPr/>
          <a:lstStyle/>
          <a:p>
            <a:r>
              <a:rPr lang="en-US" dirty="0"/>
              <a:t>Deep Learning</a:t>
            </a:r>
          </a:p>
        </p:txBody>
      </p:sp>
      <p:sp>
        <p:nvSpPr>
          <p:cNvPr id="4" name="Date Placeholder 3">
            <a:extLst>
              <a:ext uri="{FF2B5EF4-FFF2-40B4-BE49-F238E27FC236}">
                <a16:creationId xmlns:a16="http://schemas.microsoft.com/office/drawing/2014/main" id="{3709E815-19B4-CE70-0C75-71996628AB8D}"/>
              </a:ext>
            </a:extLst>
          </p:cNvPr>
          <p:cNvSpPr>
            <a:spLocks noGrp="1"/>
          </p:cNvSpPr>
          <p:nvPr>
            <p:ph type="dt" sz="half" idx="10"/>
          </p:nvPr>
        </p:nvSpPr>
        <p:spPr/>
        <p:txBody>
          <a:bodyPr/>
          <a:lstStyle/>
          <a:p>
            <a:fld id="{BEF28905-D5AB-4289-BE97-6E4AD5680DB3}" type="datetime2">
              <a:rPr lang="en-US" smtClean="0"/>
              <a:pPr/>
              <a:t>Thursday, January 30, 2025</a:t>
            </a:fld>
            <a:endParaRPr lang="en-US" dirty="0"/>
          </a:p>
        </p:txBody>
      </p:sp>
      <p:sp>
        <p:nvSpPr>
          <p:cNvPr id="5" name="Slide Number Placeholder 4">
            <a:extLst>
              <a:ext uri="{FF2B5EF4-FFF2-40B4-BE49-F238E27FC236}">
                <a16:creationId xmlns:a16="http://schemas.microsoft.com/office/drawing/2014/main" id="{9388E2D9-5AFE-CEF8-3A46-7428BF9E2FB4}"/>
              </a:ext>
            </a:extLst>
          </p:cNvPr>
          <p:cNvSpPr>
            <a:spLocks noGrp="1"/>
          </p:cNvSpPr>
          <p:nvPr>
            <p:ph type="sldNum" sz="quarter" idx="12"/>
          </p:nvPr>
        </p:nvSpPr>
        <p:spPr/>
        <p:txBody>
          <a:bodyPr/>
          <a:lstStyle/>
          <a:p>
            <a:fld id="{6E1C90AF-3AA4-4CFC-B2BC-F2B6405EADE7}" type="slidenum">
              <a:rPr lang="en-US" smtClean="0"/>
              <a:pPr/>
              <a:t>17</a:t>
            </a:fld>
            <a:endParaRPr lang="en-US" dirty="0"/>
          </a:p>
        </p:txBody>
      </p:sp>
      <p:pic>
        <p:nvPicPr>
          <p:cNvPr id="7" name="Picture 6">
            <a:extLst>
              <a:ext uri="{FF2B5EF4-FFF2-40B4-BE49-F238E27FC236}">
                <a16:creationId xmlns:a16="http://schemas.microsoft.com/office/drawing/2014/main" id="{43A84F4C-255E-0C81-2CB6-10C30B3AC86A}"/>
              </a:ext>
            </a:extLst>
          </p:cNvPr>
          <p:cNvPicPr>
            <a:picLocks noChangeAspect="1"/>
          </p:cNvPicPr>
          <p:nvPr/>
        </p:nvPicPr>
        <p:blipFill>
          <a:blip r:embed="rId2"/>
          <a:stretch>
            <a:fillRect/>
          </a:stretch>
        </p:blipFill>
        <p:spPr>
          <a:xfrm>
            <a:off x="1774413" y="3865091"/>
            <a:ext cx="6288370" cy="2270778"/>
          </a:xfrm>
          <a:prstGeom prst="rect">
            <a:avLst/>
          </a:prstGeom>
        </p:spPr>
      </p:pic>
    </p:spTree>
    <p:extLst>
      <p:ext uri="{BB962C8B-B14F-4D97-AF65-F5344CB8AC3E}">
        <p14:creationId xmlns:p14="http://schemas.microsoft.com/office/powerpoint/2010/main" val="24482438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5C476E-90C8-25BB-257A-7D300799CB23}"/>
              </a:ext>
            </a:extLst>
          </p:cNvPr>
          <p:cNvSpPr>
            <a:spLocks noGrp="1"/>
          </p:cNvSpPr>
          <p:nvPr>
            <p:ph idx="1"/>
          </p:nvPr>
        </p:nvSpPr>
        <p:spPr/>
        <p:txBody>
          <a:bodyPr vert="horz" lIns="68580" tIns="34290" rIns="68580" bIns="34290" rtlCol="0" anchor="t">
            <a:normAutofit/>
          </a:bodyPr>
          <a:lstStyle/>
          <a:p>
            <a:pPr algn="just"/>
            <a:r>
              <a:rPr lang="en-US" dirty="0"/>
              <a:t>Deep learning can be applied to structured data, but its real power, especially with regard to generative modeling, comes from its ability to work with unstructured data. </a:t>
            </a:r>
            <a:endParaRPr lang="en-US"/>
          </a:p>
          <a:p>
            <a:pPr algn="just"/>
            <a:r>
              <a:rPr lang="en-US" dirty="0"/>
              <a:t>Most often, we want to generate unstructured data such as new images or original strings of text, which is why deep learning has had such a profound impact on the field of generative modeling.</a:t>
            </a:r>
            <a:endParaRPr lang="en-US" dirty="0">
              <a:ea typeface="Calibri"/>
              <a:cs typeface="Calibri"/>
            </a:endParaRPr>
          </a:p>
        </p:txBody>
      </p:sp>
      <p:sp>
        <p:nvSpPr>
          <p:cNvPr id="3" name="Title 2">
            <a:extLst>
              <a:ext uri="{FF2B5EF4-FFF2-40B4-BE49-F238E27FC236}">
                <a16:creationId xmlns:a16="http://schemas.microsoft.com/office/drawing/2014/main" id="{829B4601-730B-6EFC-D6D7-2604F1AC6274}"/>
              </a:ext>
            </a:extLst>
          </p:cNvPr>
          <p:cNvSpPr>
            <a:spLocks noGrp="1"/>
          </p:cNvSpPr>
          <p:nvPr>
            <p:ph type="title"/>
          </p:nvPr>
        </p:nvSpPr>
        <p:spPr/>
        <p:txBody>
          <a:bodyPr/>
          <a:lstStyle/>
          <a:p>
            <a:r>
              <a:rPr lang="en-US" dirty="0"/>
              <a:t>Deep Learning</a:t>
            </a:r>
          </a:p>
        </p:txBody>
      </p:sp>
      <p:sp>
        <p:nvSpPr>
          <p:cNvPr id="4" name="Date Placeholder 3">
            <a:extLst>
              <a:ext uri="{FF2B5EF4-FFF2-40B4-BE49-F238E27FC236}">
                <a16:creationId xmlns:a16="http://schemas.microsoft.com/office/drawing/2014/main" id="{EAC78D8B-A7A0-CFF0-D3C9-2AFBD487EEA2}"/>
              </a:ext>
            </a:extLst>
          </p:cNvPr>
          <p:cNvSpPr>
            <a:spLocks noGrp="1"/>
          </p:cNvSpPr>
          <p:nvPr>
            <p:ph type="dt" sz="half" idx="10"/>
          </p:nvPr>
        </p:nvSpPr>
        <p:spPr/>
        <p:txBody>
          <a:bodyPr/>
          <a:lstStyle/>
          <a:p>
            <a:fld id="{BEF28905-D5AB-4289-BE97-6E4AD5680DB3}" type="datetime2">
              <a:rPr lang="en-US" smtClean="0"/>
              <a:pPr/>
              <a:t>Thursday, January 30, 2025</a:t>
            </a:fld>
            <a:endParaRPr lang="en-US" dirty="0"/>
          </a:p>
        </p:txBody>
      </p:sp>
      <p:sp>
        <p:nvSpPr>
          <p:cNvPr id="5" name="Slide Number Placeholder 4">
            <a:extLst>
              <a:ext uri="{FF2B5EF4-FFF2-40B4-BE49-F238E27FC236}">
                <a16:creationId xmlns:a16="http://schemas.microsoft.com/office/drawing/2014/main" id="{7E7DCE6C-2F4A-6FBB-D4EA-BC4DB76316B5}"/>
              </a:ext>
            </a:extLst>
          </p:cNvPr>
          <p:cNvSpPr>
            <a:spLocks noGrp="1"/>
          </p:cNvSpPr>
          <p:nvPr>
            <p:ph type="sldNum" sz="quarter" idx="12"/>
          </p:nvPr>
        </p:nvSpPr>
        <p:spPr/>
        <p:txBody>
          <a:bodyPr/>
          <a:lstStyle/>
          <a:p>
            <a:fld id="{6E1C90AF-3AA4-4CFC-B2BC-F2B6405EADE7}" type="slidenum">
              <a:rPr lang="en-US" smtClean="0"/>
              <a:pPr/>
              <a:t>18</a:t>
            </a:fld>
            <a:endParaRPr lang="en-US" dirty="0"/>
          </a:p>
        </p:txBody>
      </p:sp>
    </p:spTree>
    <p:extLst>
      <p:ext uri="{BB962C8B-B14F-4D97-AF65-F5344CB8AC3E}">
        <p14:creationId xmlns:p14="http://schemas.microsoft.com/office/powerpoint/2010/main" val="40478937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F3D0A0-25B9-7555-1A13-6C2A9664292E}"/>
              </a:ext>
            </a:extLst>
          </p:cNvPr>
          <p:cNvSpPr>
            <a:spLocks noGrp="1"/>
          </p:cNvSpPr>
          <p:nvPr>
            <p:ph idx="1"/>
          </p:nvPr>
        </p:nvSpPr>
        <p:spPr>
          <a:xfrm>
            <a:off x="457200" y="2057401"/>
            <a:ext cx="4229100" cy="3394472"/>
          </a:xfrm>
        </p:spPr>
        <p:txBody>
          <a:bodyPr vert="horz" lIns="91440" tIns="45720" rIns="91440" bIns="45720" rtlCol="0" anchor="t">
            <a:noAutofit/>
          </a:bodyPr>
          <a:lstStyle/>
          <a:p>
            <a:r>
              <a:rPr lang="en-US" sz="2800" b="1" dirty="0"/>
              <a:t>What is a neural network?</a:t>
            </a:r>
            <a:endParaRPr lang="en-US" sz="2800" b="1">
              <a:ea typeface="Calibri"/>
              <a:cs typeface="Calibri"/>
            </a:endParaRPr>
          </a:p>
          <a:p>
            <a:r>
              <a:rPr lang="en-US" sz="2800" dirty="0"/>
              <a:t>A neural network consists of a series of stacked </a:t>
            </a:r>
            <a:r>
              <a:rPr lang="en-US" sz="2800" i="1" dirty="0"/>
              <a:t>layers</a:t>
            </a:r>
            <a:r>
              <a:rPr lang="en-US" sz="2800" dirty="0"/>
              <a:t>. </a:t>
            </a:r>
            <a:endParaRPr lang="en-US" sz="2800">
              <a:ea typeface="Calibri"/>
              <a:cs typeface="Calibri"/>
            </a:endParaRPr>
          </a:p>
          <a:p>
            <a:r>
              <a:rPr lang="en-US" sz="2800" dirty="0"/>
              <a:t>Each layer contains </a:t>
            </a:r>
            <a:r>
              <a:rPr lang="en-US" sz="2800" i="1" dirty="0"/>
              <a:t>units</a:t>
            </a:r>
            <a:r>
              <a:rPr lang="en-US" sz="2800" dirty="0"/>
              <a:t> that are connected to the previous layer’s units through a set of weights.</a:t>
            </a:r>
            <a:endParaRPr lang="en-US" sz="2800">
              <a:ea typeface="Calibri"/>
              <a:cs typeface="Calibri"/>
            </a:endParaRPr>
          </a:p>
        </p:txBody>
      </p:sp>
      <p:sp>
        <p:nvSpPr>
          <p:cNvPr id="3" name="Title 2">
            <a:extLst>
              <a:ext uri="{FF2B5EF4-FFF2-40B4-BE49-F238E27FC236}">
                <a16:creationId xmlns:a16="http://schemas.microsoft.com/office/drawing/2014/main" id="{18AFDD7E-0E7A-D0C9-4C93-611D167127EB}"/>
              </a:ext>
            </a:extLst>
          </p:cNvPr>
          <p:cNvSpPr>
            <a:spLocks noGrp="1"/>
          </p:cNvSpPr>
          <p:nvPr>
            <p:ph type="title"/>
          </p:nvPr>
        </p:nvSpPr>
        <p:spPr/>
        <p:txBody>
          <a:bodyPr/>
          <a:lstStyle/>
          <a:p>
            <a:r>
              <a:rPr lang="en-US" dirty="0"/>
              <a:t>Neural Networks</a:t>
            </a:r>
          </a:p>
        </p:txBody>
      </p:sp>
      <p:sp>
        <p:nvSpPr>
          <p:cNvPr id="4" name="Date Placeholder 3">
            <a:extLst>
              <a:ext uri="{FF2B5EF4-FFF2-40B4-BE49-F238E27FC236}">
                <a16:creationId xmlns:a16="http://schemas.microsoft.com/office/drawing/2014/main" id="{FA81B555-59F1-3358-1452-25AE0B3A46B3}"/>
              </a:ext>
            </a:extLst>
          </p:cNvPr>
          <p:cNvSpPr>
            <a:spLocks noGrp="1"/>
          </p:cNvSpPr>
          <p:nvPr>
            <p:ph type="dt" sz="half" idx="10"/>
          </p:nvPr>
        </p:nvSpPr>
        <p:spPr/>
        <p:txBody>
          <a:bodyPr/>
          <a:lstStyle/>
          <a:p>
            <a:fld id="{BEF28905-D5AB-4289-BE97-6E4AD5680DB3}" type="datetime2">
              <a:rPr lang="en-US" smtClean="0"/>
              <a:pPr/>
              <a:t>Thursday, January 30, 2025</a:t>
            </a:fld>
            <a:endParaRPr lang="en-US" dirty="0"/>
          </a:p>
        </p:txBody>
      </p:sp>
      <p:sp>
        <p:nvSpPr>
          <p:cNvPr id="5" name="Slide Number Placeholder 4">
            <a:extLst>
              <a:ext uri="{FF2B5EF4-FFF2-40B4-BE49-F238E27FC236}">
                <a16:creationId xmlns:a16="http://schemas.microsoft.com/office/drawing/2014/main" id="{0ED2B83A-02D9-879B-B4DB-58EBCE7517AE}"/>
              </a:ext>
            </a:extLst>
          </p:cNvPr>
          <p:cNvSpPr>
            <a:spLocks noGrp="1"/>
          </p:cNvSpPr>
          <p:nvPr>
            <p:ph type="sldNum" sz="quarter" idx="12"/>
          </p:nvPr>
        </p:nvSpPr>
        <p:spPr/>
        <p:txBody>
          <a:bodyPr/>
          <a:lstStyle/>
          <a:p>
            <a:fld id="{6E1C90AF-3AA4-4CFC-B2BC-F2B6405EADE7}" type="slidenum">
              <a:rPr lang="en-US" smtClean="0"/>
              <a:pPr/>
              <a:t>19</a:t>
            </a:fld>
            <a:endParaRPr lang="en-US" dirty="0"/>
          </a:p>
        </p:txBody>
      </p:sp>
      <p:pic>
        <p:nvPicPr>
          <p:cNvPr id="1026" name="Picture 2">
            <a:extLst>
              <a:ext uri="{FF2B5EF4-FFF2-40B4-BE49-F238E27FC236}">
                <a16:creationId xmlns:a16="http://schemas.microsoft.com/office/drawing/2014/main" id="{D71C62A7-F7FA-A1DF-9F70-FD3DC3FD28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042" r="17689" b="-461"/>
          <a:stretch/>
        </p:blipFill>
        <p:spPr bwMode="auto">
          <a:xfrm>
            <a:off x="4814271" y="2143501"/>
            <a:ext cx="3868912" cy="30568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46304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98898BC-5FAD-3777-C62F-B987D2472A91}"/>
              </a:ext>
            </a:extLst>
          </p:cNvPr>
          <p:cNvSpPr>
            <a:spLocks noGrp="1"/>
          </p:cNvSpPr>
          <p:nvPr>
            <p:ph idx="1"/>
          </p:nvPr>
        </p:nvSpPr>
        <p:spPr>
          <a:xfrm>
            <a:off x="457200" y="2057401"/>
            <a:ext cx="4114800" cy="3394472"/>
          </a:xfrm>
        </p:spPr>
        <p:txBody>
          <a:bodyPr vert="horz" lIns="68580" tIns="34290" rIns="68580" bIns="34290" rtlCol="0" anchor="t">
            <a:normAutofit/>
          </a:bodyPr>
          <a:lstStyle/>
          <a:p>
            <a:pPr marL="0" indent="0">
              <a:buNone/>
            </a:pPr>
            <a:r>
              <a:rPr lang="en-US" b="1" dirty="0"/>
              <a:t>Neural networks </a:t>
            </a:r>
            <a:r>
              <a:rPr lang="en-US" dirty="0"/>
              <a:t>where all adjacent layers are fully connected are called </a:t>
            </a:r>
            <a:r>
              <a:rPr lang="en-US" b="1" dirty="0"/>
              <a:t>multilayer </a:t>
            </a:r>
            <a:r>
              <a:rPr lang="en-US" b="1" err="1"/>
              <a:t>perceptrons</a:t>
            </a:r>
            <a:r>
              <a:rPr lang="en-US" b="1" dirty="0"/>
              <a:t> (MLPs).</a:t>
            </a:r>
            <a:endParaRPr lang="en-US">
              <a:ea typeface="Calibri"/>
              <a:cs typeface="Calibri"/>
            </a:endParaRPr>
          </a:p>
        </p:txBody>
      </p:sp>
      <p:sp>
        <p:nvSpPr>
          <p:cNvPr id="3" name="Title 2">
            <a:extLst>
              <a:ext uri="{FF2B5EF4-FFF2-40B4-BE49-F238E27FC236}">
                <a16:creationId xmlns:a16="http://schemas.microsoft.com/office/drawing/2014/main" id="{10BF9100-B007-8BD1-C4A7-B9B6AFC45DEA}"/>
              </a:ext>
            </a:extLst>
          </p:cNvPr>
          <p:cNvSpPr>
            <a:spLocks noGrp="1"/>
          </p:cNvSpPr>
          <p:nvPr>
            <p:ph type="title"/>
          </p:nvPr>
        </p:nvSpPr>
        <p:spPr/>
        <p:txBody>
          <a:bodyPr/>
          <a:lstStyle/>
          <a:p>
            <a:r>
              <a:rPr lang="en-US" dirty="0"/>
              <a:t>Multilayer </a:t>
            </a:r>
            <a:r>
              <a:rPr lang="en-US" dirty="0" err="1"/>
              <a:t>Perceptrons</a:t>
            </a:r>
            <a:r>
              <a:rPr lang="en-US" dirty="0"/>
              <a:t> (MLPs)</a:t>
            </a:r>
          </a:p>
        </p:txBody>
      </p:sp>
      <p:sp>
        <p:nvSpPr>
          <p:cNvPr id="4" name="Date Placeholder 3">
            <a:extLst>
              <a:ext uri="{FF2B5EF4-FFF2-40B4-BE49-F238E27FC236}">
                <a16:creationId xmlns:a16="http://schemas.microsoft.com/office/drawing/2014/main" id="{E7B92ED3-BD2A-8564-974B-6FE207A90F0D}"/>
              </a:ext>
            </a:extLst>
          </p:cNvPr>
          <p:cNvSpPr>
            <a:spLocks noGrp="1"/>
          </p:cNvSpPr>
          <p:nvPr>
            <p:ph type="dt" sz="half" idx="10"/>
          </p:nvPr>
        </p:nvSpPr>
        <p:spPr/>
        <p:txBody>
          <a:bodyPr/>
          <a:lstStyle/>
          <a:p>
            <a:fld id="{BEF28905-D5AB-4289-BE97-6E4AD5680DB3}" type="datetime2">
              <a:rPr lang="en-US" smtClean="0"/>
              <a:pPr/>
              <a:t>Thursday, January 30, 2025</a:t>
            </a:fld>
            <a:endParaRPr lang="en-US" dirty="0"/>
          </a:p>
        </p:txBody>
      </p:sp>
      <p:sp>
        <p:nvSpPr>
          <p:cNvPr id="5" name="Slide Number Placeholder 4">
            <a:extLst>
              <a:ext uri="{FF2B5EF4-FFF2-40B4-BE49-F238E27FC236}">
                <a16:creationId xmlns:a16="http://schemas.microsoft.com/office/drawing/2014/main" id="{4FBBB6D2-9B14-E6B9-7B66-49A05311C46C}"/>
              </a:ext>
            </a:extLst>
          </p:cNvPr>
          <p:cNvSpPr>
            <a:spLocks noGrp="1"/>
          </p:cNvSpPr>
          <p:nvPr>
            <p:ph type="sldNum" sz="quarter" idx="12"/>
          </p:nvPr>
        </p:nvSpPr>
        <p:spPr/>
        <p:txBody>
          <a:bodyPr/>
          <a:lstStyle/>
          <a:p>
            <a:fld id="{6E1C90AF-3AA4-4CFC-B2BC-F2B6405EADE7}" type="slidenum">
              <a:rPr lang="en-US" smtClean="0"/>
              <a:pPr/>
              <a:t>20</a:t>
            </a:fld>
            <a:endParaRPr lang="en-US" dirty="0"/>
          </a:p>
        </p:txBody>
      </p:sp>
      <p:pic>
        <p:nvPicPr>
          <p:cNvPr id="7" name="Picture 6">
            <a:extLst>
              <a:ext uri="{FF2B5EF4-FFF2-40B4-BE49-F238E27FC236}">
                <a16:creationId xmlns:a16="http://schemas.microsoft.com/office/drawing/2014/main" id="{9988BA53-BCC0-D033-EF3B-AE4B711638C8}"/>
              </a:ext>
            </a:extLst>
          </p:cNvPr>
          <p:cNvPicPr>
            <a:picLocks noChangeAspect="1"/>
          </p:cNvPicPr>
          <p:nvPr/>
        </p:nvPicPr>
        <p:blipFill>
          <a:blip r:embed="rId2"/>
          <a:stretch>
            <a:fillRect/>
          </a:stretch>
        </p:blipFill>
        <p:spPr>
          <a:xfrm>
            <a:off x="4562475" y="2143125"/>
            <a:ext cx="4476415" cy="2505593"/>
          </a:xfrm>
          <a:prstGeom prst="rect">
            <a:avLst/>
          </a:prstGeom>
        </p:spPr>
      </p:pic>
      <p:sp>
        <p:nvSpPr>
          <p:cNvPr id="9" name="TextBox 8">
            <a:extLst>
              <a:ext uri="{FF2B5EF4-FFF2-40B4-BE49-F238E27FC236}">
                <a16:creationId xmlns:a16="http://schemas.microsoft.com/office/drawing/2014/main" id="{95A400CF-6626-0581-88F3-5EF55A85D1B4}"/>
              </a:ext>
            </a:extLst>
          </p:cNvPr>
          <p:cNvSpPr txBox="1"/>
          <p:nvPr/>
        </p:nvSpPr>
        <p:spPr>
          <a:xfrm>
            <a:off x="4465983" y="5004292"/>
            <a:ext cx="4573242" cy="253916"/>
          </a:xfrm>
          <a:prstGeom prst="rect">
            <a:avLst/>
          </a:prstGeom>
          <a:noFill/>
        </p:spPr>
        <p:txBody>
          <a:bodyPr wrap="square" lIns="68580" tIns="34290" rIns="68580" bIns="34290" anchor="t">
            <a:spAutoFit/>
          </a:bodyPr>
          <a:lstStyle/>
          <a:p>
            <a:pPr algn="ctr"/>
            <a:r>
              <a:rPr lang="en-US" sz="1200" b="0" i="1" u="none" strike="noStrike" baseline="0" dirty="0">
                <a:latin typeface="MinionPro-It"/>
              </a:rPr>
              <a:t>An example of a multilayer perceptron that predicts if a face is smiling</a:t>
            </a:r>
            <a:endParaRPr lang="en-US" sz="1200">
              <a:ea typeface="Calibri"/>
              <a:cs typeface="Calibri"/>
            </a:endParaRPr>
          </a:p>
        </p:txBody>
      </p:sp>
    </p:spTree>
    <p:extLst>
      <p:ext uri="{BB962C8B-B14F-4D97-AF65-F5344CB8AC3E}">
        <p14:creationId xmlns:p14="http://schemas.microsoft.com/office/powerpoint/2010/main" val="37767806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C29F5-EB59-0114-53A0-CA23E4F2123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A97A42-57A8-D16E-8D9C-86B31D9D9161}"/>
              </a:ext>
            </a:extLst>
          </p:cNvPr>
          <p:cNvSpPr>
            <a:spLocks noGrp="1"/>
          </p:cNvSpPr>
          <p:nvPr>
            <p:ph idx="1"/>
          </p:nvPr>
        </p:nvSpPr>
        <p:spPr>
          <a:xfrm>
            <a:off x="457200" y="2057401"/>
            <a:ext cx="4114800" cy="3394472"/>
          </a:xfrm>
        </p:spPr>
        <p:txBody>
          <a:bodyPr vert="horz" lIns="68580" tIns="34290" rIns="68580" bIns="34290" rtlCol="0" anchor="t">
            <a:noAutofit/>
          </a:bodyPr>
          <a:lstStyle/>
          <a:p>
            <a:pPr marL="0" indent="0" algn="just">
              <a:buNone/>
            </a:pPr>
            <a:r>
              <a:rPr lang="en-US" sz="2600" dirty="0"/>
              <a:t>The input (e.g., an image) is transformed by each layer in turn, in a </a:t>
            </a:r>
            <a:r>
              <a:rPr lang="en-US" sz="2600" b="1" dirty="0"/>
              <a:t>forward pass </a:t>
            </a:r>
            <a:r>
              <a:rPr lang="en-US" sz="2600" dirty="0"/>
              <a:t>through the network, until it reaches the output layer. </a:t>
            </a:r>
            <a:endParaRPr lang="en-US" sz="2600" dirty="0">
              <a:ea typeface="Calibri"/>
              <a:cs typeface="Calibri"/>
            </a:endParaRPr>
          </a:p>
          <a:p>
            <a:pPr marL="0" indent="0" algn="just">
              <a:buNone/>
            </a:pPr>
            <a:r>
              <a:rPr lang="en-US" sz="2600" dirty="0"/>
              <a:t>Each unit applies a nonlinear transformation to a weighted sum of its inputs and passes the output through to the </a:t>
            </a:r>
            <a:r>
              <a:rPr lang="en-US" sz="2600" b="1" dirty="0"/>
              <a:t>subsequent layer</a:t>
            </a:r>
            <a:r>
              <a:rPr lang="en-US" sz="2600" dirty="0"/>
              <a:t>. </a:t>
            </a:r>
            <a:endParaRPr lang="en-US" sz="2600" dirty="0">
              <a:ea typeface="Calibri"/>
              <a:cs typeface="Calibri"/>
            </a:endParaRPr>
          </a:p>
        </p:txBody>
      </p:sp>
      <p:sp>
        <p:nvSpPr>
          <p:cNvPr id="3" name="Title 2">
            <a:extLst>
              <a:ext uri="{FF2B5EF4-FFF2-40B4-BE49-F238E27FC236}">
                <a16:creationId xmlns:a16="http://schemas.microsoft.com/office/drawing/2014/main" id="{B0BCCEED-4B98-8F1F-42C8-68E54ACE8F55}"/>
              </a:ext>
            </a:extLst>
          </p:cNvPr>
          <p:cNvSpPr>
            <a:spLocks noGrp="1"/>
          </p:cNvSpPr>
          <p:nvPr>
            <p:ph type="title"/>
          </p:nvPr>
        </p:nvSpPr>
        <p:spPr/>
        <p:txBody>
          <a:bodyPr/>
          <a:lstStyle/>
          <a:p>
            <a:r>
              <a:rPr lang="en-US" dirty="0"/>
              <a:t>Multilayer </a:t>
            </a:r>
            <a:r>
              <a:rPr lang="en-US" dirty="0" err="1"/>
              <a:t>Perceptrons</a:t>
            </a:r>
            <a:r>
              <a:rPr lang="en-US" dirty="0"/>
              <a:t> (MLPs)</a:t>
            </a:r>
          </a:p>
        </p:txBody>
      </p:sp>
      <p:sp>
        <p:nvSpPr>
          <p:cNvPr id="4" name="Date Placeholder 3">
            <a:extLst>
              <a:ext uri="{FF2B5EF4-FFF2-40B4-BE49-F238E27FC236}">
                <a16:creationId xmlns:a16="http://schemas.microsoft.com/office/drawing/2014/main" id="{23270682-98C7-DAEB-CD46-BD61B946371E}"/>
              </a:ext>
            </a:extLst>
          </p:cNvPr>
          <p:cNvSpPr>
            <a:spLocks noGrp="1"/>
          </p:cNvSpPr>
          <p:nvPr>
            <p:ph type="dt" sz="half" idx="10"/>
          </p:nvPr>
        </p:nvSpPr>
        <p:spPr/>
        <p:txBody>
          <a:bodyPr/>
          <a:lstStyle/>
          <a:p>
            <a:fld id="{BEF28905-D5AB-4289-BE97-6E4AD5680DB3}" type="datetime2">
              <a:rPr lang="en-US" smtClean="0"/>
              <a:pPr/>
              <a:t>Thursday, January 30, 2025</a:t>
            </a:fld>
            <a:endParaRPr lang="en-US" dirty="0"/>
          </a:p>
        </p:txBody>
      </p:sp>
      <p:sp>
        <p:nvSpPr>
          <p:cNvPr id="5" name="Slide Number Placeholder 4">
            <a:extLst>
              <a:ext uri="{FF2B5EF4-FFF2-40B4-BE49-F238E27FC236}">
                <a16:creationId xmlns:a16="http://schemas.microsoft.com/office/drawing/2014/main" id="{1BB304E0-5A46-4FE0-B3F5-69A74B73E972}"/>
              </a:ext>
            </a:extLst>
          </p:cNvPr>
          <p:cNvSpPr>
            <a:spLocks noGrp="1"/>
          </p:cNvSpPr>
          <p:nvPr>
            <p:ph type="sldNum" sz="quarter" idx="12"/>
          </p:nvPr>
        </p:nvSpPr>
        <p:spPr/>
        <p:txBody>
          <a:bodyPr/>
          <a:lstStyle/>
          <a:p>
            <a:fld id="{6E1C90AF-3AA4-4CFC-B2BC-F2B6405EADE7}" type="slidenum">
              <a:rPr lang="en-US" smtClean="0"/>
              <a:pPr/>
              <a:t>21</a:t>
            </a:fld>
            <a:endParaRPr lang="en-US" dirty="0"/>
          </a:p>
        </p:txBody>
      </p:sp>
      <p:pic>
        <p:nvPicPr>
          <p:cNvPr id="7" name="Picture 6">
            <a:extLst>
              <a:ext uri="{FF2B5EF4-FFF2-40B4-BE49-F238E27FC236}">
                <a16:creationId xmlns:a16="http://schemas.microsoft.com/office/drawing/2014/main" id="{6825CDAB-DCF5-3BC6-F583-3CAEE364031E}"/>
              </a:ext>
            </a:extLst>
          </p:cNvPr>
          <p:cNvPicPr>
            <a:picLocks noChangeAspect="1"/>
          </p:cNvPicPr>
          <p:nvPr/>
        </p:nvPicPr>
        <p:blipFill>
          <a:blip r:embed="rId2"/>
          <a:stretch>
            <a:fillRect/>
          </a:stretch>
        </p:blipFill>
        <p:spPr>
          <a:xfrm>
            <a:off x="4857750" y="2286000"/>
            <a:ext cx="4133515" cy="2286518"/>
          </a:xfrm>
          <a:prstGeom prst="rect">
            <a:avLst/>
          </a:prstGeom>
        </p:spPr>
      </p:pic>
      <p:sp>
        <p:nvSpPr>
          <p:cNvPr id="9" name="TextBox 8">
            <a:extLst>
              <a:ext uri="{FF2B5EF4-FFF2-40B4-BE49-F238E27FC236}">
                <a16:creationId xmlns:a16="http://schemas.microsoft.com/office/drawing/2014/main" id="{1FF5F938-69CD-3D41-85AB-295D3AD0C64B}"/>
              </a:ext>
            </a:extLst>
          </p:cNvPr>
          <p:cNvSpPr txBox="1"/>
          <p:nvPr/>
        </p:nvSpPr>
        <p:spPr>
          <a:xfrm>
            <a:off x="4570758" y="4718542"/>
            <a:ext cx="4573242" cy="484748"/>
          </a:xfrm>
          <a:prstGeom prst="rect">
            <a:avLst/>
          </a:prstGeom>
          <a:noFill/>
        </p:spPr>
        <p:txBody>
          <a:bodyPr wrap="square" lIns="68580" tIns="34290" rIns="68580" bIns="34290" anchor="t">
            <a:spAutoFit/>
          </a:bodyPr>
          <a:lstStyle/>
          <a:p>
            <a:pPr algn="ctr"/>
            <a:r>
              <a:rPr lang="en-US" sz="1350" b="0" i="1" u="none" strike="noStrike" baseline="0" dirty="0">
                <a:latin typeface="MinionPro-It"/>
              </a:rPr>
              <a:t>An example of a multilayer perceptron that predicts if a face is smiling</a:t>
            </a:r>
            <a:endParaRPr lang="en-US" sz="1350">
              <a:ea typeface="Calibri"/>
              <a:cs typeface="Calibri"/>
            </a:endParaRPr>
          </a:p>
        </p:txBody>
      </p:sp>
    </p:spTree>
    <p:extLst>
      <p:ext uri="{BB962C8B-B14F-4D97-AF65-F5344CB8AC3E}">
        <p14:creationId xmlns:p14="http://schemas.microsoft.com/office/powerpoint/2010/main" val="1154373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AF347-2F7B-9B64-519A-3B8691FBA78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3035DAF-B2C7-F588-B160-2C3E2BE40291}"/>
              </a:ext>
            </a:extLst>
          </p:cNvPr>
          <p:cNvSpPr>
            <a:spLocks noGrp="1"/>
          </p:cNvSpPr>
          <p:nvPr>
            <p:ph idx="1"/>
          </p:nvPr>
        </p:nvSpPr>
        <p:spPr>
          <a:xfrm>
            <a:off x="457200" y="2057401"/>
            <a:ext cx="4114800" cy="3394472"/>
          </a:xfrm>
        </p:spPr>
        <p:txBody>
          <a:bodyPr vert="horz" lIns="68580" tIns="34290" rIns="68580" bIns="34290" rtlCol="0" anchor="t">
            <a:normAutofit/>
          </a:bodyPr>
          <a:lstStyle/>
          <a:p>
            <a:pPr marL="0" indent="0" algn="just">
              <a:buNone/>
            </a:pPr>
            <a:r>
              <a:rPr lang="en-US" dirty="0"/>
              <a:t>The </a:t>
            </a:r>
            <a:r>
              <a:rPr lang="en-US" b="1" dirty="0"/>
              <a:t>final output layer</a:t>
            </a:r>
            <a:r>
              <a:rPr lang="en-US" dirty="0"/>
              <a:t> is the culmination of this process, where the single unit outputs a probability that the original input belongs to a particular category (e.g., smiling).</a:t>
            </a:r>
            <a:endParaRPr lang="en-US" b="1" dirty="0">
              <a:ea typeface="Calibri"/>
              <a:cs typeface="Calibri"/>
            </a:endParaRPr>
          </a:p>
        </p:txBody>
      </p:sp>
      <p:sp>
        <p:nvSpPr>
          <p:cNvPr id="3" name="Title 2">
            <a:extLst>
              <a:ext uri="{FF2B5EF4-FFF2-40B4-BE49-F238E27FC236}">
                <a16:creationId xmlns:a16="http://schemas.microsoft.com/office/drawing/2014/main" id="{D818B13E-A526-70D4-9420-CCE421995F54}"/>
              </a:ext>
            </a:extLst>
          </p:cNvPr>
          <p:cNvSpPr>
            <a:spLocks noGrp="1"/>
          </p:cNvSpPr>
          <p:nvPr>
            <p:ph type="title"/>
          </p:nvPr>
        </p:nvSpPr>
        <p:spPr/>
        <p:txBody>
          <a:bodyPr/>
          <a:lstStyle/>
          <a:p>
            <a:r>
              <a:rPr lang="en-US" dirty="0"/>
              <a:t>Multilayer </a:t>
            </a:r>
            <a:r>
              <a:rPr lang="en-US" dirty="0" err="1"/>
              <a:t>Perceptrons</a:t>
            </a:r>
            <a:r>
              <a:rPr lang="en-US" dirty="0"/>
              <a:t> (MLPs)</a:t>
            </a:r>
          </a:p>
        </p:txBody>
      </p:sp>
      <p:sp>
        <p:nvSpPr>
          <p:cNvPr id="4" name="Date Placeholder 3">
            <a:extLst>
              <a:ext uri="{FF2B5EF4-FFF2-40B4-BE49-F238E27FC236}">
                <a16:creationId xmlns:a16="http://schemas.microsoft.com/office/drawing/2014/main" id="{23745522-7E6A-DF2F-AA7D-26F175846D6E}"/>
              </a:ext>
            </a:extLst>
          </p:cNvPr>
          <p:cNvSpPr>
            <a:spLocks noGrp="1"/>
          </p:cNvSpPr>
          <p:nvPr>
            <p:ph type="dt" sz="half" idx="10"/>
          </p:nvPr>
        </p:nvSpPr>
        <p:spPr/>
        <p:txBody>
          <a:bodyPr/>
          <a:lstStyle/>
          <a:p>
            <a:fld id="{BEF28905-D5AB-4289-BE97-6E4AD5680DB3}" type="datetime2">
              <a:rPr lang="en-US" smtClean="0"/>
              <a:pPr/>
              <a:t>Thursday, January 30, 2025</a:t>
            </a:fld>
            <a:endParaRPr lang="en-US" dirty="0"/>
          </a:p>
        </p:txBody>
      </p:sp>
      <p:sp>
        <p:nvSpPr>
          <p:cNvPr id="5" name="Slide Number Placeholder 4">
            <a:extLst>
              <a:ext uri="{FF2B5EF4-FFF2-40B4-BE49-F238E27FC236}">
                <a16:creationId xmlns:a16="http://schemas.microsoft.com/office/drawing/2014/main" id="{84580E0C-5236-5DCF-963D-DBE0C1FDF7C8}"/>
              </a:ext>
            </a:extLst>
          </p:cNvPr>
          <p:cNvSpPr>
            <a:spLocks noGrp="1"/>
          </p:cNvSpPr>
          <p:nvPr>
            <p:ph type="sldNum" sz="quarter" idx="12"/>
          </p:nvPr>
        </p:nvSpPr>
        <p:spPr/>
        <p:txBody>
          <a:bodyPr/>
          <a:lstStyle/>
          <a:p>
            <a:fld id="{6E1C90AF-3AA4-4CFC-B2BC-F2B6405EADE7}" type="slidenum">
              <a:rPr lang="en-US" smtClean="0"/>
              <a:pPr/>
              <a:t>22</a:t>
            </a:fld>
            <a:endParaRPr lang="en-US" dirty="0"/>
          </a:p>
        </p:txBody>
      </p:sp>
      <p:pic>
        <p:nvPicPr>
          <p:cNvPr id="7" name="Picture 6">
            <a:extLst>
              <a:ext uri="{FF2B5EF4-FFF2-40B4-BE49-F238E27FC236}">
                <a16:creationId xmlns:a16="http://schemas.microsoft.com/office/drawing/2014/main" id="{644872A2-5965-9EE5-A919-D4D279255596}"/>
              </a:ext>
            </a:extLst>
          </p:cNvPr>
          <p:cNvPicPr>
            <a:picLocks noChangeAspect="1"/>
          </p:cNvPicPr>
          <p:nvPr/>
        </p:nvPicPr>
        <p:blipFill>
          <a:blip r:embed="rId2"/>
          <a:stretch>
            <a:fillRect/>
          </a:stretch>
        </p:blipFill>
        <p:spPr>
          <a:xfrm>
            <a:off x="4695825" y="2143125"/>
            <a:ext cx="3990640" cy="2248418"/>
          </a:xfrm>
          <a:prstGeom prst="rect">
            <a:avLst/>
          </a:prstGeom>
        </p:spPr>
      </p:pic>
      <p:sp>
        <p:nvSpPr>
          <p:cNvPr id="9" name="TextBox 8">
            <a:extLst>
              <a:ext uri="{FF2B5EF4-FFF2-40B4-BE49-F238E27FC236}">
                <a16:creationId xmlns:a16="http://schemas.microsoft.com/office/drawing/2014/main" id="{75D27253-AF09-A862-1347-18C5C73A010C}"/>
              </a:ext>
            </a:extLst>
          </p:cNvPr>
          <p:cNvSpPr txBox="1"/>
          <p:nvPr/>
        </p:nvSpPr>
        <p:spPr>
          <a:xfrm>
            <a:off x="4113558" y="4661392"/>
            <a:ext cx="4573242" cy="484748"/>
          </a:xfrm>
          <a:prstGeom prst="rect">
            <a:avLst/>
          </a:prstGeom>
          <a:noFill/>
        </p:spPr>
        <p:txBody>
          <a:bodyPr wrap="square" lIns="68580" tIns="34290" rIns="68580" bIns="34290" anchor="t">
            <a:spAutoFit/>
          </a:bodyPr>
          <a:lstStyle/>
          <a:p>
            <a:pPr algn="ctr"/>
            <a:r>
              <a:rPr lang="en-US" sz="1350" b="0" i="1" u="none" strike="noStrike" baseline="0" dirty="0">
                <a:latin typeface="MinionPro-It"/>
              </a:rPr>
              <a:t>An example of a multilayer perceptron that predicts if a face is smiling</a:t>
            </a:r>
            <a:endParaRPr lang="en-US" sz="1350">
              <a:ea typeface="Calibri"/>
              <a:cs typeface="Calibri"/>
            </a:endParaRPr>
          </a:p>
        </p:txBody>
      </p:sp>
    </p:spTree>
    <p:extLst>
      <p:ext uri="{BB962C8B-B14F-4D97-AF65-F5344CB8AC3E}">
        <p14:creationId xmlns:p14="http://schemas.microsoft.com/office/powerpoint/2010/main" val="15428765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7F94-815F-19DB-6857-FBDC58EEFF6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63772A-1947-73D5-A75F-2791FF0A64E4}"/>
              </a:ext>
            </a:extLst>
          </p:cNvPr>
          <p:cNvSpPr>
            <a:spLocks noGrp="1"/>
          </p:cNvSpPr>
          <p:nvPr>
            <p:ph idx="1"/>
          </p:nvPr>
        </p:nvSpPr>
        <p:spPr>
          <a:xfrm>
            <a:off x="457200" y="2057401"/>
            <a:ext cx="4114800" cy="3394472"/>
          </a:xfrm>
        </p:spPr>
        <p:txBody>
          <a:bodyPr vert="horz" lIns="68580" tIns="34290" rIns="68580" bIns="34290" rtlCol="0" anchor="t">
            <a:normAutofit/>
          </a:bodyPr>
          <a:lstStyle/>
          <a:p>
            <a:pPr marL="0" indent="0" algn="just">
              <a:buNone/>
            </a:pPr>
            <a:r>
              <a:rPr lang="en-US" b="1" dirty="0"/>
              <a:t>Deep neural networks</a:t>
            </a:r>
            <a:r>
              <a:rPr lang="en-US" dirty="0"/>
              <a:t> find the set of weights for each layer that results in the most accurate predictions. </a:t>
            </a:r>
            <a:endParaRPr lang="en-US"/>
          </a:p>
          <a:p>
            <a:pPr marL="0" indent="0" algn="just">
              <a:buNone/>
            </a:pPr>
            <a:r>
              <a:rPr lang="en-US" dirty="0">
                <a:solidFill>
                  <a:srgbClr val="FF0000"/>
                </a:solidFill>
              </a:rPr>
              <a:t>The process of finding these </a:t>
            </a:r>
            <a:r>
              <a:rPr lang="en-US" b="1" dirty="0"/>
              <a:t>weights </a:t>
            </a:r>
            <a:r>
              <a:rPr lang="en-US" dirty="0">
                <a:solidFill>
                  <a:srgbClr val="FF0000"/>
                </a:solidFill>
              </a:rPr>
              <a:t>is called training the network.</a:t>
            </a:r>
            <a:endParaRPr lang="en-US" b="1" dirty="0">
              <a:solidFill>
                <a:srgbClr val="FF0000"/>
              </a:solidFill>
              <a:ea typeface="Calibri"/>
              <a:cs typeface="Calibri"/>
            </a:endParaRPr>
          </a:p>
        </p:txBody>
      </p:sp>
      <p:sp>
        <p:nvSpPr>
          <p:cNvPr id="3" name="Title 2">
            <a:extLst>
              <a:ext uri="{FF2B5EF4-FFF2-40B4-BE49-F238E27FC236}">
                <a16:creationId xmlns:a16="http://schemas.microsoft.com/office/drawing/2014/main" id="{F1215D99-49AA-81F7-4CC5-87F4D5FDED11}"/>
              </a:ext>
            </a:extLst>
          </p:cNvPr>
          <p:cNvSpPr>
            <a:spLocks noGrp="1"/>
          </p:cNvSpPr>
          <p:nvPr>
            <p:ph type="title"/>
          </p:nvPr>
        </p:nvSpPr>
        <p:spPr/>
        <p:txBody>
          <a:bodyPr/>
          <a:lstStyle/>
          <a:p>
            <a:r>
              <a:rPr lang="en-US" dirty="0"/>
              <a:t>Multilayer </a:t>
            </a:r>
            <a:r>
              <a:rPr lang="en-US" dirty="0" err="1"/>
              <a:t>Perceptrons</a:t>
            </a:r>
            <a:r>
              <a:rPr lang="en-US" dirty="0"/>
              <a:t> (MLPs)</a:t>
            </a:r>
          </a:p>
        </p:txBody>
      </p:sp>
      <p:sp>
        <p:nvSpPr>
          <p:cNvPr id="4" name="Date Placeholder 3">
            <a:extLst>
              <a:ext uri="{FF2B5EF4-FFF2-40B4-BE49-F238E27FC236}">
                <a16:creationId xmlns:a16="http://schemas.microsoft.com/office/drawing/2014/main" id="{6CDF2C45-49F7-AAE3-3ECF-165E163E5C03}"/>
              </a:ext>
            </a:extLst>
          </p:cNvPr>
          <p:cNvSpPr>
            <a:spLocks noGrp="1"/>
          </p:cNvSpPr>
          <p:nvPr>
            <p:ph type="dt" sz="half" idx="10"/>
          </p:nvPr>
        </p:nvSpPr>
        <p:spPr/>
        <p:txBody>
          <a:bodyPr/>
          <a:lstStyle/>
          <a:p>
            <a:fld id="{BEF28905-D5AB-4289-BE97-6E4AD5680DB3}" type="datetime2">
              <a:rPr lang="en-US" smtClean="0"/>
              <a:pPr/>
              <a:t>Thursday, January 30, 2025</a:t>
            </a:fld>
            <a:endParaRPr lang="en-US" dirty="0"/>
          </a:p>
        </p:txBody>
      </p:sp>
      <p:sp>
        <p:nvSpPr>
          <p:cNvPr id="5" name="Slide Number Placeholder 4">
            <a:extLst>
              <a:ext uri="{FF2B5EF4-FFF2-40B4-BE49-F238E27FC236}">
                <a16:creationId xmlns:a16="http://schemas.microsoft.com/office/drawing/2014/main" id="{BD2E75B7-A1E1-F1A0-13E0-F22CE7954920}"/>
              </a:ext>
            </a:extLst>
          </p:cNvPr>
          <p:cNvSpPr>
            <a:spLocks noGrp="1"/>
          </p:cNvSpPr>
          <p:nvPr>
            <p:ph type="sldNum" sz="quarter" idx="12"/>
          </p:nvPr>
        </p:nvSpPr>
        <p:spPr/>
        <p:txBody>
          <a:bodyPr/>
          <a:lstStyle/>
          <a:p>
            <a:fld id="{6E1C90AF-3AA4-4CFC-B2BC-F2B6405EADE7}" type="slidenum">
              <a:rPr lang="en-US" smtClean="0"/>
              <a:pPr/>
              <a:t>23</a:t>
            </a:fld>
            <a:endParaRPr lang="en-US" dirty="0"/>
          </a:p>
        </p:txBody>
      </p:sp>
      <p:pic>
        <p:nvPicPr>
          <p:cNvPr id="7" name="Picture 6">
            <a:extLst>
              <a:ext uri="{FF2B5EF4-FFF2-40B4-BE49-F238E27FC236}">
                <a16:creationId xmlns:a16="http://schemas.microsoft.com/office/drawing/2014/main" id="{668669FE-C8C2-ACC0-8BF8-AB53AD930BD5}"/>
              </a:ext>
            </a:extLst>
          </p:cNvPr>
          <p:cNvPicPr>
            <a:picLocks noChangeAspect="1"/>
          </p:cNvPicPr>
          <p:nvPr/>
        </p:nvPicPr>
        <p:blipFill>
          <a:blip r:embed="rId2"/>
          <a:stretch>
            <a:fillRect/>
          </a:stretch>
        </p:blipFill>
        <p:spPr>
          <a:xfrm>
            <a:off x="4857750" y="2286000"/>
            <a:ext cx="4019215" cy="2267468"/>
          </a:xfrm>
          <a:prstGeom prst="rect">
            <a:avLst/>
          </a:prstGeom>
        </p:spPr>
      </p:pic>
      <p:sp>
        <p:nvSpPr>
          <p:cNvPr id="9" name="TextBox 8">
            <a:extLst>
              <a:ext uri="{FF2B5EF4-FFF2-40B4-BE49-F238E27FC236}">
                <a16:creationId xmlns:a16="http://schemas.microsoft.com/office/drawing/2014/main" id="{9AD4C83B-F4FF-DAD7-C59A-E9925942587B}"/>
              </a:ext>
            </a:extLst>
          </p:cNvPr>
          <p:cNvSpPr txBox="1"/>
          <p:nvPr/>
        </p:nvSpPr>
        <p:spPr>
          <a:xfrm>
            <a:off x="4570758" y="4680442"/>
            <a:ext cx="4573242" cy="484748"/>
          </a:xfrm>
          <a:prstGeom prst="rect">
            <a:avLst/>
          </a:prstGeom>
          <a:noFill/>
        </p:spPr>
        <p:txBody>
          <a:bodyPr wrap="square" lIns="68580" tIns="34290" rIns="68580" bIns="34290" anchor="t">
            <a:spAutoFit/>
          </a:bodyPr>
          <a:lstStyle/>
          <a:p>
            <a:pPr algn="ctr"/>
            <a:r>
              <a:rPr lang="en-US" sz="1350" b="0" i="1" u="none" strike="noStrike" baseline="0" dirty="0">
                <a:latin typeface="MinionPro-It"/>
              </a:rPr>
              <a:t>An example of a multilayer perceptron that predicts if a face is smiling</a:t>
            </a:r>
            <a:endParaRPr lang="en-US" sz="1350">
              <a:ea typeface="Calibri"/>
              <a:cs typeface="Calibri"/>
            </a:endParaRPr>
          </a:p>
        </p:txBody>
      </p:sp>
    </p:spTree>
    <p:extLst>
      <p:ext uri="{BB962C8B-B14F-4D97-AF65-F5344CB8AC3E}">
        <p14:creationId xmlns:p14="http://schemas.microsoft.com/office/powerpoint/2010/main" val="32086990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DE767-0BCC-9F53-EE0C-B2EBC1E6BAB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4AA26E6-2A98-FC78-5363-63660C2DA892}"/>
              </a:ext>
            </a:extLst>
          </p:cNvPr>
          <p:cNvSpPr>
            <a:spLocks noGrp="1"/>
          </p:cNvSpPr>
          <p:nvPr>
            <p:ph idx="1"/>
          </p:nvPr>
        </p:nvSpPr>
        <p:spPr>
          <a:xfrm>
            <a:off x="457200" y="2057401"/>
            <a:ext cx="4114800" cy="3394472"/>
          </a:xfrm>
        </p:spPr>
        <p:txBody>
          <a:bodyPr vert="horz" lIns="68580" tIns="34290" rIns="68580" bIns="34290" rtlCol="0" anchor="t">
            <a:noAutofit/>
          </a:bodyPr>
          <a:lstStyle/>
          <a:p>
            <a:pPr marL="0" indent="0" algn="just">
              <a:buNone/>
            </a:pPr>
            <a:r>
              <a:rPr lang="en-US" sz="2800" dirty="0">
                <a:solidFill>
                  <a:srgbClr val="FF0000"/>
                </a:solidFill>
              </a:rPr>
              <a:t>Weight Upgradation: </a:t>
            </a:r>
            <a:r>
              <a:rPr lang="en-US" sz="2800" dirty="0"/>
              <a:t>The error in the prediction is then propagated backward through the network, adjusting each set of weights a small amount in the direction that </a:t>
            </a:r>
            <a:r>
              <a:rPr lang="en-US" sz="2800" b="1" dirty="0"/>
              <a:t>improves the prediction </a:t>
            </a:r>
            <a:r>
              <a:rPr lang="en-US" sz="2800" dirty="0"/>
              <a:t>most significantly.</a:t>
            </a:r>
            <a:endParaRPr lang="en-US" sz="2800" b="1">
              <a:ea typeface="Calibri"/>
              <a:cs typeface="Calibri"/>
            </a:endParaRPr>
          </a:p>
        </p:txBody>
      </p:sp>
      <p:sp>
        <p:nvSpPr>
          <p:cNvPr id="3" name="Title 2">
            <a:extLst>
              <a:ext uri="{FF2B5EF4-FFF2-40B4-BE49-F238E27FC236}">
                <a16:creationId xmlns:a16="http://schemas.microsoft.com/office/drawing/2014/main" id="{568833CB-6CB4-9F64-9DCC-4049DA7DE803}"/>
              </a:ext>
            </a:extLst>
          </p:cNvPr>
          <p:cNvSpPr>
            <a:spLocks noGrp="1"/>
          </p:cNvSpPr>
          <p:nvPr>
            <p:ph type="title"/>
          </p:nvPr>
        </p:nvSpPr>
        <p:spPr/>
        <p:txBody>
          <a:bodyPr/>
          <a:lstStyle/>
          <a:p>
            <a:r>
              <a:rPr lang="en-US" dirty="0"/>
              <a:t>Multilayer </a:t>
            </a:r>
            <a:r>
              <a:rPr lang="en-US" dirty="0" err="1"/>
              <a:t>Perceptrons</a:t>
            </a:r>
            <a:r>
              <a:rPr lang="en-US" dirty="0"/>
              <a:t> (MLPs)</a:t>
            </a:r>
          </a:p>
        </p:txBody>
      </p:sp>
      <p:sp>
        <p:nvSpPr>
          <p:cNvPr id="4" name="Date Placeholder 3">
            <a:extLst>
              <a:ext uri="{FF2B5EF4-FFF2-40B4-BE49-F238E27FC236}">
                <a16:creationId xmlns:a16="http://schemas.microsoft.com/office/drawing/2014/main" id="{DAA5734F-B3AD-EE13-496D-DA4633C86190}"/>
              </a:ext>
            </a:extLst>
          </p:cNvPr>
          <p:cNvSpPr>
            <a:spLocks noGrp="1"/>
          </p:cNvSpPr>
          <p:nvPr>
            <p:ph type="dt" sz="half" idx="10"/>
          </p:nvPr>
        </p:nvSpPr>
        <p:spPr/>
        <p:txBody>
          <a:bodyPr/>
          <a:lstStyle/>
          <a:p>
            <a:fld id="{BEF28905-D5AB-4289-BE97-6E4AD5680DB3}" type="datetime2">
              <a:rPr lang="en-US" smtClean="0"/>
              <a:pPr/>
              <a:t>Thursday, January 30, 2025</a:t>
            </a:fld>
            <a:endParaRPr lang="en-US" dirty="0"/>
          </a:p>
        </p:txBody>
      </p:sp>
      <p:sp>
        <p:nvSpPr>
          <p:cNvPr id="5" name="Slide Number Placeholder 4">
            <a:extLst>
              <a:ext uri="{FF2B5EF4-FFF2-40B4-BE49-F238E27FC236}">
                <a16:creationId xmlns:a16="http://schemas.microsoft.com/office/drawing/2014/main" id="{C9DBAF05-3E18-DA06-78C2-F3827706ABAD}"/>
              </a:ext>
            </a:extLst>
          </p:cNvPr>
          <p:cNvSpPr>
            <a:spLocks noGrp="1"/>
          </p:cNvSpPr>
          <p:nvPr>
            <p:ph type="sldNum" sz="quarter" idx="12"/>
          </p:nvPr>
        </p:nvSpPr>
        <p:spPr/>
        <p:txBody>
          <a:bodyPr/>
          <a:lstStyle/>
          <a:p>
            <a:fld id="{6E1C90AF-3AA4-4CFC-B2BC-F2B6405EADE7}" type="slidenum">
              <a:rPr lang="en-US" smtClean="0"/>
              <a:pPr/>
              <a:t>24</a:t>
            </a:fld>
            <a:endParaRPr lang="en-US" dirty="0"/>
          </a:p>
        </p:txBody>
      </p:sp>
      <p:pic>
        <p:nvPicPr>
          <p:cNvPr id="7" name="Picture 6">
            <a:extLst>
              <a:ext uri="{FF2B5EF4-FFF2-40B4-BE49-F238E27FC236}">
                <a16:creationId xmlns:a16="http://schemas.microsoft.com/office/drawing/2014/main" id="{775CAFF3-ECBC-E1B7-3315-55FC8FA2BF4F}"/>
              </a:ext>
            </a:extLst>
          </p:cNvPr>
          <p:cNvPicPr>
            <a:picLocks noChangeAspect="1"/>
          </p:cNvPicPr>
          <p:nvPr/>
        </p:nvPicPr>
        <p:blipFill>
          <a:blip r:embed="rId2"/>
          <a:stretch>
            <a:fillRect/>
          </a:stretch>
        </p:blipFill>
        <p:spPr>
          <a:xfrm>
            <a:off x="4857750" y="2286000"/>
            <a:ext cx="3836952" cy="2159861"/>
          </a:xfrm>
          <a:prstGeom prst="rect">
            <a:avLst/>
          </a:prstGeom>
        </p:spPr>
      </p:pic>
      <p:sp>
        <p:nvSpPr>
          <p:cNvPr id="9" name="TextBox 8">
            <a:extLst>
              <a:ext uri="{FF2B5EF4-FFF2-40B4-BE49-F238E27FC236}">
                <a16:creationId xmlns:a16="http://schemas.microsoft.com/office/drawing/2014/main" id="{39871A76-CC5C-1CEB-87BA-3D99BBE3F839}"/>
              </a:ext>
            </a:extLst>
          </p:cNvPr>
          <p:cNvSpPr txBox="1"/>
          <p:nvPr/>
        </p:nvSpPr>
        <p:spPr>
          <a:xfrm>
            <a:off x="4570758" y="4519547"/>
            <a:ext cx="4573242" cy="484748"/>
          </a:xfrm>
          <a:prstGeom prst="rect">
            <a:avLst/>
          </a:prstGeom>
          <a:noFill/>
        </p:spPr>
        <p:txBody>
          <a:bodyPr wrap="square" lIns="68580" tIns="34290" rIns="68580" bIns="34290" anchor="t">
            <a:spAutoFit/>
          </a:bodyPr>
          <a:lstStyle/>
          <a:p>
            <a:pPr algn="ctr"/>
            <a:r>
              <a:rPr lang="en-US" sz="1350" b="0" i="1" u="none" strike="noStrike" baseline="0" dirty="0">
                <a:latin typeface="MinionPro-It"/>
              </a:rPr>
              <a:t>An example of a multilayer perceptron that predicts if a face is smiling</a:t>
            </a:r>
            <a:endParaRPr lang="en-US" sz="1350">
              <a:ea typeface="Calibri"/>
              <a:cs typeface="Calibri"/>
            </a:endParaRPr>
          </a:p>
        </p:txBody>
      </p:sp>
    </p:spTree>
    <p:extLst>
      <p:ext uri="{BB962C8B-B14F-4D97-AF65-F5344CB8AC3E}">
        <p14:creationId xmlns:p14="http://schemas.microsoft.com/office/powerpoint/2010/main" val="38335547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5A7BB83-F77D-AA92-2459-068BE184DBC2}"/>
              </a:ext>
            </a:extLst>
          </p:cNvPr>
          <p:cNvSpPr>
            <a:spLocks noGrp="1"/>
          </p:cNvSpPr>
          <p:nvPr>
            <p:ph idx="1"/>
          </p:nvPr>
        </p:nvSpPr>
        <p:spPr>
          <a:xfrm>
            <a:off x="457200" y="2057401"/>
            <a:ext cx="4400550" cy="3394472"/>
          </a:xfrm>
        </p:spPr>
        <p:txBody>
          <a:bodyPr vert="horz" lIns="68580" tIns="34290" rIns="68580" bIns="34290" rtlCol="0" anchor="t">
            <a:normAutofit/>
          </a:bodyPr>
          <a:lstStyle/>
          <a:p>
            <a:pPr marL="0" indent="0">
              <a:buNone/>
            </a:pPr>
            <a:r>
              <a:rPr lang="en-US" sz="2100" dirty="0"/>
              <a:t>ANNs are the simplest form of neural networks, consisting of layers of </a:t>
            </a:r>
            <a:r>
              <a:rPr lang="en-US" sz="2100" b="1" dirty="0">
                <a:solidFill>
                  <a:srgbClr val="C00000"/>
                </a:solidFill>
              </a:rPr>
              <a:t>interconnected neurons</a:t>
            </a:r>
            <a:r>
              <a:rPr lang="en-US" sz="2100" dirty="0"/>
              <a:t> that process and transmit information.</a:t>
            </a:r>
            <a:endParaRPr lang="en-US" sz="2100" dirty="0">
              <a:ea typeface="Calibri"/>
              <a:cs typeface="Calibri"/>
            </a:endParaRPr>
          </a:p>
          <a:p>
            <a:r>
              <a:rPr lang="en-US" sz="2100" b="1" dirty="0"/>
              <a:t>Applications:</a:t>
            </a:r>
            <a:endParaRPr lang="en-US" sz="2100" b="1" dirty="0">
              <a:ea typeface="Calibri"/>
              <a:cs typeface="Calibri"/>
            </a:endParaRPr>
          </a:p>
          <a:p>
            <a:pPr lvl="1"/>
            <a:r>
              <a:rPr lang="en-US" sz="1800" dirty="0"/>
              <a:t>Basic image recognition</a:t>
            </a:r>
            <a:endParaRPr lang="en-US" sz="1800" dirty="0">
              <a:ea typeface="Calibri"/>
              <a:cs typeface="Calibri"/>
            </a:endParaRPr>
          </a:p>
          <a:p>
            <a:pPr lvl="1"/>
            <a:r>
              <a:rPr lang="en-US" sz="1800" dirty="0"/>
              <a:t>Simple pattern recognition</a:t>
            </a:r>
            <a:endParaRPr lang="en-US" sz="1800" dirty="0">
              <a:ea typeface="Calibri"/>
              <a:cs typeface="Calibri"/>
            </a:endParaRPr>
          </a:p>
          <a:p>
            <a:pPr lvl="1"/>
            <a:r>
              <a:rPr lang="en-US" sz="1800" dirty="0"/>
              <a:t>Regression tasks</a:t>
            </a:r>
            <a:endParaRPr lang="en-US" sz="1800" dirty="0">
              <a:ea typeface="Calibri"/>
              <a:cs typeface="Calibri"/>
            </a:endParaRPr>
          </a:p>
          <a:p>
            <a:endParaRPr lang="en-US" sz="2100" dirty="0">
              <a:ea typeface="Calibri"/>
              <a:cs typeface="Calibri"/>
            </a:endParaRPr>
          </a:p>
          <a:p>
            <a:endParaRPr lang="en-US" sz="2100" dirty="0">
              <a:ea typeface="Calibri"/>
              <a:cs typeface="Calibri"/>
            </a:endParaRPr>
          </a:p>
        </p:txBody>
      </p:sp>
      <p:sp>
        <p:nvSpPr>
          <p:cNvPr id="3" name="Title 2">
            <a:extLst>
              <a:ext uri="{FF2B5EF4-FFF2-40B4-BE49-F238E27FC236}">
                <a16:creationId xmlns:a16="http://schemas.microsoft.com/office/drawing/2014/main" id="{88AF226A-A792-4BFD-E689-FA4252AADE99}"/>
              </a:ext>
            </a:extLst>
          </p:cNvPr>
          <p:cNvSpPr>
            <a:spLocks noGrp="1"/>
          </p:cNvSpPr>
          <p:nvPr>
            <p:ph type="title"/>
          </p:nvPr>
        </p:nvSpPr>
        <p:spPr/>
        <p:txBody>
          <a:bodyPr/>
          <a:lstStyle/>
          <a:p>
            <a:r>
              <a:rPr lang="en-US" dirty="0"/>
              <a:t>Artificial Neural Network (ANN)</a:t>
            </a:r>
          </a:p>
        </p:txBody>
      </p:sp>
      <p:sp>
        <p:nvSpPr>
          <p:cNvPr id="4" name="Date Placeholder 3">
            <a:extLst>
              <a:ext uri="{FF2B5EF4-FFF2-40B4-BE49-F238E27FC236}">
                <a16:creationId xmlns:a16="http://schemas.microsoft.com/office/drawing/2014/main" id="{B7DAA22B-0C08-4104-3989-4F8C2251DD25}"/>
              </a:ext>
            </a:extLst>
          </p:cNvPr>
          <p:cNvSpPr>
            <a:spLocks noGrp="1"/>
          </p:cNvSpPr>
          <p:nvPr>
            <p:ph type="dt" sz="half" idx="10"/>
          </p:nvPr>
        </p:nvSpPr>
        <p:spPr/>
        <p:txBody>
          <a:bodyPr/>
          <a:lstStyle/>
          <a:p>
            <a:fld id="{BEF28905-D5AB-4289-BE97-6E4AD5680DB3}" type="datetime2">
              <a:rPr lang="en-US" smtClean="0"/>
              <a:pPr/>
              <a:t>Thursday, January 30, 2025</a:t>
            </a:fld>
            <a:endParaRPr lang="en-US" dirty="0"/>
          </a:p>
        </p:txBody>
      </p:sp>
      <p:sp>
        <p:nvSpPr>
          <p:cNvPr id="5" name="Slide Number Placeholder 4">
            <a:extLst>
              <a:ext uri="{FF2B5EF4-FFF2-40B4-BE49-F238E27FC236}">
                <a16:creationId xmlns:a16="http://schemas.microsoft.com/office/drawing/2014/main" id="{EE35499E-096E-752B-9036-C73E9522C72E}"/>
              </a:ext>
            </a:extLst>
          </p:cNvPr>
          <p:cNvSpPr>
            <a:spLocks noGrp="1"/>
          </p:cNvSpPr>
          <p:nvPr>
            <p:ph type="sldNum" sz="quarter" idx="12"/>
          </p:nvPr>
        </p:nvSpPr>
        <p:spPr/>
        <p:txBody>
          <a:bodyPr/>
          <a:lstStyle/>
          <a:p>
            <a:fld id="{6E1C90AF-3AA4-4CFC-B2BC-F2B6405EADE7}" type="slidenum">
              <a:rPr lang="en-US" smtClean="0"/>
              <a:pPr/>
              <a:t>25</a:t>
            </a:fld>
            <a:endParaRPr lang="en-US" dirty="0"/>
          </a:p>
        </p:txBody>
      </p:sp>
      <p:pic>
        <p:nvPicPr>
          <p:cNvPr id="5122" name="Picture 2" descr="How artificial neural networks work">
            <a:extLst>
              <a:ext uri="{FF2B5EF4-FFF2-40B4-BE49-F238E27FC236}">
                <a16:creationId xmlns:a16="http://schemas.microsoft.com/office/drawing/2014/main" id="{54870615-6999-3E90-0AF3-189BDC29141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0" y="2160081"/>
            <a:ext cx="4314825" cy="2933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30302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9400EC-7365-5F28-47B5-0A7861A12D64}"/>
              </a:ext>
            </a:extLst>
          </p:cNvPr>
          <p:cNvSpPr>
            <a:spLocks noGrp="1"/>
          </p:cNvSpPr>
          <p:nvPr>
            <p:ph idx="1"/>
          </p:nvPr>
        </p:nvSpPr>
        <p:spPr/>
        <p:txBody>
          <a:bodyPr>
            <a:normAutofit/>
          </a:bodyPr>
          <a:lstStyle/>
          <a:p>
            <a:r>
              <a:rPr lang="en-US" b="1" dirty="0"/>
              <a:t>Advantages:</a:t>
            </a:r>
          </a:p>
          <a:p>
            <a:pPr lvl="1"/>
            <a:r>
              <a:rPr lang="en-US" dirty="0"/>
              <a:t>Easy to implement and understand.</a:t>
            </a:r>
          </a:p>
          <a:p>
            <a:pPr lvl="1"/>
            <a:r>
              <a:rPr lang="en-US" dirty="0"/>
              <a:t>Suitable for a wide range of problems.</a:t>
            </a:r>
          </a:p>
          <a:p>
            <a:r>
              <a:rPr lang="en-US" b="1" dirty="0"/>
              <a:t>Challenges:</a:t>
            </a:r>
          </a:p>
          <a:p>
            <a:pPr lvl="1"/>
            <a:r>
              <a:rPr lang="en-US" dirty="0"/>
              <a:t>Limited in handling complex data structures.</a:t>
            </a:r>
          </a:p>
          <a:p>
            <a:pPr lvl="1"/>
            <a:r>
              <a:rPr lang="en-US" dirty="0"/>
              <a:t>Performance depends on the number of hidden layers and neurons.</a:t>
            </a:r>
          </a:p>
        </p:txBody>
      </p:sp>
      <p:sp>
        <p:nvSpPr>
          <p:cNvPr id="3" name="Title 2">
            <a:extLst>
              <a:ext uri="{FF2B5EF4-FFF2-40B4-BE49-F238E27FC236}">
                <a16:creationId xmlns:a16="http://schemas.microsoft.com/office/drawing/2014/main" id="{A2A3FD63-66B0-754F-7DC7-C611682D6689}"/>
              </a:ext>
            </a:extLst>
          </p:cNvPr>
          <p:cNvSpPr>
            <a:spLocks noGrp="1"/>
          </p:cNvSpPr>
          <p:nvPr>
            <p:ph type="title"/>
          </p:nvPr>
        </p:nvSpPr>
        <p:spPr/>
        <p:txBody>
          <a:bodyPr/>
          <a:lstStyle/>
          <a:p>
            <a:r>
              <a:rPr lang="en-US" dirty="0"/>
              <a:t>Artificial Neural Network (ANN)</a:t>
            </a:r>
            <a:endParaRPr lang="en-US" dirty="0">
              <a:solidFill>
                <a:srgbClr val="000000"/>
              </a:solidFill>
            </a:endParaRPr>
          </a:p>
        </p:txBody>
      </p:sp>
      <p:sp>
        <p:nvSpPr>
          <p:cNvPr id="4" name="Date Placeholder 3">
            <a:extLst>
              <a:ext uri="{FF2B5EF4-FFF2-40B4-BE49-F238E27FC236}">
                <a16:creationId xmlns:a16="http://schemas.microsoft.com/office/drawing/2014/main" id="{D90D964A-7371-FC41-6862-5910FE10093C}"/>
              </a:ext>
            </a:extLst>
          </p:cNvPr>
          <p:cNvSpPr>
            <a:spLocks noGrp="1"/>
          </p:cNvSpPr>
          <p:nvPr>
            <p:ph type="dt" sz="half" idx="10"/>
          </p:nvPr>
        </p:nvSpPr>
        <p:spPr/>
        <p:txBody>
          <a:bodyPr/>
          <a:lstStyle/>
          <a:p>
            <a:fld id="{BEF28905-D5AB-4289-BE97-6E4AD5680DB3}" type="datetime2">
              <a:rPr lang="en-US" smtClean="0"/>
              <a:pPr/>
              <a:t>Thursday, January 30, 2025</a:t>
            </a:fld>
            <a:endParaRPr lang="en-US" dirty="0"/>
          </a:p>
        </p:txBody>
      </p:sp>
      <p:sp>
        <p:nvSpPr>
          <p:cNvPr id="5" name="Slide Number Placeholder 4">
            <a:extLst>
              <a:ext uri="{FF2B5EF4-FFF2-40B4-BE49-F238E27FC236}">
                <a16:creationId xmlns:a16="http://schemas.microsoft.com/office/drawing/2014/main" id="{949D7504-5938-638A-4F67-04BFFAAB5685}"/>
              </a:ext>
            </a:extLst>
          </p:cNvPr>
          <p:cNvSpPr>
            <a:spLocks noGrp="1"/>
          </p:cNvSpPr>
          <p:nvPr>
            <p:ph type="sldNum" sz="quarter" idx="12"/>
          </p:nvPr>
        </p:nvSpPr>
        <p:spPr/>
        <p:txBody>
          <a:bodyPr/>
          <a:lstStyle/>
          <a:p>
            <a:fld id="{6E1C90AF-3AA4-4CFC-B2BC-F2B6405EADE7}" type="slidenum">
              <a:rPr lang="en-US" smtClean="0"/>
              <a:pPr/>
              <a:t>26</a:t>
            </a:fld>
            <a:endParaRPr lang="en-US" dirty="0"/>
          </a:p>
        </p:txBody>
      </p:sp>
      <p:sp>
        <p:nvSpPr>
          <p:cNvPr id="6" name="TextBox 5">
            <a:extLst>
              <a:ext uri="{FF2B5EF4-FFF2-40B4-BE49-F238E27FC236}">
                <a16:creationId xmlns:a16="http://schemas.microsoft.com/office/drawing/2014/main" id="{B5CCB923-3D19-34A3-D626-15E51C2D7EFB}"/>
              </a:ext>
            </a:extLst>
          </p:cNvPr>
          <p:cNvSpPr txBox="1"/>
          <p:nvPr/>
        </p:nvSpPr>
        <p:spPr>
          <a:xfrm>
            <a:off x="671513" y="5239137"/>
            <a:ext cx="7800975" cy="992579"/>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algn="ctr"/>
            <a:r>
              <a:rPr lang="en-US" sz="2000" dirty="0">
                <a:solidFill>
                  <a:schemeClr val="accent2">
                    <a:lumMod val="76000"/>
                  </a:schemeClr>
                </a:solidFill>
                <a:ea typeface="+mn-lt"/>
                <a:cs typeface="+mn-lt"/>
              </a:rPr>
              <a:t>Artificial Neural Networks (</a:t>
            </a:r>
            <a:r>
              <a:rPr lang="en-US" sz="2000" b="1" dirty="0">
                <a:solidFill>
                  <a:schemeClr val="accent2">
                    <a:lumMod val="76000"/>
                  </a:schemeClr>
                </a:solidFill>
                <a:ea typeface="+mn-lt"/>
                <a:cs typeface="+mn-lt"/>
              </a:rPr>
              <a:t>ANNs</a:t>
            </a:r>
            <a:r>
              <a:rPr lang="en-US" sz="2000" dirty="0">
                <a:solidFill>
                  <a:schemeClr val="accent2">
                    <a:lumMod val="76000"/>
                  </a:schemeClr>
                </a:solidFill>
                <a:ea typeface="+mn-lt"/>
                <a:cs typeface="+mn-lt"/>
              </a:rPr>
              <a:t>) are a broad category of neural networks, while </a:t>
            </a:r>
            <a:r>
              <a:rPr lang="en-US" sz="2000" b="1" dirty="0">
                <a:solidFill>
                  <a:schemeClr val="accent2">
                    <a:lumMod val="76000"/>
                  </a:schemeClr>
                </a:solidFill>
                <a:ea typeface="+mn-lt"/>
                <a:cs typeface="+mn-lt"/>
              </a:rPr>
              <a:t>Multi-Layer </a:t>
            </a:r>
            <a:r>
              <a:rPr lang="en-US" sz="2000" b="1" err="1">
                <a:solidFill>
                  <a:schemeClr val="accent2">
                    <a:lumMod val="76000"/>
                  </a:schemeClr>
                </a:solidFill>
                <a:ea typeface="+mn-lt"/>
                <a:cs typeface="+mn-lt"/>
              </a:rPr>
              <a:t>Perceptrons</a:t>
            </a:r>
            <a:r>
              <a:rPr lang="en-US" sz="2000" b="1" dirty="0">
                <a:solidFill>
                  <a:schemeClr val="accent2">
                    <a:lumMod val="76000"/>
                  </a:schemeClr>
                </a:solidFill>
                <a:ea typeface="+mn-lt"/>
                <a:cs typeface="+mn-lt"/>
              </a:rPr>
              <a:t> (MLPs)</a:t>
            </a:r>
            <a:r>
              <a:rPr lang="en-US" sz="2000" dirty="0">
                <a:solidFill>
                  <a:schemeClr val="accent2">
                    <a:lumMod val="76000"/>
                  </a:schemeClr>
                </a:solidFill>
                <a:ea typeface="+mn-lt"/>
                <a:cs typeface="+mn-lt"/>
              </a:rPr>
              <a:t> are a specific type of ANN with fully connected layers and no cycles.</a:t>
            </a:r>
            <a:endParaRPr lang="en-US" sz="2000" dirty="0">
              <a:solidFill>
                <a:schemeClr val="accent2">
                  <a:lumMod val="76000"/>
                </a:schemeClr>
              </a:solidFill>
              <a:ea typeface="Calibri"/>
              <a:cs typeface="Calibri"/>
            </a:endParaRPr>
          </a:p>
        </p:txBody>
      </p:sp>
    </p:spTree>
    <p:extLst>
      <p:ext uri="{BB962C8B-B14F-4D97-AF65-F5344CB8AC3E}">
        <p14:creationId xmlns:p14="http://schemas.microsoft.com/office/powerpoint/2010/main" val="11755872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21BD984-0C21-3648-0BDF-CC90E3C144D7}"/>
              </a:ext>
            </a:extLst>
          </p:cNvPr>
          <p:cNvSpPr>
            <a:spLocks noGrp="1"/>
          </p:cNvSpPr>
          <p:nvPr>
            <p:ph idx="1"/>
          </p:nvPr>
        </p:nvSpPr>
        <p:spPr/>
        <p:txBody>
          <a:bodyPr vert="horz" lIns="68580" tIns="34290" rIns="68580" bIns="34290" rtlCol="0" anchor="t">
            <a:normAutofit/>
          </a:bodyPr>
          <a:lstStyle/>
          <a:p>
            <a:pPr marL="0" indent="0">
              <a:buNone/>
            </a:pPr>
            <a:r>
              <a:rPr lang="en-US" sz="2400" dirty="0"/>
              <a:t>CNNs are specialized neural networks designed for processing structured grid data like images. They use convolutional layers to detect features.</a:t>
            </a:r>
            <a:endParaRPr lang="en-US" sz="2400">
              <a:ea typeface="Calibri"/>
              <a:cs typeface="Calibri"/>
            </a:endParaRPr>
          </a:p>
        </p:txBody>
      </p:sp>
      <p:sp>
        <p:nvSpPr>
          <p:cNvPr id="3" name="Title 2">
            <a:extLst>
              <a:ext uri="{FF2B5EF4-FFF2-40B4-BE49-F238E27FC236}">
                <a16:creationId xmlns:a16="http://schemas.microsoft.com/office/drawing/2014/main" id="{D316D30C-37CA-02C9-532A-5055352FC4BF}"/>
              </a:ext>
            </a:extLst>
          </p:cNvPr>
          <p:cNvSpPr>
            <a:spLocks noGrp="1"/>
          </p:cNvSpPr>
          <p:nvPr>
            <p:ph type="title"/>
          </p:nvPr>
        </p:nvSpPr>
        <p:spPr/>
        <p:txBody>
          <a:bodyPr>
            <a:normAutofit/>
          </a:bodyPr>
          <a:lstStyle/>
          <a:p>
            <a:r>
              <a:rPr lang="en-US" sz="4000" dirty="0"/>
              <a:t>Convolutional Neural Network (CNN)</a:t>
            </a:r>
          </a:p>
        </p:txBody>
      </p:sp>
      <p:sp>
        <p:nvSpPr>
          <p:cNvPr id="4" name="Date Placeholder 3">
            <a:extLst>
              <a:ext uri="{FF2B5EF4-FFF2-40B4-BE49-F238E27FC236}">
                <a16:creationId xmlns:a16="http://schemas.microsoft.com/office/drawing/2014/main" id="{22A91B3F-B8EF-E085-5818-B70FF8A2804A}"/>
              </a:ext>
            </a:extLst>
          </p:cNvPr>
          <p:cNvSpPr>
            <a:spLocks noGrp="1"/>
          </p:cNvSpPr>
          <p:nvPr>
            <p:ph type="dt" sz="half" idx="10"/>
          </p:nvPr>
        </p:nvSpPr>
        <p:spPr/>
        <p:txBody>
          <a:bodyPr/>
          <a:lstStyle/>
          <a:p>
            <a:fld id="{BEF28905-D5AB-4289-BE97-6E4AD5680DB3}" type="datetime2">
              <a:rPr lang="en-US" smtClean="0"/>
              <a:pPr/>
              <a:t>Thursday, January 30, 2025</a:t>
            </a:fld>
            <a:endParaRPr lang="en-US" dirty="0"/>
          </a:p>
        </p:txBody>
      </p:sp>
      <p:sp>
        <p:nvSpPr>
          <p:cNvPr id="5" name="Slide Number Placeholder 4">
            <a:extLst>
              <a:ext uri="{FF2B5EF4-FFF2-40B4-BE49-F238E27FC236}">
                <a16:creationId xmlns:a16="http://schemas.microsoft.com/office/drawing/2014/main" id="{5B45BB08-2036-EE60-6F37-89DE63CFABBD}"/>
              </a:ext>
            </a:extLst>
          </p:cNvPr>
          <p:cNvSpPr>
            <a:spLocks noGrp="1"/>
          </p:cNvSpPr>
          <p:nvPr>
            <p:ph type="sldNum" sz="quarter" idx="12"/>
          </p:nvPr>
        </p:nvSpPr>
        <p:spPr/>
        <p:txBody>
          <a:bodyPr/>
          <a:lstStyle/>
          <a:p>
            <a:fld id="{6E1C90AF-3AA4-4CFC-B2BC-F2B6405EADE7}" type="slidenum">
              <a:rPr lang="en-US" smtClean="0"/>
              <a:pPr/>
              <a:t>27</a:t>
            </a:fld>
            <a:endParaRPr lang="en-US" dirty="0"/>
          </a:p>
        </p:txBody>
      </p:sp>
      <p:pic>
        <p:nvPicPr>
          <p:cNvPr id="7" name="Picture 6">
            <a:extLst>
              <a:ext uri="{FF2B5EF4-FFF2-40B4-BE49-F238E27FC236}">
                <a16:creationId xmlns:a16="http://schemas.microsoft.com/office/drawing/2014/main" id="{2231B746-2E0D-B7F0-106A-6FD452DEEFAE}"/>
              </a:ext>
            </a:extLst>
          </p:cNvPr>
          <p:cNvPicPr>
            <a:picLocks noChangeAspect="1"/>
          </p:cNvPicPr>
          <p:nvPr/>
        </p:nvPicPr>
        <p:blipFill>
          <a:blip r:embed="rId2"/>
          <a:stretch>
            <a:fillRect/>
          </a:stretch>
        </p:blipFill>
        <p:spPr>
          <a:xfrm>
            <a:off x="2152650" y="2745188"/>
            <a:ext cx="4834836" cy="2698817"/>
          </a:xfrm>
          <a:prstGeom prst="rect">
            <a:avLst/>
          </a:prstGeom>
        </p:spPr>
      </p:pic>
    </p:spTree>
    <p:extLst>
      <p:ext uri="{BB962C8B-B14F-4D97-AF65-F5344CB8AC3E}">
        <p14:creationId xmlns:p14="http://schemas.microsoft.com/office/powerpoint/2010/main" val="6200426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diagram of a filter&#10;&#10;AI-generated content may be incorrect.">
            <a:extLst>
              <a:ext uri="{FF2B5EF4-FFF2-40B4-BE49-F238E27FC236}">
                <a16:creationId xmlns:a16="http://schemas.microsoft.com/office/drawing/2014/main" id="{F153AEFA-A3C2-5CC4-FEE2-5ADD806AEA56}"/>
              </a:ext>
            </a:extLst>
          </p:cNvPr>
          <p:cNvPicPr>
            <a:picLocks noGrp="1" noChangeAspect="1"/>
          </p:cNvPicPr>
          <p:nvPr>
            <p:ph idx="1"/>
          </p:nvPr>
        </p:nvPicPr>
        <p:blipFill>
          <a:blip r:embed="rId2"/>
          <a:srcRect l="4837" t="5922" r="4314" b="-228"/>
          <a:stretch/>
        </p:blipFill>
        <p:spPr>
          <a:xfrm>
            <a:off x="4576897" y="2981584"/>
            <a:ext cx="4182149" cy="2496319"/>
          </a:xfrm>
          <a:noFill/>
        </p:spPr>
      </p:pic>
      <p:sp>
        <p:nvSpPr>
          <p:cNvPr id="3" name="Title 2">
            <a:extLst>
              <a:ext uri="{FF2B5EF4-FFF2-40B4-BE49-F238E27FC236}">
                <a16:creationId xmlns:a16="http://schemas.microsoft.com/office/drawing/2014/main" id="{A659FB66-313E-519F-06E9-8D09752C25B2}"/>
              </a:ext>
            </a:extLst>
          </p:cNvPr>
          <p:cNvSpPr>
            <a:spLocks noGrp="1"/>
          </p:cNvSpPr>
          <p:nvPr>
            <p:ph type="title"/>
          </p:nvPr>
        </p:nvSpPr>
        <p:spPr>
          <a:xfrm>
            <a:off x="457200" y="558661"/>
            <a:ext cx="8229600" cy="857250"/>
          </a:xfrm>
        </p:spPr>
        <p:txBody>
          <a:bodyPr anchor="ctr">
            <a:normAutofit/>
          </a:bodyPr>
          <a:lstStyle/>
          <a:p>
            <a:r>
              <a:rPr lang="en-US"/>
              <a:t>Convolutional Layer</a:t>
            </a:r>
            <a:endParaRPr lang="en-US" dirty="0"/>
          </a:p>
        </p:txBody>
      </p:sp>
      <p:sp>
        <p:nvSpPr>
          <p:cNvPr id="4" name="Date Placeholder 3">
            <a:extLst>
              <a:ext uri="{FF2B5EF4-FFF2-40B4-BE49-F238E27FC236}">
                <a16:creationId xmlns:a16="http://schemas.microsoft.com/office/drawing/2014/main" id="{033B1089-957F-D8FC-3963-06710B5556B9}"/>
              </a:ext>
            </a:extLst>
          </p:cNvPr>
          <p:cNvSpPr>
            <a:spLocks noGrp="1"/>
          </p:cNvSpPr>
          <p:nvPr>
            <p:ph type="dt" sz="half" idx="10"/>
          </p:nvPr>
        </p:nvSpPr>
        <p:spPr>
          <a:xfrm>
            <a:off x="457200" y="5624514"/>
            <a:ext cx="2133600" cy="273844"/>
          </a:xfrm>
        </p:spPr>
        <p:txBody>
          <a:bodyPr anchor="ctr">
            <a:normAutofit/>
          </a:bodyPr>
          <a:lstStyle/>
          <a:p>
            <a:pPr>
              <a:spcAft>
                <a:spcPts val="450"/>
              </a:spcAft>
            </a:pPr>
            <a:fld id="{BEF28905-D5AB-4289-BE97-6E4AD5680DB3}" type="datetime2">
              <a:rPr lang="en-US" smtClean="0"/>
              <a:pPr>
                <a:spcAft>
                  <a:spcPts val="450"/>
                </a:spcAft>
              </a:pPr>
              <a:t>Thursday, January 30, 2025</a:t>
            </a:fld>
            <a:endParaRPr lang="en-US"/>
          </a:p>
        </p:txBody>
      </p:sp>
      <p:sp>
        <p:nvSpPr>
          <p:cNvPr id="5" name="Slide Number Placeholder 4">
            <a:extLst>
              <a:ext uri="{FF2B5EF4-FFF2-40B4-BE49-F238E27FC236}">
                <a16:creationId xmlns:a16="http://schemas.microsoft.com/office/drawing/2014/main" id="{A31966B7-817F-5190-2A7F-33856D8E0161}"/>
              </a:ext>
            </a:extLst>
          </p:cNvPr>
          <p:cNvSpPr>
            <a:spLocks noGrp="1"/>
          </p:cNvSpPr>
          <p:nvPr>
            <p:ph type="sldNum" sz="quarter" idx="12"/>
          </p:nvPr>
        </p:nvSpPr>
        <p:spPr>
          <a:xfrm>
            <a:off x="6553200" y="5624514"/>
            <a:ext cx="2133600" cy="273844"/>
          </a:xfrm>
        </p:spPr>
        <p:txBody>
          <a:bodyPr anchor="ctr">
            <a:normAutofit/>
          </a:bodyPr>
          <a:lstStyle/>
          <a:p>
            <a:pPr>
              <a:spcAft>
                <a:spcPts val="450"/>
              </a:spcAft>
            </a:pPr>
            <a:fld id="{6E1C90AF-3AA4-4CFC-B2BC-F2B6405EADE7}" type="slidenum">
              <a:rPr lang="en-US" smtClean="0"/>
              <a:pPr>
                <a:spcAft>
                  <a:spcPts val="450"/>
                </a:spcAft>
              </a:pPr>
              <a:t>28</a:t>
            </a:fld>
            <a:endParaRPr lang="en-US"/>
          </a:p>
        </p:txBody>
      </p:sp>
      <p:sp>
        <p:nvSpPr>
          <p:cNvPr id="7" name="TextBox 6">
            <a:extLst>
              <a:ext uri="{FF2B5EF4-FFF2-40B4-BE49-F238E27FC236}">
                <a16:creationId xmlns:a16="http://schemas.microsoft.com/office/drawing/2014/main" id="{719AB562-409F-F16D-9EA3-0CCB9C8F1869}"/>
              </a:ext>
            </a:extLst>
          </p:cNvPr>
          <p:cNvSpPr txBox="1"/>
          <p:nvPr/>
        </p:nvSpPr>
        <p:spPr>
          <a:xfrm>
            <a:off x="4799828" y="5519931"/>
            <a:ext cx="4182761" cy="484748"/>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1350" b="1" dirty="0">
                <a:solidFill>
                  <a:schemeClr val="accent2">
                    <a:lumMod val="76000"/>
                  </a:schemeClr>
                </a:solidFill>
                <a:ea typeface="Calibri"/>
                <a:cs typeface="Calibri"/>
              </a:rPr>
              <a:t>Two convolutional filters applied to a grey scale image.</a:t>
            </a:r>
          </a:p>
          <a:p>
            <a:endParaRPr lang="en-US" sz="1350" b="1" dirty="0">
              <a:solidFill>
                <a:schemeClr val="accent2">
                  <a:lumMod val="76000"/>
                </a:schemeClr>
              </a:solidFill>
              <a:ea typeface="+mn-lt"/>
              <a:cs typeface="+mn-lt"/>
            </a:endParaRPr>
          </a:p>
        </p:txBody>
      </p:sp>
      <p:sp>
        <p:nvSpPr>
          <p:cNvPr id="8" name="TextBox 7">
            <a:extLst>
              <a:ext uri="{FF2B5EF4-FFF2-40B4-BE49-F238E27FC236}">
                <a16:creationId xmlns:a16="http://schemas.microsoft.com/office/drawing/2014/main" id="{88A326E2-2CDA-CE73-2697-13E5CF25C2F8}"/>
              </a:ext>
            </a:extLst>
          </p:cNvPr>
          <p:cNvSpPr txBox="1"/>
          <p:nvPr/>
        </p:nvSpPr>
        <p:spPr>
          <a:xfrm>
            <a:off x="457200" y="1715079"/>
            <a:ext cx="4344172" cy="345479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algn="just"/>
            <a:r>
              <a:rPr lang="en-US" sz="2200" dirty="0"/>
              <a:t>A convolutional layer is simply a collection of filters, where the values stored in the filters are the weights that are learned by the neural network through training. Initially these are random, but gradually the filters adapt their weights to start picking out interesting features such as edges or particular color combinations. </a:t>
            </a:r>
            <a:endParaRPr lang="en-US" sz="2200">
              <a:ea typeface="Calibri"/>
              <a:cs typeface="Calibri"/>
            </a:endParaRPr>
          </a:p>
        </p:txBody>
      </p:sp>
    </p:spTree>
    <p:extLst>
      <p:ext uri="{BB962C8B-B14F-4D97-AF65-F5344CB8AC3E}">
        <p14:creationId xmlns:p14="http://schemas.microsoft.com/office/powerpoint/2010/main" val="36093962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B5181E-52B6-189E-0A06-3905B9D311DA}"/>
              </a:ext>
            </a:extLst>
          </p:cNvPr>
          <p:cNvSpPr>
            <a:spLocks noGrp="1"/>
          </p:cNvSpPr>
          <p:nvPr>
            <p:ph idx="1"/>
          </p:nvPr>
        </p:nvSpPr>
        <p:spPr/>
        <p:txBody>
          <a:bodyPr>
            <a:normAutofit fontScale="92500" lnSpcReduction="20000"/>
          </a:bodyPr>
          <a:lstStyle/>
          <a:p>
            <a:r>
              <a:rPr lang="en-US" b="1" dirty="0"/>
              <a:t>Applications:</a:t>
            </a:r>
            <a:endParaRPr lang="en-US" dirty="0"/>
          </a:p>
          <a:p>
            <a:pPr lvl="1"/>
            <a:r>
              <a:rPr lang="en-US" dirty="0"/>
              <a:t>Image and video recognition</a:t>
            </a:r>
          </a:p>
          <a:p>
            <a:pPr lvl="1"/>
            <a:r>
              <a:rPr lang="en-US" dirty="0"/>
              <a:t>Object detection</a:t>
            </a:r>
          </a:p>
          <a:p>
            <a:pPr lvl="1"/>
            <a:r>
              <a:rPr lang="en-US" dirty="0"/>
              <a:t>Image classification</a:t>
            </a:r>
          </a:p>
          <a:p>
            <a:r>
              <a:rPr lang="en-US" b="1" dirty="0"/>
              <a:t>Advantages:</a:t>
            </a:r>
          </a:p>
          <a:p>
            <a:pPr lvl="1"/>
            <a:r>
              <a:rPr lang="en-US" dirty="0"/>
              <a:t>Excellent at handling spatial data.</a:t>
            </a:r>
          </a:p>
          <a:p>
            <a:pPr lvl="1"/>
            <a:r>
              <a:rPr lang="en-US" dirty="0"/>
              <a:t>Requires less preprocessing compared to ANNs.</a:t>
            </a:r>
          </a:p>
          <a:p>
            <a:r>
              <a:rPr lang="en-US" b="1" dirty="0"/>
              <a:t>Challenges:</a:t>
            </a:r>
          </a:p>
          <a:p>
            <a:pPr lvl="1"/>
            <a:r>
              <a:rPr lang="en-US" dirty="0"/>
              <a:t>Computationally intensive.</a:t>
            </a:r>
          </a:p>
          <a:p>
            <a:pPr lvl="1"/>
            <a:r>
              <a:rPr lang="en-US" dirty="0"/>
              <a:t>Requires large amounts of labeled data for training.</a:t>
            </a:r>
          </a:p>
        </p:txBody>
      </p:sp>
      <p:sp>
        <p:nvSpPr>
          <p:cNvPr id="3" name="Title 2">
            <a:extLst>
              <a:ext uri="{FF2B5EF4-FFF2-40B4-BE49-F238E27FC236}">
                <a16:creationId xmlns:a16="http://schemas.microsoft.com/office/drawing/2014/main" id="{8933C36F-E85F-0984-03B6-D8824AABDB80}"/>
              </a:ext>
            </a:extLst>
          </p:cNvPr>
          <p:cNvSpPr>
            <a:spLocks noGrp="1"/>
          </p:cNvSpPr>
          <p:nvPr>
            <p:ph type="title"/>
          </p:nvPr>
        </p:nvSpPr>
        <p:spPr/>
        <p:txBody>
          <a:bodyPr>
            <a:normAutofit/>
          </a:bodyPr>
          <a:lstStyle/>
          <a:p>
            <a:r>
              <a:rPr lang="en-US" sz="4000" dirty="0"/>
              <a:t>Convolutional Neural Network (CNN)</a:t>
            </a:r>
            <a:endParaRPr lang="en-US" dirty="0">
              <a:solidFill>
                <a:srgbClr val="000000"/>
              </a:solidFill>
              <a:ea typeface="Calibri"/>
              <a:cs typeface="Calibri"/>
            </a:endParaRPr>
          </a:p>
        </p:txBody>
      </p:sp>
      <p:sp>
        <p:nvSpPr>
          <p:cNvPr id="4" name="Date Placeholder 3">
            <a:extLst>
              <a:ext uri="{FF2B5EF4-FFF2-40B4-BE49-F238E27FC236}">
                <a16:creationId xmlns:a16="http://schemas.microsoft.com/office/drawing/2014/main" id="{F5205078-2CEC-FD3B-D654-6DECAA9BE511}"/>
              </a:ext>
            </a:extLst>
          </p:cNvPr>
          <p:cNvSpPr>
            <a:spLocks noGrp="1"/>
          </p:cNvSpPr>
          <p:nvPr>
            <p:ph type="dt" sz="half" idx="10"/>
          </p:nvPr>
        </p:nvSpPr>
        <p:spPr/>
        <p:txBody>
          <a:bodyPr/>
          <a:lstStyle/>
          <a:p>
            <a:fld id="{BEF28905-D5AB-4289-BE97-6E4AD5680DB3}" type="datetime2">
              <a:rPr lang="en-US" smtClean="0"/>
              <a:pPr/>
              <a:t>Thursday, January 30, 2025</a:t>
            </a:fld>
            <a:endParaRPr lang="en-US" dirty="0"/>
          </a:p>
        </p:txBody>
      </p:sp>
      <p:sp>
        <p:nvSpPr>
          <p:cNvPr id="5" name="Slide Number Placeholder 4">
            <a:extLst>
              <a:ext uri="{FF2B5EF4-FFF2-40B4-BE49-F238E27FC236}">
                <a16:creationId xmlns:a16="http://schemas.microsoft.com/office/drawing/2014/main" id="{87D13A52-0048-CD8B-45C7-0396F43ACF6D}"/>
              </a:ext>
            </a:extLst>
          </p:cNvPr>
          <p:cNvSpPr>
            <a:spLocks noGrp="1"/>
          </p:cNvSpPr>
          <p:nvPr>
            <p:ph type="sldNum" sz="quarter" idx="12"/>
          </p:nvPr>
        </p:nvSpPr>
        <p:spPr/>
        <p:txBody>
          <a:bodyPr/>
          <a:lstStyle/>
          <a:p>
            <a:fld id="{6E1C90AF-3AA4-4CFC-B2BC-F2B6405EADE7}" type="slidenum">
              <a:rPr lang="en-US" smtClean="0"/>
              <a:pPr/>
              <a:t>29</a:t>
            </a:fld>
            <a:endParaRPr lang="en-US" dirty="0"/>
          </a:p>
        </p:txBody>
      </p:sp>
    </p:spTree>
    <p:extLst>
      <p:ext uri="{BB962C8B-B14F-4D97-AF65-F5344CB8AC3E}">
        <p14:creationId xmlns:p14="http://schemas.microsoft.com/office/powerpoint/2010/main" val="38086428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53BB590-AEDE-0DE5-8277-48F37DFA4349}"/>
              </a:ext>
            </a:extLst>
          </p:cNvPr>
          <p:cNvSpPr>
            <a:spLocks noGrp="1"/>
          </p:cNvSpPr>
          <p:nvPr>
            <p:ph idx="1"/>
          </p:nvPr>
        </p:nvSpPr>
        <p:spPr/>
        <p:txBody>
          <a:bodyPr vert="horz" lIns="68580" tIns="34290" rIns="68580" bIns="34290" rtlCol="0" anchor="t">
            <a:normAutofit/>
          </a:bodyPr>
          <a:lstStyle/>
          <a:p>
            <a:pPr marL="0" indent="0">
              <a:buNone/>
            </a:pPr>
            <a:r>
              <a:rPr lang="en-US" dirty="0">
                <a:ea typeface="+mn-lt"/>
                <a:cs typeface="+mn-lt"/>
              </a:rPr>
              <a:t>An LSTM is a particular type of recurrent neural network (RNN). RNNs contain a recurrent layer (or cell) that is able to handle sequential data by making its own output at a particular timestep form part of the input to the next timestep.</a:t>
            </a:r>
            <a:br>
              <a:rPr lang="en-US" dirty="0">
                <a:ea typeface="+mn-lt"/>
                <a:cs typeface="+mn-lt"/>
              </a:rPr>
            </a:br>
            <a:endParaRPr lang="en-US" dirty="0">
              <a:ea typeface="+mn-lt"/>
              <a:cs typeface="+mn-lt"/>
            </a:endParaRPr>
          </a:p>
        </p:txBody>
      </p:sp>
      <p:sp>
        <p:nvSpPr>
          <p:cNvPr id="3" name="Title 2">
            <a:extLst>
              <a:ext uri="{FF2B5EF4-FFF2-40B4-BE49-F238E27FC236}">
                <a16:creationId xmlns:a16="http://schemas.microsoft.com/office/drawing/2014/main" id="{6C58D348-D235-FA03-8EC9-7F92E365EAA1}"/>
              </a:ext>
            </a:extLst>
          </p:cNvPr>
          <p:cNvSpPr>
            <a:spLocks noGrp="1"/>
          </p:cNvSpPr>
          <p:nvPr>
            <p:ph type="title"/>
          </p:nvPr>
        </p:nvSpPr>
        <p:spPr/>
        <p:txBody>
          <a:bodyPr>
            <a:noAutofit/>
          </a:bodyPr>
          <a:lstStyle/>
          <a:p>
            <a:r>
              <a:rPr lang="en-US" sz="3600" dirty="0"/>
              <a:t>Long Short-Term Memory Network (LSTM)</a:t>
            </a:r>
          </a:p>
        </p:txBody>
      </p:sp>
      <p:sp>
        <p:nvSpPr>
          <p:cNvPr id="4" name="Date Placeholder 3">
            <a:extLst>
              <a:ext uri="{FF2B5EF4-FFF2-40B4-BE49-F238E27FC236}">
                <a16:creationId xmlns:a16="http://schemas.microsoft.com/office/drawing/2014/main" id="{4E600845-B8B7-D3B9-5685-C1F52F3600BB}"/>
              </a:ext>
            </a:extLst>
          </p:cNvPr>
          <p:cNvSpPr>
            <a:spLocks noGrp="1"/>
          </p:cNvSpPr>
          <p:nvPr>
            <p:ph type="dt" sz="half" idx="10"/>
          </p:nvPr>
        </p:nvSpPr>
        <p:spPr/>
        <p:txBody>
          <a:bodyPr/>
          <a:lstStyle/>
          <a:p>
            <a:fld id="{BEF28905-D5AB-4289-BE97-6E4AD5680DB3}" type="datetime2">
              <a:rPr lang="en-US" smtClean="0"/>
              <a:pPr/>
              <a:t>Thursday, January 30, 2025</a:t>
            </a:fld>
            <a:endParaRPr lang="en-US" dirty="0"/>
          </a:p>
        </p:txBody>
      </p:sp>
      <p:sp>
        <p:nvSpPr>
          <p:cNvPr id="5" name="Slide Number Placeholder 4">
            <a:extLst>
              <a:ext uri="{FF2B5EF4-FFF2-40B4-BE49-F238E27FC236}">
                <a16:creationId xmlns:a16="http://schemas.microsoft.com/office/drawing/2014/main" id="{A9239E94-39D7-BF14-7B24-237D563B775D}"/>
              </a:ext>
            </a:extLst>
          </p:cNvPr>
          <p:cNvSpPr>
            <a:spLocks noGrp="1"/>
          </p:cNvSpPr>
          <p:nvPr>
            <p:ph type="sldNum" sz="quarter" idx="12"/>
          </p:nvPr>
        </p:nvSpPr>
        <p:spPr/>
        <p:txBody>
          <a:bodyPr/>
          <a:lstStyle/>
          <a:p>
            <a:fld id="{6E1C90AF-3AA4-4CFC-B2BC-F2B6405EADE7}" type="slidenum">
              <a:rPr lang="en-US" smtClean="0"/>
              <a:pPr/>
              <a:t>30</a:t>
            </a:fld>
            <a:endParaRPr lang="en-US" dirty="0"/>
          </a:p>
        </p:txBody>
      </p:sp>
    </p:spTree>
    <p:extLst>
      <p:ext uri="{BB962C8B-B14F-4D97-AF65-F5344CB8AC3E}">
        <p14:creationId xmlns:p14="http://schemas.microsoft.com/office/powerpoint/2010/main" val="988521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A042E27-A72A-26E3-6FEC-BD3D3E636311}"/>
              </a:ext>
            </a:extLst>
          </p:cNvPr>
          <p:cNvSpPr>
            <a:spLocks noGrp="1"/>
          </p:cNvSpPr>
          <p:nvPr>
            <p:ph idx="1"/>
          </p:nvPr>
        </p:nvSpPr>
        <p:spPr/>
        <p:txBody>
          <a:bodyPr>
            <a:normAutofit fontScale="92500" lnSpcReduction="20000"/>
          </a:bodyPr>
          <a:lstStyle/>
          <a:p>
            <a:r>
              <a:rPr lang="en-US" b="1" dirty="0"/>
              <a:t>Applications:</a:t>
            </a:r>
          </a:p>
          <a:p>
            <a:pPr lvl="1"/>
            <a:r>
              <a:rPr lang="en-US" dirty="0"/>
              <a:t>Long-term time series prediction</a:t>
            </a:r>
          </a:p>
          <a:p>
            <a:pPr lvl="1"/>
            <a:r>
              <a:rPr lang="en-US" dirty="0"/>
              <a:t>Advanced NLP tasks (e.g., machine translation)</a:t>
            </a:r>
          </a:p>
          <a:p>
            <a:pPr lvl="1"/>
            <a:r>
              <a:rPr lang="en-US" dirty="0"/>
              <a:t>Speech synthesis</a:t>
            </a:r>
          </a:p>
          <a:p>
            <a:r>
              <a:rPr lang="en-US" b="1" dirty="0"/>
              <a:t>Advantages:</a:t>
            </a:r>
          </a:p>
          <a:p>
            <a:pPr lvl="1"/>
            <a:r>
              <a:rPr lang="en-US" dirty="0"/>
              <a:t>Overcomes the vanishing gradient problem.</a:t>
            </a:r>
          </a:p>
          <a:p>
            <a:pPr lvl="1"/>
            <a:r>
              <a:rPr lang="en-US" dirty="0"/>
              <a:t>Effective at capturing long-term dependencies.</a:t>
            </a:r>
          </a:p>
          <a:p>
            <a:r>
              <a:rPr lang="en-US" b="1" dirty="0"/>
              <a:t>Challenges:</a:t>
            </a:r>
          </a:p>
          <a:p>
            <a:pPr lvl="1"/>
            <a:r>
              <a:rPr lang="en-US" dirty="0"/>
              <a:t>More complex and computationally intensive than standard RNNs.</a:t>
            </a:r>
          </a:p>
          <a:p>
            <a:pPr lvl="1"/>
            <a:r>
              <a:rPr lang="en-US" dirty="0"/>
              <a:t>Requires careful tuning of hyperparameters.</a:t>
            </a:r>
          </a:p>
        </p:txBody>
      </p:sp>
      <p:sp>
        <p:nvSpPr>
          <p:cNvPr id="3" name="Title 2">
            <a:extLst>
              <a:ext uri="{FF2B5EF4-FFF2-40B4-BE49-F238E27FC236}">
                <a16:creationId xmlns:a16="http://schemas.microsoft.com/office/drawing/2014/main" id="{61A521F0-A600-B123-E4C4-B1FFE851F72D}"/>
              </a:ext>
            </a:extLst>
          </p:cNvPr>
          <p:cNvSpPr>
            <a:spLocks noGrp="1"/>
          </p:cNvSpPr>
          <p:nvPr>
            <p:ph type="title"/>
          </p:nvPr>
        </p:nvSpPr>
        <p:spPr/>
        <p:txBody>
          <a:bodyPr/>
          <a:lstStyle/>
          <a:p>
            <a:r>
              <a:rPr lang="en-US" dirty="0"/>
              <a:t>LSTM</a:t>
            </a:r>
          </a:p>
        </p:txBody>
      </p:sp>
      <p:sp>
        <p:nvSpPr>
          <p:cNvPr id="4" name="Date Placeholder 3">
            <a:extLst>
              <a:ext uri="{FF2B5EF4-FFF2-40B4-BE49-F238E27FC236}">
                <a16:creationId xmlns:a16="http://schemas.microsoft.com/office/drawing/2014/main" id="{4F6F5484-C608-67E6-08F2-B0A6EB8F2F5E}"/>
              </a:ext>
            </a:extLst>
          </p:cNvPr>
          <p:cNvSpPr>
            <a:spLocks noGrp="1"/>
          </p:cNvSpPr>
          <p:nvPr>
            <p:ph type="dt" sz="half" idx="10"/>
          </p:nvPr>
        </p:nvSpPr>
        <p:spPr/>
        <p:txBody>
          <a:bodyPr/>
          <a:lstStyle/>
          <a:p>
            <a:fld id="{BEF28905-D5AB-4289-BE97-6E4AD5680DB3}" type="datetime2">
              <a:rPr lang="en-US" smtClean="0"/>
              <a:pPr/>
              <a:t>Thursday, January 30, 2025</a:t>
            </a:fld>
            <a:endParaRPr lang="en-US" dirty="0"/>
          </a:p>
        </p:txBody>
      </p:sp>
      <p:sp>
        <p:nvSpPr>
          <p:cNvPr id="5" name="Slide Number Placeholder 4">
            <a:extLst>
              <a:ext uri="{FF2B5EF4-FFF2-40B4-BE49-F238E27FC236}">
                <a16:creationId xmlns:a16="http://schemas.microsoft.com/office/drawing/2014/main" id="{868114E1-4A92-A611-FEF0-061F2483EDEB}"/>
              </a:ext>
            </a:extLst>
          </p:cNvPr>
          <p:cNvSpPr>
            <a:spLocks noGrp="1"/>
          </p:cNvSpPr>
          <p:nvPr>
            <p:ph type="sldNum" sz="quarter" idx="12"/>
          </p:nvPr>
        </p:nvSpPr>
        <p:spPr/>
        <p:txBody>
          <a:bodyPr/>
          <a:lstStyle/>
          <a:p>
            <a:fld id="{6E1C90AF-3AA4-4CFC-B2BC-F2B6405EADE7}" type="slidenum">
              <a:rPr lang="en-US" smtClean="0"/>
              <a:pPr/>
              <a:t>31</a:t>
            </a:fld>
            <a:endParaRPr lang="en-US" dirty="0"/>
          </a:p>
        </p:txBody>
      </p:sp>
    </p:spTree>
    <p:extLst>
      <p:ext uri="{BB962C8B-B14F-4D97-AF65-F5344CB8AC3E}">
        <p14:creationId xmlns:p14="http://schemas.microsoft.com/office/powerpoint/2010/main" val="30593677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F4B318-91E1-A8BF-B6D8-877485B63284}"/>
              </a:ext>
            </a:extLst>
          </p:cNvPr>
          <p:cNvSpPr>
            <a:spLocks noGrp="1"/>
          </p:cNvSpPr>
          <p:nvPr>
            <p:ph idx="1"/>
          </p:nvPr>
        </p:nvSpPr>
        <p:spPr>
          <a:xfrm>
            <a:off x="457200" y="2143126"/>
            <a:ext cx="8229600" cy="3394472"/>
          </a:xfrm>
        </p:spPr>
        <p:txBody>
          <a:bodyPr vert="horz" lIns="68580" tIns="34290" rIns="68580" bIns="34290" rtlCol="0" anchor="t">
            <a:normAutofit fontScale="92500" lnSpcReduction="20000"/>
          </a:bodyPr>
          <a:lstStyle/>
          <a:p>
            <a:pPr marL="0" indent="0">
              <a:buNone/>
            </a:pPr>
            <a:r>
              <a:rPr lang="en-US" b="1" dirty="0">
                <a:solidFill>
                  <a:schemeClr val="accent2">
                    <a:lumMod val="76000"/>
                  </a:schemeClr>
                </a:solidFill>
              </a:rPr>
              <a:t>Data Type:</a:t>
            </a:r>
            <a:endParaRPr lang="en-US" dirty="0">
              <a:solidFill>
                <a:schemeClr val="accent2">
                  <a:lumMod val="76000"/>
                </a:schemeClr>
              </a:solidFill>
              <a:ea typeface="Calibri"/>
              <a:cs typeface="Calibri"/>
            </a:endParaRPr>
          </a:p>
          <a:p>
            <a:r>
              <a:rPr lang="en-US" b="1" dirty="0"/>
              <a:t>ANN: </a:t>
            </a:r>
            <a:r>
              <a:rPr lang="en-US" dirty="0"/>
              <a:t>General-purpose, works with a variety of data types.</a:t>
            </a:r>
            <a:endParaRPr lang="en-US" dirty="0">
              <a:ea typeface="Calibri"/>
              <a:cs typeface="Calibri"/>
            </a:endParaRPr>
          </a:p>
          <a:p>
            <a:r>
              <a:rPr lang="en-US" b="1" dirty="0"/>
              <a:t>CNN:</a:t>
            </a:r>
            <a:r>
              <a:rPr lang="en-US" dirty="0"/>
              <a:t> Best suited for spatial data (e.g., images).</a:t>
            </a:r>
            <a:endParaRPr lang="en-US" dirty="0">
              <a:ea typeface="Calibri"/>
              <a:cs typeface="Calibri"/>
            </a:endParaRPr>
          </a:p>
          <a:p>
            <a:r>
              <a:rPr lang="en-US" b="1" dirty="0"/>
              <a:t>RNN: </a:t>
            </a:r>
            <a:r>
              <a:rPr lang="en-US" dirty="0"/>
              <a:t>Designed for sequential data (e.g., time series, text).</a:t>
            </a:r>
            <a:endParaRPr lang="en-US" dirty="0">
              <a:ea typeface="Calibri"/>
              <a:cs typeface="Calibri"/>
            </a:endParaRPr>
          </a:p>
          <a:p>
            <a:r>
              <a:rPr lang="en-US" b="1" dirty="0"/>
              <a:t>LSTM: </a:t>
            </a:r>
            <a:r>
              <a:rPr lang="en-US" dirty="0"/>
              <a:t>Enhanced version of RNN, handles long-term dependencies in sequential data.</a:t>
            </a:r>
            <a:endParaRPr lang="en-US" dirty="0">
              <a:ea typeface="Calibri"/>
              <a:cs typeface="Calibri"/>
            </a:endParaRPr>
          </a:p>
        </p:txBody>
      </p:sp>
      <p:sp>
        <p:nvSpPr>
          <p:cNvPr id="3" name="Title 2">
            <a:extLst>
              <a:ext uri="{FF2B5EF4-FFF2-40B4-BE49-F238E27FC236}">
                <a16:creationId xmlns:a16="http://schemas.microsoft.com/office/drawing/2014/main" id="{EF9FD377-9563-0A68-E8D7-5072648F88DF}"/>
              </a:ext>
            </a:extLst>
          </p:cNvPr>
          <p:cNvSpPr>
            <a:spLocks noGrp="1"/>
          </p:cNvSpPr>
          <p:nvPr>
            <p:ph type="title"/>
          </p:nvPr>
        </p:nvSpPr>
        <p:spPr/>
        <p:txBody>
          <a:bodyPr>
            <a:normAutofit fontScale="90000"/>
          </a:bodyPr>
          <a:lstStyle/>
          <a:p>
            <a:r>
              <a:rPr lang="en-US"/>
              <a:t>Key Differences Between ANN, CNN, RNN, and LSTM</a:t>
            </a:r>
            <a:endParaRPr lang="en-US" dirty="0"/>
          </a:p>
        </p:txBody>
      </p:sp>
      <p:sp>
        <p:nvSpPr>
          <p:cNvPr id="4" name="Date Placeholder 3">
            <a:extLst>
              <a:ext uri="{FF2B5EF4-FFF2-40B4-BE49-F238E27FC236}">
                <a16:creationId xmlns:a16="http://schemas.microsoft.com/office/drawing/2014/main" id="{BE82FC48-FDD6-5FF5-E814-E9278D538E95}"/>
              </a:ext>
            </a:extLst>
          </p:cNvPr>
          <p:cNvSpPr>
            <a:spLocks noGrp="1"/>
          </p:cNvSpPr>
          <p:nvPr>
            <p:ph type="dt" sz="half" idx="10"/>
          </p:nvPr>
        </p:nvSpPr>
        <p:spPr/>
        <p:txBody>
          <a:bodyPr/>
          <a:lstStyle/>
          <a:p>
            <a:fld id="{BEF28905-D5AB-4289-BE97-6E4AD5680DB3}" type="datetime2">
              <a:rPr lang="en-US" smtClean="0"/>
              <a:pPr/>
              <a:t>Thursday, January 30, 2025</a:t>
            </a:fld>
            <a:endParaRPr lang="en-US" dirty="0"/>
          </a:p>
        </p:txBody>
      </p:sp>
      <p:sp>
        <p:nvSpPr>
          <p:cNvPr id="5" name="Slide Number Placeholder 4">
            <a:extLst>
              <a:ext uri="{FF2B5EF4-FFF2-40B4-BE49-F238E27FC236}">
                <a16:creationId xmlns:a16="http://schemas.microsoft.com/office/drawing/2014/main" id="{541B5ABF-33DA-2E6D-7DD1-DC098811E215}"/>
              </a:ext>
            </a:extLst>
          </p:cNvPr>
          <p:cNvSpPr>
            <a:spLocks noGrp="1"/>
          </p:cNvSpPr>
          <p:nvPr>
            <p:ph type="sldNum" sz="quarter" idx="12"/>
          </p:nvPr>
        </p:nvSpPr>
        <p:spPr/>
        <p:txBody>
          <a:bodyPr/>
          <a:lstStyle/>
          <a:p>
            <a:fld id="{6E1C90AF-3AA4-4CFC-B2BC-F2B6405EADE7}" type="slidenum">
              <a:rPr lang="en-US" smtClean="0"/>
              <a:pPr/>
              <a:t>32</a:t>
            </a:fld>
            <a:endParaRPr lang="en-US" dirty="0"/>
          </a:p>
        </p:txBody>
      </p:sp>
    </p:spTree>
    <p:extLst>
      <p:ext uri="{BB962C8B-B14F-4D97-AF65-F5344CB8AC3E}">
        <p14:creationId xmlns:p14="http://schemas.microsoft.com/office/powerpoint/2010/main" val="13700163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464C8-98E5-AFD7-BDC2-23C1CFDBF61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DF2C2BD-D429-B35F-21B6-DA40F57A2752}"/>
              </a:ext>
            </a:extLst>
          </p:cNvPr>
          <p:cNvSpPr>
            <a:spLocks noGrp="1"/>
          </p:cNvSpPr>
          <p:nvPr>
            <p:ph idx="1"/>
          </p:nvPr>
        </p:nvSpPr>
        <p:spPr/>
        <p:txBody>
          <a:bodyPr vert="horz" lIns="68580" tIns="34290" rIns="68580" bIns="34290" rtlCol="0" anchor="t">
            <a:normAutofit/>
          </a:bodyPr>
          <a:lstStyle/>
          <a:p>
            <a:pPr marL="0" indent="0">
              <a:buNone/>
            </a:pPr>
            <a:r>
              <a:rPr lang="en-US" b="1" dirty="0">
                <a:solidFill>
                  <a:schemeClr val="accent2">
                    <a:lumMod val="76000"/>
                  </a:schemeClr>
                </a:solidFill>
              </a:rPr>
              <a:t>Architecture Complexity:</a:t>
            </a:r>
            <a:endParaRPr lang="en-US">
              <a:solidFill>
                <a:schemeClr val="accent2">
                  <a:lumMod val="76000"/>
                </a:schemeClr>
              </a:solidFill>
              <a:ea typeface="Calibri"/>
              <a:cs typeface="Calibri"/>
            </a:endParaRPr>
          </a:p>
          <a:p>
            <a:r>
              <a:rPr lang="en-US" b="1" dirty="0"/>
              <a:t>ANN: </a:t>
            </a:r>
            <a:r>
              <a:rPr lang="en-US" dirty="0"/>
              <a:t>Simple, fully connected layers.</a:t>
            </a:r>
            <a:endParaRPr lang="en-US" dirty="0">
              <a:ea typeface="Calibri"/>
              <a:cs typeface="Calibri"/>
            </a:endParaRPr>
          </a:p>
          <a:p>
            <a:r>
              <a:rPr lang="en-US" b="1" dirty="0"/>
              <a:t>CNN: </a:t>
            </a:r>
            <a:r>
              <a:rPr lang="en-US" dirty="0"/>
              <a:t>Convolutional and pooling layers, followed by fully connected layers.</a:t>
            </a:r>
            <a:endParaRPr lang="en-US" dirty="0">
              <a:ea typeface="Calibri"/>
              <a:cs typeface="Calibri"/>
            </a:endParaRPr>
          </a:p>
          <a:p>
            <a:r>
              <a:rPr lang="en-US" b="1" dirty="0"/>
              <a:t>RNN: </a:t>
            </a:r>
            <a:r>
              <a:rPr lang="en-US" dirty="0"/>
              <a:t>Recurrent connections, simple architecture.</a:t>
            </a:r>
            <a:endParaRPr lang="en-US" dirty="0">
              <a:ea typeface="Calibri"/>
              <a:cs typeface="Calibri"/>
            </a:endParaRPr>
          </a:p>
          <a:p>
            <a:r>
              <a:rPr lang="en-US" b="1" dirty="0"/>
              <a:t>LSTM: </a:t>
            </a:r>
            <a:r>
              <a:rPr lang="en-US" dirty="0"/>
              <a:t>Complex architecture with memory cells and gates.</a:t>
            </a:r>
            <a:endParaRPr lang="en-US" dirty="0">
              <a:ea typeface="Calibri"/>
              <a:cs typeface="Calibri"/>
            </a:endParaRPr>
          </a:p>
        </p:txBody>
      </p:sp>
      <p:sp>
        <p:nvSpPr>
          <p:cNvPr id="3" name="Title 2">
            <a:extLst>
              <a:ext uri="{FF2B5EF4-FFF2-40B4-BE49-F238E27FC236}">
                <a16:creationId xmlns:a16="http://schemas.microsoft.com/office/drawing/2014/main" id="{D9D403F6-C7D2-5165-AC25-921CEFF9661F}"/>
              </a:ext>
            </a:extLst>
          </p:cNvPr>
          <p:cNvSpPr>
            <a:spLocks noGrp="1"/>
          </p:cNvSpPr>
          <p:nvPr>
            <p:ph type="title"/>
          </p:nvPr>
        </p:nvSpPr>
        <p:spPr/>
        <p:txBody>
          <a:bodyPr>
            <a:normAutofit fontScale="90000"/>
          </a:bodyPr>
          <a:lstStyle/>
          <a:p>
            <a:r>
              <a:rPr lang="en-US"/>
              <a:t>Key Differences Between ANN, CNN, RNN, and LSTM</a:t>
            </a:r>
            <a:endParaRPr lang="en-US" dirty="0"/>
          </a:p>
        </p:txBody>
      </p:sp>
      <p:sp>
        <p:nvSpPr>
          <p:cNvPr id="4" name="Date Placeholder 3">
            <a:extLst>
              <a:ext uri="{FF2B5EF4-FFF2-40B4-BE49-F238E27FC236}">
                <a16:creationId xmlns:a16="http://schemas.microsoft.com/office/drawing/2014/main" id="{6CDF22D7-95A6-543F-A775-64B2AF3D8601}"/>
              </a:ext>
            </a:extLst>
          </p:cNvPr>
          <p:cNvSpPr>
            <a:spLocks noGrp="1"/>
          </p:cNvSpPr>
          <p:nvPr>
            <p:ph type="dt" sz="half" idx="10"/>
          </p:nvPr>
        </p:nvSpPr>
        <p:spPr/>
        <p:txBody>
          <a:bodyPr/>
          <a:lstStyle/>
          <a:p>
            <a:fld id="{BEF28905-D5AB-4289-BE97-6E4AD5680DB3}" type="datetime2">
              <a:rPr lang="en-US" smtClean="0"/>
              <a:pPr/>
              <a:t>Thursday, January 30, 2025</a:t>
            </a:fld>
            <a:endParaRPr lang="en-US" dirty="0"/>
          </a:p>
        </p:txBody>
      </p:sp>
      <p:sp>
        <p:nvSpPr>
          <p:cNvPr id="5" name="Slide Number Placeholder 4">
            <a:extLst>
              <a:ext uri="{FF2B5EF4-FFF2-40B4-BE49-F238E27FC236}">
                <a16:creationId xmlns:a16="http://schemas.microsoft.com/office/drawing/2014/main" id="{72AA3873-2694-579F-9950-D6BC2AF5BD58}"/>
              </a:ext>
            </a:extLst>
          </p:cNvPr>
          <p:cNvSpPr>
            <a:spLocks noGrp="1"/>
          </p:cNvSpPr>
          <p:nvPr>
            <p:ph type="sldNum" sz="quarter" idx="12"/>
          </p:nvPr>
        </p:nvSpPr>
        <p:spPr/>
        <p:txBody>
          <a:bodyPr/>
          <a:lstStyle/>
          <a:p>
            <a:fld id="{6E1C90AF-3AA4-4CFC-B2BC-F2B6405EADE7}" type="slidenum">
              <a:rPr lang="en-US" smtClean="0"/>
              <a:pPr/>
              <a:t>33</a:t>
            </a:fld>
            <a:endParaRPr lang="en-US" dirty="0"/>
          </a:p>
        </p:txBody>
      </p:sp>
    </p:spTree>
    <p:extLst>
      <p:ext uri="{BB962C8B-B14F-4D97-AF65-F5344CB8AC3E}">
        <p14:creationId xmlns:p14="http://schemas.microsoft.com/office/powerpoint/2010/main" val="20524452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5FAC6-38B8-2BC4-3AD1-70FFD9FFCD3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362D3DF-7FA9-5336-DBAF-88E77F150DF5}"/>
              </a:ext>
            </a:extLst>
          </p:cNvPr>
          <p:cNvSpPr>
            <a:spLocks noGrp="1"/>
          </p:cNvSpPr>
          <p:nvPr>
            <p:ph idx="1"/>
          </p:nvPr>
        </p:nvSpPr>
        <p:spPr/>
        <p:txBody>
          <a:bodyPr vert="horz" lIns="68580" tIns="34290" rIns="68580" bIns="34290" rtlCol="0" anchor="t">
            <a:normAutofit/>
          </a:bodyPr>
          <a:lstStyle/>
          <a:p>
            <a:pPr marL="0" indent="0">
              <a:buNone/>
            </a:pPr>
            <a:r>
              <a:rPr lang="en-US" b="1" dirty="0">
                <a:solidFill>
                  <a:schemeClr val="accent2">
                    <a:lumMod val="76000"/>
                  </a:schemeClr>
                </a:solidFill>
              </a:rPr>
              <a:t>Learning Capabilities:</a:t>
            </a:r>
            <a:endParaRPr lang="en-US">
              <a:solidFill>
                <a:schemeClr val="accent2">
                  <a:lumMod val="76000"/>
                </a:schemeClr>
              </a:solidFill>
              <a:ea typeface="Calibri"/>
              <a:cs typeface="Calibri"/>
            </a:endParaRPr>
          </a:p>
          <a:p>
            <a:endParaRPr lang="en-US" b="1" dirty="0"/>
          </a:p>
          <a:p>
            <a:r>
              <a:rPr lang="en-US" b="1" dirty="0"/>
              <a:t>ANN: </a:t>
            </a:r>
            <a:r>
              <a:rPr lang="en-US" dirty="0"/>
              <a:t>Limited in handling complex data structures.</a:t>
            </a:r>
            <a:endParaRPr lang="en-US" dirty="0">
              <a:ea typeface="Calibri"/>
              <a:cs typeface="Calibri"/>
            </a:endParaRPr>
          </a:p>
          <a:p>
            <a:r>
              <a:rPr lang="en-US" b="1" dirty="0"/>
              <a:t>CNN: </a:t>
            </a:r>
            <a:r>
              <a:rPr lang="en-US" dirty="0"/>
              <a:t>Excels at detecting spatial hierarchies.</a:t>
            </a:r>
            <a:endParaRPr lang="en-US" dirty="0">
              <a:ea typeface="Calibri"/>
              <a:cs typeface="Calibri"/>
            </a:endParaRPr>
          </a:p>
          <a:p>
            <a:r>
              <a:rPr lang="en-US" b="1" dirty="0"/>
              <a:t>RNN: </a:t>
            </a:r>
            <a:r>
              <a:rPr lang="en-US" dirty="0"/>
              <a:t>Good for short-term dependencies.</a:t>
            </a:r>
            <a:endParaRPr lang="en-US" dirty="0">
              <a:ea typeface="Calibri"/>
              <a:cs typeface="Calibri"/>
            </a:endParaRPr>
          </a:p>
          <a:p>
            <a:r>
              <a:rPr lang="en-US" b="1" dirty="0"/>
              <a:t>LSTM:</a:t>
            </a:r>
            <a:r>
              <a:rPr lang="en-US" dirty="0"/>
              <a:t> Superior for long-term dependencies.</a:t>
            </a:r>
            <a:endParaRPr lang="en-US" dirty="0">
              <a:ea typeface="Calibri"/>
              <a:cs typeface="Calibri"/>
            </a:endParaRPr>
          </a:p>
        </p:txBody>
      </p:sp>
      <p:sp>
        <p:nvSpPr>
          <p:cNvPr id="3" name="Title 2">
            <a:extLst>
              <a:ext uri="{FF2B5EF4-FFF2-40B4-BE49-F238E27FC236}">
                <a16:creationId xmlns:a16="http://schemas.microsoft.com/office/drawing/2014/main" id="{CC62D4EC-29CA-1052-9A29-0030B502A84A}"/>
              </a:ext>
            </a:extLst>
          </p:cNvPr>
          <p:cNvSpPr>
            <a:spLocks noGrp="1"/>
          </p:cNvSpPr>
          <p:nvPr>
            <p:ph type="title"/>
          </p:nvPr>
        </p:nvSpPr>
        <p:spPr/>
        <p:txBody>
          <a:bodyPr>
            <a:normAutofit fontScale="90000"/>
          </a:bodyPr>
          <a:lstStyle/>
          <a:p>
            <a:r>
              <a:rPr lang="en-US"/>
              <a:t>Key Differences Between ANN, CNN, RNN, and LSTM</a:t>
            </a:r>
            <a:endParaRPr lang="en-US" dirty="0"/>
          </a:p>
        </p:txBody>
      </p:sp>
      <p:sp>
        <p:nvSpPr>
          <p:cNvPr id="4" name="Date Placeholder 3">
            <a:extLst>
              <a:ext uri="{FF2B5EF4-FFF2-40B4-BE49-F238E27FC236}">
                <a16:creationId xmlns:a16="http://schemas.microsoft.com/office/drawing/2014/main" id="{A7D2D092-40D7-74B8-8DED-8A6236032BBA}"/>
              </a:ext>
            </a:extLst>
          </p:cNvPr>
          <p:cNvSpPr>
            <a:spLocks noGrp="1"/>
          </p:cNvSpPr>
          <p:nvPr>
            <p:ph type="dt" sz="half" idx="10"/>
          </p:nvPr>
        </p:nvSpPr>
        <p:spPr/>
        <p:txBody>
          <a:bodyPr/>
          <a:lstStyle/>
          <a:p>
            <a:fld id="{BEF28905-D5AB-4289-BE97-6E4AD5680DB3}" type="datetime2">
              <a:rPr lang="en-US" smtClean="0"/>
              <a:pPr/>
              <a:t>Thursday, January 30, 2025</a:t>
            </a:fld>
            <a:endParaRPr lang="en-US" dirty="0"/>
          </a:p>
        </p:txBody>
      </p:sp>
      <p:sp>
        <p:nvSpPr>
          <p:cNvPr id="5" name="Slide Number Placeholder 4">
            <a:extLst>
              <a:ext uri="{FF2B5EF4-FFF2-40B4-BE49-F238E27FC236}">
                <a16:creationId xmlns:a16="http://schemas.microsoft.com/office/drawing/2014/main" id="{FD812CFF-65A7-3083-B457-95858F35D08D}"/>
              </a:ext>
            </a:extLst>
          </p:cNvPr>
          <p:cNvSpPr>
            <a:spLocks noGrp="1"/>
          </p:cNvSpPr>
          <p:nvPr>
            <p:ph type="sldNum" sz="quarter" idx="12"/>
          </p:nvPr>
        </p:nvSpPr>
        <p:spPr/>
        <p:txBody>
          <a:bodyPr/>
          <a:lstStyle/>
          <a:p>
            <a:fld id="{6E1C90AF-3AA4-4CFC-B2BC-F2B6405EADE7}" type="slidenum">
              <a:rPr lang="en-US" smtClean="0"/>
              <a:pPr/>
              <a:t>34</a:t>
            </a:fld>
            <a:endParaRPr lang="en-US" dirty="0"/>
          </a:p>
        </p:txBody>
      </p:sp>
    </p:spTree>
    <p:extLst>
      <p:ext uri="{BB962C8B-B14F-4D97-AF65-F5344CB8AC3E}">
        <p14:creationId xmlns:p14="http://schemas.microsoft.com/office/powerpoint/2010/main" val="9632752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08C0C-6E0C-DD49-83CB-DE578B894B6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8B108B1-2F36-B6D2-89AE-DD766894E54C}"/>
              </a:ext>
            </a:extLst>
          </p:cNvPr>
          <p:cNvSpPr>
            <a:spLocks noGrp="1"/>
          </p:cNvSpPr>
          <p:nvPr>
            <p:ph idx="1"/>
          </p:nvPr>
        </p:nvSpPr>
        <p:spPr/>
        <p:txBody>
          <a:bodyPr vert="horz" lIns="68580" tIns="34290" rIns="68580" bIns="34290" rtlCol="0" anchor="t">
            <a:normAutofit/>
          </a:bodyPr>
          <a:lstStyle/>
          <a:p>
            <a:pPr marL="0" indent="0">
              <a:buNone/>
            </a:pPr>
            <a:r>
              <a:rPr lang="en-US" b="1" dirty="0">
                <a:solidFill>
                  <a:schemeClr val="accent2">
                    <a:lumMod val="76000"/>
                  </a:schemeClr>
                </a:solidFill>
              </a:rPr>
              <a:t>Training Challenges:</a:t>
            </a:r>
            <a:endParaRPr lang="en-US">
              <a:solidFill>
                <a:schemeClr val="accent2">
                  <a:lumMod val="76000"/>
                </a:schemeClr>
              </a:solidFill>
              <a:ea typeface="Calibri"/>
              <a:cs typeface="Calibri"/>
            </a:endParaRPr>
          </a:p>
          <a:p>
            <a:endParaRPr lang="en-US" b="1" dirty="0"/>
          </a:p>
          <a:p>
            <a:r>
              <a:rPr lang="en-US" b="1" dirty="0"/>
              <a:t>ANN: </a:t>
            </a:r>
            <a:r>
              <a:rPr lang="en-US" dirty="0"/>
              <a:t>Overfitting and underfitting issues.</a:t>
            </a:r>
            <a:endParaRPr lang="en-US">
              <a:ea typeface="Calibri"/>
              <a:cs typeface="Calibri"/>
            </a:endParaRPr>
          </a:p>
          <a:p>
            <a:r>
              <a:rPr lang="en-US" b="1" dirty="0"/>
              <a:t>CNN: </a:t>
            </a:r>
            <a:r>
              <a:rPr lang="en-US" dirty="0"/>
              <a:t>High computational requirements.</a:t>
            </a:r>
            <a:endParaRPr lang="en-US">
              <a:ea typeface="Calibri"/>
              <a:cs typeface="Calibri"/>
            </a:endParaRPr>
          </a:p>
          <a:p>
            <a:r>
              <a:rPr lang="en-US" b="1" dirty="0"/>
              <a:t>RNN: </a:t>
            </a:r>
            <a:r>
              <a:rPr lang="en-US" dirty="0"/>
              <a:t>Vanishing gradient problem.</a:t>
            </a:r>
            <a:endParaRPr lang="en-US">
              <a:ea typeface="Calibri"/>
              <a:cs typeface="Calibri"/>
            </a:endParaRPr>
          </a:p>
          <a:p>
            <a:r>
              <a:rPr lang="en-US" b="1" dirty="0"/>
              <a:t>LSTM: </a:t>
            </a:r>
            <a:r>
              <a:rPr lang="en-US" dirty="0"/>
              <a:t>Complexity and computational intensity.</a:t>
            </a:r>
            <a:endParaRPr lang="en-US">
              <a:ea typeface="Calibri"/>
              <a:cs typeface="Calibri"/>
            </a:endParaRPr>
          </a:p>
        </p:txBody>
      </p:sp>
      <p:sp>
        <p:nvSpPr>
          <p:cNvPr id="3" name="Title 2">
            <a:extLst>
              <a:ext uri="{FF2B5EF4-FFF2-40B4-BE49-F238E27FC236}">
                <a16:creationId xmlns:a16="http://schemas.microsoft.com/office/drawing/2014/main" id="{3F16A045-4FB9-4652-F6BB-D0A77913C37F}"/>
              </a:ext>
            </a:extLst>
          </p:cNvPr>
          <p:cNvSpPr>
            <a:spLocks noGrp="1"/>
          </p:cNvSpPr>
          <p:nvPr>
            <p:ph type="title"/>
          </p:nvPr>
        </p:nvSpPr>
        <p:spPr/>
        <p:txBody>
          <a:bodyPr>
            <a:normAutofit fontScale="90000"/>
          </a:bodyPr>
          <a:lstStyle/>
          <a:p>
            <a:r>
              <a:rPr lang="en-US" dirty="0"/>
              <a:t>Key Differences Between ANN, CNN, RNN, and LSTM</a:t>
            </a:r>
          </a:p>
        </p:txBody>
      </p:sp>
      <p:sp>
        <p:nvSpPr>
          <p:cNvPr id="4" name="Date Placeholder 3">
            <a:extLst>
              <a:ext uri="{FF2B5EF4-FFF2-40B4-BE49-F238E27FC236}">
                <a16:creationId xmlns:a16="http://schemas.microsoft.com/office/drawing/2014/main" id="{6899157A-0003-A264-C5C9-7264E2A0D78B}"/>
              </a:ext>
            </a:extLst>
          </p:cNvPr>
          <p:cNvSpPr>
            <a:spLocks noGrp="1"/>
          </p:cNvSpPr>
          <p:nvPr>
            <p:ph type="dt" sz="half" idx="10"/>
          </p:nvPr>
        </p:nvSpPr>
        <p:spPr/>
        <p:txBody>
          <a:bodyPr/>
          <a:lstStyle/>
          <a:p>
            <a:fld id="{BEF28905-D5AB-4289-BE97-6E4AD5680DB3}" type="datetime2">
              <a:rPr lang="en-US" smtClean="0"/>
              <a:pPr/>
              <a:t>Thursday, January 30, 2025</a:t>
            </a:fld>
            <a:endParaRPr lang="en-US" dirty="0"/>
          </a:p>
        </p:txBody>
      </p:sp>
      <p:sp>
        <p:nvSpPr>
          <p:cNvPr id="5" name="Slide Number Placeholder 4">
            <a:extLst>
              <a:ext uri="{FF2B5EF4-FFF2-40B4-BE49-F238E27FC236}">
                <a16:creationId xmlns:a16="http://schemas.microsoft.com/office/drawing/2014/main" id="{ECA9BBD3-7234-C2D8-18E0-B2D5D3618C3D}"/>
              </a:ext>
            </a:extLst>
          </p:cNvPr>
          <p:cNvSpPr>
            <a:spLocks noGrp="1"/>
          </p:cNvSpPr>
          <p:nvPr>
            <p:ph type="sldNum" sz="quarter" idx="12"/>
          </p:nvPr>
        </p:nvSpPr>
        <p:spPr/>
        <p:txBody>
          <a:bodyPr/>
          <a:lstStyle/>
          <a:p>
            <a:fld id="{6E1C90AF-3AA4-4CFC-B2BC-F2B6405EADE7}" type="slidenum">
              <a:rPr lang="en-US" smtClean="0"/>
              <a:pPr/>
              <a:t>35</a:t>
            </a:fld>
            <a:endParaRPr lang="en-US" dirty="0"/>
          </a:p>
        </p:txBody>
      </p:sp>
    </p:spTree>
    <p:extLst>
      <p:ext uri="{BB962C8B-B14F-4D97-AF65-F5344CB8AC3E}">
        <p14:creationId xmlns:p14="http://schemas.microsoft.com/office/powerpoint/2010/main" val="40951388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1EB3850C779BF4DA6FD27CAA82F4A3A" ma:contentTypeVersion="4" ma:contentTypeDescription="Create a new document." ma:contentTypeScope="" ma:versionID="a366392a2d062a139bed9cd9701a5c7d">
  <xsd:schema xmlns:xsd="http://www.w3.org/2001/XMLSchema" xmlns:xs="http://www.w3.org/2001/XMLSchema" xmlns:p="http://schemas.microsoft.com/office/2006/metadata/properties" xmlns:ns2="cd1d6bc7-35ff-4019-b8ea-98294a744fce" targetNamespace="http://schemas.microsoft.com/office/2006/metadata/properties" ma:root="true" ma:fieldsID="01d8466596552a157d24d56b0a48912c" ns2:_="">
    <xsd:import namespace="cd1d6bc7-35ff-4019-b8ea-98294a744fc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1d6bc7-35ff-4019-b8ea-98294a744f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BF57831-9F5D-496E-8A0A-064B866AE2BA}">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AD5B8ED9-6EDD-4182-AA4E-01950C9D21C9}">
  <ds:schemaRefs>
    <ds:schemaRef ds:uri="http://schemas.microsoft.com/sharepoint/v3/contenttype/forms"/>
  </ds:schemaRefs>
</ds:datastoreItem>
</file>

<file path=customXml/itemProps3.xml><?xml version="1.0" encoding="utf-8"?>
<ds:datastoreItem xmlns:ds="http://schemas.openxmlformats.org/officeDocument/2006/customXml" ds:itemID="{3F56E6B0-0532-4AF4-B77E-D39C1C535129}">
  <ds:schemaRefs>
    <ds:schemaRef ds:uri="cd1d6bc7-35ff-4019-b8ea-98294a744fc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35</Slides>
  <Notes>0</Notes>
  <HiddenSlides>0</HiddenSlide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Theme</vt:lpstr>
      <vt:lpstr>CSE 860 Generative AI &amp; Applications </vt:lpstr>
      <vt:lpstr>The Hierarchy of AI: From Machine Learning to Generative AI</vt:lpstr>
      <vt:lpstr>What is Machine Learning</vt:lpstr>
      <vt:lpstr>What is deep Learning</vt:lpstr>
      <vt:lpstr>What is Generative AI</vt:lpstr>
      <vt:lpstr>Key Differences</vt:lpstr>
      <vt:lpstr>When to use </vt:lpstr>
      <vt:lpstr>Machine Learning</vt:lpstr>
      <vt:lpstr> Machine Learning Supervised learning </vt:lpstr>
      <vt:lpstr>             Machine Learning    Supervised Learning  </vt:lpstr>
      <vt:lpstr>Machine Learning Pipeline</vt:lpstr>
      <vt:lpstr> Machine Learning </vt:lpstr>
      <vt:lpstr>  Model Evaluation (classification Problem)  </vt:lpstr>
      <vt:lpstr>  Model Evaluation (classification Problem) </vt:lpstr>
      <vt:lpstr>Confusion Matrix</vt:lpstr>
      <vt:lpstr>Machine Learning  (Unsupervised Learning )</vt:lpstr>
      <vt:lpstr>Deep Learning</vt:lpstr>
      <vt:lpstr>Deep Learning</vt:lpstr>
      <vt:lpstr>Neural Networks</vt:lpstr>
      <vt:lpstr>Multilayer Perceptrons (MLPs)</vt:lpstr>
      <vt:lpstr>Multilayer Perceptrons (MLPs)</vt:lpstr>
      <vt:lpstr>Multilayer Perceptrons (MLPs)</vt:lpstr>
      <vt:lpstr>Multilayer Perceptrons (MLPs)</vt:lpstr>
      <vt:lpstr>Multilayer Perceptrons (MLPs)</vt:lpstr>
      <vt:lpstr>Artificial Neural Network (ANN)</vt:lpstr>
      <vt:lpstr>Artificial Neural Network (ANN)</vt:lpstr>
      <vt:lpstr>Convolutional Neural Network (CNN)</vt:lpstr>
      <vt:lpstr>Convolutional Layer</vt:lpstr>
      <vt:lpstr>Convolutional Neural Network (CNN)</vt:lpstr>
      <vt:lpstr>Long Short-Term Memory Network (LSTM)</vt:lpstr>
      <vt:lpstr>LSTM</vt:lpstr>
      <vt:lpstr>Key Differences Between ANN, CNN, RNN, and LSTM</vt:lpstr>
      <vt:lpstr>Key Differences Between ANN, CNN, RNN, and LSTM</vt:lpstr>
      <vt:lpstr>Key Differences Between ANN, CNN, RNN, and LSTM</vt:lpstr>
      <vt:lpstr>Key Differences Between ANN, CNN, RNN, and LSTM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Yasar Ayaz</dc:creator>
  <cp:revision>92</cp:revision>
  <dcterms:created xsi:type="dcterms:W3CDTF">2009-06-17T04:08:11Z</dcterms:created>
  <dcterms:modified xsi:type="dcterms:W3CDTF">2025-01-30T09:07:15Z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0x010100A1EB3850C779BF4DA6FD27CAA82F4A3A</vt:lpwstr>
  </property>
  <property fmtid="{D5CDD505-2E9C-101B-9397-08002B2CF9AE}" pid="3" name="xd_ProgID">
    <vt:lpwstr/>
  </property>
  <property fmtid="{D5CDD505-2E9C-101B-9397-08002B2CF9AE}" pid="4" name="_SourceUrl">
    <vt:lpwstr/>
  </property>
  <property fmtid="{D5CDD505-2E9C-101B-9397-08002B2CF9AE}" pid="5" name="_SharedFileIndex">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xd_Signature">
    <vt:bool>false</vt:bool>
  </property>
</Properties>
</file>